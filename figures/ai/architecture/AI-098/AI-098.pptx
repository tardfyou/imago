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d8fd61099c484c" /><Relationship Type="http://schemas.openxmlformats.org/officeDocument/2006/relationships/extended-properties" Target="/docProps/app.xml" Id="Ra4e13f49a2e743ca" /><Relationship Type="http://schemas.openxmlformats.org/officeDocument/2006/relationships/officeDocument" Target="/ppt/presentation.xml" Id="R93eadedb69ae4e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be5a52ca8d45f8"/>
  </p:sldMasterIdLst>
  <p:notesMasterIdLst>
    <p:notesMasterId xmlns:r="http://schemas.openxmlformats.org/officeDocument/2006/relationships" r:id="R33316775be824614"/>
  </p:notesMasterIdLst>
  <p:sldIdLst>
    <p:sldId xmlns:r="http://schemas.openxmlformats.org/officeDocument/2006/relationships" id="256" r:id="R23a96ea77ded48cf"/>
  </p:sldIdLst>
  <p:sldSz cx="11487150" cy="44577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ede69d4b74481a" /><Relationship Type="http://schemas.openxmlformats.org/officeDocument/2006/relationships/slideMaster" Target="/ppt/slideMasters/slideMaster1.xml" Id="R57be5a52ca8d45f8" /><Relationship Type="http://schemas.openxmlformats.org/officeDocument/2006/relationships/notesMaster" Target="/ppt/notesMasters/notesMaster1.xml" Id="R33316775be824614" /><Relationship Type="http://schemas.openxmlformats.org/officeDocument/2006/relationships/presProps" Target="/ppt/presProps.xml" Id="R256e8c241ee14db2" /><Relationship Type="http://schemas.openxmlformats.org/officeDocument/2006/relationships/tableStyles" Target="/ppt/tableStyles.xml" Id="R98abe7d9803d4692" /><Relationship Type="http://schemas.openxmlformats.org/officeDocument/2006/relationships/slide" Target="/ppt/slides/slide1.xml" Id="R23a96ea77ded48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015a326b7e4d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511bad25404fbe" /><Relationship Type="http://schemas.openxmlformats.org/officeDocument/2006/relationships/notesMaster" Target="/ppt/notesMasters/notesMaster1.xml" Id="R5e40dba931ce4a6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素材ID：AI-098</ns1:t>
            </ns1:r>
          </ns1:p>
          <ns1:p>
            <ns1:r>
              <ns1:t>论文：SubLIME: Subset Selection via Rank Correlation Prediction for Data-Efficient LLM Evaluation</ns1:t>
            </ns1:r>
          </ns1:p>
          <ns1:p>
            <ns1:r>
              <ns1:t>会议：ACL 2025</ns1:t>
            </ns1:r>
          </ns1:p>
          <ns1:p>
            <ns1:r>
              <ns1:t>奖项：Best Theme Paper</ns1:t>
            </ns1:r>
          </ns1:p>
          <ns1:p>
            <ns1:r>
              <ns1:t>图号：Figure 3，PDF第4页</ns1:t>
            </ns1:r>
          </ns1:p>
          <ns1:p>
            <ns1:r>
              <ns1:t>类型：系统架构</ns1:t>
            </ns1:r>
          </ns1:p>
          <ns1:p>
            <ns1:r>
              <ns1:t>借鉴点：训练特征/真实相关标签和测试候选子集分别进入同一模型，中间用距离筛选与最大期望相关性选择。</ns1:t>
            </ns1:r>
          </ns1:p>
          <ns1:p>
            <ns1:r>
              <ns1:t>论文URL：https://aclanthology.org/2025.acl-long.1477/</ns1:t>
            </ns1:r>
          </ns1:p>
          <ns1:p>
            <ns1:r>
              <ns1:t>官方获奖URL：https://2025.aclweb.org/program/awards/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编辑与保真说明：复刻参考图中的可见示意散点布局；不代表恢复原始实验数据。字体、图标简化与细线抗锯齿和原图略有差异。</ns1:t>
            </ns1:r>
          </ns1:p>
          <ns1:p>
            <ns1:r>
              <ns1:t>复刻方式：Native editable text, feature/coefficient stacks, scatter markers, training/update/inference icons, connector routes and winner star. Reworked from existing half-finished native draft in private script.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df965a8da04c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428f53a8d34313" /><Relationship Type="http://schemas.openxmlformats.org/officeDocument/2006/relationships/slideLayout" Target="/ppt/slideLayouts/slideLayout1.xml" Id="R090b2869ff9a47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0b2869ff9a47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9f6cbc5ad47bd" /><Relationship Type="http://schemas.openxmlformats.org/officeDocument/2006/relationships/notesSlide" Target="/ppt/notesSlides/notesSlide1.xml" Id="R4925f594f7dc48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7" name="AI-098-1">
            <a:extLst xmlns:a="http://schemas.openxmlformats.org/drawingml/2006/main">
              <a:ext uri="{FF2B5EF4-FFF2-40B4-BE49-F238E27FC236}">
                <a16:creationId xmlns:a16="http://schemas.microsoft.com/office/drawing/2014/main" id="{CBE09702-6C0C-4D9A-BBA5-EB78CED4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641" y="287941"/>
            <a:ext cx="90869" cy="9086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576">
            <a:solidFill>
              <a:srgbClr val="6A847E"/>
            </a:solidFill>
          </a:ln>
        </p:spPr>
      </p:sp>
      <p:sp>
        <p:nvSpPr>
          <p:cNvPr id="2" name="line-2">
            <a:extLst xmlns:a="http://schemas.openxmlformats.org/drawingml/2006/main">
              <a:ext uri="{FF2B5EF4-FFF2-40B4-BE49-F238E27FC236}">
                <a16:creationId xmlns:a16="http://schemas.microsoft.com/office/drawing/2014/main" id="{2C66E675-97EA-42AA-8976-34E912AF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" y="333375"/>
            <a:ext cx="51435" cy="10"/>
          </a:xfrm>
          <a:custGeom xmlns:a="http://schemas.openxmlformats.org/drawingml/2006/main">
            <a:pathLst>
              <a:path w="51435" h="10">
                <a:moveTo>
                  <a:pt x="0" y="0"/>
                </a:moveTo>
                <a:lnTo>
                  <a:pt x="514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3" name="line-3">
            <a:extLst xmlns:a="http://schemas.openxmlformats.org/drawingml/2006/main">
              <a:ext uri="{FF2B5EF4-FFF2-40B4-BE49-F238E27FC236}">
                <a16:creationId xmlns:a16="http://schemas.microsoft.com/office/drawing/2014/main" id="{0F0375BD-9F84-41B3-9D51-78B583D0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22" y="357622"/>
            <a:ext cx="36370" cy="36370"/>
          </a:xfrm>
          <a:custGeom xmlns:a="http://schemas.openxmlformats.org/drawingml/2006/main">
            <a:pathLst>
              <a:path w="36370" h="36370">
                <a:moveTo>
                  <a:pt x="0" y="0"/>
                </a:moveTo>
                <a:lnTo>
                  <a:pt x="36370" y="3637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4" name="line-4">
            <a:extLst xmlns:a="http://schemas.openxmlformats.org/drawingml/2006/main">
              <a:ext uri="{FF2B5EF4-FFF2-40B4-BE49-F238E27FC236}">
                <a16:creationId xmlns:a16="http://schemas.microsoft.com/office/drawing/2014/main" id="{2B0F93AD-88D0-40B2-875D-353BAB4E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367665"/>
            <a:ext cx="10" cy="51435"/>
          </a:xfrm>
          <a:custGeom xmlns:a="http://schemas.openxmlformats.org/drawingml/2006/main">
            <a:pathLst>
              <a:path w="10" h="51435">
                <a:moveTo>
                  <a:pt x="0" y="0"/>
                </a:moveTo>
                <a:lnTo>
                  <a:pt x="0" y="51435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5" name="line-5">
            <a:extLst xmlns:a="http://schemas.openxmlformats.org/drawingml/2006/main">
              <a:ext uri="{FF2B5EF4-FFF2-40B4-BE49-F238E27FC236}">
                <a16:creationId xmlns:a16="http://schemas.microsoft.com/office/drawing/2014/main" id="{128318D5-0C42-469A-BBF7-FCB15059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58" y="357622"/>
            <a:ext cx="36370" cy="36370"/>
          </a:xfrm>
          <a:custGeom xmlns:a="http://schemas.openxmlformats.org/drawingml/2006/main">
            <a:pathLst>
              <a:path w="36370" h="36370">
                <a:moveTo>
                  <a:pt x="36370" y="0"/>
                </a:moveTo>
                <a:lnTo>
                  <a:pt x="0" y="3637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6" name="line-6">
            <a:extLst xmlns:a="http://schemas.openxmlformats.org/drawingml/2006/main">
              <a:ext uri="{FF2B5EF4-FFF2-40B4-BE49-F238E27FC236}">
                <a16:creationId xmlns:a16="http://schemas.microsoft.com/office/drawing/2014/main" id="{ADD65F29-9800-4B6B-8E2B-18B086A1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33375"/>
            <a:ext cx="51435" cy="10"/>
          </a:xfrm>
          <a:custGeom xmlns:a="http://schemas.openxmlformats.org/drawingml/2006/main">
            <a:pathLst>
              <a:path w="51435" h="10">
                <a:moveTo>
                  <a:pt x="5143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7" name="line-7">
            <a:extLst xmlns:a="http://schemas.openxmlformats.org/drawingml/2006/main">
              <a:ext uri="{FF2B5EF4-FFF2-40B4-BE49-F238E27FC236}">
                <a16:creationId xmlns:a16="http://schemas.microsoft.com/office/drawing/2014/main" id="{BF512741-F806-4020-906B-AC8D6996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58" y="272758"/>
            <a:ext cx="36370" cy="36370"/>
          </a:xfrm>
          <a:custGeom xmlns:a="http://schemas.openxmlformats.org/drawingml/2006/main">
            <a:pathLst>
              <a:path w="36370" h="36370">
                <a:moveTo>
                  <a:pt x="36370" y="363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8" name="line-8">
            <a:extLst xmlns:a="http://schemas.openxmlformats.org/drawingml/2006/main">
              <a:ext uri="{FF2B5EF4-FFF2-40B4-BE49-F238E27FC236}">
                <a16:creationId xmlns:a16="http://schemas.microsoft.com/office/drawing/2014/main" id="{C0B756EA-36DD-4F1A-B0BF-AAB35E33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247650"/>
            <a:ext cx="10" cy="51435"/>
          </a:xfrm>
          <a:custGeom xmlns:a="http://schemas.openxmlformats.org/drawingml/2006/main">
            <a:pathLst>
              <a:path w="10" h="51435">
                <a:moveTo>
                  <a:pt x="0" y="5143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9" name="line-9">
            <a:extLst xmlns:a="http://schemas.openxmlformats.org/drawingml/2006/main">
              <a:ext uri="{FF2B5EF4-FFF2-40B4-BE49-F238E27FC236}">
                <a16:creationId xmlns:a16="http://schemas.microsoft.com/office/drawing/2014/main" id="{9072CAB8-7BE7-4D3E-A087-F806C06D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22" y="272758"/>
            <a:ext cx="36370" cy="36370"/>
          </a:xfrm>
          <a:custGeom xmlns:a="http://schemas.openxmlformats.org/drawingml/2006/main">
            <a:pathLst>
              <a:path w="36370" h="36370">
                <a:moveTo>
                  <a:pt x="0" y="36370"/>
                </a:moveTo>
                <a:lnTo>
                  <a:pt x="363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10" name="AI-098-10">
            <a:extLst xmlns:a="http://schemas.openxmlformats.org/drawingml/2006/main">
              <a:ext uri="{FF2B5EF4-FFF2-40B4-BE49-F238E27FC236}">
                <a16:creationId xmlns:a16="http://schemas.microsoft.com/office/drawing/2014/main" id="{27DF3F51-72F3-4456-8418-B1D1A805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237" y="231362"/>
            <a:ext cx="70676" cy="7067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004">
            <a:solidFill>
              <a:srgbClr val="6A847E"/>
            </a:solidFill>
          </a:ln>
        </p:spPr>
      </p:sp>
      <p:sp>
        <p:nvSpPr>
          <p:cNvPr id="11" name="line-11">
            <a:extLst xmlns:a="http://schemas.openxmlformats.org/drawingml/2006/main">
              <a:ext uri="{FF2B5EF4-FFF2-40B4-BE49-F238E27FC236}">
                <a16:creationId xmlns:a16="http://schemas.microsoft.com/office/drawing/2014/main" id="{3DC874ED-68E7-44B7-A2B5-816E9175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" y="266700"/>
            <a:ext cx="40005" cy="10"/>
          </a:xfrm>
          <a:custGeom xmlns:a="http://schemas.openxmlformats.org/drawingml/2006/main">
            <a:pathLst>
              <a:path w="40005" h="10">
                <a:moveTo>
                  <a:pt x="0" y="0"/>
                </a:moveTo>
                <a:lnTo>
                  <a:pt x="400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12" name="line-12">
            <a:extLst xmlns:a="http://schemas.openxmlformats.org/drawingml/2006/main">
              <a:ext uri="{FF2B5EF4-FFF2-40B4-BE49-F238E27FC236}">
                <a16:creationId xmlns:a16="http://schemas.microsoft.com/office/drawing/2014/main" id="{32E3B8C1-17CA-411C-AD63-176B6CA0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34" y="285559"/>
            <a:ext cx="28288" cy="28288"/>
          </a:xfrm>
          <a:custGeom xmlns:a="http://schemas.openxmlformats.org/drawingml/2006/main">
            <a:pathLst>
              <a:path w="28288" h="28288">
                <a:moveTo>
                  <a:pt x="0" y="0"/>
                </a:moveTo>
                <a:lnTo>
                  <a:pt x="28288" y="28288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13" name="line-13">
            <a:extLst xmlns:a="http://schemas.openxmlformats.org/drawingml/2006/main">
              <a:ext uri="{FF2B5EF4-FFF2-40B4-BE49-F238E27FC236}">
                <a16:creationId xmlns:a16="http://schemas.microsoft.com/office/drawing/2014/main" id="{681845C6-E1BF-4AB5-90D6-C1736AD6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93370"/>
            <a:ext cx="10" cy="40005"/>
          </a:xfrm>
          <a:custGeom xmlns:a="http://schemas.openxmlformats.org/drawingml/2006/main">
            <a:pathLst>
              <a:path w="10" h="40005">
                <a:moveTo>
                  <a:pt x="0" y="0"/>
                </a:moveTo>
                <a:lnTo>
                  <a:pt x="0" y="40005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14" name="line-14">
            <a:extLst xmlns:a="http://schemas.openxmlformats.org/drawingml/2006/main">
              <a:ext uri="{FF2B5EF4-FFF2-40B4-BE49-F238E27FC236}">
                <a16:creationId xmlns:a16="http://schemas.microsoft.com/office/drawing/2014/main" id="{1CE58E89-8A49-4FE8-8E96-D9599AED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9" y="285559"/>
            <a:ext cx="28288" cy="28288"/>
          </a:xfrm>
          <a:custGeom xmlns:a="http://schemas.openxmlformats.org/drawingml/2006/main">
            <a:pathLst>
              <a:path w="28288" h="28288">
                <a:moveTo>
                  <a:pt x="28288" y="0"/>
                </a:moveTo>
                <a:lnTo>
                  <a:pt x="0" y="28288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15" name="line-15">
            <a:extLst xmlns:a="http://schemas.openxmlformats.org/drawingml/2006/main">
              <a:ext uri="{FF2B5EF4-FFF2-40B4-BE49-F238E27FC236}">
                <a16:creationId xmlns:a16="http://schemas.microsoft.com/office/drawing/2014/main" id="{70133900-3D59-44D6-A770-E5EB0316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40005" cy="10"/>
          </a:xfrm>
          <a:custGeom xmlns:a="http://schemas.openxmlformats.org/drawingml/2006/main">
            <a:pathLst>
              <a:path w="40005" h="10">
                <a:moveTo>
                  <a:pt x="4000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16" name="line-16">
            <a:extLst xmlns:a="http://schemas.openxmlformats.org/drawingml/2006/main">
              <a:ext uri="{FF2B5EF4-FFF2-40B4-BE49-F238E27FC236}">
                <a16:creationId xmlns:a16="http://schemas.microsoft.com/office/drawing/2014/main" id="{3C77CFF4-21E2-4376-94F0-04392B12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9" y="219554"/>
            <a:ext cx="28288" cy="28288"/>
          </a:xfrm>
          <a:custGeom xmlns:a="http://schemas.openxmlformats.org/drawingml/2006/main">
            <a:pathLst>
              <a:path w="28288" h="28288">
                <a:moveTo>
                  <a:pt x="28288" y="2828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17" name="line-17">
            <a:extLst xmlns:a="http://schemas.openxmlformats.org/drawingml/2006/main">
              <a:ext uri="{FF2B5EF4-FFF2-40B4-BE49-F238E27FC236}">
                <a16:creationId xmlns:a16="http://schemas.microsoft.com/office/drawing/2014/main" id="{907B68C6-4742-40E6-8C91-EDE48368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00025"/>
            <a:ext cx="10" cy="40005"/>
          </a:xfrm>
          <a:custGeom xmlns:a="http://schemas.openxmlformats.org/drawingml/2006/main">
            <a:pathLst>
              <a:path w="10" h="40005">
                <a:moveTo>
                  <a:pt x="0" y="4000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18" name="line-18">
            <a:extLst xmlns:a="http://schemas.openxmlformats.org/drawingml/2006/main">
              <a:ext uri="{FF2B5EF4-FFF2-40B4-BE49-F238E27FC236}">
                <a16:creationId xmlns:a16="http://schemas.microsoft.com/office/drawing/2014/main" id="{336B6A80-A5C9-42B4-8A5B-DA67012F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34" y="219554"/>
            <a:ext cx="28288" cy="28288"/>
          </a:xfrm>
          <a:custGeom xmlns:a="http://schemas.openxmlformats.org/drawingml/2006/main">
            <a:pathLst>
              <a:path w="28288" h="28288">
                <a:moveTo>
                  <a:pt x="0" y="28288"/>
                </a:moveTo>
                <a:lnTo>
                  <a:pt x="282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19" name="AI-098-19">
            <a:extLst xmlns:a="http://schemas.openxmlformats.org/drawingml/2006/main">
              <a:ext uri="{FF2B5EF4-FFF2-40B4-BE49-F238E27FC236}">
                <a16:creationId xmlns:a16="http://schemas.microsoft.com/office/drawing/2014/main" id="{3E71E3E4-F988-41FC-AF5C-0F755585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19050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 Training</a:t>
            </a:r>
          </a:p>
        </p:txBody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BEBC13CC-7759-467D-B7FC-C7CF1A8E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8" y="230560"/>
            <a:ext cx="128583" cy="159960"/>
          </a:xfrm>
          <a:custGeom xmlns:a="http://schemas.openxmlformats.org/drawingml/2006/main">
            <a:pathLst>
              <a:path w="128583" h="159960">
                <a:moveTo>
                  <a:pt x="85725" y="0"/>
                </a:moveTo>
                <a:lnTo>
                  <a:pt x="88036" y="1383"/>
                </a:lnTo>
                <a:lnTo>
                  <a:pt x="90302" y="2838"/>
                </a:lnTo>
                <a:lnTo>
                  <a:pt x="92521" y="4363"/>
                </a:lnTo>
                <a:lnTo>
                  <a:pt x="94692" y="5958"/>
                </a:lnTo>
                <a:lnTo>
                  <a:pt x="96811" y="7619"/>
                </a:lnTo>
                <a:lnTo>
                  <a:pt x="98877" y="9347"/>
                </a:lnTo>
                <a:lnTo>
                  <a:pt x="100888" y="11138"/>
                </a:lnTo>
                <a:lnTo>
                  <a:pt x="102841" y="12992"/>
                </a:lnTo>
                <a:lnTo>
                  <a:pt x="104735" y="14906"/>
                </a:lnTo>
                <a:lnTo>
                  <a:pt x="106569" y="16879"/>
                </a:lnTo>
                <a:lnTo>
                  <a:pt x="108339" y="18908"/>
                </a:lnTo>
                <a:lnTo>
                  <a:pt x="110045" y="20992"/>
                </a:lnTo>
                <a:lnTo>
                  <a:pt x="111684" y="23129"/>
                </a:lnTo>
                <a:lnTo>
                  <a:pt x="113256" y="25316"/>
                </a:lnTo>
                <a:lnTo>
                  <a:pt x="114758" y="27551"/>
                </a:lnTo>
                <a:lnTo>
                  <a:pt x="116189" y="29832"/>
                </a:lnTo>
                <a:lnTo>
                  <a:pt x="117547" y="32157"/>
                </a:lnTo>
                <a:lnTo>
                  <a:pt x="118832" y="34524"/>
                </a:lnTo>
                <a:lnTo>
                  <a:pt x="120042" y="36930"/>
                </a:lnTo>
                <a:lnTo>
                  <a:pt x="121176" y="39373"/>
                </a:lnTo>
                <a:lnTo>
                  <a:pt x="122233" y="41850"/>
                </a:lnTo>
                <a:lnTo>
                  <a:pt x="123211" y="44359"/>
                </a:lnTo>
                <a:lnTo>
                  <a:pt x="124110" y="46897"/>
                </a:lnTo>
                <a:lnTo>
                  <a:pt x="124929" y="49463"/>
                </a:lnTo>
                <a:lnTo>
                  <a:pt x="125666" y="52053"/>
                </a:lnTo>
                <a:lnTo>
                  <a:pt x="126323" y="54665"/>
                </a:lnTo>
                <a:lnTo>
                  <a:pt x="126896" y="57296"/>
                </a:lnTo>
                <a:lnTo>
                  <a:pt x="127387" y="59944"/>
                </a:lnTo>
                <a:lnTo>
                  <a:pt x="127794" y="62606"/>
                </a:lnTo>
                <a:lnTo>
                  <a:pt x="128118" y="65279"/>
                </a:lnTo>
                <a:lnTo>
                  <a:pt x="128357" y="67962"/>
                </a:lnTo>
                <a:lnTo>
                  <a:pt x="128512" y="70650"/>
                </a:lnTo>
                <a:lnTo>
                  <a:pt x="128583" y="73342"/>
                </a:lnTo>
                <a:lnTo>
                  <a:pt x="128569" y="76035"/>
                </a:lnTo>
                <a:lnTo>
                  <a:pt x="128470" y="78727"/>
                </a:lnTo>
                <a:lnTo>
                  <a:pt x="128287" y="81413"/>
                </a:lnTo>
                <a:lnTo>
                  <a:pt x="128019" y="84093"/>
                </a:lnTo>
                <a:lnTo>
                  <a:pt x="127668" y="86763"/>
                </a:lnTo>
                <a:lnTo>
                  <a:pt x="127233" y="89421"/>
                </a:lnTo>
                <a:lnTo>
                  <a:pt x="126714" y="92063"/>
                </a:lnTo>
                <a:lnTo>
                  <a:pt x="126113" y="94688"/>
                </a:lnTo>
                <a:lnTo>
                  <a:pt x="125430" y="97293"/>
                </a:lnTo>
                <a:lnTo>
                  <a:pt x="124665" y="99875"/>
                </a:lnTo>
                <a:lnTo>
                  <a:pt x="123819" y="102432"/>
                </a:lnTo>
                <a:lnTo>
                  <a:pt x="122894" y="104961"/>
                </a:lnTo>
                <a:lnTo>
                  <a:pt x="121889" y="107460"/>
                </a:lnTo>
                <a:lnTo>
                  <a:pt x="120807" y="109926"/>
                </a:lnTo>
                <a:lnTo>
                  <a:pt x="119647" y="112356"/>
                </a:lnTo>
                <a:lnTo>
                  <a:pt x="118412" y="114749"/>
                </a:lnTo>
                <a:lnTo>
                  <a:pt x="117103" y="117103"/>
                </a:lnTo>
                <a:lnTo>
                  <a:pt x="115720" y="119413"/>
                </a:lnTo>
                <a:lnTo>
                  <a:pt x="114265" y="121680"/>
                </a:lnTo>
                <a:lnTo>
                  <a:pt x="112739" y="123899"/>
                </a:lnTo>
                <a:lnTo>
                  <a:pt x="111145" y="126069"/>
                </a:lnTo>
                <a:lnTo>
                  <a:pt x="109483" y="128189"/>
                </a:lnTo>
                <a:lnTo>
                  <a:pt x="107756" y="130255"/>
                </a:lnTo>
                <a:lnTo>
                  <a:pt x="105964" y="132265"/>
                </a:lnTo>
                <a:lnTo>
                  <a:pt x="104111" y="134219"/>
                </a:lnTo>
                <a:lnTo>
                  <a:pt x="102196" y="136113"/>
                </a:lnTo>
                <a:lnTo>
                  <a:pt x="100224" y="137946"/>
                </a:lnTo>
                <a:lnTo>
                  <a:pt x="98194" y="139716"/>
                </a:lnTo>
                <a:lnTo>
                  <a:pt x="96110" y="141422"/>
                </a:lnTo>
                <a:lnTo>
                  <a:pt x="93974" y="143062"/>
                </a:lnTo>
                <a:lnTo>
                  <a:pt x="91787" y="144633"/>
                </a:lnTo>
                <a:lnTo>
                  <a:pt x="89552" y="146135"/>
                </a:lnTo>
                <a:lnTo>
                  <a:pt x="87270" y="147566"/>
                </a:lnTo>
                <a:lnTo>
                  <a:pt x="84945" y="148925"/>
                </a:lnTo>
                <a:lnTo>
                  <a:pt x="82579" y="150210"/>
                </a:lnTo>
                <a:lnTo>
                  <a:pt x="80173" y="151420"/>
                </a:lnTo>
                <a:lnTo>
                  <a:pt x="77730" y="152554"/>
                </a:lnTo>
                <a:lnTo>
                  <a:pt x="75253" y="153610"/>
                </a:lnTo>
                <a:lnTo>
                  <a:pt x="72744" y="154589"/>
                </a:lnTo>
                <a:lnTo>
                  <a:pt x="70205" y="155487"/>
                </a:lnTo>
                <a:lnTo>
                  <a:pt x="67640" y="156306"/>
                </a:lnTo>
                <a:lnTo>
                  <a:pt x="65050" y="157044"/>
                </a:lnTo>
                <a:lnTo>
                  <a:pt x="62438" y="157700"/>
                </a:lnTo>
                <a:lnTo>
                  <a:pt x="59807" y="158274"/>
                </a:lnTo>
                <a:lnTo>
                  <a:pt x="57159" y="158765"/>
                </a:lnTo>
                <a:lnTo>
                  <a:pt x="54497" y="159172"/>
                </a:lnTo>
                <a:lnTo>
                  <a:pt x="51823" y="159495"/>
                </a:lnTo>
                <a:lnTo>
                  <a:pt x="49141" y="159735"/>
                </a:lnTo>
                <a:lnTo>
                  <a:pt x="46452" y="159890"/>
                </a:lnTo>
                <a:lnTo>
                  <a:pt x="43760" y="159960"/>
                </a:lnTo>
                <a:lnTo>
                  <a:pt x="41067" y="159946"/>
                </a:lnTo>
                <a:lnTo>
                  <a:pt x="38376" y="159848"/>
                </a:lnTo>
                <a:lnTo>
                  <a:pt x="35689" y="159664"/>
                </a:lnTo>
                <a:lnTo>
                  <a:pt x="33010" y="159397"/>
                </a:lnTo>
                <a:lnTo>
                  <a:pt x="30340" y="159045"/>
                </a:lnTo>
                <a:lnTo>
                  <a:pt x="27682" y="158610"/>
                </a:lnTo>
                <a:lnTo>
                  <a:pt x="25039" y="158092"/>
                </a:lnTo>
                <a:lnTo>
                  <a:pt x="22414" y="157491"/>
                </a:lnTo>
                <a:lnTo>
                  <a:pt x="19809" y="156807"/>
                </a:lnTo>
                <a:lnTo>
                  <a:pt x="17227" y="156042"/>
                </a:lnTo>
                <a:lnTo>
                  <a:pt x="14670" y="155197"/>
                </a:lnTo>
                <a:lnTo>
                  <a:pt x="12141" y="154271"/>
                </a:lnTo>
                <a:lnTo>
                  <a:pt x="9643" y="153267"/>
                </a:lnTo>
                <a:lnTo>
                  <a:pt x="7177" y="152184"/>
                </a:lnTo>
                <a:lnTo>
                  <a:pt x="4746" y="151025"/>
                </a:lnTo>
                <a:lnTo>
                  <a:pt x="2353" y="149790"/>
                </a:lnTo>
                <a:lnTo>
                  <a:pt x="0" y="14848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77CC2"/>
            </a:solidFill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04CCBFDD-3A36-4B90-A457-F8D8D2F0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80" y="219080"/>
            <a:ext cx="128583" cy="159960"/>
          </a:xfrm>
          <a:custGeom xmlns:a="http://schemas.openxmlformats.org/drawingml/2006/main">
            <a:pathLst>
              <a:path w="128583" h="159960">
                <a:moveTo>
                  <a:pt x="42858" y="159960"/>
                </a:moveTo>
                <a:lnTo>
                  <a:pt x="40547" y="158577"/>
                </a:lnTo>
                <a:lnTo>
                  <a:pt x="38281" y="157122"/>
                </a:lnTo>
                <a:lnTo>
                  <a:pt x="36061" y="155597"/>
                </a:lnTo>
                <a:lnTo>
                  <a:pt x="33891" y="154003"/>
                </a:lnTo>
                <a:lnTo>
                  <a:pt x="31772" y="152341"/>
                </a:lnTo>
                <a:lnTo>
                  <a:pt x="29706" y="150614"/>
                </a:lnTo>
                <a:lnTo>
                  <a:pt x="27695" y="148822"/>
                </a:lnTo>
                <a:lnTo>
                  <a:pt x="25742" y="146968"/>
                </a:lnTo>
                <a:lnTo>
                  <a:pt x="23847" y="145054"/>
                </a:lnTo>
                <a:lnTo>
                  <a:pt x="22014" y="143082"/>
                </a:lnTo>
                <a:lnTo>
                  <a:pt x="20244" y="141052"/>
                </a:lnTo>
                <a:lnTo>
                  <a:pt x="18538" y="138968"/>
                </a:lnTo>
                <a:lnTo>
                  <a:pt x="16899" y="136832"/>
                </a:lnTo>
                <a:lnTo>
                  <a:pt x="15327" y="134645"/>
                </a:lnTo>
                <a:lnTo>
                  <a:pt x="13825" y="132409"/>
                </a:lnTo>
                <a:lnTo>
                  <a:pt x="12394" y="130128"/>
                </a:lnTo>
                <a:lnTo>
                  <a:pt x="11035" y="127803"/>
                </a:lnTo>
                <a:lnTo>
                  <a:pt x="9750" y="125436"/>
                </a:lnTo>
                <a:lnTo>
                  <a:pt x="8540" y="123030"/>
                </a:lnTo>
                <a:lnTo>
                  <a:pt x="7407" y="120588"/>
                </a:lnTo>
                <a:lnTo>
                  <a:pt x="6350" y="118111"/>
                </a:lnTo>
                <a:lnTo>
                  <a:pt x="5372" y="115602"/>
                </a:lnTo>
                <a:lnTo>
                  <a:pt x="4473" y="113063"/>
                </a:lnTo>
                <a:lnTo>
                  <a:pt x="3654" y="110498"/>
                </a:lnTo>
                <a:lnTo>
                  <a:pt x="2916" y="107908"/>
                </a:lnTo>
                <a:lnTo>
                  <a:pt x="2260" y="105296"/>
                </a:lnTo>
                <a:lnTo>
                  <a:pt x="1687" y="102664"/>
                </a:lnTo>
                <a:lnTo>
                  <a:pt x="1196" y="100017"/>
                </a:lnTo>
                <a:lnTo>
                  <a:pt x="788" y="97355"/>
                </a:lnTo>
                <a:lnTo>
                  <a:pt x="465" y="94681"/>
                </a:lnTo>
                <a:lnTo>
                  <a:pt x="226" y="91999"/>
                </a:lnTo>
                <a:lnTo>
                  <a:pt x="70" y="89310"/>
                </a:lnTo>
                <a:lnTo>
                  <a:pt x="0" y="86618"/>
                </a:lnTo>
                <a:lnTo>
                  <a:pt x="14" y="83925"/>
                </a:lnTo>
                <a:lnTo>
                  <a:pt x="113" y="81234"/>
                </a:lnTo>
                <a:lnTo>
                  <a:pt x="296" y="78547"/>
                </a:lnTo>
                <a:lnTo>
                  <a:pt x="563" y="75867"/>
                </a:lnTo>
                <a:lnTo>
                  <a:pt x="915" y="73197"/>
                </a:lnTo>
                <a:lnTo>
                  <a:pt x="1350" y="70540"/>
                </a:lnTo>
                <a:lnTo>
                  <a:pt x="1869" y="67897"/>
                </a:lnTo>
                <a:lnTo>
                  <a:pt x="2470" y="65272"/>
                </a:lnTo>
                <a:lnTo>
                  <a:pt x="3153" y="62667"/>
                </a:lnTo>
                <a:lnTo>
                  <a:pt x="3918" y="60085"/>
                </a:lnTo>
                <a:lnTo>
                  <a:pt x="4764" y="57528"/>
                </a:lnTo>
                <a:lnTo>
                  <a:pt x="5689" y="54999"/>
                </a:lnTo>
                <a:lnTo>
                  <a:pt x="6694" y="52501"/>
                </a:lnTo>
                <a:lnTo>
                  <a:pt x="7776" y="50035"/>
                </a:lnTo>
                <a:lnTo>
                  <a:pt x="8935" y="47604"/>
                </a:lnTo>
                <a:lnTo>
                  <a:pt x="10171" y="45211"/>
                </a:lnTo>
                <a:lnTo>
                  <a:pt x="11480" y="42858"/>
                </a:lnTo>
                <a:lnTo>
                  <a:pt x="12863" y="40547"/>
                </a:lnTo>
                <a:lnTo>
                  <a:pt x="14318" y="38281"/>
                </a:lnTo>
                <a:lnTo>
                  <a:pt x="15843" y="36061"/>
                </a:lnTo>
                <a:lnTo>
                  <a:pt x="17438" y="33891"/>
                </a:lnTo>
                <a:lnTo>
                  <a:pt x="19099" y="31772"/>
                </a:lnTo>
                <a:lnTo>
                  <a:pt x="20827" y="29706"/>
                </a:lnTo>
                <a:lnTo>
                  <a:pt x="22618" y="27695"/>
                </a:lnTo>
                <a:lnTo>
                  <a:pt x="24472" y="25742"/>
                </a:lnTo>
                <a:lnTo>
                  <a:pt x="26386" y="23847"/>
                </a:lnTo>
                <a:lnTo>
                  <a:pt x="28359" y="22014"/>
                </a:lnTo>
                <a:lnTo>
                  <a:pt x="30388" y="20244"/>
                </a:lnTo>
                <a:lnTo>
                  <a:pt x="32472" y="18538"/>
                </a:lnTo>
                <a:lnTo>
                  <a:pt x="34609" y="16899"/>
                </a:lnTo>
                <a:lnTo>
                  <a:pt x="36796" y="15327"/>
                </a:lnTo>
                <a:lnTo>
                  <a:pt x="39031" y="13825"/>
                </a:lnTo>
                <a:lnTo>
                  <a:pt x="41312" y="12394"/>
                </a:lnTo>
                <a:lnTo>
                  <a:pt x="43638" y="11035"/>
                </a:lnTo>
                <a:lnTo>
                  <a:pt x="46004" y="9750"/>
                </a:lnTo>
                <a:lnTo>
                  <a:pt x="48410" y="8540"/>
                </a:lnTo>
                <a:lnTo>
                  <a:pt x="50853" y="7407"/>
                </a:lnTo>
                <a:lnTo>
                  <a:pt x="53330" y="6350"/>
                </a:lnTo>
                <a:lnTo>
                  <a:pt x="55839" y="5372"/>
                </a:lnTo>
                <a:lnTo>
                  <a:pt x="58378" y="4473"/>
                </a:lnTo>
                <a:lnTo>
                  <a:pt x="60943" y="3654"/>
                </a:lnTo>
                <a:lnTo>
                  <a:pt x="63533" y="2916"/>
                </a:lnTo>
                <a:lnTo>
                  <a:pt x="66145" y="2260"/>
                </a:lnTo>
                <a:lnTo>
                  <a:pt x="68776" y="1687"/>
                </a:lnTo>
                <a:lnTo>
                  <a:pt x="71424" y="1196"/>
                </a:lnTo>
                <a:lnTo>
                  <a:pt x="74086" y="788"/>
                </a:lnTo>
                <a:lnTo>
                  <a:pt x="76760" y="465"/>
                </a:lnTo>
                <a:lnTo>
                  <a:pt x="79442" y="226"/>
                </a:lnTo>
                <a:lnTo>
                  <a:pt x="82131" y="70"/>
                </a:lnTo>
                <a:lnTo>
                  <a:pt x="84823" y="0"/>
                </a:lnTo>
                <a:lnTo>
                  <a:pt x="87516" y="14"/>
                </a:lnTo>
                <a:lnTo>
                  <a:pt x="90207" y="113"/>
                </a:lnTo>
                <a:lnTo>
                  <a:pt x="92894" y="296"/>
                </a:lnTo>
                <a:lnTo>
                  <a:pt x="95573" y="563"/>
                </a:lnTo>
                <a:lnTo>
                  <a:pt x="98243" y="915"/>
                </a:lnTo>
                <a:lnTo>
                  <a:pt x="100901" y="1350"/>
                </a:lnTo>
                <a:lnTo>
                  <a:pt x="103544" y="1869"/>
                </a:lnTo>
                <a:lnTo>
                  <a:pt x="106169" y="2470"/>
                </a:lnTo>
                <a:lnTo>
                  <a:pt x="108773" y="3153"/>
                </a:lnTo>
                <a:lnTo>
                  <a:pt x="111356" y="3918"/>
                </a:lnTo>
                <a:lnTo>
                  <a:pt x="113912" y="4764"/>
                </a:lnTo>
                <a:lnTo>
                  <a:pt x="116441" y="5689"/>
                </a:lnTo>
                <a:lnTo>
                  <a:pt x="118940" y="6694"/>
                </a:lnTo>
                <a:lnTo>
                  <a:pt x="121406" y="7776"/>
                </a:lnTo>
                <a:lnTo>
                  <a:pt x="123837" y="8935"/>
                </a:lnTo>
                <a:lnTo>
                  <a:pt x="126230" y="10171"/>
                </a:lnTo>
                <a:lnTo>
                  <a:pt x="128583" y="1148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77CC2"/>
            </a:solidFill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1CEBFF80-5284-4BFA-9368-9581A156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5750"/>
            <a:ext cx="85725" cy="57150"/>
          </a:xfrm>
          <a:custGeom xmlns:a="http://schemas.openxmlformats.org/drawingml/2006/main">
            <a:pathLst>
              <a:path w="85725" h="57150">
                <a:moveTo>
                  <a:pt x="28575" y="57150"/>
                </a:moveTo>
                <a:lnTo>
                  <a:pt x="0" y="0"/>
                </a:lnTo>
                <a:lnTo>
                  <a:pt x="85725" y="28575"/>
                </a:lnTo>
                <a:close/>
              </a:path>
            </a:pathLst>
          </a:custGeom>
          <a:solidFill xmlns:a="http://schemas.openxmlformats.org/drawingml/2006/main">
            <a:srgbClr val="477CC2"/>
          </a:solidFill>
          <a:ln xmlns:a="http://schemas.openxmlformats.org/drawingml/2006/main" w="9525">
            <a:solidFill>
              <a:srgbClr val="477CC2"/>
            </a:solidFill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163B509A-01A8-48FA-840B-04FF2E2C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66700"/>
            <a:ext cx="85725" cy="57150"/>
          </a:xfrm>
          <a:custGeom xmlns:a="http://schemas.openxmlformats.org/drawingml/2006/main">
            <a:pathLst>
              <a:path w="85725" h="57150">
                <a:moveTo>
                  <a:pt x="57150" y="0"/>
                </a:moveTo>
                <a:lnTo>
                  <a:pt x="85725" y="57150"/>
                </a:lnTo>
                <a:lnTo>
                  <a:pt x="0" y="28575"/>
                </a:lnTo>
                <a:close/>
              </a:path>
            </a:pathLst>
          </a:custGeom>
          <a:solidFill xmlns:a="http://schemas.openxmlformats.org/drawingml/2006/main">
            <a:srgbClr val="477CC2"/>
          </a:solidFill>
          <a:ln xmlns:a="http://schemas.openxmlformats.org/drawingml/2006/main" w="9525">
            <a:solidFill>
              <a:srgbClr val="477CC2"/>
            </a:solidFill>
          </a:ln>
        </p:spPr>
      </p:sp>
      <p:sp>
        <p:nvSpPr>
          <p:cNvPr id="24" name="AI-098-24">
            <a:extLst xmlns:a="http://schemas.openxmlformats.org/drawingml/2006/main">
              <a:ext uri="{FF2B5EF4-FFF2-40B4-BE49-F238E27FC236}">
                <a16:creationId xmlns:a16="http://schemas.microsoft.com/office/drawing/2014/main" id="{0AD34C13-06DD-4599-85F4-A5B9D854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190500"/>
            <a:ext cx="981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 Update</a:t>
            </a:r>
          </a:p>
        </p:txBody>
      </p:sp>
      <p:sp>
        <p:nvSpPr>
          <p:cNvPr id="25" name="AI-098-25">
            <a:extLst xmlns:a="http://schemas.openxmlformats.org/drawingml/2006/main">
              <a:ext uri="{FF2B5EF4-FFF2-40B4-BE49-F238E27FC236}">
                <a16:creationId xmlns:a16="http://schemas.microsoft.com/office/drawing/2014/main" id="{5DEC69C9-9A69-490B-8670-57BDACD9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1325" y="1714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8948"/>
          </a:solidFill>
          <a:ln xmlns:a="http://schemas.openxmlformats.org/drawingml/2006/main" w="0">
            <a:noFill/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B8D58560-5F41-4544-B101-1839E643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38125"/>
            <a:ext cx="95250" cy="171450"/>
          </a:xfrm>
          <a:custGeom xmlns:a="http://schemas.openxmlformats.org/drawingml/2006/main">
            <a:pathLst>
              <a:path w="95250" h="171450">
                <a:moveTo>
                  <a:pt x="19050" y="0"/>
                </a:moveTo>
                <a:lnTo>
                  <a:pt x="95250" y="28575"/>
                </a:lnTo>
                <a:lnTo>
                  <a:pt x="38100" y="85725"/>
                </a:ln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CA8948"/>
            </a:solidFill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883AAA0F-3678-4FF7-963D-7C78AA70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47650"/>
            <a:ext cx="85725" cy="57150"/>
          </a:xfrm>
          <a:custGeom xmlns:a="http://schemas.openxmlformats.org/drawingml/2006/main">
            <a:pathLst>
              <a:path w="85725" h="57150">
                <a:moveTo>
                  <a:pt x="85725" y="0"/>
                </a:moveTo>
                <a:lnTo>
                  <a:pt x="38100" y="57150"/>
                </a:ln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CA8948"/>
            </a:solidFill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AD20F645-81DA-46C2-AAB9-B0C51FC3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3375"/>
            <a:ext cx="76200" cy="95250"/>
          </a:xfrm>
          <a:custGeom xmlns:a="http://schemas.openxmlformats.org/drawingml/2006/main">
            <a:pathLst>
              <a:path w="76200" h="95250">
                <a:moveTo>
                  <a:pt x="0" y="0"/>
                </a:moveTo>
                <a:lnTo>
                  <a:pt x="76200" y="9525"/>
                </a:lnTo>
                <a:lnTo>
                  <a:pt x="66675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A8948"/>
            </a:solidFill>
          </a:ln>
        </p:spPr>
      </p:sp>
      <p:sp>
        <p:nvSpPr>
          <p:cNvPr id="29" name="AI-098-29">
            <a:extLst xmlns:a="http://schemas.openxmlformats.org/drawingml/2006/main">
              <a:ext uri="{FF2B5EF4-FFF2-40B4-BE49-F238E27FC236}">
                <a16:creationId xmlns:a16="http://schemas.microsoft.com/office/drawing/2014/main" id="{1FDC5B4A-2395-41E9-A0D4-B9DCCC82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5625" y="190500"/>
            <a:ext cx="771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30" name="AI-098-30">
            <a:extLst xmlns:a="http://schemas.openxmlformats.org/drawingml/2006/main">
              <a:ext uri="{FF2B5EF4-FFF2-40B4-BE49-F238E27FC236}">
                <a16:creationId xmlns:a16="http://schemas.microsoft.com/office/drawing/2014/main" id="{62C39616-57D3-467D-8C72-D13A52B7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" y="676275"/>
            <a:ext cx="16383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D1C4"/>
          </a:solidFill>
          <a:ln xmlns:a="http://schemas.openxmlformats.org/drawingml/2006/main" w="0">
            <a:noFill/>
          </a:ln>
        </p:spPr>
      </p:sp>
      <p:sp>
        <p:nvSpPr>
          <p:cNvPr id="31" name="AI-098-31">
            <a:extLst xmlns:a="http://schemas.openxmlformats.org/drawingml/2006/main">
              <a:ext uri="{FF2B5EF4-FFF2-40B4-BE49-F238E27FC236}">
                <a16:creationId xmlns:a16="http://schemas.microsoft.com/office/drawing/2014/main" id="{842A5E9B-FC05-4AEB-A110-ACF94C75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" y="676275"/>
            <a:ext cx="1638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Feature Matrix</a:t>
            </a:r>
          </a:p>
        </p:txBody>
      </p:sp>
      <p:sp>
        <p:nvSpPr>
          <p:cNvPr id="32" name="AI-098-32">
            <a:extLst xmlns:a="http://schemas.openxmlformats.org/drawingml/2006/main">
              <a:ext uri="{FF2B5EF4-FFF2-40B4-BE49-F238E27FC236}">
                <a16:creationId xmlns:a16="http://schemas.microsoft.com/office/drawing/2014/main" id="{F636D7D3-E8B1-43B9-B1D2-4662EA14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3075" y="676275"/>
            <a:ext cx="1447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9B"/>
          </a:solidFill>
          <a:ln xmlns:a="http://schemas.openxmlformats.org/drawingml/2006/main" w="0">
            <a:noFill/>
          </a:ln>
        </p:spPr>
      </p:sp>
      <p:sp>
        <p:nvSpPr>
          <p:cNvPr id="33" name="AI-098-33">
            <a:extLst xmlns:a="http://schemas.openxmlformats.org/drawingml/2006/main">
              <a:ext uri="{FF2B5EF4-FFF2-40B4-BE49-F238E27FC236}">
                <a16:creationId xmlns:a16="http://schemas.microsoft.com/office/drawing/2014/main" id="{50B01DD7-14FF-4E13-BA99-7905B3E7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3075" y="676275"/>
            <a:ext cx="1447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Rank Correlation ρ</a:t>
            </a:r>
          </a:p>
        </p:txBody>
      </p:sp>
      <p:sp>
        <p:nvSpPr>
          <p:cNvPr id="34" name="AI-098-34">
            <a:extLst xmlns:a="http://schemas.openxmlformats.org/drawingml/2006/main">
              <a:ext uri="{FF2B5EF4-FFF2-40B4-BE49-F238E27FC236}">
                <a16:creationId xmlns:a16="http://schemas.microsoft.com/office/drawing/2014/main" id="{9B87243E-E9EB-47C3-B07D-4E588C2B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" y="1028700"/>
            <a:ext cx="1619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C5F4"/>
          </a:solidFill>
          <a:ln xmlns:a="http://schemas.openxmlformats.org/drawingml/2006/main" w="0">
            <a:noFill/>
          </a:ln>
        </p:spPr>
      </p:sp>
      <p:sp>
        <p:nvSpPr>
          <p:cNvPr id="35" name="AI-098-35">
            <a:extLst xmlns:a="http://schemas.openxmlformats.org/drawingml/2006/main">
              <a:ext uri="{FF2B5EF4-FFF2-40B4-BE49-F238E27FC236}">
                <a16:creationId xmlns:a16="http://schemas.microsoft.com/office/drawing/2014/main" id="{55AE8BC0-657A-4B03-A74D-8DDF87A2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" y="1028700"/>
            <a:ext cx="161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RCP Model λ</a:t>
            </a:r>
          </a:p>
        </p:txBody>
      </p:sp>
      <p:sp>
        <p:nvSpPr>
          <p:cNvPr id="36" name="AI-098-36">
            <a:extLst xmlns:a="http://schemas.openxmlformats.org/drawingml/2006/main">
              <a:ext uri="{FF2B5EF4-FFF2-40B4-BE49-F238E27FC236}">
                <a16:creationId xmlns:a16="http://schemas.microsoft.com/office/drawing/2014/main" id="{FF26A767-7907-4DE2-AA0E-E48E5C85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3075" y="1028700"/>
            <a:ext cx="1447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B5"/>
          </a:solidFill>
          <a:ln xmlns:a="http://schemas.openxmlformats.org/drawingml/2006/main" w="0">
            <a:noFill/>
          </a:ln>
        </p:spPr>
      </p:sp>
      <p:sp>
        <p:nvSpPr>
          <p:cNvPr id="37" name="AI-098-37">
            <a:extLst xmlns:a="http://schemas.openxmlformats.org/drawingml/2006/main">
              <a:ext uri="{FF2B5EF4-FFF2-40B4-BE49-F238E27FC236}">
                <a16:creationId xmlns:a16="http://schemas.microsoft.com/office/drawing/2014/main" id="{C9D4383F-A605-4ED3-86BC-C9827292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3075" y="1028700"/>
            <a:ext cx="1447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Winner subset</a:t>
            </a:r>
          </a:p>
        </p:txBody>
      </p:sp>
      <p:sp>
        <p:nvSpPr>
          <p:cNvPr id="38" name="AI-098-38">
            <a:extLst xmlns:a="http://schemas.openxmlformats.org/drawingml/2006/main">
              <a:ext uri="{FF2B5EF4-FFF2-40B4-BE49-F238E27FC236}">
                <a16:creationId xmlns:a16="http://schemas.microsoft.com/office/drawing/2014/main" id="{12ED18A1-3482-4A8F-955F-41BFB1B9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8191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4646"/>
          </a:solidFill>
          <a:ln xmlns:a="http://schemas.openxmlformats.org/drawingml/2006/main" w="0">
            <a:noFill/>
          </a:ln>
        </p:spPr>
      </p:sp>
      <p:sp>
        <p:nvSpPr>
          <p:cNvPr id="39" name="AI-098-39">
            <a:extLst xmlns:a="http://schemas.openxmlformats.org/drawingml/2006/main">
              <a:ext uri="{FF2B5EF4-FFF2-40B4-BE49-F238E27FC236}">
                <a16:creationId xmlns:a16="http://schemas.microsoft.com/office/drawing/2014/main" id="{64AAE3E5-B17B-4265-96FB-7FBF4C02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8191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Filtered F</a:t>
            </a:r>
          </a:p>
        </p:txBody>
      </p:sp>
      <p:sp>
        <p:nvSpPr>
          <p:cNvPr id="40" name="AI-098-40">
            <a:extLst xmlns:a="http://schemas.openxmlformats.org/drawingml/2006/main">
              <a:ext uri="{FF2B5EF4-FFF2-40B4-BE49-F238E27FC236}">
                <a16:creationId xmlns:a16="http://schemas.microsoft.com/office/drawing/2014/main" id="{3C93397E-8FC5-456B-9F5B-9F8CA38D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2038350"/>
            <a:ext cx="6286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D1C4"/>
          </a:solidFill>
          <a:ln xmlns:a="http://schemas.openxmlformats.org/drawingml/2006/main" w="14288">
            <a:solidFill>
              <a:srgbClr val="526F82"/>
            </a:solidFill>
          </a:ln>
        </p:spPr>
      </p:sp>
      <p:sp>
        <p:nvSpPr>
          <p:cNvPr id="41" name="AI-098-41">
            <a:extLst xmlns:a="http://schemas.openxmlformats.org/drawingml/2006/main">
              <a:ext uri="{FF2B5EF4-FFF2-40B4-BE49-F238E27FC236}">
                <a16:creationId xmlns:a16="http://schemas.microsoft.com/office/drawing/2014/main" id="{CFD1846A-F1EB-443E-98ED-43E1714A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1866900"/>
            <a:ext cx="6286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D1C4"/>
          </a:solidFill>
          <a:ln xmlns:a="http://schemas.openxmlformats.org/drawingml/2006/main" w="14288">
            <a:solidFill>
              <a:srgbClr val="526F82"/>
            </a:solidFill>
          </a:ln>
        </p:spPr>
      </p:sp>
      <p:sp>
        <p:nvSpPr>
          <p:cNvPr id="42" name="AI-098-42">
            <a:extLst xmlns:a="http://schemas.openxmlformats.org/drawingml/2006/main">
              <a:ext uri="{FF2B5EF4-FFF2-40B4-BE49-F238E27FC236}">
                <a16:creationId xmlns:a16="http://schemas.microsoft.com/office/drawing/2014/main" id="{C79A0590-8E7F-4F1E-BE58-5E97D0F6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1695450"/>
            <a:ext cx="6286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D1C4"/>
          </a:solidFill>
          <a:ln xmlns:a="http://schemas.openxmlformats.org/drawingml/2006/main" w="14288">
            <a:solidFill>
              <a:srgbClr val="526F82"/>
            </a:solidFill>
          </a:ln>
        </p:spPr>
      </p:sp>
      <p:sp>
        <p:nvSpPr>
          <p:cNvPr id="43" name="AI-098-43">
            <a:extLst xmlns:a="http://schemas.openxmlformats.org/drawingml/2006/main">
              <a:ext uri="{FF2B5EF4-FFF2-40B4-BE49-F238E27FC236}">
                <a16:creationId xmlns:a16="http://schemas.microsoft.com/office/drawing/2014/main" id="{CD321E6B-6FF6-4FE4-A78F-091F3FD5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1524000"/>
            <a:ext cx="6286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D1C4"/>
          </a:solidFill>
          <a:ln xmlns:a="http://schemas.openxmlformats.org/drawingml/2006/main" w="14288">
            <a:solidFill>
              <a:srgbClr val="526F82"/>
            </a:solidFill>
          </a:ln>
        </p:spPr>
      </p:sp>
      <p:sp>
        <p:nvSpPr>
          <p:cNvPr id="44" name="AI-098-44">
            <a:extLst xmlns:a="http://schemas.openxmlformats.org/drawingml/2006/main">
              <a:ext uri="{FF2B5EF4-FFF2-40B4-BE49-F238E27FC236}">
                <a16:creationId xmlns:a16="http://schemas.microsoft.com/office/drawing/2014/main" id="{F8A96F9A-3756-4CE5-89E6-3D14DC60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666875"/>
            <a:ext cx="209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45" name="AI-098-45">
            <a:extLst xmlns:a="http://schemas.openxmlformats.org/drawingml/2006/main">
              <a:ext uri="{FF2B5EF4-FFF2-40B4-BE49-F238E27FC236}">
                <a16:creationId xmlns:a16="http://schemas.microsoft.com/office/drawing/2014/main" id="{B8A24C2F-6DA3-4526-96F3-D0E633A9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18002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Mtrain</a:t>
            </a:r>
          </a:p>
        </p:txBody>
      </p:sp>
      <p:sp>
        <p:nvSpPr>
          <p:cNvPr id="46" name="AI-098-46">
            <a:extLst xmlns:a="http://schemas.openxmlformats.org/drawingml/2006/main">
              <a:ext uri="{FF2B5EF4-FFF2-40B4-BE49-F238E27FC236}">
                <a16:creationId xmlns:a16="http://schemas.microsoft.com/office/drawing/2014/main" id="{B59A49A2-1E31-47B2-9988-FBB3BFD2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" y="2733675"/>
            <a:ext cx="1543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47" name="AI-098-47">
            <a:extLst xmlns:a="http://schemas.openxmlformats.org/drawingml/2006/main">
              <a:ext uri="{FF2B5EF4-FFF2-40B4-BE49-F238E27FC236}">
                <a16:creationId xmlns:a16="http://schemas.microsoft.com/office/drawing/2014/main" id="{91D1A472-326A-455C-A84B-615DE7F3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" y="274320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rPr>
              <a:t>Feature Matrix Fₘ</a:t>
            </a:r>
          </a:p>
        </p:txBody>
      </p:sp>
      <p:sp>
        <p:nvSpPr>
          <p:cNvPr id="48" name="AI-098-48">
            <a:extLst xmlns:a="http://schemas.openxmlformats.org/drawingml/2006/main">
              <a:ext uri="{FF2B5EF4-FFF2-40B4-BE49-F238E27FC236}">
                <a16:creationId xmlns:a16="http://schemas.microsoft.com/office/drawing/2014/main" id="{93F53F0D-A8C0-43AF-BAC0-F6079DDC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3648075"/>
            <a:ext cx="276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9B"/>
          </a:solidFill>
          <a:ln xmlns:a="http://schemas.openxmlformats.org/drawingml/2006/main" w="14288">
            <a:solidFill>
              <a:srgbClr val="526F82"/>
            </a:solidFill>
          </a:ln>
        </p:spPr>
      </p:sp>
      <p:sp>
        <p:nvSpPr>
          <p:cNvPr id="49" name="AI-098-49">
            <a:extLst xmlns:a="http://schemas.openxmlformats.org/drawingml/2006/main">
              <a:ext uri="{FF2B5EF4-FFF2-40B4-BE49-F238E27FC236}">
                <a16:creationId xmlns:a16="http://schemas.microsoft.com/office/drawing/2014/main" id="{2802E578-2F58-4C55-9261-1B977519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" y="3476625"/>
            <a:ext cx="276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9B"/>
          </a:solidFill>
          <a:ln xmlns:a="http://schemas.openxmlformats.org/drawingml/2006/main" w="14288">
            <a:solidFill>
              <a:srgbClr val="526F82"/>
            </a:solidFill>
          </a:ln>
        </p:spPr>
      </p:sp>
      <p:sp>
        <p:nvSpPr>
          <p:cNvPr id="50" name="AI-098-50">
            <a:extLst xmlns:a="http://schemas.openxmlformats.org/drawingml/2006/main">
              <a:ext uri="{FF2B5EF4-FFF2-40B4-BE49-F238E27FC236}">
                <a16:creationId xmlns:a16="http://schemas.microsoft.com/office/drawing/2014/main" id="{5E39B4FD-A54E-4D3E-911A-A70EAB01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305175"/>
            <a:ext cx="276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9B"/>
          </a:solidFill>
          <a:ln xmlns:a="http://schemas.openxmlformats.org/drawingml/2006/main" w="14288">
            <a:solidFill>
              <a:srgbClr val="526F82"/>
            </a:solidFill>
          </a:ln>
        </p:spPr>
      </p:sp>
      <p:sp>
        <p:nvSpPr>
          <p:cNvPr id="51" name="AI-098-51">
            <a:extLst xmlns:a="http://schemas.openxmlformats.org/drawingml/2006/main">
              <a:ext uri="{FF2B5EF4-FFF2-40B4-BE49-F238E27FC236}">
                <a16:creationId xmlns:a16="http://schemas.microsoft.com/office/drawing/2014/main" id="{06DA1F72-6AAA-47F8-803D-24AACC61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133725"/>
            <a:ext cx="276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9B"/>
          </a:solidFill>
          <a:ln xmlns:a="http://schemas.openxmlformats.org/drawingml/2006/main" w="14288">
            <a:solidFill>
              <a:srgbClr val="526F82"/>
            </a:solidFill>
          </a:ln>
        </p:spPr>
      </p:sp>
      <p:sp>
        <p:nvSpPr>
          <p:cNvPr id="52" name="AI-098-52">
            <a:extLst xmlns:a="http://schemas.openxmlformats.org/drawingml/2006/main">
              <a:ext uri="{FF2B5EF4-FFF2-40B4-BE49-F238E27FC236}">
                <a16:creationId xmlns:a16="http://schemas.microsoft.com/office/drawing/2014/main" id="{3C5BD3F4-BCEC-477B-B004-1CEAAD66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4000500"/>
            <a:ext cx="7429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53" name="AI-098-53">
            <a:extLst xmlns:a="http://schemas.openxmlformats.org/drawingml/2006/main">
              <a:ext uri="{FF2B5EF4-FFF2-40B4-BE49-F238E27FC236}">
                <a16:creationId xmlns:a16="http://schemas.microsoft.com/office/drawing/2014/main" id="{A516F94C-65F6-407D-9C38-094A4927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4010025"/>
            <a:ext cx="70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rPr>
              <a:t>ρtrainₘ</a:t>
            </a:r>
          </a:p>
        </p:txBody>
      </p:sp>
      <p:sp>
        <p:nvSpPr>
          <p:cNvPr id="54" name="AI-098-54">
            <a:extLst xmlns:a="http://schemas.openxmlformats.org/drawingml/2006/main">
              <a:ext uri="{FF2B5EF4-FFF2-40B4-BE49-F238E27FC236}">
                <a16:creationId xmlns:a16="http://schemas.microsoft.com/office/drawing/2014/main" id="{1F1E84A5-4A0D-4E28-8CD1-44FD459F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6975" y="1685925"/>
            <a:ext cx="22955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55" name="AI-098-55">
            <a:extLst xmlns:a="http://schemas.openxmlformats.org/drawingml/2006/main">
              <a:ext uri="{FF2B5EF4-FFF2-40B4-BE49-F238E27FC236}">
                <a16:creationId xmlns:a16="http://schemas.microsoft.com/office/drawing/2014/main" id="{1BFA8566-D66C-45F4-856F-883B58D7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600" y="1714500"/>
            <a:ext cx="22002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rPr>
              <a:t>Model Training with</a:t>
            </a:r>
          </a:p>
          <a:p xmlns:a="http://schemas.openxmlformats.org/drawingml/2006/main">
            <a:pPr algn="ctr">
              <a:defRPr sz="1425" b="1" i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rPr>
              <a:t>m LLM combinations</a:t>
            </a:r>
          </a:p>
          <a:p xmlns:a="http://schemas.openxmlformats.org/drawingml/2006/main">
            <a:pPr algn="ctr">
              <a:defRPr sz="1425" b="1" i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rPr>
              <a:t>m ∈ C [5, 10, 20]</a:t>
            </a:r>
          </a:p>
        </p:txBody>
      </p:sp>
      <p:sp>
        <p:nvSpPr>
          <p:cNvPr id="56" name="AI-098-56">
            <a:extLst xmlns:a="http://schemas.openxmlformats.org/drawingml/2006/main">
              <a:ext uri="{FF2B5EF4-FFF2-40B4-BE49-F238E27FC236}">
                <a16:creationId xmlns:a16="http://schemas.microsoft.com/office/drawing/2014/main" id="{B00913BB-FDD3-452A-B473-9506B854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2225" y="252412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C5F4"/>
          </a:solidFill>
          <a:ln xmlns:a="http://schemas.openxmlformats.org/drawingml/2006/main" w="14288">
            <a:solidFill>
              <a:srgbClr val="747B99"/>
            </a:solidFill>
          </a:ln>
        </p:spPr>
      </p:sp>
      <p:sp>
        <p:nvSpPr>
          <p:cNvPr id="57" name="AI-098-57">
            <a:extLst xmlns:a="http://schemas.openxmlformats.org/drawingml/2006/main">
              <a:ext uri="{FF2B5EF4-FFF2-40B4-BE49-F238E27FC236}">
                <a16:creationId xmlns:a16="http://schemas.microsoft.com/office/drawing/2014/main" id="{CA0F8BEB-20BE-4B3D-98EC-5A214945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2600325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RCP Model λ</a:t>
            </a:r>
          </a:p>
        </p:txBody>
      </p:sp>
      <p:sp>
        <p:nvSpPr>
          <p:cNvPr id="58" name="line-58">
            <a:extLst xmlns:a="http://schemas.openxmlformats.org/drawingml/2006/main">
              <a:ext uri="{FF2B5EF4-FFF2-40B4-BE49-F238E27FC236}">
                <a16:creationId xmlns:a16="http://schemas.microsoft.com/office/drawing/2014/main" id="{488117C2-B2F5-401B-8994-73266802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52625"/>
            <a:ext cx="1171575" cy="866775"/>
          </a:xfrm>
          <a:custGeom xmlns:a="http://schemas.openxmlformats.org/drawingml/2006/main">
            <a:pathLst>
              <a:path w="1171575" h="866775">
                <a:moveTo>
                  <a:pt x="0" y="0"/>
                </a:moveTo>
                <a:lnTo>
                  <a:pt x="1171575" y="86677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888888"/>
            </a:solidFill>
          </a:ln>
        </p:spPr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81157FB5-E198-43A7-8775-85F36F64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651" y="2752669"/>
            <a:ext cx="74574" cy="66731"/>
          </a:xfrm>
          <a:custGeom xmlns:a="http://schemas.openxmlformats.org/drawingml/2006/main">
            <a:pathLst>
              <a:path w="74574" h="66731">
                <a:moveTo>
                  <a:pt x="74574" y="66731"/>
                </a:moveTo>
                <a:lnTo>
                  <a:pt x="0" y="51073"/>
                </a:lnTo>
                <a:lnTo>
                  <a:pt x="37786" y="0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16193">
            <a:solidFill>
              <a:srgbClr val="888888"/>
            </a:solidFill>
          </a:ln>
        </p:spPr>
      </p:sp>
      <p:sp>
        <p:nvSpPr>
          <p:cNvPr id="60" name="line-60">
            <a:extLst xmlns:a="http://schemas.openxmlformats.org/drawingml/2006/main">
              <a:ext uri="{FF2B5EF4-FFF2-40B4-BE49-F238E27FC236}">
                <a16:creationId xmlns:a16="http://schemas.microsoft.com/office/drawing/2014/main" id="{C3BDFF8F-78DF-4377-815D-1042BC5F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1571625" cy="476250"/>
          </a:xfrm>
          <a:custGeom xmlns:a="http://schemas.openxmlformats.org/drawingml/2006/main">
            <a:pathLst>
              <a:path w="1571625" h="476250">
                <a:moveTo>
                  <a:pt x="0" y="476250"/>
                </a:moveTo>
                <a:lnTo>
                  <a:pt x="1571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888888"/>
            </a:solidFill>
          </a:ln>
        </p:spPr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F5B8FC81-515F-4D40-A009-5071A201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726" y="2809086"/>
            <a:ext cx="75499" cy="60801"/>
          </a:xfrm>
          <a:custGeom xmlns:a="http://schemas.openxmlformats.org/drawingml/2006/main">
            <a:pathLst>
              <a:path w="75499" h="60801">
                <a:moveTo>
                  <a:pt x="75499" y="10314"/>
                </a:moveTo>
                <a:lnTo>
                  <a:pt x="18424" y="608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16193">
            <a:solidFill>
              <a:srgbClr val="888888"/>
            </a:solidFill>
          </a:ln>
        </p:spPr>
      </p:sp>
      <p:sp>
        <p:nvSpPr>
          <p:cNvPr id="62" name="AI-098-62">
            <a:extLst xmlns:a="http://schemas.openxmlformats.org/drawingml/2006/main">
              <a:ext uri="{FF2B5EF4-FFF2-40B4-BE49-F238E27FC236}">
                <a16:creationId xmlns:a16="http://schemas.microsoft.com/office/drawing/2014/main" id="{396F5C4D-E3BF-456D-A088-23FEDA9A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9389" y="2140839"/>
            <a:ext cx="80772" cy="8077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6A847E"/>
            </a:solidFill>
          </a:ln>
        </p:spPr>
      </p:sp>
      <p:sp>
        <p:nvSpPr>
          <p:cNvPr id="63" name="line-63">
            <a:extLst xmlns:a="http://schemas.openxmlformats.org/drawingml/2006/main">
              <a:ext uri="{FF2B5EF4-FFF2-40B4-BE49-F238E27FC236}">
                <a16:creationId xmlns:a16="http://schemas.microsoft.com/office/drawing/2014/main" id="{632320D2-AC07-48A3-B55B-34A28073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255" y="2181225"/>
            <a:ext cx="45720" cy="10"/>
          </a:xfrm>
          <a:custGeom xmlns:a="http://schemas.openxmlformats.org/drawingml/2006/main">
            <a:pathLst>
              <a:path w="45720" h="10">
                <a:moveTo>
                  <a:pt x="0" y="0"/>
                </a:moveTo>
                <a:lnTo>
                  <a:pt x="457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64" name="line-64">
            <a:extLst xmlns:a="http://schemas.openxmlformats.org/drawingml/2006/main">
              <a:ext uri="{FF2B5EF4-FFF2-40B4-BE49-F238E27FC236}">
                <a16:creationId xmlns:a16="http://schemas.microsoft.com/office/drawing/2014/main" id="{D8C82F16-5E27-4B97-9053-A0DA2C2F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328" y="2202778"/>
            <a:ext cx="32329" cy="32329"/>
          </a:xfrm>
          <a:custGeom xmlns:a="http://schemas.openxmlformats.org/drawingml/2006/main">
            <a:pathLst>
              <a:path w="32329" h="32329">
                <a:moveTo>
                  <a:pt x="0" y="0"/>
                </a:moveTo>
                <a:lnTo>
                  <a:pt x="32329" y="32329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65" name="line-65">
            <a:extLst xmlns:a="http://schemas.openxmlformats.org/drawingml/2006/main">
              <a:ext uri="{FF2B5EF4-FFF2-40B4-BE49-F238E27FC236}">
                <a16:creationId xmlns:a16="http://schemas.microsoft.com/office/drawing/2014/main" id="{29DDB84D-8E78-4675-856D-62368671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211705"/>
            <a:ext cx="10" cy="45720"/>
          </a:xfrm>
          <a:custGeom xmlns:a="http://schemas.openxmlformats.org/drawingml/2006/main">
            <a:pathLst>
              <a:path w="10" h="45720">
                <a:moveTo>
                  <a:pt x="0" y="0"/>
                </a:moveTo>
                <a:lnTo>
                  <a:pt x="0" y="4572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66" name="line-66">
            <a:extLst xmlns:a="http://schemas.openxmlformats.org/drawingml/2006/main">
              <a:ext uri="{FF2B5EF4-FFF2-40B4-BE49-F238E27FC236}">
                <a16:creationId xmlns:a16="http://schemas.microsoft.com/office/drawing/2014/main" id="{85CFECB1-D6DC-4F35-9F5E-B564E605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93" y="2202778"/>
            <a:ext cx="32329" cy="32329"/>
          </a:xfrm>
          <a:custGeom xmlns:a="http://schemas.openxmlformats.org/drawingml/2006/main">
            <a:pathLst>
              <a:path w="32329" h="32329">
                <a:moveTo>
                  <a:pt x="32329" y="0"/>
                </a:moveTo>
                <a:lnTo>
                  <a:pt x="0" y="32329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67" name="line-67">
            <a:extLst xmlns:a="http://schemas.openxmlformats.org/drawingml/2006/main">
              <a:ext uri="{FF2B5EF4-FFF2-40B4-BE49-F238E27FC236}">
                <a16:creationId xmlns:a16="http://schemas.microsoft.com/office/drawing/2014/main" id="{FC9A8E1F-F1E3-45C5-AC95-6FBEB197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181225"/>
            <a:ext cx="45720" cy="10"/>
          </a:xfrm>
          <a:custGeom xmlns:a="http://schemas.openxmlformats.org/drawingml/2006/main">
            <a:pathLst>
              <a:path w="45720" h="10">
                <a:moveTo>
                  <a:pt x="4572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68" name="line-68">
            <a:extLst xmlns:a="http://schemas.openxmlformats.org/drawingml/2006/main">
              <a:ext uri="{FF2B5EF4-FFF2-40B4-BE49-F238E27FC236}">
                <a16:creationId xmlns:a16="http://schemas.microsoft.com/office/drawing/2014/main" id="{FB7FA912-23A5-403E-80AE-2C91A111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893" y="2127343"/>
            <a:ext cx="32329" cy="32329"/>
          </a:xfrm>
          <a:custGeom xmlns:a="http://schemas.openxmlformats.org/drawingml/2006/main">
            <a:pathLst>
              <a:path w="32329" h="32329">
                <a:moveTo>
                  <a:pt x="32329" y="3232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69" name="line-69">
            <a:extLst xmlns:a="http://schemas.openxmlformats.org/drawingml/2006/main">
              <a:ext uri="{FF2B5EF4-FFF2-40B4-BE49-F238E27FC236}">
                <a16:creationId xmlns:a16="http://schemas.microsoft.com/office/drawing/2014/main" id="{5C19BD89-C691-43B6-83AE-4ADC700B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105025"/>
            <a:ext cx="10" cy="45720"/>
          </a:xfrm>
          <a:custGeom xmlns:a="http://schemas.openxmlformats.org/drawingml/2006/main">
            <a:pathLst>
              <a:path w="10" h="45720">
                <a:moveTo>
                  <a:pt x="0" y="457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70" name="line-70">
            <a:extLst xmlns:a="http://schemas.openxmlformats.org/drawingml/2006/main">
              <a:ext uri="{FF2B5EF4-FFF2-40B4-BE49-F238E27FC236}">
                <a16:creationId xmlns:a16="http://schemas.microsoft.com/office/drawing/2014/main" id="{DB9229B1-A911-4863-B426-7BE227A8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328" y="2127343"/>
            <a:ext cx="32329" cy="32329"/>
          </a:xfrm>
          <a:custGeom xmlns:a="http://schemas.openxmlformats.org/drawingml/2006/main">
            <a:pathLst>
              <a:path w="32329" h="32329">
                <a:moveTo>
                  <a:pt x="0" y="32329"/>
                </a:moveTo>
                <a:lnTo>
                  <a:pt x="323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71" name="AI-098-71">
            <a:extLst xmlns:a="http://schemas.openxmlformats.org/drawingml/2006/main">
              <a:ext uri="{FF2B5EF4-FFF2-40B4-BE49-F238E27FC236}">
                <a16:creationId xmlns:a16="http://schemas.microsoft.com/office/drawing/2014/main" id="{73AB1B9D-560E-4795-805E-8765F904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2836" y="2093786"/>
            <a:ext cx="60579" cy="6057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6A847E"/>
            </a:solidFill>
          </a:ln>
        </p:spPr>
      </p:sp>
      <p:sp>
        <p:nvSpPr>
          <p:cNvPr id="72" name="line-72">
            <a:extLst xmlns:a="http://schemas.openxmlformats.org/drawingml/2006/main">
              <a:ext uri="{FF2B5EF4-FFF2-40B4-BE49-F238E27FC236}">
                <a16:creationId xmlns:a16="http://schemas.microsoft.com/office/drawing/2014/main" id="{91C65269-E9DE-42BA-8EAE-A2B37B71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985" y="2124075"/>
            <a:ext cx="34290" cy="10"/>
          </a:xfrm>
          <a:custGeom xmlns:a="http://schemas.openxmlformats.org/drawingml/2006/main">
            <a:pathLst>
              <a:path w="34290" h="10">
                <a:moveTo>
                  <a:pt x="0" y="0"/>
                </a:moveTo>
                <a:lnTo>
                  <a:pt x="342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73" name="line-73">
            <a:extLst xmlns:a="http://schemas.openxmlformats.org/drawingml/2006/main">
              <a:ext uri="{FF2B5EF4-FFF2-40B4-BE49-F238E27FC236}">
                <a16:creationId xmlns:a16="http://schemas.microsoft.com/office/drawing/2014/main" id="{FA421E6B-2638-4F86-98A0-A2235D4E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289" y="2140239"/>
            <a:ext cx="24247" cy="24247"/>
          </a:xfrm>
          <a:custGeom xmlns:a="http://schemas.openxmlformats.org/drawingml/2006/main">
            <a:pathLst>
              <a:path w="24247" h="24247">
                <a:moveTo>
                  <a:pt x="0" y="0"/>
                </a:moveTo>
                <a:lnTo>
                  <a:pt x="24247" y="24247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74" name="line-74">
            <a:extLst xmlns:a="http://schemas.openxmlformats.org/drawingml/2006/main">
              <a:ext uri="{FF2B5EF4-FFF2-40B4-BE49-F238E27FC236}">
                <a16:creationId xmlns:a16="http://schemas.microsoft.com/office/drawing/2014/main" id="{DD9B46C7-D397-4894-99E6-ED6EE82B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46935"/>
            <a:ext cx="10" cy="34290"/>
          </a:xfrm>
          <a:custGeom xmlns:a="http://schemas.openxmlformats.org/drawingml/2006/main">
            <a:pathLst>
              <a:path w="10" h="34290">
                <a:moveTo>
                  <a:pt x="0" y="0"/>
                </a:moveTo>
                <a:lnTo>
                  <a:pt x="0" y="3429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75" name="line-75">
            <a:extLst xmlns:a="http://schemas.openxmlformats.org/drawingml/2006/main">
              <a:ext uri="{FF2B5EF4-FFF2-40B4-BE49-F238E27FC236}">
                <a16:creationId xmlns:a16="http://schemas.microsoft.com/office/drawing/2014/main" id="{8AE190AF-143A-49BF-8873-B14B8466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714" y="2140239"/>
            <a:ext cx="24247" cy="24247"/>
          </a:xfrm>
          <a:custGeom xmlns:a="http://schemas.openxmlformats.org/drawingml/2006/main">
            <a:pathLst>
              <a:path w="24247" h="24247">
                <a:moveTo>
                  <a:pt x="24247" y="0"/>
                </a:moveTo>
                <a:lnTo>
                  <a:pt x="0" y="24247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76" name="line-76">
            <a:extLst xmlns:a="http://schemas.openxmlformats.org/drawingml/2006/main">
              <a:ext uri="{FF2B5EF4-FFF2-40B4-BE49-F238E27FC236}">
                <a16:creationId xmlns:a16="http://schemas.microsoft.com/office/drawing/2014/main" id="{8B14DB89-F7E4-456C-92D6-198F6CBF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124075"/>
            <a:ext cx="34290" cy="10"/>
          </a:xfrm>
          <a:custGeom xmlns:a="http://schemas.openxmlformats.org/drawingml/2006/main">
            <a:pathLst>
              <a:path w="34290" h="10">
                <a:moveTo>
                  <a:pt x="3429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77" name="line-77">
            <a:extLst xmlns:a="http://schemas.openxmlformats.org/drawingml/2006/main">
              <a:ext uri="{FF2B5EF4-FFF2-40B4-BE49-F238E27FC236}">
                <a16:creationId xmlns:a16="http://schemas.microsoft.com/office/drawing/2014/main" id="{3D890F1D-3DE6-459A-B214-0C7D6B1F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714" y="2083664"/>
            <a:ext cx="24247" cy="24247"/>
          </a:xfrm>
          <a:custGeom xmlns:a="http://schemas.openxmlformats.org/drawingml/2006/main">
            <a:pathLst>
              <a:path w="24247" h="24247">
                <a:moveTo>
                  <a:pt x="24247" y="242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78" name="line-78">
            <a:extLst xmlns:a="http://schemas.openxmlformats.org/drawingml/2006/main">
              <a:ext uri="{FF2B5EF4-FFF2-40B4-BE49-F238E27FC236}">
                <a16:creationId xmlns:a16="http://schemas.microsoft.com/office/drawing/2014/main" id="{921A4968-3E5A-452C-83E7-9B8463F7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66925"/>
            <a:ext cx="10" cy="34290"/>
          </a:xfrm>
          <a:custGeom xmlns:a="http://schemas.openxmlformats.org/drawingml/2006/main">
            <a:pathLst>
              <a:path w="10" h="34290">
                <a:moveTo>
                  <a:pt x="0" y="34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79" name="line-79">
            <a:extLst xmlns:a="http://schemas.openxmlformats.org/drawingml/2006/main">
              <a:ext uri="{FF2B5EF4-FFF2-40B4-BE49-F238E27FC236}">
                <a16:creationId xmlns:a16="http://schemas.microsoft.com/office/drawing/2014/main" id="{702765A5-C116-4789-9643-EF09B845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289" y="2083664"/>
            <a:ext cx="24247" cy="24247"/>
          </a:xfrm>
          <a:custGeom xmlns:a="http://schemas.openxmlformats.org/drawingml/2006/main">
            <a:pathLst>
              <a:path w="24247" h="24247">
                <a:moveTo>
                  <a:pt x="0" y="24247"/>
                </a:moveTo>
                <a:lnTo>
                  <a:pt x="242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80" name="AI-098-80">
            <a:extLst xmlns:a="http://schemas.openxmlformats.org/drawingml/2006/main">
              <a:ext uri="{FF2B5EF4-FFF2-40B4-BE49-F238E27FC236}">
                <a16:creationId xmlns:a16="http://schemas.microsoft.com/office/drawing/2014/main" id="{2BDD434A-B232-4772-B0AD-80C31757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2239" y="2874264"/>
            <a:ext cx="80772" cy="8077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6A847E"/>
            </a:solidFill>
          </a:ln>
        </p:spPr>
      </p:sp>
      <p:sp>
        <p:nvSpPr>
          <p:cNvPr id="81" name="line-81">
            <a:extLst xmlns:a="http://schemas.openxmlformats.org/drawingml/2006/main">
              <a:ext uri="{FF2B5EF4-FFF2-40B4-BE49-F238E27FC236}">
                <a16:creationId xmlns:a16="http://schemas.microsoft.com/office/drawing/2014/main" id="{FE034DC1-1BBD-447D-93B4-34872215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105" y="2914650"/>
            <a:ext cx="45720" cy="10"/>
          </a:xfrm>
          <a:custGeom xmlns:a="http://schemas.openxmlformats.org/drawingml/2006/main">
            <a:pathLst>
              <a:path w="45720" h="10">
                <a:moveTo>
                  <a:pt x="0" y="0"/>
                </a:moveTo>
                <a:lnTo>
                  <a:pt x="457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82" name="line-82">
            <a:extLst xmlns:a="http://schemas.openxmlformats.org/drawingml/2006/main">
              <a:ext uri="{FF2B5EF4-FFF2-40B4-BE49-F238E27FC236}">
                <a16:creationId xmlns:a16="http://schemas.microsoft.com/office/drawing/2014/main" id="{4F1E81C1-B350-4AB0-AD05-C4377D9D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178" y="2936203"/>
            <a:ext cx="32329" cy="32329"/>
          </a:xfrm>
          <a:custGeom xmlns:a="http://schemas.openxmlformats.org/drawingml/2006/main">
            <a:pathLst>
              <a:path w="32329" h="32329">
                <a:moveTo>
                  <a:pt x="0" y="0"/>
                </a:moveTo>
                <a:lnTo>
                  <a:pt x="32329" y="32329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83" name="line-83">
            <a:extLst xmlns:a="http://schemas.openxmlformats.org/drawingml/2006/main">
              <a:ext uri="{FF2B5EF4-FFF2-40B4-BE49-F238E27FC236}">
                <a16:creationId xmlns:a16="http://schemas.microsoft.com/office/drawing/2014/main" id="{650B649D-BB49-4DE2-9091-811B62B1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45130"/>
            <a:ext cx="10" cy="45720"/>
          </a:xfrm>
          <a:custGeom xmlns:a="http://schemas.openxmlformats.org/drawingml/2006/main">
            <a:pathLst>
              <a:path w="10" h="45720">
                <a:moveTo>
                  <a:pt x="0" y="0"/>
                </a:moveTo>
                <a:lnTo>
                  <a:pt x="0" y="4572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84" name="line-84">
            <a:extLst xmlns:a="http://schemas.openxmlformats.org/drawingml/2006/main">
              <a:ext uri="{FF2B5EF4-FFF2-40B4-BE49-F238E27FC236}">
                <a16:creationId xmlns:a16="http://schemas.microsoft.com/office/drawing/2014/main" id="{B5A44BB7-9305-4994-9028-F3548503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743" y="2936203"/>
            <a:ext cx="32329" cy="32329"/>
          </a:xfrm>
          <a:custGeom xmlns:a="http://schemas.openxmlformats.org/drawingml/2006/main">
            <a:pathLst>
              <a:path w="32329" h="32329">
                <a:moveTo>
                  <a:pt x="32329" y="0"/>
                </a:moveTo>
                <a:lnTo>
                  <a:pt x="0" y="32329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85" name="line-85">
            <a:extLst xmlns:a="http://schemas.openxmlformats.org/drawingml/2006/main">
              <a:ext uri="{FF2B5EF4-FFF2-40B4-BE49-F238E27FC236}">
                <a16:creationId xmlns:a16="http://schemas.microsoft.com/office/drawing/2014/main" id="{9597751E-18B9-41A8-8629-E18B48E0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914650"/>
            <a:ext cx="45720" cy="10"/>
          </a:xfrm>
          <a:custGeom xmlns:a="http://schemas.openxmlformats.org/drawingml/2006/main">
            <a:pathLst>
              <a:path w="45720" h="10">
                <a:moveTo>
                  <a:pt x="4572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86" name="line-86">
            <a:extLst xmlns:a="http://schemas.openxmlformats.org/drawingml/2006/main">
              <a:ext uri="{FF2B5EF4-FFF2-40B4-BE49-F238E27FC236}">
                <a16:creationId xmlns:a16="http://schemas.microsoft.com/office/drawing/2014/main" id="{F3C0AAB2-201E-4762-B3AA-D7ED8B27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743" y="2860768"/>
            <a:ext cx="32329" cy="32329"/>
          </a:xfrm>
          <a:custGeom xmlns:a="http://schemas.openxmlformats.org/drawingml/2006/main">
            <a:pathLst>
              <a:path w="32329" h="32329">
                <a:moveTo>
                  <a:pt x="32329" y="3232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87" name="line-87">
            <a:extLst xmlns:a="http://schemas.openxmlformats.org/drawingml/2006/main">
              <a:ext uri="{FF2B5EF4-FFF2-40B4-BE49-F238E27FC236}">
                <a16:creationId xmlns:a16="http://schemas.microsoft.com/office/drawing/2014/main" id="{C8CA6582-97B4-46D3-B173-3107A609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38450"/>
            <a:ext cx="10" cy="45720"/>
          </a:xfrm>
          <a:custGeom xmlns:a="http://schemas.openxmlformats.org/drawingml/2006/main">
            <a:pathLst>
              <a:path w="10" h="45720">
                <a:moveTo>
                  <a:pt x="0" y="457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88" name="line-88">
            <a:extLst xmlns:a="http://schemas.openxmlformats.org/drawingml/2006/main">
              <a:ext uri="{FF2B5EF4-FFF2-40B4-BE49-F238E27FC236}">
                <a16:creationId xmlns:a16="http://schemas.microsoft.com/office/drawing/2014/main" id="{0D9CF2A1-F190-4E82-BC62-34AC0D2B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178" y="2860768"/>
            <a:ext cx="32329" cy="32329"/>
          </a:xfrm>
          <a:custGeom xmlns:a="http://schemas.openxmlformats.org/drawingml/2006/main">
            <a:pathLst>
              <a:path w="32329" h="32329">
                <a:moveTo>
                  <a:pt x="0" y="32329"/>
                </a:moveTo>
                <a:lnTo>
                  <a:pt x="323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89" name="AI-098-89">
            <a:extLst xmlns:a="http://schemas.openxmlformats.org/drawingml/2006/main">
              <a:ext uri="{FF2B5EF4-FFF2-40B4-BE49-F238E27FC236}">
                <a16:creationId xmlns:a16="http://schemas.microsoft.com/office/drawing/2014/main" id="{2E9BA80D-6E54-4CFA-9166-A8B07A3E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6636" y="2817686"/>
            <a:ext cx="60579" cy="6057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6A847E"/>
            </a:solidFill>
          </a:ln>
        </p:spPr>
      </p:sp>
      <p:sp>
        <p:nvSpPr>
          <p:cNvPr id="90" name="line-90">
            <a:extLst xmlns:a="http://schemas.openxmlformats.org/drawingml/2006/main">
              <a:ext uri="{FF2B5EF4-FFF2-40B4-BE49-F238E27FC236}">
                <a16:creationId xmlns:a16="http://schemas.microsoft.com/office/drawing/2014/main" id="{7477F9BD-ECD4-4C24-990A-A71DE167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785" y="2847975"/>
            <a:ext cx="34290" cy="10"/>
          </a:xfrm>
          <a:custGeom xmlns:a="http://schemas.openxmlformats.org/drawingml/2006/main">
            <a:pathLst>
              <a:path w="34290" h="10">
                <a:moveTo>
                  <a:pt x="0" y="0"/>
                </a:moveTo>
                <a:lnTo>
                  <a:pt x="342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91" name="line-91">
            <a:extLst xmlns:a="http://schemas.openxmlformats.org/drawingml/2006/main">
              <a:ext uri="{FF2B5EF4-FFF2-40B4-BE49-F238E27FC236}">
                <a16:creationId xmlns:a16="http://schemas.microsoft.com/office/drawing/2014/main" id="{6B6239E7-98A6-41D2-B71A-F6A99C1A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089" y="2864139"/>
            <a:ext cx="24247" cy="24247"/>
          </a:xfrm>
          <a:custGeom xmlns:a="http://schemas.openxmlformats.org/drawingml/2006/main">
            <a:pathLst>
              <a:path w="24247" h="24247">
                <a:moveTo>
                  <a:pt x="0" y="0"/>
                </a:moveTo>
                <a:lnTo>
                  <a:pt x="24247" y="24247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92" name="line-92">
            <a:extLst xmlns:a="http://schemas.openxmlformats.org/drawingml/2006/main">
              <a:ext uri="{FF2B5EF4-FFF2-40B4-BE49-F238E27FC236}">
                <a16:creationId xmlns:a16="http://schemas.microsoft.com/office/drawing/2014/main" id="{A8E35B9C-AF46-4512-92F1-0ACEA121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870835"/>
            <a:ext cx="10" cy="34290"/>
          </a:xfrm>
          <a:custGeom xmlns:a="http://schemas.openxmlformats.org/drawingml/2006/main">
            <a:pathLst>
              <a:path w="10" h="34290">
                <a:moveTo>
                  <a:pt x="0" y="0"/>
                </a:moveTo>
                <a:lnTo>
                  <a:pt x="0" y="3429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93" name="line-93">
            <a:extLst xmlns:a="http://schemas.openxmlformats.org/drawingml/2006/main">
              <a:ext uri="{FF2B5EF4-FFF2-40B4-BE49-F238E27FC236}">
                <a16:creationId xmlns:a16="http://schemas.microsoft.com/office/drawing/2014/main" id="{75816641-3ED1-4AD6-8FD9-EECE4733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514" y="2864139"/>
            <a:ext cx="24247" cy="24247"/>
          </a:xfrm>
          <a:custGeom xmlns:a="http://schemas.openxmlformats.org/drawingml/2006/main">
            <a:pathLst>
              <a:path w="24247" h="24247">
                <a:moveTo>
                  <a:pt x="24247" y="0"/>
                </a:moveTo>
                <a:lnTo>
                  <a:pt x="0" y="24247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94" name="line-94">
            <a:extLst xmlns:a="http://schemas.openxmlformats.org/drawingml/2006/main">
              <a:ext uri="{FF2B5EF4-FFF2-40B4-BE49-F238E27FC236}">
                <a16:creationId xmlns:a16="http://schemas.microsoft.com/office/drawing/2014/main" id="{4800C6FC-A422-41F0-BED3-0134EF0C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847975"/>
            <a:ext cx="34290" cy="10"/>
          </a:xfrm>
          <a:custGeom xmlns:a="http://schemas.openxmlformats.org/drawingml/2006/main">
            <a:pathLst>
              <a:path w="34290" h="10">
                <a:moveTo>
                  <a:pt x="3429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95" name="line-95">
            <a:extLst xmlns:a="http://schemas.openxmlformats.org/drawingml/2006/main">
              <a:ext uri="{FF2B5EF4-FFF2-40B4-BE49-F238E27FC236}">
                <a16:creationId xmlns:a16="http://schemas.microsoft.com/office/drawing/2014/main" id="{F714C03C-86B2-4231-8D5B-090F2F96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514" y="2807564"/>
            <a:ext cx="24247" cy="24247"/>
          </a:xfrm>
          <a:custGeom xmlns:a="http://schemas.openxmlformats.org/drawingml/2006/main">
            <a:pathLst>
              <a:path w="24247" h="24247">
                <a:moveTo>
                  <a:pt x="24247" y="2424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96" name="line-96">
            <a:extLst xmlns:a="http://schemas.openxmlformats.org/drawingml/2006/main">
              <a:ext uri="{FF2B5EF4-FFF2-40B4-BE49-F238E27FC236}">
                <a16:creationId xmlns:a16="http://schemas.microsoft.com/office/drawing/2014/main" id="{65E245A1-2098-4FC9-A9C5-D7BA910F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790825"/>
            <a:ext cx="10" cy="34290"/>
          </a:xfrm>
          <a:custGeom xmlns:a="http://schemas.openxmlformats.org/drawingml/2006/main">
            <a:pathLst>
              <a:path w="10" h="34290">
                <a:moveTo>
                  <a:pt x="0" y="34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97" name="line-97">
            <a:extLst xmlns:a="http://schemas.openxmlformats.org/drawingml/2006/main">
              <a:ext uri="{FF2B5EF4-FFF2-40B4-BE49-F238E27FC236}">
                <a16:creationId xmlns:a16="http://schemas.microsoft.com/office/drawing/2014/main" id="{774BE4C0-D173-4DB8-AF2D-D907B964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089" y="2807564"/>
            <a:ext cx="24247" cy="24247"/>
          </a:xfrm>
          <a:custGeom xmlns:a="http://schemas.openxmlformats.org/drawingml/2006/main">
            <a:pathLst>
              <a:path w="24247" h="24247">
                <a:moveTo>
                  <a:pt x="0" y="24247"/>
                </a:moveTo>
                <a:lnTo>
                  <a:pt x="242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6A847E"/>
            </a:solidFill>
          </a:ln>
        </p:spPr>
      </p:sp>
      <p:sp>
        <p:nvSpPr>
          <p:cNvPr id="98" name="line-98">
            <a:extLst xmlns:a="http://schemas.openxmlformats.org/drawingml/2006/main">
              <a:ext uri="{FF2B5EF4-FFF2-40B4-BE49-F238E27FC236}">
                <a16:creationId xmlns:a16="http://schemas.microsoft.com/office/drawing/2014/main" id="{6CF85DFA-6B54-4E8C-93E6-27F552C9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133725"/>
            <a:ext cx="10" cy="381000"/>
          </a:xfrm>
          <a:custGeom xmlns:a="http://schemas.openxmlformats.org/drawingml/2006/main">
            <a:pathLst>
              <a:path w="10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888888"/>
            </a:solidFill>
          </a:ln>
        </p:spPr>
      </p:sp>
      <p:sp>
        <p:nvSpPr>
          <p:cNvPr id="99" name="path-99">
            <a:extLst xmlns:a="http://schemas.openxmlformats.org/drawingml/2006/main">
              <a:ext uri="{FF2B5EF4-FFF2-40B4-BE49-F238E27FC236}">
                <a16:creationId xmlns:a16="http://schemas.microsoft.com/office/drawing/2014/main" id="{DCE8F23D-3AC5-4B29-8C11-47BB292F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180" y="3454120"/>
            <a:ext cx="55590" cy="60605"/>
          </a:xfrm>
          <a:custGeom xmlns:a="http://schemas.openxmlformats.org/drawingml/2006/main">
            <a:pathLst>
              <a:path w="55590" h="60605">
                <a:moveTo>
                  <a:pt x="27795" y="60605"/>
                </a:moveTo>
                <a:lnTo>
                  <a:pt x="0" y="0"/>
                </a:lnTo>
                <a:lnTo>
                  <a:pt x="55590" y="0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15240">
            <a:solidFill>
              <a:srgbClr val="888888"/>
            </a:solidFill>
          </a:ln>
        </p:spPr>
      </p:sp>
      <p:sp>
        <p:nvSpPr>
          <p:cNvPr id="100" name="path-100">
            <a:extLst xmlns:a="http://schemas.openxmlformats.org/drawingml/2006/main">
              <a:ext uri="{FF2B5EF4-FFF2-40B4-BE49-F238E27FC236}">
                <a16:creationId xmlns:a16="http://schemas.microsoft.com/office/drawing/2014/main" id="{EA403012-BDCE-4114-A313-6FAB7D49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8513" y="3335710"/>
            <a:ext cx="128583" cy="159960"/>
          </a:xfrm>
          <a:custGeom xmlns:a="http://schemas.openxmlformats.org/drawingml/2006/main">
            <a:pathLst>
              <a:path w="128583" h="159960">
                <a:moveTo>
                  <a:pt x="85725" y="0"/>
                </a:moveTo>
                <a:lnTo>
                  <a:pt x="88036" y="1383"/>
                </a:lnTo>
                <a:lnTo>
                  <a:pt x="90302" y="2838"/>
                </a:lnTo>
                <a:lnTo>
                  <a:pt x="92521" y="4363"/>
                </a:lnTo>
                <a:lnTo>
                  <a:pt x="94692" y="5958"/>
                </a:lnTo>
                <a:lnTo>
                  <a:pt x="96811" y="7619"/>
                </a:lnTo>
                <a:lnTo>
                  <a:pt x="98877" y="9347"/>
                </a:lnTo>
                <a:lnTo>
                  <a:pt x="100888" y="11138"/>
                </a:lnTo>
                <a:lnTo>
                  <a:pt x="102841" y="12992"/>
                </a:lnTo>
                <a:lnTo>
                  <a:pt x="104735" y="14906"/>
                </a:lnTo>
                <a:lnTo>
                  <a:pt x="106569" y="16879"/>
                </a:lnTo>
                <a:lnTo>
                  <a:pt x="108339" y="18908"/>
                </a:lnTo>
                <a:lnTo>
                  <a:pt x="110045" y="20992"/>
                </a:lnTo>
                <a:lnTo>
                  <a:pt x="111684" y="23129"/>
                </a:lnTo>
                <a:lnTo>
                  <a:pt x="113256" y="25316"/>
                </a:lnTo>
                <a:lnTo>
                  <a:pt x="114758" y="27551"/>
                </a:lnTo>
                <a:lnTo>
                  <a:pt x="116189" y="29832"/>
                </a:lnTo>
                <a:lnTo>
                  <a:pt x="117547" y="32157"/>
                </a:lnTo>
                <a:lnTo>
                  <a:pt x="118832" y="34524"/>
                </a:lnTo>
                <a:lnTo>
                  <a:pt x="120042" y="36930"/>
                </a:lnTo>
                <a:lnTo>
                  <a:pt x="121176" y="39373"/>
                </a:lnTo>
                <a:lnTo>
                  <a:pt x="122233" y="41850"/>
                </a:lnTo>
                <a:lnTo>
                  <a:pt x="123211" y="44359"/>
                </a:lnTo>
                <a:lnTo>
                  <a:pt x="124110" y="46897"/>
                </a:lnTo>
                <a:lnTo>
                  <a:pt x="124929" y="49463"/>
                </a:lnTo>
                <a:lnTo>
                  <a:pt x="125666" y="52053"/>
                </a:lnTo>
                <a:lnTo>
                  <a:pt x="126323" y="54665"/>
                </a:lnTo>
                <a:lnTo>
                  <a:pt x="126896" y="57296"/>
                </a:lnTo>
                <a:lnTo>
                  <a:pt x="127387" y="59944"/>
                </a:lnTo>
                <a:lnTo>
                  <a:pt x="127794" y="62606"/>
                </a:lnTo>
                <a:lnTo>
                  <a:pt x="128118" y="65279"/>
                </a:lnTo>
                <a:lnTo>
                  <a:pt x="128357" y="67962"/>
                </a:lnTo>
                <a:lnTo>
                  <a:pt x="128512" y="70650"/>
                </a:lnTo>
                <a:lnTo>
                  <a:pt x="128583" y="73342"/>
                </a:lnTo>
                <a:lnTo>
                  <a:pt x="128569" y="76035"/>
                </a:lnTo>
                <a:lnTo>
                  <a:pt x="128470" y="78727"/>
                </a:lnTo>
                <a:lnTo>
                  <a:pt x="128287" y="81413"/>
                </a:lnTo>
                <a:lnTo>
                  <a:pt x="128019" y="84093"/>
                </a:lnTo>
                <a:lnTo>
                  <a:pt x="127668" y="86763"/>
                </a:lnTo>
                <a:lnTo>
                  <a:pt x="127233" y="89421"/>
                </a:lnTo>
                <a:lnTo>
                  <a:pt x="126714" y="92063"/>
                </a:lnTo>
                <a:lnTo>
                  <a:pt x="126113" y="94688"/>
                </a:lnTo>
                <a:lnTo>
                  <a:pt x="125430" y="97293"/>
                </a:lnTo>
                <a:lnTo>
                  <a:pt x="124665" y="99875"/>
                </a:lnTo>
                <a:lnTo>
                  <a:pt x="123819" y="102432"/>
                </a:lnTo>
                <a:lnTo>
                  <a:pt x="122894" y="104961"/>
                </a:lnTo>
                <a:lnTo>
                  <a:pt x="121889" y="107460"/>
                </a:lnTo>
                <a:lnTo>
                  <a:pt x="120807" y="109926"/>
                </a:lnTo>
                <a:lnTo>
                  <a:pt x="119647" y="112356"/>
                </a:lnTo>
                <a:lnTo>
                  <a:pt x="118412" y="114749"/>
                </a:lnTo>
                <a:lnTo>
                  <a:pt x="117103" y="117103"/>
                </a:lnTo>
                <a:lnTo>
                  <a:pt x="115720" y="119413"/>
                </a:lnTo>
                <a:lnTo>
                  <a:pt x="114265" y="121680"/>
                </a:lnTo>
                <a:lnTo>
                  <a:pt x="112739" y="123899"/>
                </a:lnTo>
                <a:lnTo>
                  <a:pt x="111145" y="126069"/>
                </a:lnTo>
                <a:lnTo>
                  <a:pt x="109483" y="128189"/>
                </a:lnTo>
                <a:lnTo>
                  <a:pt x="107756" y="130255"/>
                </a:lnTo>
                <a:lnTo>
                  <a:pt x="105964" y="132265"/>
                </a:lnTo>
                <a:lnTo>
                  <a:pt x="104111" y="134219"/>
                </a:lnTo>
                <a:lnTo>
                  <a:pt x="102196" y="136113"/>
                </a:lnTo>
                <a:lnTo>
                  <a:pt x="100224" y="137946"/>
                </a:lnTo>
                <a:lnTo>
                  <a:pt x="98194" y="139716"/>
                </a:lnTo>
                <a:lnTo>
                  <a:pt x="96110" y="141422"/>
                </a:lnTo>
                <a:lnTo>
                  <a:pt x="93974" y="143062"/>
                </a:lnTo>
                <a:lnTo>
                  <a:pt x="91787" y="144633"/>
                </a:lnTo>
                <a:lnTo>
                  <a:pt x="89552" y="146135"/>
                </a:lnTo>
                <a:lnTo>
                  <a:pt x="87270" y="147566"/>
                </a:lnTo>
                <a:lnTo>
                  <a:pt x="84945" y="148925"/>
                </a:lnTo>
                <a:lnTo>
                  <a:pt x="82579" y="150210"/>
                </a:lnTo>
                <a:lnTo>
                  <a:pt x="80173" y="151420"/>
                </a:lnTo>
                <a:lnTo>
                  <a:pt x="77730" y="152554"/>
                </a:lnTo>
                <a:lnTo>
                  <a:pt x="75253" y="153610"/>
                </a:lnTo>
                <a:lnTo>
                  <a:pt x="72744" y="154589"/>
                </a:lnTo>
                <a:lnTo>
                  <a:pt x="70205" y="155487"/>
                </a:lnTo>
                <a:lnTo>
                  <a:pt x="67640" y="156306"/>
                </a:lnTo>
                <a:lnTo>
                  <a:pt x="65050" y="157044"/>
                </a:lnTo>
                <a:lnTo>
                  <a:pt x="62438" y="157700"/>
                </a:lnTo>
                <a:lnTo>
                  <a:pt x="59807" y="158274"/>
                </a:lnTo>
                <a:lnTo>
                  <a:pt x="57159" y="158765"/>
                </a:lnTo>
                <a:lnTo>
                  <a:pt x="54497" y="159172"/>
                </a:lnTo>
                <a:lnTo>
                  <a:pt x="51823" y="159495"/>
                </a:lnTo>
                <a:lnTo>
                  <a:pt x="49141" y="159735"/>
                </a:lnTo>
                <a:lnTo>
                  <a:pt x="46452" y="159890"/>
                </a:lnTo>
                <a:lnTo>
                  <a:pt x="43760" y="159960"/>
                </a:lnTo>
                <a:lnTo>
                  <a:pt x="41067" y="159946"/>
                </a:lnTo>
                <a:lnTo>
                  <a:pt x="38376" y="159848"/>
                </a:lnTo>
                <a:lnTo>
                  <a:pt x="35689" y="159664"/>
                </a:lnTo>
                <a:lnTo>
                  <a:pt x="33010" y="159397"/>
                </a:lnTo>
                <a:lnTo>
                  <a:pt x="30340" y="159045"/>
                </a:lnTo>
                <a:lnTo>
                  <a:pt x="27682" y="158610"/>
                </a:lnTo>
                <a:lnTo>
                  <a:pt x="25039" y="158092"/>
                </a:lnTo>
                <a:lnTo>
                  <a:pt x="22414" y="157491"/>
                </a:lnTo>
                <a:lnTo>
                  <a:pt x="19809" y="156807"/>
                </a:lnTo>
                <a:lnTo>
                  <a:pt x="17227" y="156042"/>
                </a:lnTo>
                <a:lnTo>
                  <a:pt x="14670" y="155197"/>
                </a:lnTo>
                <a:lnTo>
                  <a:pt x="12141" y="154271"/>
                </a:lnTo>
                <a:lnTo>
                  <a:pt x="9643" y="153267"/>
                </a:lnTo>
                <a:lnTo>
                  <a:pt x="7177" y="152184"/>
                </a:lnTo>
                <a:lnTo>
                  <a:pt x="4746" y="151025"/>
                </a:lnTo>
                <a:lnTo>
                  <a:pt x="2353" y="149790"/>
                </a:lnTo>
                <a:lnTo>
                  <a:pt x="0" y="14848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77CC2"/>
            </a:solidFill>
          </a:ln>
        </p:spPr>
      </p:sp>
      <p:sp>
        <p:nvSpPr>
          <p:cNvPr id="101" name="path-101">
            <a:extLst xmlns:a="http://schemas.openxmlformats.org/drawingml/2006/main">
              <a:ext uri="{FF2B5EF4-FFF2-40B4-BE49-F238E27FC236}">
                <a16:creationId xmlns:a16="http://schemas.microsoft.com/office/drawing/2014/main" id="{CDA1F7D1-8B1C-47D5-9F0F-A62BCC52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5" y="3324230"/>
            <a:ext cx="128583" cy="159960"/>
          </a:xfrm>
          <a:custGeom xmlns:a="http://schemas.openxmlformats.org/drawingml/2006/main">
            <a:pathLst>
              <a:path w="128583" h="159960">
                <a:moveTo>
                  <a:pt x="42858" y="159960"/>
                </a:moveTo>
                <a:lnTo>
                  <a:pt x="40547" y="158577"/>
                </a:lnTo>
                <a:lnTo>
                  <a:pt x="38281" y="157122"/>
                </a:lnTo>
                <a:lnTo>
                  <a:pt x="36061" y="155597"/>
                </a:lnTo>
                <a:lnTo>
                  <a:pt x="33891" y="154003"/>
                </a:lnTo>
                <a:lnTo>
                  <a:pt x="31772" y="152341"/>
                </a:lnTo>
                <a:lnTo>
                  <a:pt x="29706" y="150614"/>
                </a:lnTo>
                <a:lnTo>
                  <a:pt x="27695" y="148822"/>
                </a:lnTo>
                <a:lnTo>
                  <a:pt x="25742" y="146968"/>
                </a:lnTo>
                <a:lnTo>
                  <a:pt x="23847" y="145054"/>
                </a:lnTo>
                <a:lnTo>
                  <a:pt x="22014" y="143082"/>
                </a:lnTo>
                <a:lnTo>
                  <a:pt x="20244" y="141052"/>
                </a:lnTo>
                <a:lnTo>
                  <a:pt x="18538" y="138968"/>
                </a:lnTo>
                <a:lnTo>
                  <a:pt x="16899" y="136832"/>
                </a:lnTo>
                <a:lnTo>
                  <a:pt x="15327" y="134645"/>
                </a:lnTo>
                <a:lnTo>
                  <a:pt x="13825" y="132409"/>
                </a:lnTo>
                <a:lnTo>
                  <a:pt x="12394" y="130128"/>
                </a:lnTo>
                <a:lnTo>
                  <a:pt x="11035" y="127803"/>
                </a:lnTo>
                <a:lnTo>
                  <a:pt x="9750" y="125436"/>
                </a:lnTo>
                <a:lnTo>
                  <a:pt x="8540" y="123030"/>
                </a:lnTo>
                <a:lnTo>
                  <a:pt x="7407" y="120588"/>
                </a:lnTo>
                <a:lnTo>
                  <a:pt x="6350" y="118111"/>
                </a:lnTo>
                <a:lnTo>
                  <a:pt x="5372" y="115602"/>
                </a:lnTo>
                <a:lnTo>
                  <a:pt x="4473" y="113063"/>
                </a:lnTo>
                <a:lnTo>
                  <a:pt x="3654" y="110498"/>
                </a:lnTo>
                <a:lnTo>
                  <a:pt x="2916" y="107908"/>
                </a:lnTo>
                <a:lnTo>
                  <a:pt x="2260" y="105296"/>
                </a:lnTo>
                <a:lnTo>
                  <a:pt x="1687" y="102664"/>
                </a:lnTo>
                <a:lnTo>
                  <a:pt x="1196" y="100017"/>
                </a:lnTo>
                <a:lnTo>
                  <a:pt x="788" y="97355"/>
                </a:lnTo>
                <a:lnTo>
                  <a:pt x="465" y="94681"/>
                </a:lnTo>
                <a:lnTo>
                  <a:pt x="226" y="91999"/>
                </a:lnTo>
                <a:lnTo>
                  <a:pt x="70" y="89310"/>
                </a:lnTo>
                <a:lnTo>
                  <a:pt x="0" y="86618"/>
                </a:lnTo>
                <a:lnTo>
                  <a:pt x="14" y="83925"/>
                </a:lnTo>
                <a:lnTo>
                  <a:pt x="113" y="81234"/>
                </a:lnTo>
                <a:lnTo>
                  <a:pt x="296" y="78547"/>
                </a:lnTo>
                <a:lnTo>
                  <a:pt x="563" y="75867"/>
                </a:lnTo>
                <a:lnTo>
                  <a:pt x="915" y="73197"/>
                </a:lnTo>
                <a:lnTo>
                  <a:pt x="1350" y="70540"/>
                </a:lnTo>
                <a:lnTo>
                  <a:pt x="1869" y="67897"/>
                </a:lnTo>
                <a:lnTo>
                  <a:pt x="2470" y="65272"/>
                </a:lnTo>
                <a:lnTo>
                  <a:pt x="3153" y="62667"/>
                </a:lnTo>
                <a:lnTo>
                  <a:pt x="3918" y="60085"/>
                </a:lnTo>
                <a:lnTo>
                  <a:pt x="4764" y="57528"/>
                </a:lnTo>
                <a:lnTo>
                  <a:pt x="5689" y="54999"/>
                </a:lnTo>
                <a:lnTo>
                  <a:pt x="6694" y="52501"/>
                </a:lnTo>
                <a:lnTo>
                  <a:pt x="7776" y="50035"/>
                </a:lnTo>
                <a:lnTo>
                  <a:pt x="8935" y="47604"/>
                </a:lnTo>
                <a:lnTo>
                  <a:pt x="10171" y="45211"/>
                </a:lnTo>
                <a:lnTo>
                  <a:pt x="11480" y="42858"/>
                </a:lnTo>
                <a:lnTo>
                  <a:pt x="12863" y="40547"/>
                </a:lnTo>
                <a:lnTo>
                  <a:pt x="14318" y="38281"/>
                </a:lnTo>
                <a:lnTo>
                  <a:pt x="15843" y="36061"/>
                </a:lnTo>
                <a:lnTo>
                  <a:pt x="17438" y="33891"/>
                </a:lnTo>
                <a:lnTo>
                  <a:pt x="19099" y="31772"/>
                </a:lnTo>
                <a:lnTo>
                  <a:pt x="20827" y="29706"/>
                </a:lnTo>
                <a:lnTo>
                  <a:pt x="22618" y="27695"/>
                </a:lnTo>
                <a:lnTo>
                  <a:pt x="24472" y="25742"/>
                </a:lnTo>
                <a:lnTo>
                  <a:pt x="26386" y="23847"/>
                </a:lnTo>
                <a:lnTo>
                  <a:pt x="28359" y="22014"/>
                </a:lnTo>
                <a:lnTo>
                  <a:pt x="30388" y="20244"/>
                </a:lnTo>
                <a:lnTo>
                  <a:pt x="32472" y="18538"/>
                </a:lnTo>
                <a:lnTo>
                  <a:pt x="34609" y="16899"/>
                </a:lnTo>
                <a:lnTo>
                  <a:pt x="36796" y="15327"/>
                </a:lnTo>
                <a:lnTo>
                  <a:pt x="39031" y="13825"/>
                </a:lnTo>
                <a:lnTo>
                  <a:pt x="41312" y="12394"/>
                </a:lnTo>
                <a:lnTo>
                  <a:pt x="43638" y="11035"/>
                </a:lnTo>
                <a:lnTo>
                  <a:pt x="46004" y="9750"/>
                </a:lnTo>
                <a:lnTo>
                  <a:pt x="48410" y="8540"/>
                </a:lnTo>
                <a:lnTo>
                  <a:pt x="50853" y="7407"/>
                </a:lnTo>
                <a:lnTo>
                  <a:pt x="53330" y="6350"/>
                </a:lnTo>
                <a:lnTo>
                  <a:pt x="55839" y="5372"/>
                </a:lnTo>
                <a:lnTo>
                  <a:pt x="58378" y="4473"/>
                </a:lnTo>
                <a:lnTo>
                  <a:pt x="60943" y="3654"/>
                </a:lnTo>
                <a:lnTo>
                  <a:pt x="63533" y="2916"/>
                </a:lnTo>
                <a:lnTo>
                  <a:pt x="66145" y="2260"/>
                </a:lnTo>
                <a:lnTo>
                  <a:pt x="68776" y="1687"/>
                </a:lnTo>
                <a:lnTo>
                  <a:pt x="71424" y="1196"/>
                </a:lnTo>
                <a:lnTo>
                  <a:pt x="74086" y="788"/>
                </a:lnTo>
                <a:lnTo>
                  <a:pt x="76760" y="465"/>
                </a:lnTo>
                <a:lnTo>
                  <a:pt x="79442" y="226"/>
                </a:lnTo>
                <a:lnTo>
                  <a:pt x="82131" y="70"/>
                </a:lnTo>
                <a:lnTo>
                  <a:pt x="84823" y="0"/>
                </a:lnTo>
                <a:lnTo>
                  <a:pt x="87516" y="14"/>
                </a:lnTo>
                <a:lnTo>
                  <a:pt x="90207" y="113"/>
                </a:lnTo>
                <a:lnTo>
                  <a:pt x="92894" y="296"/>
                </a:lnTo>
                <a:lnTo>
                  <a:pt x="95573" y="563"/>
                </a:lnTo>
                <a:lnTo>
                  <a:pt x="98243" y="915"/>
                </a:lnTo>
                <a:lnTo>
                  <a:pt x="100901" y="1350"/>
                </a:lnTo>
                <a:lnTo>
                  <a:pt x="103544" y="1869"/>
                </a:lnTo>
                <a:lnTo>
                  <a:pt x="106169" y="2470"/>
                </a:lnTo>
                <a:lnTo>
                  <a:pt x="108773" y="3153"/>
                </a:lnTo>
                <a:lnTo>
                  <a:pt x="111356" y="3918"/>
                </a:lnTo>
                <a:lnTo>
                  <a:pt x="113912" y="4764"/>
                </a:lnTo>
                <a:lnTo>
                  <a:pt x="116441" y="5689"/>
                </a:lnTo>
                <a:lnTo>
                  <a:pt x="118940" y="6694"/>
                </a:lnTo>
                <a:lnTo>
                  <a:pt x="121406" y="7776"/>
                </a:lnTo>
                <a:lnTo>
                  <a:pt x="123837" y="8935"/>
                </a:lnTo>
                <a:lnTo>
                  <a:pt x="126230" y="10171"/>
                </a:lnTo>
                <a:lnTo>
                  <a:pt x="128583" y="1148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77CC2"/>
            </a:solidFill>
          </a:ln>
        </p:spPr>
      </p:sp>
      <p:sp>
        <p:nvSpPr>
          <p:cNvPr id="102" name="path-102">
            <a:extLst xmlns:a="http://schemas.openxmlformats.org/drawingml/2006/main">
              <a:ext uri="{FF2B5EF4-FFF2-40B4-BE49-F238E27FC236}">
                <a16:creationId xmlns:a16="http://schemas.microsoft.com/office/drawing/2014/main" id="{5D4727C7-46CF-425B-B364-AE60199F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390900"/>
            <a:ext cx="85725" cy="57150"/>
          </a:xfrm>
          <a:custGeom xmlns:a="http://schemas.openxmlformats.org/drawingml/2006/main">
            <a:pathLst>
              <a:path w="85725" h="57150">
                <a:moveTo>
                  <a:pt x="28575" y="57150"/>
                </a:moveTo>
                <a:lnTo>
                  <a:pt x="0" y="0"/>
                </a:lnTo>
                <a:lnTo>
                  <a:pt x="85725" y="28575"/>
                </a:lnTo>
                <a:close/>
              </a:path>
            </a:pathLst>
          </a:custGeom>
          <a:solidFill xmlns:a="http://schemas.openxmlformats.org/drawingml/2006/main">
            <a:srgbClr val="477CC2"/>
          </a:solidFill>
          <a:ln xmlns:a="http://schemas.openxmlformats.org/drawingml/2006/main" w="9525">
            <a:solidFill>
              <a:srgbClr val="477CC2"/>
            </a:solidFill>
          </a:ln>
        </p:spPr>
      </p:sp>
      <p:sp>
        <p:nvSpPr>
          <p:cNvPr id="103" name="path-103">
            <a:extLst xmlns:a="http://schemas.openxmlformats.org/drawingml/2006/main">
              <a:ext uri="{FF2B5EF4-FFF2-40B4-BE49-F238E27FC236}">
                <a16:creationId xmlns:a16="http://schemas.microsoft.com/office/drawing/2014/main" id="{FD979469-EFA9-46A6-8503-BCA12E7C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71850"/>
            <a:ext cx="85725" cy="57150"/>
          </a:xfrm>
          <a:custGeom xmlns:a="http://schemas.openxmlformats.org/drawingml/2006/main">
            <a:pathLst>
              <a:path w="85725" h="57150">
                <a:moveTo>
                  <a:pt x="57150" y="0"/>
                </a:moveTo>
                <a:lnTo>
                  <a:pt x="85725" y="57150"/>
                </a:lnTo>
                <a:lnTo>
                  <a:pt x="0" y="28575"/>
                </a:lnTo>
                <a:close/>
              </a:path>
            </a:pathLst>
          </a:custGeom>
          <a:solidFill xmlns:a="http://schemas.openxmlformats.org/drawingml/2006/main">
            <a:srgbClr val="477CC2"/>
          </a:solidFill>
          <a:ln xmlns:a="http://schemas.openxmlformats.org/drawingml/2006/main" w="9525">
            <a:solidFill>
              <a:srgbClr val="477CC2"/>
            </a:solidFill>
          </a:ln>
        </p:spPr>
      </p:sp>
      <p:sp>
        <p:nvSpPr>
          <p:cNvPr id="104" name="AI-098-104">
            <a:extLst xmlns:a="http://schemas.openxmlformats.org/drawingml/2006/main">
              <a:ext uri="{FF2B5EF4-FFF2-40B4-BE49-F238E27FC236}">
                <a16:creationId xmlns:a16="http://schemas.microsoft.com/office/drawing/2014/main" id="{FD0E3FCE-6CDD-49B0-B7F8-B9441839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7575" y="3638550"/>
            <a:ext cx="3143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8E8E"/>
          </a:solidFill>
          <a:ln xmlns:a="http://schemas.openxmlformats.org/drawingml/2006/main" w="0">
            <a:noFill/>
          </a:ln>
        </p:spPr>
      </p:sp>
      <p:sp>
        <p:nvSpPr>
          <p:cNvPr id="105" name="AI-098-105">
            <a:extLst xmlns:a="http://schemas.openxmlformats.org/drawingml/2006/main">
              <a:ext uri="{FF2B5EF4-FFF2-40B4-BE49-F238E27FC236}">
                <a16:creationId xmlns:a16="http://schemas.microsoft.com/office/drawing/2014/main" id="{5C027687-3726-4FD5-9A2F-2378BC82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7575" y="3838575"/>
            <a:ext cx="31432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E8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6" name="AI-098-106">
            <a:extLst xmlns:a="http://schemas.openxmlformats.org/drawingml/2006/main">
              <a:ext uri="{FF2B5EF4-FFF2-40B4-BE49-F238E27FC236}">
                <a16:creationId xmlns:a16="http://schemas.microsoft.com/office/drawing/2014/main" id="{06C19168-1BD9-4E90-B297-75B11A2E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7575" y="3743325"/>
            <a:ext cx="31432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E8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7" name="AI-098-107">
            <a:extLst xmlns:a="http://schemas.openxmlformats.org/drawingml/2006/main">
              <a:ext uri="{FF2B5EF4-FFF2-40B4-BE49-F238E27FC236}">
                <a16:creationId xmlns:a16="http://schemas.microsoft.com/office/drawing/2014/main" id="{74EA5B68-9C39-424F-AF2A-8B9BF86F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7575" y="3648075"/>
            <a:ext cx="31432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E8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8" name="AI-098-108">
            <a:extLst xmlns:a="http://schemas.openxmlformats.org/drawingml/2006/main">
              <a:ext uri="{FF2B5EF4-FFF2-40B4-BE49-F238E27FC236}">
                <a16:creationId xmlns:a16="http://schemas.microsoft.com/office/drawing/2014/main" id="{52073013-DDA8-4D79-80F8-EA8CBDC8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7575" y="3552825"/>
            <a:ext cx="31432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8E8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9" name="path-109">
            <a:extLst xmlns:a="http://schemas.openxmlformats.org/drawingml/2006/main">
              <a:ext uri="{FF2B5EF4-FFF2-40B4-BE49-F238E27FC236}">
                <a16:creationId xmlns:a16="http://schemas.microsoft.com/office/drawing/2014/main" id="{8A8B3A64-C348-4607-9171-C789B671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809875"/>
            <a:ext cx="4591050" cy="1485900"/>
          </a:xfrm>
          <a:custGeom xmlns:a="http://schemas.openxmlformats.org/drawingml/2006/main">
            <a:pathLst>
              <a:path w="4591050" h="1485900">
                <a:moveTo>
                  <a:pt x="0" y="1171575"/>
                </a:moveTo>
                <a:lnTo>
                  <a:pt x="0" y="1485900"/>
                </a:lnTo>
                <a:lnTo>
                  <a:pt x="4591050" y="1485900"/>
                </a:lnTo>
                <a:lnTo>
                  <a:pt x="459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88888"/>
            </a:solidFill>
          </a:ln>
        </p:spPr>
      </p:sp>
      <p:sp>
        <p:nvSpPr>
          <p:cNvPr id="110" name="path-110">
            <a:extLst xmlns:a="http://schemas.openxmlformats.org/drawingml/2006/main">
              <a:ext uri="{FF2B5EF4-FFF2-40B4-BE49-F238E27FC236}">
                <a16:creationId xmlns:a16="http://schemas.microsoft.com/office/drawing/2014/main" id="{AC5E23B2-C4D1-464D-BEB6-FD1840CE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9875"/>
            <a:ext cx="95250" cy="85725"/>
          </a:xfrm>
          <a:custGeom xmlns:a="http://schemas.openxmlformats.org/drawingml/2006/main">
            <a:pathLst>
              <a:path w="95250" h="85725">
                <a:moveTo>
                  <a:pt x="0" y="85725"/>
                </a:moveTo>
                <a:lnTo>
                  <a:pt x="47625" y="0"/>
                </a:lnTo>
                <a:lnTo>
                  <a:pt x="95250" y="85725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111" name="path-111">
            <a:extLst xmlns:a="http://schemas.openxmlformats.org/drawingml/2006/main">
              <a:ext uri="{FF2B5EF4-FFF2-40B4-BE49-F238E27FC236}">
                <a16:creationId xmlns:a16="http://schemas.microsoft.com/office/drawing/2014/main" id="{9EC0EBB1-7884-4C2F-9A45-E6D3C3B8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5763" y="2992810"/>
            <a:ext cx="128583" cy="159960"/>
          </a:xfrm>
          <a:custGeom xmlns:a="http://schemas.openxmlformats.org/drawingml/2006/main">
            <a:pathLst>
              <a:path w="128583" h="159960">
                <a:moveTo>
                  <a:pt x="85725" y="0"/>
                </a:moveTo>
                <a:lnTo>
                  <a:pt x="88036" y="1383"/>
                </a:lnTo>
                <a:lnTo>
                  <a:pt x="90302" y="2838"/>
                </a:lnTo>
                <a:lnTo>
                  <a:pt x="92521" y="4363"/>
                </a:lnTo>
                <a:lnTo>
                  <a:pt x="94692" y="5958"/>
                </a:lnTo>
                <a:lnTo>
                  <a:pt x="96811" y="7619"/>
                </a:lnTo>
                <a:lnTo>
                  <a:pt x="98877" y="9347"/>
                </a:lnTo>
                <a:lnTo>
                  <a:pt x="100888" y="11138"/>
                </a:lnTo>
                <a:lnTo>
                  <a:pt x="102841" y="12992"/>
                </a:lnTo>
                <a:lnTo>
                  <a:pt x="104735" y="14906"/>
                </a:lnTo>
                <a:lnTo>
                  <a:pt x="106569" y="16879"/>
                </a:lnTo>
                <a:lnTo>
                  <a:pt x="108339" y="18908"/>
                </a:lnTo>
                <a:lnTo>
                  <a:pt x="110045" y="20992"/>
                </a:lnTo>
                <a:lnTo>
                  <a:pt x="111684" y="23129"/>
                </a:lnTo>
                <a:lnTo>
                  <a:pt x="113256" y="25316"/>
                </a:lnTo>
                <a:lnTo>
                  <a:pt x="114758" y="27551"/>
                </a:lnTo>
                <a:lnTo>
                  <a:pt x="116189" y="29832"/>
                </a:lnTo>
                <a:lnTo>
                  <a:pt x="117547" y="32157"/>
                </a:lnTo>
                <a:lnTo>
                  <a:pt x="118832" y="34524"/>
                </a:lnTo>
                <a:lnTo>
                  <a:pt x="120042" y="36930"/>
                </a:lnTo>
                <a:lnTo>
                  <a:pt x="121176" y="39373"/>
                </a:lnTo>
                <a:lnTo>
                  <a:pt x="122233" y="41850"/>
                </a:lnTo>
                <a:lnTo>
                  <a:pt x="123211" y="44359"/>
                </a:lnTo>
                <a:lnTo>
                  <a:pt x="124110" y="46897"/>
                </a:lnTo>
                <a:lnTo>
                  <a:pt x="124929" y="49463"/>
                </a:lnTo>
                <a:lnTo>
                  <a:pt x="125666" y="52053"/>
                </a:lnTo>
                <a:lnTo>
                  <a:pt x="126323" y="54665"/>
                </a:lnTo>
                <a:lnTo>
                  <a:pt x="126896" y="57296"/>
                </a:lnTo>
                <a:lnTo>
                  <a:pt x="127387" y="59944"/>
                </a:lnTo>
                <a:lnTo>
                  <a:pt x="127794" y="62606"/>
                </a:lnTo>
                <a:lnTo>
                  <a:pt x="128118" y="65279"/>
                </a:lnTo>
                <a:lnTo>
                  <a:pt x="128357" y="67962"/>
                </a:lnTo>
                <a:lnTo>
                  <a:pt x="128512" y="70650"/>
                </a:lnTo>
                <a:lnTo>
                  <a:pt x="128583" y="73342"/>
                </a:lnTo>
                <a:lnTo>
                  <a:pt x="128569" y="76035"/>
                </a:lnTo>
                <a:lnTo>
                  <a:pt x="128470" y="78727"/>
                </a:lnTo>
                <a:lnTo>
                  <a:pt x="128287" y="81413"/>
                </a:lnTo>
                <a:lnTo>
                  <a:pt x="128019" y="84093"/>
                </a:lnTo>
                <a:lnTo>
                  <a:pt x="127668" y="86763"/>
                </a:lnTo>
                <a:lnTo>
                  <a:pt x="127233" y="89421"/>
                </a:lnTo>
                <a:lnTo>
                  <a:pt x="126714" y="92063"/>
                </a:lnTo>
                <a:lnTo>
                  <a:pt x="126113" y="94688"/>
                </a:lnTo>
                <a:lnTo>
                  <a:pt x="125430" y="97293"/>
                </a:lnTo>
                <a:lnTo>
                  <a:pt x="124665" y="99875"/>
                </a:lnTo>
                <a:lnTo>
                  <a:pt x="123819" y="102432"/>
                </a:lnTo>
                <a:lnTo>
                  <a:pt x="122894" y="104961"/>
                </a:lnTo>
                <a:lnTo>
                  <a:pt x="121889" y="107460"/>
                </a:lnTo>
                <a:lnTo>
                  <a:pt x="120807" y="109926"/>
                </a:lnTo>
                <a:lnTo>
                  <a:pt x="119647" y="112356"/>
                </a:lnTo>
                <a:lnTo>
                  <a:pt x="118412" y="114749"/>
                </a:lnTo>
                <a:lnTo>
                  <a:pt x="117103" y="117103"/>
                </a:lnTo>
                <a:lnTo>
                  <a:pt x="115720" y="119413"/>
                </a:lnTo>
                <a:lnTo>
                  <a:pt x="114265" y="121680"/>
                </a:lnTo>
                <a:lnTo>
                  <a:pt x="112739" y="123899"/>
                </a:lnTo>
                <a:lnTo>
                  <a:pt x="111145" y="126069"/>
                </a:lnTo>
                <a:lnTo>
                  <a:pt x="109483" y="128189"/>
                </a:lnTo>
                <a:lnTo>
                  <a:pt x="107756" y="130255"/>
                </a:lnTo>
                <a:lnTo>
                  <a:pt x="105964" y="132265"/>
                </a:lnTo>
                <a:lnTo>
                  <a:pt x="104111" y="134219"/>
                </a:lnTo>
                <a:lnTo>
                  <a:pt x="102196" y="136113"/>
                </a:lnTo>
                <a:lnTo>
                  <a:pt x="100224" y="137946"/>
                </a:lnTo>
                <a:lnTo>
                  <a:pt x="98194" y="139716"/>
                </a:lnTo>
                <a:lnTo>
                  <a:pt x="96110" y="141422"/>
                </a:lnTo>
                <a:lnTo>
                  <a:pt x="93974" y="143062"/>
                </a:lnTo>
                <a:lnTo>
                  <a:pt x="91787" y="144633"/>
                </a:lnTo>
                <a:lnTo>
                  <a:pt x="89552" y="146135"/>
                </a:lnTo>
                <a:lnTo>
                  <a:pt x="87270" y="147566"/>
                </a:lnTo>
                <a:lnTo>
                  <a:pt x="84945" y="148925"/>
                </a:lnTo>
                <a:lnTo>
                  <a:pt x="82579" y="150210"/>
                </a:lnTo>
                <a:lnTo>
                  <a:pt x="80173" y="151420"/>
                </a:lnTo>
                <a:lnTo>
                  <a:pt x="77730" y="152554"/>
                </a:lnTo>
                <a:lnTo>
                  <a:pt x="75253" y="153610"/>
                </a:lnTo>
                <a:lnTo>
                  <a:pt x="72744" y="154589"/>
                </a:lnTo>
                <a:lnTo>
                  <a:pt x="70205" y="155487"/>
                </a:lnTo>
                <a:lnTo>
                  <a:pt x="67640" y="156306"/>
                </a:lnTo>
                <a:lnTo>
                  <a:pt x="65050" y="157044"/>
                </a:lnTo>
                <a:lnTo>
                  <a:pt x="62438" y="157700"/>
                </a:lnTo>
                <a:lnTo>
                  <a:pt x="59807" y="158274"/>
                </a:lnTo>
                <a:lnTo>
                  <a:pt x="57159" y="158765"/>
                </a:lnTo>
                <a:lnTo>
                  <a:pt x="54497" y="159172"/>
                </a:lnTo>
                <a:lnTo>
                  <a:pt x="51823" y="159495"/>
                </a:lnTo>
                <a:lnTo>
                  <a:pt x="49141" y="159735"/>
                </a:lnTo>
                <a:lnTo>
                  <a:pt x="46452" y="159890"/>
                </a:lnTo>
                <a:lnTo>
                  <a:pt x="43760" y="159960"/>
                </a:lnTo>
                <a:lnTo>
                  <a:pt x="41067" y="159946"/>
                </a:lnTo>
                <a:lnTo>
                  <a:pt x="38376" y="159848"/>
                </a:lnTo>
                <a:lnTo>
                  <a:pt x="35689" y="159664"/>
                </a:lnTo>
                <a:lnTo>
                  <a:pt x="33010" y="159397"/>
                </a:lnTo>
                <a:lnTo>
                  <a:pt x="30340" y="159045"/>
                </a:lnTo>
                <a:lnTo>
                  <a:pt x="27682" y="158610"/>
                </a:lnTo>
                <a:lnTo>
                  <a:pt x="25039" y="158092"/>
                </a:lnTo>
                <a:lnTo>
                  <a:pt x="22414" y="157491"/>
                </a:lnTo>
                <a:lnTo>
                  <a:pt x="19809" y="156807"/>
                </a:lnTo>
                <a:lnTo>
                  <a:pt x="17227" y="156042"/>
                </a:lnTo>
                <a:lnTo>
                  <a:pt x="14670" y="155197"/>
                </a:lnTo>
                <a:lnTo>
                  <a:pt x="12141" y="154271"/>
                </a:lnTo>
                <a:lnTo>
                  <a:pt x="9643" y="153267"/>
                </a:lnTo>
                <a:lnTo>
                  <a:pt x="7177" y="152184"/>
                </a:lnTo>
                <a:lnTo>
                  <a:pt x="4746" y="151025"/>
                </a:lnTo>
                <a:lnTo>
                  <a:pt x="2353" y="149790"/>
                </a:lnTo>
                <a:lnTo>
                  <a:pt x="0" y="14848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77CC2"/>
            </a:solidFill>
          </a:ln>
        </p:spPr>
      </p:sp>
      <p:sp>
        <p:nvSpPr>
          <p:cNvPr id="112" name="path-112">
            <a:extLst xmlns:a="http://schemas.openxmlformats.org/drawingml/2006/main">
              <a:ext uri="{FF2B5EF4-FFF2-40B4-BE49-F238E27FC236}">
                <a16:creationId xmlns:a16="http://schemas.microsoft.com/office/drawing/2014/main" id="{8C05D00C-9718-4806-9692-78A89E1B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5" y="2981330"/>
            <a:ext cx="128583" cy="159960"/>
          </a:xfrm>
          <a:custGeom xmlns:a="http://schemas.openxmlformats.org/drawingml/2006/main">
            <a:pathLst>
              <a:path w="128583" h="159960">
                <a:moveTo>
                  <a:pt x="42858" y="159960"/>
                </a:moveTo>
                <a:lnTo>
                  <a:pt x="40547" y="158577"/>
                </a:lnTo>
                <a:lnTo>
                  <a:pt x="38281" y="157122"/>
                </a:lnTo>
                <a:lnTo>
                  <a:pt x="36061" y="155597"/>
                </a:lnTo>
                <a:lnTo>
                  <a:pt x="33891" y="154003"/>
                </a:lnTo>
                <a:lnTo>
                  <a:pt x="31772" y="152341"/>
                </a:lnTo>
                <a:lnTo>
                  <a:pt x="29706" y="150614"/>
                </a:lnTo>
                <a:lnTo>
                  <a:pt x="27695" y="148822"/>
                </a:lnTo>
                <a:lnTo>
                  <a:pt x="25742" y="146968"/>
                </a:lnTo>
                <a:lnTo>
                  <a:pt x="23847" y="145054"/>
                </a:lnTo>
                <a:lnTo>
                  <a:pt x="22014" y="143082"/>
                </a:lnTo>
                <a:lnTo>
                  <a:pt x="20244" y="141052"/>
                </a:lnTo>
                <a:lnTo>
                  <a:pt x="18538" y="138968"/>
                </a:lnTo>
                <a:lnTo>
                  <a:pt x="16899" y="136832"/>
                </a:lnTo>
                <a:lnTo>
                  <a:pt x="15327" y="134645"/>
                </a:lnTo>
                <a:lnTo>
                  <a:pt x="13825" y="132409"/>
                </a:lnTo>
                <a:lnTo>
                  <a:pt x="12394" y="130128"/>
                </a:lnTo>
                <a:lnTo>
                  <a:pt x="11035" y="127803"/>
                </a:lnTo>
                <a:lnTo>
                  <a:pt x="9750" y="125436"/>
                </a:lnTo>
                <a:lnTo>
                  <a:pt x="8540" y="123030"/>
                </a:lnTo>
                <a:lnTo>
                  <a:pt x="7407" y="120588"/>
                </a:lnTo>
                <a:lnTo>
                  <a:pt x="6350" y="118111"/>
                </a:lnTo>
                <a:lnTo>
                  <a:pt x="5372" y="115602"/>
                </a:lnTo>
                <a:lnTo>
                  <a:pt x="4473" y="113063"/>
                </a:lnTo>
                <a:lnTo>
                  <a:pt x="3654" y="110498"/>
                </a:lnTo>
                <a:lnTo>
                  <a:pt x="2916" y="107908"/>
                </a:lnTo>
                <a:lnTo>
                  <a:pt x="2260" y="105296"/>
                </a:lnTo>
                <a:lnTo>
                  <a:pt x="1687" y="102664"/>
                </a:lnTo>
                <a:lnTo>
                  <a:pt x="1196" y="100017"/>
                </a:lnTo>
                <a:lnTo>
                  <a:pt x="788" y="97355"/>
                </a:lnTo>
                <a:lnTo>
                  <a:pt x="465" y="94681"/>
                </a:lnTo>
                <a:lnTo>
                  <a:pt x="226" y="91999"/>
                </a:lnTo>
                <a:lnTo>
                  <a:pt x="70" y="89310"/>
                </a:lnTo>
                <a:lnTo>
                  <a:pt x="0" y="86618"/>
                </a:lnTo>
                <a:lnTo>
                  <a:pt x="14" y="83925"/>
                </a:lnTo>
                <a:lnTo>
                  <a:pt x="113" y="81234"/>
                </a:lnTo>
                <a:lnTo>
                  <a:pt x="296" y="78547"/>
                </a:lnTo>
                <a:lnTo>
                  <a:pt x="563" y="75867"/>
                </a:lnTo>
                <a:lnTo>
                  <a:pt x="915" y="73197"/>
                </a:lnTo>
                <a:lnTo>
                  <a:pt x="1350" y="70540"/>
                </a:lnTo>
                <a:lnTo>
                  <a:pt x="1869" y="67897"/>
                </a:lnTo>
                <a:lnTo>
                  <a:pt x="2470" y="65272"/>
                </a:lnTo>
                <a:lnTo>
                  <a:pt x="3153" y="62667"/>
                </a:lnTo>
                <a:lnTo>
                  <a:pt x="3918" y="60085"/>
                </a:lnTo>
                <a:lnTo>
                  <a:pt x="4764" y="57528"/>
                </a:lnTo>
                <a:lnTo>
                  <a:pt x="5689" y="54999"/>
                </a:lnTo>
                <a:lnTo>
                  <a:pt x="6694" y="52501"/>
                </a:lnTo>
                <a:lnTo>
                  <a:pt x="7776" y="50035"/>
                </a:lnTo>
                <a:lnTo>
                  <a:pt x="8935" y="47604"/>
                </a:lnTo>
                <a:lnTo>
                  <a:pt x="10171" y="45211"/>
                </a:lnTo>
                <a:lnTo>
                  <a:pt x="11480" y="42858"/>
                </a:lnTo>
                <a:lnTo>
                  <a:pt x="12863" y="40547"/>
                </a:lnTo>
                <a:lnTo>
                  <a:pt x="14318" y="38281"/>
                </a:lnTo>
                <a:lnTo>
                  <a:pt x="15843" y="36061"/>
                </a:lnTo>
                <a:lnTo>
                  <a:pt x="17438" y="33891"/>
                </a:lnTo>
                <a:lnTo>
                  <a:pt x="19099" y="31772"/>
                </a:lnTo>
                <a:lnTo>
                  <a:pt x="20827" y="29706"/>
                </a:lnTo>
                <a:lnTo>
                  <a:pt x="22618" y="27695"/>
                </a:lnTo>
                <a:lnTo>
                  <a:pt x="24472" y="25742"/>
                </a:lnTo>
                <a:lnTo>
                  <a:pt x="26386" y="23847"/>
                </a:lnTo>
                <a:lnTo>
                  <a:pt x="28359" y="22014"/>
                </a:lnTo>
                <a:lnTo>
                  <a:pt x="30388" y="20244"/>
                </a:lnTo>
                <a:lnTo>
                  <a:pt x="32472" y="18538"/>
                </a:lnTo>
                <a:lnTo>
                  <a:pt x="34609" y="16899"/>
                </a:lnTo>
                <a:lnTo>
                  <a:pt x="36796" y="15327"/>
                </a:lnTo>
                <a:lnTo>
                  <a:pt x="39031" y="13825"/>
                </a:lnTo>
                <a:lnTo>
                  <a:pt x="41312" y="12394"/>
                </a:lnTo>
                <a:lnTo>
                  <a:pt x="43638" y="11035"/>
                </a:lnTo>
                <a:lnTo>
                  <a:pt x="46004" y="9750"/>
                </a:lnTo>
                <a:lnTo>
                  <a:pt x="48410" y="8540"/>
                </a:lnTo>
                <a:lnTo>
                  <a:pt x="50853" y="7407"/>
                </a:lnTo>
                <a:lnTo>
                  <a:pt x="53330" y="6350"/>
                </a:lnTo>
                <a:lnTo>
                  <a:pt x="55839" y="5372"/>
                </a:lnTo>
                <a:lnTo>
                  <a:pt x="58378" y="4473"/>
                </a:lnTo>
                <a:lnTo>
                  <a:pt x="60943" y="3654"/>
                </a:lnTo>
                <a:lnTo>
                  <a:pt x="63533" y="2916"/>
                </a:lnTo>
                <a:lnTo>
                  <a:pt x="66145" y="2260"/>
                </a:lnTo>
                <a:lnTo>
                  <a:pt x="68776" y="1687"/>
                </a:lnTo>
                <a:lnTo>
                  <a:pt x="71424" y="1196"/>
                </a:lnTo>
                <a:lnTo>
                  <a:pt x="74086" y="788"/>
                </a:lnTo>
                <a:lnTo>
                  <a:pt x="76760" y="465"/>
                </a:lnTo>
                <a:lnTo>
                  <a:pt x="79442" y="226"/>
                </a:lnTo>
                <a:lnTo>
                  <a:pt x="82131" y="70"/>
                </a:lnTo>
                <a:lnTo>
                  <a:pt x="84823" y="0"/>
                </a:lnTo>
                <a:lnTo>
                  <a:pt x="87516" y="14"/>
                </a:lnTo>
                <a:lnTo>
                  <a:pt x="90207" y="113"/>
                </a:lnTo>
                <a:lnTo>
                  <a:pt x="92894" y="296"/>
                </a:lnTo>
                <a:lnTo>
                  <a:pt x="95573" y="563"/>
                </a:lnTo>
                <a:lnTo>
                  <a:pt x="98243" y="915"/>
                </a:lnTo>
                <a:lnTo>
                  <a:pt x="100901" y="1350"/>
                </a:lnTo>
                <a:lnTo>
                  <a:pt x="103544" y="1869"/>
                </a:lnTo>
                <a:lnTo>
                  <a:pt x="106169" y="2470"/>
                </a:lnTo>
                <a:lnTo>
                  <a:pt x="108773" y="3153"/>
                </a:lnTo>
                <a:lnTo>
                  <a:pt x="111356" y="3918"/>
                </a:lnTo>
                <a:lnTo>
                  <a:pt x="113912" y="4764"/>
                </a:lnTo>
                <a:lnTo>
                  <a:pt x="116441" y="5689"/>
                </a:lnTo>
                <a:lnTo>
                  <a:pt x="118940" y="6694"/>
                </a:lnTo>
                <a:lnTo>
                  <a:pt x="121406" y="7776"/>
                </a:lnTo>
                <a:lnTo>
                  <a:pt x="123837" y="8935"/>
                </a:lnTo>
                <a:lnTo>
                  <a:pt x="126230" y="10171"/>
                </a:lnTo>
                <a:lnTo>
                  <a:pt x="128583" y="1148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477CC2"/>
            </a:solidFill>
          </a:ln>
        </p:spPr>
      </p:sp>
      <p:sp>
        <p:nvSpPr>
          <p:cNvPr id="113" name="path-113">
            <a:extLst xmlns:a="http://schemas.openxmlformats.org/drawingml/2006/main">
              <a:ext uri="{FF2B5EF4-FFF2-40B4-BE49-F238E27FC236}">
                <a16:creationId xmlns:a16="http://schemas.microsoft.com/office/drawing/2014/main" id="{A83FAC32-BEFA-4333-AE99-CC98E5C8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048000"/>
            <a:ext cx="85725" cy="57150"/>
          </a:xfrm>
          <a:custGeom xmlns:a="http://schemas.openxmlformats.org/drawingml/2006/main">
            <a:pathLst>
              <a:path w="85725" h="57150">
                <a:moveTo>
                  <a:pt x="28575" y="57150"/>
                </a:moveTo>
                <a:lnTo>
                  <a:pt x="0" y="0"/>
                </a:lnTo>
                <a:lnTo>
                  <a:pt x="85725" y="28575"/>
                </a:lnTo>
                <a:close/>
              </a:path>
            </a:pathLst>
          </a:custGeom>
          <a:solidFill xmlns:a="http://schemas.openxmlformats.org/drawingml/2006/main">
            <a:srgbClr val="477CC2"/>
          </a:solidFill>
          <a:ln xmlns:a="http://schemas.openxmlformats.org/drawingml/2006/main" w="9525">
            <a:solidFill>
              <a:srgbClr val="477CC2"/>
            </a:solidFill>
          </a:ln>
        </p:spPr>
      </p:sp>
      <p:sp>
        <p:nvSpPr>
          <p:cNvPr id="114" name="path-114">
            <a:extLst xmlns:a="http://schemas.openxmlformats.org/drawingml/2006/main">
              <a:ext uri="{FF2B5EF4-FFF2-40B4-BE49-F238E27FC236}">
                <a16:creationId xmlns:a16="http://schemas.microsoft.com/office/drawing/2014/main" id="{182AF345-05E9-4237-8656-6F8327E5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28950"/>
            <a:ext cx="85725" cy="57150"/>
          </a:xfrm>
          <a:custGeom xmlns:a="http://schemas.openxmlformats.org/drawingml/2006/main">
            <a:pathLst>
              <a:path w="85725" h="57150">
                <a:moveTo>
                  <a:pt x="57150" y="0"/>
                </a:moveTo>
                <a:lnTo>
                  <a:pt x="85725" y="57150"/>
                </a:lnTo>
                <a:lnTo>
                  <a:pt x="0" y="28575"/>
                </a:lnTo>
                <a:close/>
              </a:path>
            </a:pathLst>
          </a:custGeom>
          <a:solidFill xmlns:a="http://schemas.openxmlformats.org/drawingml/2006/main">
            <a:srgbClr val="477CC2"/>
          </a:solidFill>
          <a:ln xmlns:a="http://schemas.openxmlformats.org/drawingml/2006/main" w="9525">
            <a:solidFill>
              <a:srgbClr val="477CC2"/>
            </a:solidFill>
          </a:ln>
        </p:spPr>
      </p:sp>
      <p:sp>
        <p:nvSpPr>
          <p:cNvPr id="115" name="AI-098-115">
            <a:extLst xmlns:a="http://schemas.openxmlformats.org/drawingml/2006/main">
              <a:ext uri="{FF2B5EF4-FFF2-40B4-BE49-F238E27FC236}">
                <a16:creationId xmlns:a16="http://schemas.microsoft.com/office/drawing/2014/main" id="{EDB52089-AB53-4CD5-AA17-BC2AE315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923925"/>
            <a:ext cx="657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D1C4"/>
          </a:solidFill>
          <a:ln xmlns:a="http://schemas.openxmlformats.org/drawingml/2006/main" w="14288">
            <a:solidFill>
              <a:srgbClr val="526F82"/>
            </a:solidFill>
          </a:ln>
        </p:spPr>
      </p:sp>
      <p:sp>
        <p:nvSpPr>
          <p:cNvPr id="116" name="AI-098-116">
            <a:extLst xmlns:a="http://schemas.openxmlformats.org/drawingml/2006/main">
              <a:ext uri="{FF2B5EF4-FFF2-40B4-BE49-F238E27FC236}">
                <a16:creationId xmlns:a16="http://schemas.microsoft.com/office/drawing/2014/main" id="{6AFDB1A6-0894-4470-9688-5853D48B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771525"/>
            <a:ext cx="657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D1C4"/>
          </a:solidFill>
          <a:ln xmlns:a="http://schemas.openxmlformats.org/drawingml/2006/main" w="14288">
            <a:solidFill>
              <a:srgbClr val="526F82"/>
            </a:solidFill>
          </a:ln>
        </p:spPr>
      </p:sp>
      <p:sp>
        <p:nvSpPr>
          <p:cNvPr id="117" name="AI-098-117">
            <a:extLst xmlns:a="http://schemas.openxmlformats.org/drawingml/2006/main">
              <a:ext uri="{FF2B5EF4-FFF2-40B4-BE49-F238E27FC236}">
                <a16:creationId xmlns:a16="http://schemas.microsoft.com/office/drawing/2014/main" id="{B9D9DEE0-5B8E-431C-A3CB-451CD653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2550" y="619125"/>
            <a:ext cx="657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D1C4"/>
          </a:solidFill>
          <a:ln xmlns:a="http://schemas.openxmlformats.org/drawingml/2006/main" w="14288">
            <a:solidFill>
              <a:srgbClr val="526F82"/>
            </a:solidFill>
          </a:ln>
        </p:spPr>
      </p:sp>
      <p:sp>
        <p:nvSpPr>
          <p:cNvPr id="118" name="AI-098-118">
            <a:extLst xmlns:a="http://schemas.openxmlformats.org/drawingml/2006/main">
              <a:ext uri="{FF2B5EF4-FFF2-40B4-BE49-F238E27FC236}">
                <a16:creationId xmlns:a16="http://schemas.microsoft.com/office/drawing/2014/main" id="{4B0F3568-750C-4E69-97FA-FDA0F509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466725"/>
            <a:ext cx="657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D1C4"/>
          </a:solidFill>
          <a:ln xmlns:a="http://schemas.openxmlformats.org/drawingml/2006/main" w="14288">
            <a:solidFill>
              <a:srgbClr val="526F82"/>
            </a:solidFill>
          </a:ln>
        </p:spPr>
      </p:sp>
      <p:sp>
        <p:nvSpPr>
          <p:cNvPr id="119" name="AI-098-119">
            <a:extLst xmlns:a="http://schemas.openxmlformats.org/drawingml/2006/main">
              <a:ext uri="{FF2B5EF4-FFF2-40B4-BE49-F238E27FC236}">
                <a16:creationId xmlns:a16="http://schemas.microsoft.com/office/drawing/2014/main" id="{2241F5D3-BEBB-40BF-8B68-5872D657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7350" y="314325"/>
            <a:ext cx="6572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D1C4"/>
          </a:solidFill>
          <a:ln xmlns:a="http://schemas.openxmlformats.org/drawingml/2006/main" w="14288">
            <a:solidFill>
              <a:srgbClr val="526F82"/>
            </a:solidFill>
          </a:ln>
        </p:spPr>
      </p:sp>
      <p:sp>
        <p:nvSpPr>
          <p:cNvPr id="120" name="AI-098-120">
            <a:extLst xmlns:a="http://schemas.openxmlformats.org/drawingml/2006/main">
              <a:ext uri="{FF2B5EF4-FFF2-40B4-BE49-F238E27FC236}">
                <a16:creationId xmlns:a16="http://schemas.microsoft.com/office/drawing/2014/main" id="{6B2A82B5-802E-4539-A0E0-FEB98CAE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600" y="457200"/>
            <a:ext cx="209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121" name="AI-098-121">
            <a:extLst xmlns:a="http://schemas.openxmlformats.org/drawingml/2006/main">
              <a:ext uri="{FF2B5EF4-FFF2-40B4-BE49-F238E27FC236}">
                <a16:creationId xmlns:a16="http://schemas.microsoft.com/office/drawing/2014/main" id="{B2DA6F7A-CF8D-4ECD-BB71-76CDC313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5950" y="5905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Mtest</a:t>
            </a:r>
          </a:p>
        </p:txBody>
      </p:sp>
      <p:sp>
        <p:nvSpPr>
          <p:cNvPr id="122" name="line-122">
            <a:extLst xmlns:a="http://schemas.openxmlformats.org/drawingml/2006/main">
              <a:ext uri="{FF2B5EF4-FFF2-40B4-BE49-F238E27FC236}">
                <a16:creationId xmlns:a16="http://schemas.microsoft.com/office/drawing/2014/main" id="{8E5D0D3B-FCCA-4ACC-835A-6C970DD3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657225"/>
            <a:ext cx="638175" cy="10"/>
          </a:xfrm>
          <a:custGeom xmlns:a="http://schemas.openxmlformats.org/drawingml/2006/main">
            <a:pathLst>
              <a:path w="638175" h="10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888888"/>
            </a:solidFill>
          </a:ln>
        </p:spPr>
      </p:sp>
      <p:sp>
        <p:nvSpPr>
          <p:cNvPr id="123" name="path-123">
            <a:extLst xmlns:a="http://schemas.openxmlformats.org/drawingml/2006/main">
              <a:ext uri="{FF2B5EF4-FFF2-40B4-BE49-F238E27FC236}">
                <a16:creationId xmlns:a16="http://schemas.microsoft.com/office/drawing/2014/main" id="{397BED7F-A17D-49F1-9B02-56649FC4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145" y="629430"/>
            <a:ext cx="60605" cy="55590"/>
          </a:xfrm>
          <a:custGeom xmlns:a="http://schemas.openxmlformats.org/drawingml/2006/main">
            <a:pathLst>
              <a:path w="60605" h="55590">
                <a:moveTo>
                  <a:pt x="60605" y="27795"/>
                </a:moveTo>
                <a:lnTo>
                  <a:pt x="0" y="555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15240">
            <a:solidFill>
              <a:srgbClr val="888888"/>
            </a:solidFill>
          </a:ln>
        </p:spPr>
      </p:sp>
      <p:sp>
        <p:nvSpPr>
          <p:cNvPr id="124" name="AI-098-124">
            <a:extLst xmlns:a="http://schemas.openxmlformats.org/drawingml/2006/main">
              <a:ext uri="{FF2B5EF4-FFF2-40B4-BE49-F238E27FC236}">
                <a16:creationId xmlns:a16="http://schemas.microsoft.com/office/drawing/2014/main" id="{7447D4E1-65F2-4FDD-93CC-F439F7EA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2952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CC2"/>
          </a:solidFill>
          <a:ln xmlns:a="http://schemas.openxmlformats.org/drawingml/2006/main" w="14288">
            <a:solidFill>
              <a:srgbClr val="2E507A"/>
            </a:solidFill>
          </a:ln>
        </p:spPr>
      </p:sp>
      <p:sp>
        <p:nvSpPr>
          <p:cNvPr id="125" name="AI-098-125">
            <a:extLst xmlns:a="http://schemas.openxmlformats.org/drawingml/2006/main">
              <a:ext uri="{FF2B5EF4-FFF2-40B4-BE49-F238E27FC236}">
                <a16:creationId xmlns:a16="http://schemas.microsoft.com/office/drawing/2014/main" id="{8BC0ACB2-5929-4CCF-95E8-BF0E6D4D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80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CC2"/>
          </a:solidFill>
          <a:ln xmlns:a="http://schemas.openxmlformats.org/drawingml/2006/main" w="14288">
            <a:solidFill>
              <a:srgbClr val="2E507A"/>
            </a:solidFill>
          </a:ln>
        </p:spPr>
      </p:sp>
      <p:sp>
        <p:nvSpPr>
          <p:cNvPr id="126" name="AI-098-126">
            <a:extLst xmlns:a="http://schemas.openxmlformats.org/drawingml/2006/main">
              <a:ext uri="{FF2B5EF4-FFF2-40B4-BE49-F238E27FC236}">
                <a16:creationId xmlns:a16="http://schemas.microsoft.com/office/drawing/2014/main" id="{3895A41F-64F7-48FF-A709-6035DB0F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552450"/>
            <a:ext cx="10668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CC2"/>
          </a:solidFill>
          <a:ln xmlns:a="http://schemas.openxmlformats.org/drawingml/2006/main" w="11430">
            <a:solidFill>
              <a:srgbClr val="2E507A"/>
            </a:solidFill>
          </a:ln>
        </p:spPr>
      </p:sp>
      <p:sp>
        <p:nvSpPr>
          <p:cNvPr id="127" name="AI-098-127">
            <a:extLst xmlns:a="http://schemas.openxmlformats.org/drawingml/2006/main">
              <a:ext uri="{FF2B5EF4-FFF2-40B4-BE49-F238E27FC236}">
                <a16:creationId xmlns:a16="http://schemas.microsoft.com/office/drawing/2014/main" id="{1306EBD4-574C-4B8F-A8FE-CD992049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2275" y="5524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Distance f</a:t>
            </a:r>
          </a:p>
        </p:txBody>
      </p:sp>
      <p:sp>
        <p:nvSpPr>
          <p:cNvPr id="128" name="AI-098-128">
            <a:extLst xmlns:a="http://schemas.openxmlformats.org/drawingml/2006/main">
              <a:ext uri="{FF2B5EF4-FFF2-40B4-BE49-F238E27FC236}">
                <a16:creationId xmlns:a16="http://schemas.microsoft.com/office/drawing/2014/main" id="{E63DA8D3-8B7F-40DE-8C37-EACDF0E0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9775" y="1190625"/>
            <a:ext cx="2924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129" name="AI-098-129">
            <a:extLst xmlns:a="http://schemas.openxmlformats.org/drawingml/2006/main">
              <a:ext uri="{FF2B5EF4-FFF2-40B4-BE49-F238E27FC236}">
                <a16:creationId xmlns:a16="http://schemas.microsoft.com/office/drawing/2014/main" id="{C989C710-A42F-4760-B6E8-A9D43426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1209675"/>
            <a:ext cx="2847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rPr>
              <a:t>D, Q, DD-based Distance Function (f)</a:t>
            </a:r>
          </a:p>
        </p:txBody>
      </p:sp>
      <p:sp>
        <p:nvSpPr>
          <p:cNvPr id="130" name="AI-098-130">
            <a:extLst xmlns:a="http://schemas.openxmlformats.org/drawingml/2006/main">
              <a:ext uri="{FF2B5EF4-FFF2-40B4-BE49-F238E27FC236}">
                <a16:creationId xmlns:a16="http://schemas.microsoft.com/office/drawing/2014/main" id="{A25939B3-A1DD-4CA7-AF49-EC903886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152400"/>
            <a:ext cx="18288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888888"/>
            </a:solidFill>
          </a:ln>
        </p:spPr>
      </p:sp>
      <p:sp>
        <p:nvSpPr>
          <p:cNvPr id="131" name="AI-098-131">
            <a:extLst xmlns:a="http://schemas.openxmlformats.org/drawingml/2006/main">
              <a:ext uri="{FF2B5EF4-FFF2-40B4-BE49-F238E27FC236}">
                <a16:creationId xmlns:a16="http://schemas.microsoft.com/office/drawing/2014/main" id="{1AA5D99A-877F-4D94-B63E-D9316B63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180975"/>
            <a:ext cx="11430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7CD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32" name="AI-098-132">
            <a:extLst xmlns:a="http://schemas.openxmlformats.org/drawingml/2006/main">
              <a:ext uri="{FF2B5EF4-FFF2-40B4-BE49-F238E27FC236}">
                <a16:creationId xmlns:a16="http://schemas.microsoft.com/office/drawing/2014/main" id="{97689AF5-D7F3-4BF8-8C5E-FAB2AE41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5075" y="219075"/>
            <a:ext cx="114300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7CD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33" name="AI-098-133">
            <a:extLst xmlns:a="http://schemas.openxmlformats.org/drawingml/2006/main">
              <a:ext uri="{FF2B5EF4-FFF2-40B4-BE49-F238E27FC236}">
                <a16:creationId xmlns:a16="http://schemas.microsoft.com/office/drawing/2014/main" id="{6DF5B101-1875-4B43-BF0E-8A41EC10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304800"/>
            <a:ext cx="1047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7CD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34" name="AI-098-134">
            <a:extLst xmlns:a="http://schemas.openxmlformats.org/drawingml/2006/main">
              <a:ext uri="{FF2B5EF4-FFF2-40B4-BE49-F238E27FC236}">
                <a16:creationId xmlns:a16="http://schemas.microsoft.com/office/drawing/2014/main" id="{16279594-24BE-4789-A854-049BD278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9325" y="314325"/>
            <a:ext cx="114300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7CD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35" name="AI-098-135">
            <a:extLst xmlns:a="http://schemas.openxmlformats.org/drawingml/2006/main">
              <a:ext uri="{FF2B5EF4-FFF2-40B4-BE49-F238E27FC236}">
                <a16:creationId xmlns:a16="http://schemas.microsoft.com/office/drawing/2014/main" id="{11F877A9-79F9-433E-93A5-DAC37C0F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2725" y="333375"/>
            <a:ext cx="1047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7CD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36" name="AI-098-136">
            <a:extLst xmlns:a="http://schemas.openxmlformats.org/drawingml/2006/main">
              <a:ext uri="{FF2B5EF4-FFF2-40B4-BE49-F238E27FC236}">
                <a16:creationId xmlns:a16="http://schemas.microsoft.com/office/drawing/2014/main" id="{33AC44C3-0962-4DD6-9203-78D8EDA7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0" y="457200"/>
            <a:ext cx="11430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7CD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37" name="AI-098-137">
            <a:extLst xmlns:a="http://schemas.openxmlformats.org/drawingml/2006/main">
              <a:ext uri="{FF2B5EF4-FFF2-40B4-BE49-F238E27FC236}">
                <a16:creationId xmlns:a16="http://schemas.microsoft.com/office/drawing/2014/main" id="{DA9912FC-C15B-4ECE-A258-7650F1BB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9850" y="466725"/>
            <a:ext cx="114300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7CD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38" name="AI-098-138">
            <a:extLst xmlns:a="http://schemas.openxmlformats.org/drawingml/2006/main">
              <a:ext uri="{FF2B5EF4-FFF2-40B4-BE49-F238E27FC236}">
                <a16:creationId xmlns:a16="http://schemas.microsoft.com/office/drawing/2014/main" id="{13FBADC1-461F-4C57-94DA-1D1AA18F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476250"/>
            <a:ext cx="104775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7CD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39" name="AI-098-139">
            <a:extLst xmlns:a="http://schemas.openxmlformats.org/drawingml/2006/main">
              <a:ext uri="{FF2B5EF4-FFF2-40B4-BE49-F238E27FC236}">
                <a16:creationId xmlns:a16="http://schemas.microsoft.com/office/drawing/2014/main" id="{1F141854-CB4F-4B0A-BF36-9192A0F5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6875" y="552450"/>
            <a:ext cx="11430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7CD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40" name="AI-098-140">
            <a:extLst xmlns:a="http://schemas.openxmlformats.org/drawingml/2006/main">
              <a:ext uri="{FF2B5EF4-FFF2-40B4-BE49-F238E27FC236}">
                <a16:creationId xmlns:a16="http://schemas.microsoft.com/office/drawing/2014/main" id="{61D5C5F4-54C8-41DF-B916-5D894459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3575" y="581025"/>
            <a:ext cx="114300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7CD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41" name="AI-098-141">
            <a:extLst xmlns:a="http://schemas.openxmlformats.org/drawingml/2006/main">
              <a:ext uri="{FF2B5EF4-FFF2-40B4-BE49-F238E27FC236}">
                <a16:creationId xmlns:a16="http://schemas.microsoft.com/office/drawing/2014/main" id="{B126C4FA-5A71-498C-A3BD-C1954BBB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5975" y="600075"/>
            <a:ext cx="11430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7CD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42" name="AI-098-142">
            <a:extLst xmlns:a="http://schemas.openxmlformats.org/drawingml/2006/main">
              <a:ext uri="{FF2B5EF4-FFF2-40B4-BE49-F238E27FC236}">
                <a16:creationId xmlns:a16="http://schemas.microsoft.com/office/drawing/2014/main" id="{ADE05335-E664-45EB-9D74-A44893B2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685800"/>
            <a:ext cx="11430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7CD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43" name="AI-098-143">
            <a:extLst xmlns:a="http://schemas.openxmlformats.org/drawingml/2006/main">
              <a:ext uri="{FF2B5EF4-FFF2-40B4-BE49-F238E27FC236}">
                <a16:creationId xmlns:a16="http://schemas.microsoft.com/office/drawing/2014/main" id="{06606499-EABC-4C23-BAB2-36049301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0225" y="695325"/>
            <a:ext cx="11430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7CD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44" name="AI-098-144">
            <a:extLst xmlns:a="http://schemas.openxmlformats.org/drawingml/2006/main">
              <a:ext uri="{FF2B5EF4-FFF2-40B4-BE49-F238E27FC236}">
                <a16:creationId xmlns:a16="http://schemas.microsoft.com/office/drawing/2014/main" id="{EF656B96-2F8C-4B58-B1C8-BBA22A8D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3625" y="714375"/>
            <a:ext cx="114300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7CD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45" name="AI-098-145">
            <a:extLst xmlns:a="http://schemas.openxmlformats.org/drawingml/2006/main">
              <a:ext uri="{FF2B5EF4-FFF2-40B4-BE49-F238E27FC236}">
                <a16:creationId xmlns:a16="http://schemas.microsoft.com/office/drawing/2014/main" id="{0A90452C-1032-47D5-8791-468B5644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762000"/>
            <a:ext cx="1047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7CD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46" name="AI-098-146">
            <a:extLst xmlns:a="http://schemas.openxmlformats.org/drawingml/2006/main">
              <a:ext uri="{FF2B5EF4-FFF2-40B4-BE49-F238E27FC236}">
                <a16:creationId xmlns:a16="http://schemas.microsoft.com/office/drawing/2014/main" id="{E1C139C9-6A48-4ACA-A8A0-75B5C01C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828675"/>
            <a:ext cx="114300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7CD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47" name="AI-098-147">
            <a:extLst xmlns:a="http://schemas.openxmlformats.org/drawingml/2006/main">
              <a:ext uri="{FF2B5EF4-FFF2-40B4-BE49-F238E27FC236}">
                <a16:creationId xmlns:a16="http://schemas.microsoft.com/office/drawing/2014/main" id="{775486CA-0C08-4585-825C-A7DEA6BF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0" y="847725"/>
            <a:ext cx="114300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7CD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48" name="AI-098-148">
            <a:extLst xmlns:a="http://schemas.openxmlformats.org/drawingml/2006/main">
              <a:ext uri="{FF2B5EF4-FFF2-40B4-BE49-F238E27FC236}">
                <a16:creationId xmlns:a16="http://schemas.microsoft.com/office/drawing/2014/main" id="{20CFE63B-2A64-48C4-8EB6-D6FFE731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857250"/>
            <a:ext cx="11430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7CD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49" name="AI-098-149">
            <a:extLst xmlns:a="http://schemas.openxmlformats.org/drawingml/2006/main">
              <a:ext uri="{FF2B5EF4-FFF2-40B4-BE49-F238E27FC236}">
                <a16:creationId xmlns:a16="http://schemas.microsoft.com/office/drawing/2014/main" id="{637B57C8-D7F4-4ECA-95EA-A03584EC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962025"/>
            <a:ext cx="11430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7CD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50" name="AI-098-150">
            <a:extLst xmlns:a="http://schemas.openxmlformats.org/drawingml/2006/main">
              <a:ext uri="{FF2B5EF4-FFF2-40B4-BE49-F238E27FC236}">
                <a16:creationId xmlns:a16="http://schemas.microsoft.com/office/drawing/2014/main" id="{6C0F29AF-B9A6-43FD-9252-13E1FDB7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9375" y="990600"/>
            <a:ext cx="1047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7CD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51" name="AI-098-151">
            <a:extLst xmlns:a="http://schemas.openxmlformats.org/drawingml/2006/main">
              <a:ext uri="{FF2B5EF4-FFF2-40B4-BE49-F238E27FC236}">
                <a16:creationId xmlns:a16="http://schemas.microsoft.com/office/drawing/2014/main" id="{DC7F3886-81B4-4E22-BDE3-B0A8B5B5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1009650"/>
            <a:ext cx="114300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7CD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52" name="AI-098-152">
            <a:extLst xmlns:a="http://schemas.openxmlformats.org/drawingml/2006/main">
              <a:ext uri="{FF2B5EF4-FFF2-40B4-BE49-F238E27FC236}">
                <a16:creationId xmlns:a16="http://schemas.microsoft.com/office/drawing/2014/main" id="{EAA3D494-11EA-424F-A1CB-CE1CCB45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1125" y="1095375"/>
            <a:ext cx="11430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7CD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53" name="AI-098-153">
            <a:extLst xmlns:a="http://schemas.openxmlformats.org/drawingml/2006/main">
              <a:ext uri="{FF2B5EF4-FFF2-40B4-BE49-F238E27FC236}">
                <a16:creationId xmlns:a16="http://schemas.microsoft.com/office/drawing/2014/main" id="{5F076565-AF23-4FDA-A31F-F6A97407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6875" y="1095375"/>
            <a:ext cx="114300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7CD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54" name="AI-098-154">
            <a:extLst xmlns:a="http://schemas.openxmlformats.org/drawingml/2006/main">
              <a:ext uri="{FF2B5EF4-FFF2-40B4-BE49-F238E27FC236}">
                <a16:creationId xmlns:a16="http://schemas.microsoft.com/office/drawing/2014/main" id="{D7A60E9D-278E-4777-9927-AE9C4EED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5525" y="1095375"/>
            <a:ext cx="114300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7CD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55" name="AI-098-155">
            <a:extLst xmlns:a="http://schemas.openxmlformats.org/drawingml/2006/main">
              <a:ext uri="{FF2B5EF4-FFF2-40B4-BE49-F238E27FC236}">
                <a16:creationId xmlns:a16="http://schemas.microsoft.com/office/drawing/2014/main" id="{0AD24C32-D4E9-45CC-9FBC-AA80AFDF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0225" y="1238250"/>
            <a:ext cx="12382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2B30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56" name="AI-098-156">
            <a:extLst xmlns:a="http://schemas.openxmlformats.org/drawingml/2006/main">
              <a:ext uri="{FF2B5EF4-FFF2-40B4-BE49-F238E27FC236}">
                <a16:creationId xmlns:a16="http://schemas.microsoft.com/office/drawing/2014/main" id="{A9A05110-2605-4DD8-BADB-FA458E10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8400" y="1238250"/>
            <a:ext cx="114300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2B30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57" name="AI-098-157">
            <a:extLst xmlns:a="http://schemas.openxmlformats.org/drawingml/2006/main">
              <a:ext uri="{FF2B5EF4-FFF2-40B4-BE49-F238E27FC236}">
                <a16:creationId xmlns:a16="http://schemas.microsoft.com/office/drawing/2014/main" id="{D3FE0667-7364-4EF9-8F5E-B1FA1D23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4550" y="1295400"/>
            <a:ext cx="114300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2B30"/>
          </a:solidFill>
          <a:ln xmlns:a="http://schemas.openxmlformats.org/drawingml/2006/main" w="11430">
            <a:solidFill>
              <a:srgbClr val="405572"/>
            </a:solidFill>
          </a:ln>
        </p:spPr>
      </p:sp>
      <p:sp>
        <p:nvSpPr>
          <p:cNvPr id="158" name="path-158">
            <a:extLst xmlns:a="http://schemas.openxmlformats.org/drawingml/2006/main">
              <a:ext uri="{FF2B5EF4-FFF2-40B4-BE49-F238E27FC236}">
                <a16:creationId xmlns:a16="http://schemas.microsoft.com/office/drawing/2014/main" id="{3D0D97DD-F40F-480C-905A-B74DA1D3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24000"/>
            <a:ext cx="3657600" cy="638175"/>
          </a:xfrm>
          <a:custGeom xmlns:a="http://schemas.openxmlformats.org/drawingml/2006/main">
            <a:pathLst>
              <a:path w="3657600" h="638175">
                <a:moveTo>
                  <a:pt x="3657600" y="0"/>
                </a:moveTo>
                <a:lnTo>
                  <a:pt x="3657600" y="323850"/>
                </a:lnTo>
                <a:lnTo>
                  <a:pt x="0" y="323850"/>
                </a:lnTo>
                <a:lnTo>
                  <a:pt x="0" y="63817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888888"/>
            </a:solidFill>
          </a:ln>
        </p:spPr>
      </p:sp>
      <p:sp>
        <p:nvSpPr>
          <p:cNvPr id="159" name="path-159">
            <a:extLst xmlns:a="http://schemas.openxmlformats.org/drawingml/2006/main">
              <a:ext uri="{FF2B5EF4-FFF2-40B4-BE49-F238E27FC236}">
                <a16:creationId xmlns:a16="http://schemas.microsoft.com/office/drawing/2014/main" id="{1853A2F5-1BAB-43B8-89D5-7089CAC5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085975"/>
            <a:ext cx="95250" cy="85725"/>
          </a:xfrm>
          <a:custGeom xmlns:a="http://schemas.openxmlformats.org/drawingml/2006/main">
            <a:pathLst>
              <a:path w="95250" h="85725">
                <a:moveTo>
                  <a:pt x="0" y="0"/>
                </a:moveTo>
                <a:lnTo>
                  <a:pt x="47625" y="85725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160" name="AI-098-160">
            <a:extLst xmlns:a="http://schemas.openxmlformats.org/drawingml/2006/main">
              <a:ext uri="{FF2B5EF4-FFF2-40B4-BE49-F238E27FC236}">
                <a16:creationId xmlns:a16="http://schemas.microsoft.com/office/drawing/2014/main" id="{48FE80E4-0030-4FEF-94B1-3F861064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1175" y="2390775"/>
            <a:ext cx="6572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>
              <a:alpha val="78000"/>
            </a:srgbClr>
          </a:solidFill>
          <a:ln xmlns:a="http://schemas.openxmlformats.org/drawingml/2006/main" w="14288">
            <a:solidFill>
              <a:srgbClr val="526F82"/>
            </a:solidFill>
          </a:ln>
        </p:spPr>
      </p:sp>
      <p:sp>
        <p:nvSpPr>
          <p:cNvPr id="161" name="AI-098-161">
            <a:extLst xmlns:a="http://schemas.openxmlformats.org/drawingml/2006/main">
              <a:ext uri="{FF2B5EF4-FFF2-40B4-BE49-F238E27FC236}">
                <a16:creationId xmlns:a16="http://schemas.microsoft.com/office/drawing/2014/main" id="{E4243525-980D-40E1-844B-E2328F88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5475" y="2276475"/>
            <a:ext cx="6572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>
              <a:alpha val="78000"/>
            </a:srgbClr>
          </a:solidFill>
          <a:ln xmlns:a="http://schemas.openxmlformats.org/drawingml/2006/main" w="14288">
            <a:solidFill>
              <a:srgbClr val="526F82"/>
            </a:solidFill>
          </a:ln>
        </p:spPr>
      </p:sp>
      <p:sp>
        <p:nvSpPr>
          <p:cNvPr id="162" name="AI-098-162">
            <a:extLst xmlns:a="http://schemas.openxmlformats.org/drawingml/2006/main">
              <a:ext uri="{FF2B5EF4-FFF2-40B4-BE49-F238E27FC236}">
                <a16:creationId xmlns:a16="http://schemas.microsoft.com/office/drawing/2014/main" id="{54C33C41-B4C0-4332-9740-3A9C1442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9775" y="2162175"/>
            <a:ext cx="6572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>
              <a:alpha val="78000"/>
            </a:srgbClr>
          </a:solidFill>
          <a:ln xmlns:a="http://schemas.openxmlformats.org/drawingml/2006/main" w="14288">
            <a:solidFill>
              <a:srgbClr val="526F82"/>
            </a:solidFill>
          </a:ln>
        </p:spPr>
      </p:sp>
      <p:sp>
        <p:nvSpPr>
          <p:cNvPr id="163" name="AI-098-163">
            <a:extLst xmlns:a="http://schemas.openxmlformats.org/drawingml/2006/main">
              <a:ext uri="{FF2B5EF4-FFF2-40B4-BE49-F238E27FC236}">
                <a16:creationId xmlns:a16="http://schemas.microsoft.com/office/drawing/2014/main" id="{E7113CE2-1144-4F22-9544-AEAE4B7F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5025" y="2305050"/>
            <a:ext cx="209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164" name="AI-098-164">
            <a:extLst xmlns:a="http://schemas.openxmlformats.org/drawingml/2006/main">
              <a:ext uri="{FF2B5EF4-FFF2-40B4-BE49-F238E27FC236}">
                <a16:creationId xmlns:a16="http://schemas.microsoft.com/office/drawing/2014/main" id="{28986DA0-1655-4052-85E4-A5782E37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8375" y="24384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Mtest</a:t>
            </a:r>
          </a:p>
        </p:txBody>
      </p:sp>
      <p:sp>
        <p:nvSpPr>
          <p:cNvPr id="165" name="AI-098-165">
            <a:extLst xmlns:a="http://schemas.openxmlformats.org/drawingml/2006/main">
              <a:ext uri="{FF2B5EF4-FFF2-40B4-BE49-F238E27FC236}">
                <a16:creationId xmlns:a16="http://schemas.microsoft.com/office/drawing/2014/main" id="{0680C67B-5DCC-4E76-895B-5ACF4C1E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3238500"/>
            <a:ext cx="23717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166" name="AI-098-166">
            <a:extLst xmlns:a="http://schemas.openxmlformats.org/drawingml/2006/main">
              <a:ext uri="{FF2B5EF4-FFF2-40B4-BE49-F238E27FC236}">
                <a16:creationId xmlns:a16="http://schemas.microsoft.com/office/drawing/2014/main" id="{3E2A3C53-4435-4482-81F5-0C7FED30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3257550"/>
            <a:ext cx="22764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rPr>
              <a:t>Filtered Candidate Subsets’</a:t>
            </a:r>
          </a:p>
          <a:p xmlns:a="http://schemas.openxmlformats.org/drawingml/2006/main">
            <a:pPr algn="ctr">
              <a:defRPr sz="1350" b="1" i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rPr>
              <a:t>Feature Matrix Fₘₜₑₛₜ</a:t>
            </a:r>
          </a:p>
          <a:p xmlns:a="http://schemas.openxmlformats.org/drawingml/2006/main">
            <a:pPr algn="ctr">
              <a:defRPr sz="1350" b="1" i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rPr>
              <a:t>(F of unseen Benchmark)</a:t>
            </a:r>
          </a:p>
        </p:txBody>
      </p:sp>
      <p:sp>
        <p:nvSpPr>
          <p:cNvPr id="167" name="AI-098-167">
            <a:extLst xmlns:a="http://schemas.openxmlformats.org/drawingml/2006/main">
              <a:ext uri="{FF2B5EF4-FFF2-40B4-BE49-F238E27FC236}">
                <a16:creationId xmlns:a16="http://schemas.microsoft.com/office/drawing/2014/main" id="{89264BD5-E390-49E4-B3FB-03CEC893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2171700"/>
            <a:ext cx="19907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C5F4"/>
          </a:solidFill>
          <a:ln xmlns:a="http://schemas.openxmlformats.org/drawingml/2006/main" w="14288">
            <a:solidFill>
              <a:srgbClr val="526582"/>
            </a:solidFill>
          </a:ln>
        </p:spPr>
      </p:sp>
      <p:sp>
        <p:nvSpPr>
          <p:cNvPr id="168" name="AI-098-168">
            <a:extLst xmlns:a="http://schemas.openxmlformats.org/drawingml/2006/main">
              <a:ext uri="{FF2B5EF4-FFF2-40B4-BE49-F238E27FC236}">
                <a16:creationId xmlns:a16="http://schemas.microsoft.com/office/drawing/2014/main" id="{6B943ABC-570C-4B66-A8B5-BCBBD2EE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100" y="2219325"/>
            <a:ext cx="1866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Trained RCP Model λ</a:t>
            </a:r>
          </a:p>
        </p:txBody>
      </p:sp>
      <p:sp>
        <p:nvSpPr>
          <p:cNvPr id="169" name="line-169">
            <a:extLst xmlns:a="http://schemas.openxmlformats.org/drawingml/2006/main">
              <a:ext uri="{FF2B5EF4-FFF2-40B4-BE49-F238E27FC236}">
                <a16:creationId xmlns:a16="http://schemas.microsoft.com/office/drawing/2014/main" id="{DAC5C605-41D3-4E01-A67C-878E6572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486025"/>
            <a:ext cx="742950" cy="10"/>
          </a:xfrm>
          <a:custGeom xmlns:a="http://schemas.openxmlformats.org/drawingml/2006/main">
            <a:pathLst>
              <a:path w="742950" h="10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888888"/>
            </a:solidFill>
          </a:ln>
        </p:spPr>
      </p:sp>
      <p:sp>
        <p:nvSpPr>
          <p:cNvPr id="170" name="path-170">
            <a:extLst xmlns:a="http://schemas.openxmlformats.org/drawingml/2006/main">
              <a:ext uri="{FF2B5EF4-FFF2-40B4-BE49-F238E27FC236}">
                <a16:creationId xmlns:a16="http://schemas.microsoft.com/office/drawing/2014/main" id="{C81EFBED-0996-4115-9A8F-E6ACAD00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820" y="2458230"/>
            <a:ext cx="60605" cy="55590"/>
          </a:xfrm>
          <a:custGeom xmlns:a="http://schemas.openxmlformats.org/drawingml/2006/main">
            <a:pathLst>
              <a:path w="60605" h="55590">
                <a:moveTo>
                  <a:pt x="60605" y="27795"/>
                </a:moveTo>
                <a:lnTo>
                  <a:pt x="0" y="555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16193">
            <a:solidFill>
              <a:srgbClr val="888888"/>
            </a:solidFill>
          </a:ln>
        </p:spPr>
      </p:sp>
      <p:sp>
        <p:nvSpPr>
          <p:cNvPr id="171" name="AI-098-171">
            <a:extLst xmlns:a="http://schemas.openxmlformats.org/drawingml/2006/main">
              <a:ext uri="{FF2B5EF4-FFF2-40B4-BE49-F238E27FC236}">
                <a16:creationId xmlns:a16="http://schemas.microsoft.com/office/drawing/2014/main" id="{A0B10195-663A-445A-9BED-D44EB128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1325" y="21812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8948"/>
          </a:solidFill>
          <a:ln xmlns:a="http://schemas.openxmlformats.org/drawingml/2006/main" w="0">
            <a:noFill/>
          </a:ln>
        </p:spPr>
      </p:sp>
      <p:sp>
        <p:nvSpPr>
          <p:cNvPr id="172" name="path-172">
            <a:extLst xmlns:a="http://schemas.openxmlformats.org/drawingml/2006/main">
              <a:ext uri="{FF2B5EF4-FFF2-40B4-BE49-F238E27FC236}">
                <a16:creationId xmlns:a16="http://schemas.microsoft.com/office/drawing/2014/main" id="{1348E743-D7DB-47C1-ACFA-17604DA1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247900"/>
            <a:ext cx="95250" cy="171450"/>
          </a:xfrm>
          <a:custGeom xmlns:a="http://schemas.openxmlformats.org/drawingml/2006/main">
            <a:pathLst>
              <a:path w="95250" h="171450">
                <a:moveTo>
                  <a:pt x="19050" y="0"/>
                </a:moveTo>
                <a:lnTo>
                  <a:pt x="95250" y="28575"/>
                </a:lnTo>
                <a:lnTo>
                  <a:pt x="38100" y="85725"/>
                </a:ln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CA8948"/>
            </a:solidFill>
          </a:ln>
        </p:spPr>
      </p:sp>
      <p:sp>
        <p:nvSpPr>
          <p:cNvPr id="173" name="path-173">
            <a:extLst xmlns:a="http://schemas.openxmlformats.org/drawingml/2006/main">
              <a:ext uri="{FF2B5EF4-FFF2-40B4-BE49-F238E27FC236}">
                <a16:creationId xmlns:a16="http://schemas.microsoft.com/office/drawing/2014/main" id="{68D426BC-077E-48BC-8095-171676B3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257425"/>
            <a:ext cx="85725" cy="57150"/>
          </a:xfrm>
          <a:custGeom xmlns:a="http://schemas.openxmlformats.org/drawingml/2006/main">
            <a:pathLst>
              <a:path w="85725" h="57150">
                <a:moveTo>
                  <a:pt x="85725" y="0"/>
                </a:moveTo>
                <a:lnTo>
                  <a:pt x="38100" y="57150"/>
                </a:ln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CA8948"/>
            </a:solidFill>
          </a:ln>
        </p:spPr>
      </p:sp>
      <p:sp>
        <p:nvSpPr>
          <p:cNvPr id="174" name="path-174">
            <a:extLst xmlns:a="http://schemas.openxmlformats.org/drawingml/2006/main">
              <a:ext uri="{FF2B5EF4-FFF2-40B4-BE49-F238E27FC236}">
                <a16:creationId xmlns:a16="http://schemas.microsoft.com/office/drawing/2014/main" id="{7A7A8A96-F72C-4240-8E0D-592FFD71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43150"/>
            <a:ext cx="76200" cy="95250"/>
          </a:xfrm>
          <a:custGeom xmlns:a="http://schemas.openxmlformats.org/drawingml/2006/main">
            <a:pathLst>
              <a:path w="76200" h="95250">
                <a:moveTo>
                  <a:pt x="0" y="0"/>
                </a:moveTo>
                <a:lnTo>
                  <a:pt x="76200" y="9525"/>
                </a:lnTo>
                <a:lnTo>
                  <a:pt x="66675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A8948"/>
            </a:solidFill>
          </a:ln>
        </p:spPr>
      </p:sp>
      <p:sp>
        <p:nvSpPr>
          <p:cNvPr id="175" name="line-175">
            <a:extLst xmlns:a="http://schemas.openxmlformats.org/drawingml/2006/main">
              <a:ext uri="{FF2B5EF4-FFF2-40B4-BE49-F238E27FC236}">
                <a16:creationId xmlns:a16="http://schemas.microsoft.com/office/drawing/2014/main" id="{7C5FD359-A710-460B-8312-80DC2521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486025"/>
            <a:ext cx="409575" cy="10"/>
          </a:xfrm>
          <a:custGeom xmlns:a="http://schemas.openxmlformats.org/drawingml/2006/main">
            <a:pathLst>
              <a:path w="409575" h="10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888888"/>
            </a:solidFill>
          </a:ln>
        </p:spPr>
      </p:sp>
      <p:sp>
        <p:nvSpPr>
          <p:cNvPr id="176" name="path-176">
            <a:extLst xmlns:a="http://schemas.openxmlformats.org/drawingml/2006/main">
              <a:ext uri="{FF2B5EF4-FFF2-40B4-BE49-F238E27FC236}">
                <a16:creationId xmlns:a16="http://schemas.microsoft.com/office/drawing/2014/main" id="{B88AC94F-1D49-4654-8852-D02A7C8F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645" y="2458230"/>
            <a:ext cx="60605" cy="55590"/>
          </a:xfrm>
          <a:custGeom xmlns:a="http://schemas.openxmlformats.org/drawingml/2006/main">
            <a:pathLst>
              <a:path w="60605" h="55590">
                <a:moveTo>
                  <a:pt x="60605" y="27795"/>
                </a:moveTo>
                <a:lnTo>
                  <a:pt x="0" y="555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16193">
            <a:solidFill>
              <a:srgbClr val="888888"/>
            </a:solidFill>
          </a:ln>
        </p:spPr>
      </p:sp>
      <p:sp>
        <p:nvSpPr>
          <p:cNvPr id="177" name="AI-098-177">
            <a:extLst xmlns:a="http://schemas.openxmlformats.org/drawingml/2006/main">
              <a:ext uri="{FF2B5EF4-FFF2-40B4-BE49-F238E27FC236}">
                <a16:creationId xmlns:a16="http://schemas.microsoft.com/office/drawing/2014/main" id="{0621EEA8-023C-4EE7-9E60-DF028119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23812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9B"/>
          </a:solidFill>
          <a:ln xmlns:a="http://schemas.openxmlformats.org/drawingml/2006/main" w="14288">
            <a:solidFill>
              <a:srgbClr val="526F82"/>
            </a:solidFill>
          </a:ln>
        </p:spPr>
      </p:sp>
      <p:sp>
        <p:nvSpPr>
          <p:cNvPr id="178" name="AI-098-178">
            <a:extLst xmlns:a="http://schemas.openxmlformats.org/drawingml/2006/main">
              <a:ext uri="{FF2B5EF4-FFF2-40B4-BE49-F238E27FC236}">
                <a16:creationId xmlns:a16="http://schemas.microsoft.com/office/drawing/2014/main" id="{9CF8985B-CB2A-4C45-A364-EA2AAB3B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224790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9B"/>
          </a:solidFill>
          <a:ln xmlns:a="http://schemas.openxmlformats.org/drawingml/2006/main" w="14288">
            <a:solidFill>
              <a:srgbClr val="526F82"/>
            </a:solidFill>
          </a:ln>
        </p:spPr>
      </p:sp>
      <p:sp>
        <p:nvSpPr>
          <p:cNvPr id="179" name="AI-098-179">
            <a:extLst xmlns:a="http://schemas.openxmlformats.org/drawingml/2006/main">
              <a:ext uri="{FF2B5EF4-FFF2-40B4-BE49-F238E27FC236}">
                <a16:creationId xmlns:a16="http://schemas.microsoft.com/office/drawing/2014/main" id="{7D837F79-920F-49DE-9DA2-EE247892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6950" y="21145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9B"/>
          </a:solidFill>
          <a:ln xmlns:a="http://schemas.openxmlformats.org/drawingml/2006/main" w="14288">
            <a:solidFill>
              <a:srgbClr val="526F82"/>
            </a:solidFill>
          </a:ln>
        </p:spPr>
      </p:sp>
      <p:sp>
        <p:nvSpPr>
          <p:cNvPr id="180" name="AI-098-180">
            <a:extLst xmlns:a="http://schemas.openxmlformats.org/drawingml/2006/main">
              <a:ext uri="{FF2B5EF4-FFF2-40B4-BE49-F238E27FC236}">
                <a16:creationId xmlns:a16="http://schemas.microsoft.com/office/drawing/2014/main" id="{9130748E-66C7-4B12-A29E-90B2FBD8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8875" y="24765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181" name="AI-098-181">
            <a:extLst xmlns:a="http://schemas.openxmlformats.org/drawingml/2006/main">
              <a:ext uri="{FF2B5EF4-FFF2-40B4-BE49-F238E27FC236}">
                <a16:creationId xmlns:a16="http://schemas.microsoft.com/office/drawing/2014/main" id="{651E61F5-3A24-49A7-8C28-5A257438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7450" y="2486025"/>
            <a:ext cx="13239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rPr>
              <a:t>ρtestₘ</a:t>
            </a:r>
          </a:p>
          <a:p xmlns:a="http://schemas.openxmlformats.org/drawingml/2006/main">
            <a:pPr algn="ctr">
              <a:defRPr sz="1425" b="0" i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888888"/>
                </a:solidFill>
                <a:latin typeface="Times New Roman"/>
                <a:ea typeface="Times New Roman"/>
                <a:cs typeface="Times New Roman"/>
              </a:rPr>
              <a:t>Predicted Coeff</a:t>
            </a:r>
          </a:p>
        </p:txBody>
      </p:sp>
      <p:sp>
        <p:nvSpPr>
          <p:cNvPr id="182" name="line-182">
            <a:extLst xmlns:a="http://schemas.openxmlformats.org/drawingml/2006/main">
              <a:ext uri="{FF2B5EF4-FFF2-40B4-BE49-F238E27FC236}">
                <a16:creationId xmlns:a16="http://schemas.microsoft.com/office/drawing/2014/main" id="{610D5DE3-16C7-43BF-AE23-37A23F43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667000"/>
            <a:ext cx="10" cy="723900"/>
          </a:xfrm>
          <a:custGeom xmlns:a="http://schemas.openxmlformats.org/drawingml/2006/main">
            <a:pathLst>
              <a:path w="10"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888888"/>
            </a:solidFill>
          </a:ln>
        </p:spPr>
      </p:sp>
      <p:sp>
        <p:nvSpPr>
          <p:cNvPr id="183" name="path-183">
            <a:extLst xmlns:a="http://schemas.openxmlformats.org/drawingml/2006/main">
              <a:ext uri="{FF2B5EF4-FFF2-40B4-BE49-F238E27FC236}">
                <a16:creationId xmlns:a16="http://schemas.microsoft.com/office/drawing/2014/main" id="{6EFBA766-3A28-495D-82A7-A31AC104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2309" y="3321637"/>
            <a:ext cx="63531" cy="69263"/>
          </a:xfrm>
          <a:custGeom xmlns:a="http://schemas.openxmlformats.org/drawingml/2006/main">
            <a:pathLst>
              <a:path w="63531" h="69263">
                <a:moveTo>
                  <a:pt x="31766" y="69263"/>
                </a:moveTo>
                <a:lnTo>
                  <a:pt x="0" y="0"/>
                </a:lnTo>
                <a:lnTo>
                  <a:pt x="63531" y="0"/>
                </a:lnTo>
                <a:close/>
              </a:path>
            </a:pathLst>
          </a:custGeom>
          <a:solidFill xmlns:a="http://schemas.openxmlformats.org/drawingml/2006/main">
            <a:srgbClr val="888888"/>
          </a:solidFill>
          <a:ln xmlns:a="http://schemas.openxmlformats.org/drawingml/2006/main" w="16193">
            <a:solidFill>
              <a:srgbClr val="888888"/>
            </a:solidFill>
          </a:ln>
        </p:spPr>
      </p:sp>
      <p:sp>
        <p:nvSpPr>
          <p:cNvPr id="184" name="AI-098-184">
            <a:extLst xmlns:a="http://schemas.openxmlformats.org/drawingml/2006/main">
              <a:ext uri="{FF2B5EF4-FFF2-40B4-BE49-F238E27FC236}">
                <a16:creationId xmlns:a16="http://schemas.microsoft.com/office/drawing/2014/main" id="{05879E09-CC76-465B-B7B8-DE3748DD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294322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max Eₛ[Lₛ]</a:t>
            </a:r>
          </a:p>
        </p:txBody>
      </p:sp>
      <p:sp>
        <p:nvSpPr>
          <p:cNvPr id="185" name="path-185">
            <a:extLst xmlns:a="http://schemas.openxmlformats.org/drawingml/2006/main">
              <a:ext uri="{FF2B5EF4-FFF2-40B4-BE49-F238E27FC236}">
                <a16:creationId xmlns:a16="http://schemas.microsoft.com/office/drawing/2014/main" id="{0037132E-A349-4176-9187-52EFE629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00400"/>
            <a:ext cx="1828800" cy="1095375"/>
          </a:xfrm>
          <a:custGeom xmlns:a="http://schemas.openxmlformats.org/drawingml/2006/main">
            <a:pathLst>
              <a:path w="1828800" h="1095375">
                <a:moveTo>
                  <a:pt x="47625" y="171450"/>
                </a:moveTo>
                <a:lnTo>
                  <a:pt x="495300" y="314325"/>
                </a:lnTo>
                <a:lnTo>
                  <a:pt x="704850" y="171450"/>
                </a:lnTo>
                <a:lnTo>
                  <a:pt x="847725" y="323850"/>
                </a:lnTo>
                <a:lnTo>
                  <a:pt x="1228725" y="0"/>
                </a:lnTo>
                <a:lnTo>
                  <a:pt x="1190625" y="314325"/>
                </a:lnTo>
                <a:lnTo>
                  <a:pt x="1552575" y="276225"/>
                </a:lnTo>
                <a:lnTo>
                  <a:pt x="1390650" y="438150"/>
                </a:lnTo>
                <a:lnTo>
                  <a:pt x="1828800" y="676275"/>
                </a:lnTo>
                <a:lnTo>
                  <a:pt x="1476375" y="695325"/>
                </a:lnTo>
                <a:lnTo>
                  <a:pt x="1533525" y="933450"/>
                </a:lnTo>
                <a:lnTo>
                  <a:pt x="1238250" y="800100"/>
                </a:lnTo>
                <a:lnTo>
                  <a:pt x="1123950" y="1009650"/>
                </a:lnTo>
                <a:lnTo>
                  <a:pt x="876300" y="800100"/>
                </a:lnTo>
                <a:lnTo>
                  <a:pt x="752475" y="1095375"/>
                </a:lnTo>
                <a:lnTo>
                  <a:pt x="685800" y="809625"/>
                </a:lnTo>
                <a:lnTo>
                  <a:pt x="409575" y="904875"/>
                </a:lnTo>
                <a:lnTo>
                  <a:pt x="485775" y="742950"/>
                </a:lnTo>
                <a:lnTo>
                  <a:pt x="190500" y="771525"/>
                </a:lnTo>
                <a:lnTo>
                  <a:pt x="342900" y="628650"/>
                </a:lnTo>
                <a:lnTo>
                  <a:pt x="0" y="485775"/>
                </a:lnTo>
                <a:lnTo>
                  <a:pt x="381000" y="419100"/>
                </a:lnTo>
                <a:close/>
              </a:path>
            </a:pathLst>
          </a:custGeom>
          <a:solidFill xmlns:a="http://schemas.openxmlformats.org/drawingml/2006/main">
            <a:srgbClr val="E8E5A6"/>
          </a:solidFill>
          <a:ln xmlns:a="http://schemas.openxmlformats.org/drawingml/2006/main" w="12383">
            <a:solidFill>
              <a:srgbClr val="3D516F"/>
            </a:solidFill>
          </a:ln>
        </p:spPr>
      </p:sp>
      <p:sp>
        <p:nvSpPr>
          <p:cNvPr id="186" name="AI-098-186">
            <a:extLst xmlns:a="http://schemas.openxmlformats.org/drawingml/2006/main">
              <a:ext uri="{FF2B5EF4-FFF2-40B4-BE49-F238E27FC236}">
                <a16:creationId xmlns:a16="http://schemas.microsoft.com/office/drawing/2014/main" id="{9FCB186C-25C2-4830-B07D-0C074434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2550" y="3533775"/>
            <a:ext cx="923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Winner</a:t>
            </a:r>
          </a:p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Subset</a:t>
            </a:r>
          </a:p>
        </p:txBody>
      </p:sp>
    </p:spTree>
    <p:extLst>
      <p:ext uri="{BB962C8B-B14F-4D97-AF65-F5344CB8AC3E}">
        <p14:creationId xmlns:p14="http://schemas.microsoft.com/office/powerpoint/2010/main" val="11419665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2026-09-08T04:31:39.2250000Z</dcterms:created>
  <dcterms:modified xsi:type="dcterms:W3CDTF">2026-09-08T04:31:39.2250000Z</dcterms:modified>
</coreProperties>
</file>