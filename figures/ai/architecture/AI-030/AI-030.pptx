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ff9025de7a4a70" /><Relationship Type="http://schemas.openxmlformats.org/officeDocument/2006/relationships/extended-properties" Target="/docProps/app.xml" Id="R47db40a701f641e9" /><Relationship Type="http://schemas.openxmlformats.org/officeDocument/2006/relationships/officeDocument" Target="/ppt/presentation.xml" Id="Rc063d81269da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7c6e6e54504f15"/>
  </p:sldMasterIdLst>
  <p:notesMasterIdLst>
    <p:notesMasterId xmlns:r="http://schemas.openxmlformats.org/officeDocument/2006/relationships" r:id="R50f5d37645a34d6d"/>
  </p:notesMasterIdLst>
  <p:sldIdLst>
    <p:sldId xmlns:r="http://schemas.openxmlformats.org/officeDocument/2006/relationships" id="256" r:id="R7bbb85415a644ebd"/>
  </p:sldIdLst>
  <p:sldSz cx="13030200" cy="6200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fd8b7b9c84f74" /><Relationship Type="http://schemas.openxmlformats.org/officeDocument/2006/relationships/slideMaster" Target="/ppt/slideMasters/slideMaster1.xml" Id="Rb17c6e6e54504f15" /><Relationship Type="http://schemas.openxmlformats.org/officeDocument/2006/relationships/notesMaster" Target="/ppt/notesMasters/notesMaster1.xml" Id="R50f5d37645a34d6d" /><Relationship Type="http://schemas.openxmlformats.org/officeDocument/2006/relationships/presProps" Target="/ppt/presProps.xml" Id="Rd7800ad6d8d24e80" /><Relationship Type="http://schemas.openxmlformats.org/officeDocument/2006/relationships/tableStyles" Target="/ppt/tableStyles.xml" Id="R1a7ee106216f41c5" /><Relationship Type="http://schemas.openxmlformats.org/officeDocument/2006/relationships/slide" Target="/ppt/slides/slide1.xml" Id="R7bbb85415a644e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ed01abb982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2b3c2c337747cf" /><Relationship Type="http://schemas.openxmlformats.org/officeDocument/2006/relationships/notesMaster" Target="/ppt/notesMasters/notesMaster1.xml" Id="R0ba9200e5f1143a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素材ID：AI-030</ns1:t>
            </ns1:r>
          </ns1:p>
          <ns1:p>
            <ns1:r>
              <ns1:t>论文：Hierarchical Intelligent Acoustic-Semantic Modeling: Modality Separation and Alignment for Full-Duplex SLMs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3，PDF第5页</ns1:t>
            </ns1:r>
          </ns1:p>
          <ns1:p>
            <ns1:r>
              <ns1:t>类型：系统架构</ns1:t>
            </ns1:r>
          </ns1:p>
          <ns1:p>
            <ns1:r>
              <ns1:t>借鉴点：以听说通道、文本与声学token以及参数隔离位置对比三种语音模型结构。</ns1:t>
            </ns1:r>
          </ns1:p>
          <ns1:p>
            <ns1:r>
              <ns1:t>论文URL：https://aclanthology.org/2026.acl-long.419/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ed724292148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1954a84a0e4e27" /><Relationship Type="http://schemas.openxmlformats.org/officeDocument/2006/relationships/slideLayout" Target="/ppt/slideLayouts/slideLayout1.xml" Id="R09f34ed8b4734b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f34ed8b4734b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f4d70a4c24b77" /><Relationship Type="http://schemas.openxmlformats.org/officeDocument/2006/relationships/notesSlide" Target="/ppt/notesSlides/notesSlide1.xml" Id="Rc0e217b8873748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216D2-85EE-4EBB-B4CA-C51B56E3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5" y="52718"/>
            <a:ext cx="12961384" cy="6127174"/>
          </a:xfrm>
          <a:custGeom xmlns:a="http://schemas.openxmlformats.org/drawingml/2006/main">
            <a:pathLst>
              <a:path w="12961384" h="6127174">
                <a:moveTo>
                  <a:pt x="12961384" y="6127174"/>
                </a:moveTo>
                <a:lnTo>
                  <a:pt x="12961384" y="0"/>
                </a:lnTo>
                <a:lnTo>
                  <a:pt x="0" y="0"/>
                </a:lnTo>
                <a:lnTo>
                  <a:pt x="0" y="6127174"/>
                </a:lnTo>
                <a:lnTo>
                  <a:pt x="12961384" y="61271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965EB-8E78-49D1-A826-0ABD0310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449" y="4345098"/>
            <a:ext cx="340364" cy="340364"/>
          </a:xfrm>
          <a:custGeom xmlns:a="http://schemas.openxmlformats.org/drawingml/2006/main">
            <a:pathLst>
              <a:path w="340364" h="340364">
                <a:moveTo>
                  <a:pt x="243928" y="0"/>
                </a:moveTo>
                <a:lnTo>
                  <a:pt x="96437" y="0"/>
                </a:lnTo>
                <a:cubicBezTo>
                  <a:pt x="43113" y="0"/>
                  <a:pt x="0" y="43113"/>
                  <a:pt x="0" y="96437"/>
                </a:cubicBezTo>
                <a:lnTo>
                  <a:pt x="0" y="243928"/>
                </a:lnTo>
                <a:cubicBezTo>
                  <a:pt x="0" y="297251"/>
                  <a:pt x="43113" y="340364"/>
                  <a:pt x="96437" y="340364"/>
                </a:cubicBezTo>
                <a:lnTo>
                  <a:pt x="243928" y="340364"/>
                </a:lnTo>
                <a:cubicBezTo>
                  <a:pt x="297251" y="340364"/>
                  <a:pt x="340364" y="297251"/>
                  <a:pt x="340364" y="243928"/>
                </a:cubicBezTo>
                <a:lnTo>
                  <a:pt x="340364" y="96437"/>
                </a:lnTo>
                <a:cubicBezTo>
                  <a:pt x="340364" y="43113"/>
                  <a:pt x="297251" y="0"/>
                  <a:pt x="243928" y="0"/>
                </a:cubicBezTo>
                <a:close/>
                <a:moveTo>
                  <a:pt x="293848" y="217833"/>
                </a:moveTo>
                <a:cubicBezTo>
                  <a:pt x="293848" y="235986"/>
                  <a:pt x="279099" y="249600"/>
                  <a:pt x="262080" y="249600"/>
                </a:cubicBezTo>
                <a:lnTo>
                  <a:pt x="239389" y="249600"/>
                </a:lnTo>
                <a:cubicBezTo>
                  <a:pt x="234851" y="249600"/>
                  <a:pt x="231448" y="247331"/>
                  <a:pt x="230313" y="242793"/>
                </a:cubicBezTo>
                <a:cubicBezTo>
                  <a:pt x="229179" y="241659"/>
                  <a:pt x="229179" y="239390"/>
                  <a:pt x="229179" y="238255"/>
                </a:cubicBezTo>
                <a:lnTo>
                  <a:pt x="229179" y="172451"/>
                </a:lnTo>
                <a:cubicBezTo>
                  <a:pt x="229179" y="139549"/>
                  <a:pt x="203084" y="112320"/>
                  <a:pt x="171317" y="112320"/>
                </a:cubicBezTo>
                <a:cubicBezTo>
                  <a:pt x="139549" y="112320"/>
                  <a:pt x="113455" y="139549"/>
                  <a:pt x="113455" y="172451"/>
                </a:cubicBezTo>
                <a:lnTo>
                  <a:pt x="113455" y="241659"/>
                </a:lnTo>
                <a:cubicBezTo>
                  <a:pt x="111186" y="246197"/>
                  <a:pt x="106647" y="249600"/>
                  <a:pt x="102109" y="249600"/>
                </a:cubicBezTo>
                <a:lnTo>
                  <a:pt x="79418" y="249600"/>
                </a:lnTo>
                <a:cubicBezTo>
                  <a:pt x="61266" y="249600"/>
                  <a:pt x="47651" y="234851"/>
                  <a:pt x="47651" y="217833"/>
                </a:cubicBezTo>
                <a:lnTo>
                  <a:pt x="47651" y="203084"/>
                </a:lnTo>
                <a:cubicBezTo>
                  <a:pt x="47651" y="184931"/>
                  <a:pt x="62400" y="171317"/>
                  <a:pt x="79418" y="171317"/>
                </a:cubicBezTo>
                <a:lnTo>
                  <a:pt x="91898" y="171317"/>
                </a:lnTo>
                <a:cubicBezTo>
                  <a:pt x="91898" y="127069"/>
                  <a:pt x="127069" y="90764"/>
                  <a:pt x="170182" y="90764"/>
                </a:cubicBezTo>
                <a:cubicBezTo>
                  <a:pt x="213295" y="90764"/>
                  <a:pt x="248466" y="127069"/>
                  <a:pt x="248466" y="171317"/>
                </a:cubicBezTo>
                <a:lnTo>
                  <a:pt x="260946" y="171317"/>
                </a:lnTo>
                <a:cubicBezTo>
                  <a:pt x="279099" y="171317"/>
                  <a:pt x="292713" y="186066"/>
                  <a:pt x="292713" y="203084"/>
                </a:cubicBezTo>
                <a:lnTo>
                  <a:pt x="292713" y="217833"/>
                </a:lnTo>
                <a:lnTo>
                  <a:pt x="293848" y="217833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579C1-9905-4309-889C-E317BC02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8" y="3153824"/>
            <a:ext cx="3970916" cy="945456"/>
          </a:xfrm>
          <a:custGeom xmlns:a="http://schemas.openxmlformats.org/drawingml/2006/main">
            <a:pathLst>
              <a:path w="3970916" h="945456">
                <a:moveTo>
                  <a:pt x="141818" y="0"/>
                </a:moveTo>
                <a:lnTo>
                  <a:pt x="3829097" y="0"/>
                </a:lnTo>
                <a:cubicBezTo>
                  <a:pt x="3838409" y="0"/>
                  <a:pt x="3847631" y="908"/>
                  <a:pt x="3856765" y="2725"/>
                </a:cubicBezTo>
                <a:cubicBezTo>
                  <a:pt x="3865896" y="4542"/>
                  <a:pt x="3874764" y="7232"/>
                  <a:pt x="3883368" y="10795"/>
                </a:cubicBezTo>
                <a:cubicBezTo>
                  <a:pt x="3891970" y="14358"/>
                  <a:pt x="3900143" y="18727"/>
                  <a:pt x="3907886" y="23900"/>
                </a:cubicBezTo>
                <a:cubicBezTo>
                  <a:pt x="3915629" y="29074"/>
                  <a:pt x="3922793" y="34953"/>
                  <a:pt x="3929377" y="41537"/>
                </a:cubicBezTo>
                <a:cubicBezTo>
                  <a:pt x="3935962" y="48121"/>
                  <a:pt x="3941840" y="55285"/>
                  <a:pt x="3947013" y="63028"/>
                </a:cubicBezTo>
                <a:cubicBezTo>
                  <a:pt x="3952187" y="70770"/>
                  <a:pt x="3956555" y="78943"/>
                  <a:pt x="3960119" y="87546"/>
                </a:cubicBezTo>
                <a:cubicBezTo>
                  <a:pt x="3963682" y="96149"/>
                  <a:pt x="3966373" y="105017"/>
                  <a:pt x="3968190" y="114150"/>
                </a:cubicBezTo>
                <a:cubicBezTo>
                  <a:pt x="3970007" y="123284"/>
                  <a:pt x="3970915" y="132506"/>
                  <a:pt x="3970916" y="141818"/>
                </a:cubicBezTo>
                <a:lnTo>
                  <a:pt x="3970916" y="803638"/>
                </a:lnTo>
                <a:cubicBezTo>
                  <a:pt x="3970915" y="812949"/>
                  <a:pt x="3970007" y="822171"/>
                  <a:pt x="3968190" y="831305"/>
                </a:cubicBezTo>
                <a:cubicBezTo>
                  <a:pt x="3966373" y="840438"/>
                  <a:pt x="3963682" y="849305"/>
                  <a:pt x="3960119" y="857909"/>
                </a:cubicBezTo>
                <a:cubicBezTo>
                  <a:pt x="3956555" y="866512"/>
                  <a:pt x="3952187" y="874684"/>
                  <a:pt x="3947013" y="882427"/>
                </a:cubicBezTo>
                <a:cubicBezTo>
                  <a:pt x="3941840" y="890169"/>
                  <a:pt x="3935962" y="897334"/>
                  <a:pt x="3929377" y="903918"/>
                </a:cubicBezTo>
                <a:cubicBezTo>
                  <a:pt x="3922793" y="910503"/>
                  <a:pt x="3915629" y="916381"/>
                  <a:pt x="3907886" y="921554"/>
                </a:cubicBezTo>
                <a:cubicBezTo>
                  <a:pt x="3900143" y="926728"/>
                  <a:pt x="3891970" y="931097"/>
                  <a:pt x="3883368" y="934661"/>
                </a:cubicBezTo>
                <a:cubicBezTo>
                  <a:pt x="3874764" y="938225"/>
                  <a:pt x="3865896" y="940915"/>
                  <a:pt x="3856764" y="942731"/>
                </a:cubicBezTo>
                <a:cubicBezTo>
                  <a:pt x="3847631" y="944548"/>
                  <a:pt x="3838409" y="945456"/>
                  <a:pt x="3829097" y="945456"/>
                </a:cubicBezTo>
                <a:lnTo>
                  <a:pt x="141818" y="945456"/>
                </a:lnTo>
                <a:cubicBezTo>
                  <a:pt x="132507" y="945456"/>
                  <a:pt x="123284" y="944548"/>
                  <a:pt x="114151" y="942731"/>
                </a:cubicBezTo>
                <a:cubicBezTo>
                  <a:pt x="105018" y="940915"/>
                  <a:pt x="96150" y="938225"/>
                  <a:pt x="87547" y="934661"/>
                </a:cubicBezTo>
                <a:cubicBezTo>
                  <a:pt x="78944" y="931097"/>
                  <a:pt x="70771" y="926728"/>
                  <a:pt x="63028" y="921554"/>
                </a:cubicBezTo>
                <a:cubicBezTo>
                  <a:pt x="55286" y="916381"/>
                  <a:pt x="48122" y="910503"/>
                  <a:pt x="41538" y="903918"/>
                </a:cubicBezTo>
                <a:cubicBezTo>
                  <a:pt x="34953" y="897334"/>
                  <a:pt x="29074" y="890169"/>
                  <a:pt x="23900" y="882427"/>
                </a:cubicBezTo>
                <a:cubicBezTo>
                  <a:pt x="18727" y="874684"/>
                  <a:pt x="14359" y="866512"/>
                  <a:pt x="10795" y="857909"/>
                </a:cubicBezTo>
                <a:cubicBezTo>
                  <a:pt x="7231" y="849305"/>
                  <a:pt x="4542" y="840438"/>
                  <a:pt x="2725" y="831305"/>
                </a:cubicBezTo>
                <a:cubicBezTo>
                  <a:pt x="908" y="822171"/>
                  <a:pt x="0" y="812949"/>
                  <a:pt x="0" y="803638"/>
                </a:cubicBezTo>
                <a:lnTo>
                  <a:pt x="0" y="141818"/>
                </a:lnTo>
                <a:cubicBezTo>
                  <a:pt x="0" y="132506"/>
                  <a:pt x="908" y="123284"/>
                  <a:pt x="2725" y="114150"/>
                </a:cubicBezTo>
                <a:cubicBezTo>
                  <a:pt x="4542" y="105017"/>
                  <a:pt x="7232" y="96149"/>
                  <a:pt x="10795" y="87546"/>
                </a:cubicBezTo>
                <a:cubicBezTo>
                  <a:pt x="14359" y="78943"/>
                  <a:pt x="18727" y="70770"/>
                  <a:pt x="23901" y="63028"/>
                </a:cubicBezTo>
                <a:cubicBezTo>
                  <a:pt x="29074" y="55285"/>
                  <a:pt x="34953" y="48121"/>
                  <a:pt x="41538" y="41537"/>
                </a:cubicBezTo>
                <a:cubicBezTo>
                  <a:pt x="48122" y="34953"/>
                  <a:pt x="55286" y="29074"/>
                  <a:pt x="63028" y="23900"/>
                </a:cubicBezTo>
                <a:cubicBezTo>
                  <a:pt x="70771" y="18727"/>
                  <a:pt x="78944" y="14358"/>
                  <a:pt x="87547" y="10795"/>
                </a:cubicBezTo>
                <a:cubicBezTo>
                  <a:pt x="96150" y="7232"/>
                  <a:pt x="105018" y="4542"/>
                  <a:pt x="114151" y="2725"/>
                </a:cubicBezTo>
                <a:cubicBezTo>
                  <a:pt x="123284" y="908"/>
                  <a:pt x="132507" y="0"/>
                  <a:pt x="141818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DB4EB-2A11-42E9-92D8-7A7A7BB1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8" y="3153824"/>
            <a:ext cx="3970916" cy="945456"/>
          </a:xfrm>
          <a:custGeom xmlns:a="http://schemas.openxmlformats.org/drawingml/2006/main">
            <a:pathLst>
              <a:path w="3970916" h="945456" fill="none">
                <a:moveTo>
                  <a:pt x="141818" y="0"/>
                </a:moveTo>
                <a:lnTo>
                  <a:pt x="3829097" y="0"/>
                </a:lnTo>
                <a:cubicBezTo>
                  <a:pt x="3838409" y="0"/>
                  <a:pt x="3847631" y="908"/>
                  <a:pt x="3856765" y="2725"/>
                </a:cubicBezTo>
                <a:cubicBezTo>
                  <a:pt x="3865896" y="4542"/>
                  <a:pt x="3874764" y="7232"/>
                  <a:pt x="3883368" y="10795"/>
                </a:cubicBezTo>
                <a:cubicBezTo>
                  <a:pt x="3891970" y="14358"/>
                  <a:pt x="3900143" y="18727"/>
                  <a:pt x="3907886" y="23900"/>
                </a:cubicBezTo>
                <a:cubicBezTo>
                  <a:pt x="3915629" y="29074"/>
                  <a:pt x="3922793" y="34953"/>
                  <a:pt x="3929377" y="41537"/>
                </a:cubicBezTo>
                <a:cubicBezTo>
                  <a:pt x="3935962" y="48121"/>
                  <a:pt x="3941840" y="55285"/>
                  <a:pt x="3947013" y="63028"/>
                </a:cubicBezTo>
                <a:cubicBezTo>
                  <a:pt x="3952187" y="70770"/>
                  <a:pt x="3956555" y="78943"/>
                  <a:pt x="3960119" y="87546"/>
                </a:cubicBezTo>
                <a:cubicBezTo>
                  <a:pt x="3963682" y="96149"/>
                  <a:pt x="3966373" y="105017"/>
                  <a:pt x="3968190" y="114150"/>
                </a:cubicBezTo>
                <a:cubicBezTo>
                  <a:pt x="3970007" y="123284"/>
                  <a:pt x="3970915" y="132506"/>
                  <a:pt x="3970916" y="141818"/>
                </a:cubicBezTo>
                <a:lnTo>
                  <a:pt x="3970916" y="803638"/>
                </a:lnTo>
                <a:cubicBezTo>
                  <a:pt x="3970915" y="812949"/>
                  <a:pt x="3970007" y="822171"/>
                  <a:pt x="3968190" y="831305"/>
                </a:cubicBezTo>
                <a:cubicBezTo>
                  <a:pt x="3966373" y="840438"/>
                  <a:pt x="3963682" y="849305"/>
                  <a:pt x="3960119" y="857909"/>
                </a:cubicBezTo>
                <a:cubicBezTo>
                  <a:pt x="3956555" y="866512"/>
                  <a:pt x="3952187" y="874684"/>
                  <a:pt x="3947013" y="882427"/>
                </a:cubicBezTo>
                <a:cubicBezTo>
                  <a:pt x="3941840" y="890169"/>
                  <a:pt x="3935962" y="897334"/>
                  <a:pt x="3929377" y="903918"/>
                </a:cubicBezTo>
                <a:cubicBezTo>
                  <a:pt x="3922793" y="910503"/>
                  <a:pt x="3915629" y="916381"/>
                  <a:pt x="3907886" y="921554"/>
                </a:cubicBezTo>
                <a:cubicBezTo>
                  <a:pt x="3900143" y="926728"/>
                  <a:pt x="3891970" y="931097"/>
                  <a:pt x="3883368" y="934661"/>
                </a:cubicBezTo>
                <a:cubicBezTo>
                  <a:pt x="3874764" y="938225"/>
                  <a:pt x="3865896" y="940915"/>
                  <a:pt x="3856764" y="942731"/>
                </a:cubicBezTo>
                <a:cubicBezTo>
                  <a:pt x="3847631" y="944548"/>
                  <a:pt x="3838409" y="945456"/>
                  <a:pt x="3829097" y="945456"/>
                </a:cubicBezTo>
                <a:lnTo>
                  <a:pt x="141818" y="945456"/>
                </a:lnTo>
                <a:cubicBezTo>
                  <a:pt x="132507" y="945456"/>
                  <a:pt x="123284" y="944548"/>
                  <a:pt x="114151" y="942731"/>
                </a:cubicBezTo>
                <a:cubicBezTo>
                  <a:pt x="105018" y="940915"/>
                  <a:pt x="96150" y="938225"/>
                  <a:pt x="87547" y="934661"/>
                </a:cubicBezTo>
                <a:cubicBezTo>
                  <a:pt x="78944" y="931097"/>
                  <a:pt x="70771" y="926728"/>
                  <a:pt x="63028" y="921554"/>
                </a:cubicBezTo>
                <a:cubicBezTo>
                  <a:pt x="55286" y="916381"/>
                  <a:pt x="48122" y="910503"/>
                  <a:pt x="41538" y="903918"/>
                </a:cubicBezTo>
                <a:cubicBezTo>
                  <a:pt x="34953" y="897334"/>
                  <a:pt x="29074" y="890169"/>
                  <a:pt x="23900" y="882427"/>
                </a:cubicBezTo>
                <a:cubicBezTo>
                  <a:pt x="18727" y="874684"/>
                  <a:pt x="14359" y="866512"/>
                  <a:pt x="10795" y="857909"/>
                </a:cubicBezTo>
                <a:cubicBezTo>
                  <a:pt x="7231" y="849305"/>
                  <a:pt x="4542" y="840438"/>
                  <a:pt x="2725" y="831305"/>
                </a:cubicBezTo>
                <a:cubicBezTo>
                  <a:pt x="908" y="822171"/>
                  <a:pt x="0" y="812949"/>
                  <a:pt x="0" y="803638"/>
                </a:cubicBezTo>
                <a:lnTo>
                  <a:pt x="0" y="141818"/>
                </a:lnTo>
                <a:cubicBezTo>
                  <a:pt x="0" y="132506"/>
                  <a:pt x="908" y="123284"/>
                  <a:pt x="2725" y="114150"/>
                </a:cubicBezTo>
                <a:cubicBezTo>
                  <a:pt x="4542" y="105017"/>
                  <a:pt x="7232" y="96149"/>
                  <a:pt x="10795" y="87546"/>
                </a:cubicBezTo>
                <a:cubicBezTo>
                  <a:pt x="14359" y="78943"/>
                  <a:pt x="18727" y="70770"/>
                  <a:pt x="23901" y="63028"/>
                </a:cubicBezTo>
                <a:cubicBezTo>
                  <a:pt x="29074" y="55285"/>
                  <a:pt x="34953" y="48121"/>
                  <a:pt x="41538" y="41537"/>
                </a:cubicBezTo>
                <a:cubicBezTo>
                  <a:pt x="48122" y="34953"/>
                  <a:pt x="55286" y="29074"/>
                  <a:pt x="63028" y="23900"/>
                </a:cubicBezTo>
                <a:cubicBezTo>
                  <a:pt x="70771" y="18727"/>
                  <a:pt x="78944" y="14358"/>
                  <a:pt x="87547" y="10795"/>
                </a:cubicBezTo>
                <a:cubicBezTo>
                  <a:pt x="96150" y="7232"/>
                  <a:pt x="105018" y="4542"/>
                  <a:pt x="114151" y="2725"/>
                </a:cubicBezTo>
                <a:cubicBezTo>
                  <a:pt x="123284" y="908"/>
                  <a:pt x="132507" y="0"/>
                  <a:pt x="141818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5" name="Text Transformers">
            <a:extLst xmlns:a="http://schemas.openxmlformats.org/drawingml/2006/main">
              <a:ext uri="{FF2B5EF4-FFF2-40B4-BE49-F238E27FC236}">
                <a16:creationId xmlns:a16="http://schemas.microsoft.com/office/drawing/2014/main" id="{C34DDB30-8346-4634-B50D-FE71D376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16" y="3511620"/>
            <a:ext cx="1993163" cy="254276"/>
          </a:xfrm>
          <a:custGeom xmlns:a="http://schemas.openxmlformats.org/drawingml/2006/main">
            <a:pathLst>
              <a:path w="1993163" h="254276">
                <a:moveTo>
                  <a:pt x="198103" y="2991"/>
                </a:moveTo>
                <a:lnTo>
                  <a:pt x="198103" y="32242"/>
                </a:lnTo>
                <a:lnTo>
                  <a:pt x="115837" y="32242"/>
                </a:lnTo>
                <a:lnTo>
                  <a:pt x="115837" y="247296"/>
                </a:lnTo>
                <a:lnTo>
                  <a:pt x="82266" y="247296"/>
                </a:lnTo>
                <a:lnTo>
                  <a:pt x="82266" y="32242"/>
                </a:lnTo>
                <a:lnTo>
                  <a:pt x="0" y="32242"/>
                </a:lnTo>
                <a:lnTo>
                  <a:pt x="0" y="2991"/>
                </a:lnTo>
                <a:lnTo>
                  <a:pt x="198103" y="2991"/>
                </a:lnTo>
                <a:close/>
                <a:moveTo>
                  <a:pt x="212728" y="69136"/>
                </a:moveTo>
                <a:lnTo>
                  <a:pt x="241147" y="69136"/>
                </a:lnTo>
                <a:lnTo>
                  <a:pt x="241147" y="100048"/>
                </a:lnTo>
                <a:cubicBezTo>
                  <a:pt x="243473" y="94038"/>
                  <a:pt x="249179" y="86718"/>
                  <a:pt x="258265" y="78090"/>
                </a:cubicBezTo>
                <a:cubicBezTo>
                  <a:pt x="267350" y="69462"/>
                  <a:pt x="277820" y="65148"/>
                  <a:pt x="289675" y="65148"/>
                </a:cubicBezTo>
                <a:cubicBezTo>
                  <a:pt x="290229" y="65148"/>
                  <a:pt x="291171" y="65215"/>
                  <a:pt x="292500" y="65350"/>
                </a:cubicBezTo>
                <a:cubicBezTo>
                  <a:pt x="293830" y="65482"/>
                  <a:pt x="296101" y="65747"/>
                  <a:pt x="299314" y="66145"/>
                </a:cubicBezTo>
                <a:lnTo>
                  <a:pt x="299314" y="97722"/>
                </a:lnTo>
                <a:cubicBezTo>
                  <a:pt x="297542" y="97324"/>
                  <a:pt x="295907" y="97059"/>
                  <a:pt x="294412" y="96927"/>
                </a:cubicBezTo>
                <a:cubicBezTo>
                  <a:pt x="292916" y="96792"/>
                  <a:pt x="291282" y="96725"/>
                  <a:pt x="289509" y="96725"/>
                </a:cubicBezTo>
                <a:cubicBezTo>
                  <a:pt x="274441" y="96725"/>
                  <a:pt x="262863" y="101600"/>
                  <a:pt x="254774" y="111350"/>
                </a:cubicBezTo>
                <a:cubicBezTo>
                  <a:pt x="246686" y="121100"/>
                  <a:pt x="242642" y="132290"/>
                  <a:pt x="242642" y="144921"/>
                </a:cubicBezTo>
                <a:lnTo>
                  <a:pt x="242642" y="247296"/>
                </a:lnTo>
                <a:lnTo>
                  <a:pt x="212728" y="247296"/>
                </a:lnTo>
                <a:lnTo>
                  <a:pt x="212728" y="69136"/>
                </a:lnTo>
                <a:close/>
                <a:moveTo>
                  <a:pt x="348173" y="200014"/>
                </a:moveTo>
                <a:cubicBezTo>
                  <a:pt x="348173" y="208684"/>
                  <a:pt x="351331" y="215518"/>
                  <a:pt x="357646" y="220518"/>
                </a:cubicBezTo>
                <a:cubicBezTo>
                  <a:pt x="363961" y="225518"/>
                  <a:pt x="371440" y="228017"/>
                  <a:pt x="380082" y="228017"/>
                </a:cubicBezTo>
                <a:cubicBezTo>
                  <a:pt x="390608" y="228017"/>
                  <a:pt x="400801" y="225559"/>
                  <a:pt x="410662" y="220643"/>
                </a:cubicBezTo>
                <a:cubicBezTo>
                  <a:pt x="427281" y="212485"/>
                  <a:pt x="435591" y="199211"/>
                  <a:pt x="435591" y="180818"/>
                </a:cubicBezTo>
                <a:lnTo>
                  <a:pt x="435591" y="156720"/>
                </a:lnTo>
                <a:cubicBezTo>
                  <a:pt x="431934" y="159096"/>
                  <a:pt x="427226" y="161074"/>
                  <a:pt x="421464" y="162657"/>
                </a:cubicBezTo>
                <a:cubicBezTo>
                  <a:pt x="415703" y="164239"/>
                  <a:pt x="410052" y="165352"/>
                  <a:pt x="404512" y="165996"/>
                </a:cubicBezTo>
                <a:lnTo>
                  <a:pt x="386397" y="168255"/>
                </a:lnTo>
                <a:cubicBezTo>
                  <a:pt x="375539" y="169651"/>
                  <a:pt x="367396" y="171905"/>
                  <a:pt x="361967" y="175017"/>
                </a:cubicBezTo>
                <a:cubicBezTo>
                  <a:pt x="352771" y="180239"/>
                  <a:pt x="348173" y="188571"/>
                  <a:pt x="348173" y="200014"/>
                </a:cubicBezTo>
                <a:moveTo>
                  <a:pt x="420633" y="139436"/>
                </a:moveTo>
                <a:cubicBezTo>
                  <a:pt x="427503" y="138550"/>
                  <a:pt x="432101" y="135669"/>
                  <a:pt x="434427" y="130794"/>
                </a:cubicBezTo>
                <a:cubicBezTo>
                  <a:pt x="435757" y="128125"/>
                  <a:pt x="436422" y="124287"/>
                  <a:pt x="436422" y="119280"/>
                </a:cubicBezTo>
                <a:cubicBezTo>
                  <a:pt x="436422" y="109045"/>
                  <a:pt x="432793" y="101620"/>
                  <a:pt x="425536" y="97005"/>
                </a:cubicBezTo>
                <a:cubicBezTo>
                  <a:pt x="418279" y="92386"/>
                  <a:pt x="407892" y="90077"/>
                  <a:pt x="394375" y="90077"/>
                </a:cubicBezTo>
                <a:cubicBezTo>
                  <a:pt x="378752" y="90077"/>
                  <a:pt x="367673" y="94308"/>
                  <a:pt x="361136" y="102770"/>
                </a:cubicBezTo>
                <a:cubicBezTo>
                  <a:pt x="357480" y="107448"/>
                  <a:pt x="355098" y="114407"/>
                  <a:pt x="353990" y="123648"/>
                </a:cubicBezTo>
                <a:lnTo>
                  <a:pt x="326069" y="123648"/>
                </a:lnTo>
                <a:cubicBezTo>
                  <a:pt x="326623" y="101648"/>
                  <a:pt x="333742" y="86343"/>
                  <a:pt x="347425" y="77732"/>
                </a:cubicBezTo>
                <a:cubicBezTo>
                  <a:pt x="361108" y="69121"/>
                  <a:pt x="376980" y="64815"/>
                  <a:pt x="395039" y="64815"/>
                </a:cubicBezTo>
                <a:cubicBezTo>
                  <a:pt x="415980" y="64815"/>
                  <a:pt x="432987" y="68804"/>
                  <a:pt x="446061" y="76781"/>
                </a:cubicBezTo>
                <a:cubicBezTo>
                  <a:pt x="459024" y="84759"/>
                  <a:pt x="465505" y="97178"/>
                  <a:pt x="465505" y="114040"/>
                </a:cubicBezTo>
                <a:lnTo>
                  <a:pt x="465505" y="216711"/>
                </a:lnTo>
                <a:cubicBezTo>
                  <a:pt x="465505" y="219817"/>
                  <a:pt x="466143" y="222311"/>
                  <a:pt x="467417" y="224195"/>
                </a:cubicBezTo>
                <a:cubicBezTo>
                  <a:pt x="468691" y="226078"/>
                  <a:pt x="471378" y="227020"/>
                  <a:pt x="475477" y="227020"/>
                </a:cubicBezTo>
                <a:cubicBezTo>
                  <a:pt x="476807" y="227020"/>
                  <a:pt x="478302" y="226937"/>
                  <a:pt x="479964" y="226771"/>
                </a:cubicBezTo>
                <a:cubicBezTo>
                  <a:pt x="481626" y="226605"/>
                  <a:pt x="483399" y="226355"/>
                  <a:pt x="485282" y="226023"/>
                </a:cubicBezTo>
                <a:lnTo>
                  <a:pt x="485282" y="248293"/>
                </a:lnTo>
                <a:cubicBezTo>
                  <a:pt x="480629" y="249623"/>
                  <a:pt x="477084" y="250454"/>
                  <a:pt x="474646" y="250786"/>
                </a:cubicBezTo>
                <a:cubicBezTo>
                  <a:pt x="472209" y="251118"/>
                  <a:pt x="468885" y="251285"/>
                  <a:pt x="464674" y="251285"/>
                </a:cubicBezTo>
                <a:cubicBezTo>
                  <a:pt x="454370" y="251285"/>
                  <a:pt x="446892" y="247606"/>
                  <a:pt x="442238" y="240248"/>
                </a:cubicBezTo>
                <a:cubicBezTo>
                  <a:pt x="439801" y="236346"/>
                  <a:pt x="438084" y="230829"/>
                  <a:pt x="437086" y="223696"/>
                </a:cubicBezTo>
                <a:cubicBezTo>
                  <a:pt x="430993" y="231764"/>
                  <a:pt x="422240" y="238766"/>
                  <a:pt x="410828" y="244704"/>
                </a:cubicBezTo>
                <a:cubicBezTo>
                  <a:pt x="399416" y="250642"/>
                  <a:pt x="386841" y="253611"/>
                  <a:pt x="373102" y="253611"/>
                </a:cubicBezTo>
                <a:cubicBezTo>
                  <a:pt x="356593" y="253611"/>
                  <a:pt x="343104" y="248582"/>
                  <a:pt x="332634" y="238524"/>
                </a:cubicBezTo>
                <a:cubicBezTo>
                  <a:pt x="322164" y="228466"/>
                  <a:pt x="316929" y="215880"/>
                  <a:pt x="316929" y="200767"/>
                </a:cubicBezTo>
                <a:cubicBezTo>
                  <a:pt x="316929" y="184206"/>
                  <a:pt x="322080" y="171370"/>
                  <a:pt x="332384" y="162257"/>
                </a:cubicBezTo>
                <a:cubicBezTo>
                  <a:pt x="342688" y="153144"/>
                  <a:pt x="356206" y="147531"/>
                  <a:pt x="372936" y="145419"/>
                </a:cubicBezTo>
                <a:lnTo>
                  <a:pt x="420633" y="139436"/>
                </a:lnTo>
                <a:moveTo>
                  <a:pt x="395870" y="64815"/>
                </a:moveTo>
                <a:lnTo>
                  <a:pt x="395870" y="64815"/>
                </a:lnTo>
                <a:close/>
                <a:moveTo>
                  <a:pt x="514481" y="69136"/>
                </a:moveTo>
                <a:lnTo>
                  <a:pt x="542900" y="69136"/>
                </a:lnTo>
                <a:lnTo>
                  <a:pt x="542900" y="94398"/>
                </a:lnTo>
                <a:cubicBezTo>
                  <a:pt x="551320" y="83983"/>
                  <a:pt x="560239" y="76504"/>
                  <a:pt x="569657" y="71962"/>
                </a:cubicBezTo>
                <a:cubicBezTo>
                  <a:pt x="579075" y="67419"/>
                  <a:pt x="589545" y="65148"/>
                  <a:pt x="601068" y="65148"/>
                </a:cubicBezTo>
                <a:cubicBezTo>
                  <a:pt x="626329" y="65148"/>
                  <a:pt x="643392" y="73965"/>
                  <a:pt x="652255" y="91599"/>
                </a:cubicBezTo>
                <a:cubicBezTo>
                  <a:pt x="657130" y="101245"/>
                  <a:pt x="659568" y="115051"/>
                  <a:pt x="659568" y="133017"/>
                </a:cubicBezTo>
                <a:lnTo>
                  <a:pt x="659568" y="247296"/>
                </a:lnTo>
                <a:lnTo>
                  <a:pt x="629154" y="247296"/>
                </a:lnTo>
                <a:lnTo>
                  <a:pt x="629154" y="134996"/>
                </a:lnTo>
                <a:cubicBezTo>
                  <a:pt x="629154" y="124124"/>
                  <a:pt x="627548" y="115361"/>
                  <a:pt x="624335" y="108706"/>
                </a:cubicBezTo>
                <a:cubicBezTo>
                  <a:pt x="619017" y="97616"/>
                  <a:pt x="609377" y="92071"/>
                  <a:pt x="595417" y="92071"/>
                </a:cubicBezTo>
                <a:cubicBezTo>
                  <a:pt x="588326" y="92071"/>
                  <a:pt x="582509" y="92791"/>
                  <a:pt x="577967" y="94232"/>
                </a:cubicBezTo>
                <a:cubicBezTo>
                  <a:pt x="569768" y="96673"/>
                  <a:pt x="562566" y="101553"/>
                  <a:pt x="556362" y="108872"/>
                </a:cubicBezTo>
                <a:cubicBezTo>
                  <a:pt x="551376" y="114751"/>
                  <a:pt x="548135" y="120824"/>
                  <a:pt x="546639" y="127091"/>
                </a:cubicBezTo>
                <a:cubicBezTo>
                  <a:pt x="545144" y="133358"/>
                  <a:pt x="544396" y="142314"/>
                  <a:pt x="544396" y="153957"/>
                </a:cubicBezTo>
                <a:lnTo>
                  <a:pt x="544396" y="247296"/>
                </a:lnTo>
                <a:lnTo>
                  <a:pt x="514481" y="247296"/>
                </a:lnTo>
                <a:lnTo>
                  <a:pt x="514481" y="69136"/>
                </a:lnTo>
                <a:moveTo>
                  <a:pt x="584781" y="64815"/>
                </a:moveTo>
                <a:lnTo>
                  <a:pt x="584781" y="64815"/>
                </a:lnTo>
                <a:close/>
                <a:moveTo>
                  <a:pt x="721506" y="191455"/>
                </a:moveTo>
                <a:cubicBezTo>
                  <a:pt x="722392" y="201471"/>
                  <a:pt x="724885" y="209151"/>
                  <a:pt x="728984" y="214493"/>
                </a:cubicBezTo>
                <a:cubicBezTo>
                  <a:pt x="736519" y="224174"/>
                  <a:pt x="749592" y="229015"/>
                  <a:pt x="768206" y="229015"/>
                </a:cubicBezTo>
                <a:cubicBezTo>
                  <a:pt x="779286" y="229015"/>
                  <a:pt x="789036" y="226600"/>
                  <a:pt x="797456" y="221770"/>
                </a:cubicBezTo>
                <a:cubicBezTo>
                  <a:pt x="805877" y="216936"/>
                  <a:pt x="810087" y="209464"/>
                  <a:pt x="810087" y="199354"/>
                </a:cubicBezTo>
                <a:cubicBezTo>
                  <a:pt x="810087" y="191689"/>
                  <a:pt x="806708" y="185856"/>
                  <a:pt x="799949" y="181857"/>
                </a:cubicBezTo>
                <a:cubicBezTo>
                  <a:pt x="795628" y="179413"/>
                  <a:pt x="787097" y="176582"/>
                  <a:pt x="774355" y="173366"/>
                </a:cubicBezTo>
                <a:lnTo>
                  <a:pt x="750590" y="167372"/>
                </a:lnTo>
                <a:cubicBezTo>
                  <a:pt x="735411" y="163598"/>
                  <a:pt x="724220" y="159381"/>
                  <a:pt x="717019" y="154721"/>
                </a:cubicBezTo>
                <a:cubicBezTo>
                  <a:pt x="704166" y="146619"/>
                  <a:pt x="697740" y="135408"/>
                  <a:pt x="697740" y="121088"/>
                </a:cubicBezTo>
                <a:cubicBezTo>
                  <a:pt x="697740" y="104219"/>
                  <a:pt x="703806" y="90569"/>
                  <a:pt x="715938" y="80136"/>
                </a:cubicBezTo>
                <a:cubicBezTo>
                  <a:pt x="728070" y="69701"/>
                  <a:pt x="744385" y="64483"/>
                  <a:pt x="764882" y="64483"/>
                </a:cubicBezTo>
                <a:cubicBezTo>
                  <a:pt x="791695" y="64483"/>
                  <a:pt x="811029" y="72350"/>
                  <a:pt x="822884" y="88083"/>
                </a:cubicBezTo>
                <a:cubicBezTo>
                  <a:pt x="830307" y="98054"/>
                  <a:pt x="833908" y="108801"/>
                  <a:pt x="833686" y="120324"/>
                </a:cubicBezTo>
                <a:lnTo>
                  <a:pt x="805433" y="120324"/>
                </a:lnTo>
                <a:cubicBezTo>
                  <a:pt x="804879" y="113638"/>
                  <a:pt x="802497" y="107557"/>
                  <a:pt x="798287" y="102079"/>
                </a:cubicBezTo>
                <a:cubicBezTo>
                  <a:pt x="791418" y="94299"/>
                  <a:pt x="779507" y="90409"/>
                  <a:pt x="762556" y="90409"/>
                </a:cubicBezTo>
                <a:cubicBezTo>
                  <a:pt x="751254" y="90409"/>
                  <a:pt x="742695" y="92561"/>
                  <a:pt x="736879" y="96865"/>
                </a:cubicBezTo>
                <a:cubicBezTo>
                  <a:pt x="731062" y="101165"/>
                  <a:pt x="728153" y="106845"/>
                  <a:pt x="728153" y="113905"/>
                </a:cubicBezTo>
                <a:cubicBezTo>
                  <a:pt x="728153" y="121626"/>
                  <a:pt x="731976" y="127803"/>
                  <a:pt x="739621" y="132435"/>
                </a:cubicBezTo>
                <a:cubicBezTo>
                  <a:pt x="744053" y="135191"/>
                  <a:pt x="750590" y="137624"/>
                  <a:pt x="759232" y="139732"/>
                </a:cubicBezTo>
                <a:lnTo>
                  <a:pt x="779009" y="144562"/>
                </a:lnTo>
                <a:cubicBezTo>
                  <a:pt x="800503" y="149780"/>
                  <a:pt x="814906" y="154830"/>
                  <a:pt x="822219" y="159712"/>
                </a:cubicBezTo>
                <a:cubicBezTo>
                  <a:pt x="833853" y="167371"/>
                  <a:pt x="839669" y="179413"/>
                  <a:pt x="839669" y="195838"/>
                </a:cubicBezTo>
                <a:cubicBezTo>
                  <a:pt x="839669" y="211710"/>
                  <a:pt x="833659" y="225417"/>
                  <a:pt x="821637" y="236961"/>
                </a:cubicBezTo>
                <a:cubicBezTo>
                  <a:pt x="809616" y="248504"/>
                  <a:pt x="791307" y="254276"/>
                  <a:pt x="766710" y="254276"/>
                </a:cubicBezTo>
                <a:cubicBezTo>
                  <a:pt x="740230" y="254276"/>
                  <a:pt x="721478" y="248250"/>
                  <a:pt x="710454" y="236197"/>
                </a:cubicBezTo>
                <a:cubicBezTo>
                  <a:pt x="699430" y="224145"/>
                  <a:pt x="693530" y="209231"/>
                  <a:pt x="692754" y="191455"/>
                </a:cubicBezTo>
                <a:lnTo>
                  <a:pt x="721506" y="191455"/>
                </a:lnTo>
                <a:moveTo>
                  <a:pt x="765713" y="64815"/>
                </a:moveTo>
                <a:lnTo>
                  <a:pt x="765713" y="64815"/>
                </a:lnTo>
                <a:close/>
                <a:moveTo>
                  <a:pt x="881384" y="42343"/>
                </a:moveTo>
                <a:cubicBezTo>
                  <a:pt x="881827" y="29993"/>
                  <a:pt x="883988" y="20951"/>
                  <a:pt x="887865" y="15217"/>
                </a:cubicBezTo>
                <a:cubicBezTo>
                  <a:pt x="894846" y="5072"/>
                  <a:pt x="908307" y="0"/>
                  <a:pt x="928250" y="0"/>
                </a:cubicBezTo>
                <a:cubicBezTo>
                  <a:pt x="930134" y="0"/>
                  <a:pt x="932073" y="55"/>
                  <a:pt x="934067" y="166"/>
                </a:cubicBezTo>
                <a:cubicBezTo>
                  <a:pt x="936062" y="277"/>
                  <a:pt x="938333" y="443"/>
                  <a:pt x="940881" y="665"/>
                </a:cubicBezTo>
                <a:lnTo>
                  <a:pt x="940881" y="27920"/>
                </a:lnTo>
                <a:cubicBezTo>
                  <a:pt x="937779" y="27772"/>
                  <a:pt x="935535" y="27680"/>
                  <a:pt x="934150" y="27645"/>
                </a:cubicBezTo>
                <a:cubicBezTo>
                  <a:pt x="932765" y="27607"/>
                  <a:pt x="931464" y="27588"/>
                  <a:pt x="930245" y="27588"/>
                </a:cubicBezTo>
                <a:cubicBezTo>
                  <a:pt x="921160" y="27588"/>
                  <a:pt x="915731" y="29915"/>
                  <a:pt x="913958" y="34568"/>
                </a:cubicBezTo>
                <a:cubicBezTo>
                  <a:pt x="912185" y="39222"/>
                  <a:pt x="911299" y="51077"/>
                  <a:pt x="911299" y="70134"/>
                </a:cubicBezTo>
                <a:lnTo>
                  <a:pt x="940881" y="70134"/>
                </a:lnTo>
                <a:lnTo>
                  <a:pt x="940881" y="93733"/>
                </a:lnTo>
                <a:lnTo>
                  <a:pt x="910966" y="93733"/>
                </a:lnTo>
                <a:lnTo>
                  <a:pt x="910966" y="247296"/>
                </a:lnTo>
                <a:lnTo>
                  <a:pt x="881384" y="247296"/>
                </a:lnTo>
                <a:lnTo>
                  <a:pt x="881384" y="93733"/>
                </a:lnTo>
                <a:lnTo>
                  <a:pt x="856621" y="93733"/>
                </a:lnTo>
                <a:lnTo>
                  <a:pt x="856621" y="70134"/>
                </a:lnTo>
                <a:lnTo>
                  <a:pt x="881384" y="70134"/>
                </a:lnTo>
                <a:lnTo>
                  <a:pt x="881384" y="42343"/>
                </a:lnTo>
                <a:close/>
                <a:moveTo>
                  <a:pt x="1039159" y="227685"/>
                </a:moveTo>
                <a:cubicBezTo>
                  <a:pt x="1058991" y="227685"/>
                  <a:pt x="1072592" y="220170"/>
                  <a:pt x="1079959" y="205140"/>
                </a:cubicBezTo>
                <a:cubicBezTo>
                  <a:pt x="1087327" y="190110"/>
                  <a:pt x="1091011" y="173387"/>
                  <a:pt x="1091011" y="154970"/>
                </a:cubicBezTo>
                <a:cubicBezTo>
                  <a:pt x="1091011" y="138330"/>
                  <a:pt x="1088352" y="124797"/>
                  <a:pt x="1083034" y="114372"/>
                </a:cubicBezTo>
                <a:cubicBezTo>
                  <a:pt x="1074614" y="97954"/>
                  <a:pt x="1060099" y="89744"/>
                  <a:pt x="1039491" y="89744"/>
                </a:cubicBezTo>
                <a:cubicBezTo>
                  <a:pt x="1021210" y="89744"/>
                  <a:pt x="1007915" y="96733"/>
                  <a:pt x="999605" y="110711"/>
                </a:cubicBezTo>
                <a:cubicBezTo>
                  <a:pt x="991295" y="124688"/>
                  <a:pt x="987140" y="141550"/>
                  <a:pt x="987140" y="161296"/>
                </a:cubicBezTo>
                <a:cubicBezTo>
                  <a:pt x="987140" y="180263"/>
                  <a:pt x="991295" y="196070"/>
                  <a:pt x="999605" y="208718"/>
                </a:cubicBezTo>
                <a:cubicBezTo>
                  <a:pt x="1007915" y="221363"/>
                  <a:pt x="1021099" y="227685"/>
                  <a:pt x="1039159" y="227685"/>
                </a:cubicBezTo>
                <a:moveTo>
                  <a:pt x="1040322" y="63818"/>
                </a:moveTo>
                <a:cubicBezTo>
                  <a:pt x="1063257" y="63818"/>
                  <a:pt x="1082646" y="71470"/>
                  <a:pt x="1098490" y="86774"/>
                </a:cubicBezTo>
                <a:cubicBezTo>
                  <a:pt x="1114334" y="102077"/>
                  <a:pt x="1122256" y="124588"/>
                  <a:pt x="1122256" y="154305"/>
                </a:cubicBezTo>
                <a:cubicBezTo>
                  <a:pt x="1122256" y="183029"/>
                  <a:pt x="1115276" y="206762"/>
                  <a:pt x="1101315" y="225504"/>
                </a:cubicBezTo>
                <a:cubicBezTo>
                  <a:pt x="1087355" y="244242"/>
                  <a:pt x="1065694" y="253611"/>
                  <a:pt x="1036334" y="253611"/>
                </a:cubicBezTo>
                <a:cubicBezTo>
                  <a:pt x="1011848" y="253611"/>
                  <a:pt x="992403" y="245322"/>
                  <a:pt x="978000" y="228745"/>
                </a:cubicBezTo>
                <a:cubicBezTo>
                  <a:pt x="963596" y="212167"/>
                  <a:pt x="956395" y="189905"/>
                  <a:pt x="956395" y="161961"/>
                </a:cubicBezTo>
                <a:cubicBezTo>
                  <a:pt x="956395" y="132018"/>
                  <a:pt x="963984" y="108176"/>
                  <a:pt x="979163" y="90435"/>
                </a:cubicBezTo>
                <a:cubicBezTo>
                  <a:pt x="994342" y="72691"/>
                  <a:pt x="1014728" y="63818"/>
                  <a:pt x="1040322" y="63818"/>
                </a:cubicBezTo>
                <a:moveTo>
                  <a:pt x="1039325" y="64815"/>
                </a:moveTo>
                <a:lnTo>
                  <a:pt x="1039325" y="64815"/>
                </a:lnTo>
                <a:close/>
                <a:moveTo>
                  <a:pt x="1158600" y="69136"/>
                </a:moveTo>
                <a:lnTo>
                  <a:pt x="1187019" y="69136"/>
                </a:lnTo>
                <a:lnTo>
                  <a:pt x="1187019" y="100048"/>
                </a:lnTo>
                <a:cubicBezTo>
                  <a:pt x="1189346" y="94038"/>
                  <a:pt x="1195052" y="86718"/>
                  <a:pt x="1204137" y="78090"/>
                </a:cubicBezTo>
                <a:cubicBezTo>
                  <a:pt x="1213222" y="69462"/>
                  <a:pt x="1223692" y="65148"/>
                  <a:pt x="1235547" y="65148"/>
                </a:cubicBezTo>
                <a:cubicBezTo>
                  <a:pt x="1236101" y="65148"/>
                  <a:pt x="1237043" y="65215"/>
                  <a:pt x="1238373" y="65350"/>
                </a:cubicBezTo>
                <a:cubicBezTo>
                  <a:pt x="1239702" y="65482"/>
                  <a:pt x="1241974" y="65747"/>
                  <a:pt x="1245187" y="66145"/>
                </a:cubicBezTo>
                <a:lnTo>
                  <a:pt x="1245187" y="97722"/>
                </a:lnTo>
                <a:cubicBezTo>
                  <a:pt x="1243414" y="97324"/>
                  <a:pt x="1241780" y="97059"/>
                  <a:pt x="1240284" y="96927"/>
                </a:cubicBezTo>
                <a:cubicBezTo>
                  <a:pt x="1238788" y="96792"/>
                  <a:pt x="1237154" y="96725"/>
                  <a:pt x="1235381" y="96725"/>
                </a:cubicBezTo>
                <a:cubicBezTo>
                  <a:pt x="1220313" y="96725"/>
                  <a:pt x="1208735" y="101600"/>
                  <a:pt x="1200647" y="111350"/>
                </a:cubicBezTo>
                <a:cubicBezTo>
                  <a:pt x="1192559" y="121100"/>
                  <a:pt x="1188515" y="132290"/>
                  <a:pt x="1188515" y="144921"/>
                </a:cubicBezTo>
                <a:lnTo>
                  <a:pt x="1188515" y="247296"/>
                </a:lnTo>
                <a:lnTo>
                  <a:pt x="1158600" y="247296"/>
                </a:lnTo>
                <a:lnTo>
                  <a:pt x="1158600" y="69136"/>
                </a:lnTo>
                <a:close/>
                <a:moveTo>
                  <a:pt x="1271110" y="69136"/>
                </a:moveTo>
                <a:lnTo>
                  <a:pt x="1300692" y="69136"/>
                </a:lnTo>
                <a:lnTo>
                  <a:pt x="1300692" y="94398"/>
                </a:lnTo>
                <a:cubicBezTo>
                  <a:pt x="1307783" y="85645"/>
                  <a:pt x="1314209" y="79274"/>
                  <a:pt x="1319971" y="75286"/>
                </a:cubicBezTo>
                <a:cubicBezTo>
                  <a:pt x="1329832" y="68527"/>
                  <a:pt x="1341022" y="65148"/>
                  <a:pt x="1353542" y="65148"/>
                </a:cubicBezTo>
                <a:cubicBezTo>
                  <a:pt x="1367724" y="65148"/>
                  <a:pt x="1379136" y="68638"/>
                  <a:pt x="1387778" y="75618"/>
                </a:cubicBezTo>
                <a:cubicBezTo>
                  <a:pt x="1392653" y="79607"/>
                  <a:pt x="1397085" y="85479"/>
                  <a:pt x="1401073" y="93235"/>
                </a:cubicBezTo>
                <a:cubicBezTo>
                  <a:pt x="1407721" y="83706"/>
                  <a:pt x="1415532" y="76643"/>
                  <a:pt x="1424507" y="72045"/>
                </a:cubicBezTo>
                <a:cubicBezTo>
                  <a:pt x="1433481" y="67447"/>
                  <a:pt x="1443563" y="65148"/>
                  <a:pt x="1454754" y="65148"/>
                </a:cubicBezTo>
                <a:cubicBezTo>
                  <a:pt x="1478686" y="65148"/>
                  <a:pt x="1494973" y="73799"/>
                  <a:pt x="1503615" y="91100"/>
                </a:cubicBezTo>
                <a:cubicBezTo>
                  <a:pt x="1508268" y="100414"/>
                  <a:pt x="1510595" y="112944"/>
                  <a:pt x="1510595" y="128691"/>
                </a:cubicBezTo>
                <a:lnTo>
                  <a:pt x="1510595" y="247296"/>
                </a:lnTo>
                <a:lnTo>
                  <a:pt x="1479517" y="247296"/>
                </a:lnTo>
                <a:lnTo>
                  <a:pt x="1479517" y="123513"/>
                </a:lnTo>
                <a:cubicBezTo>
                  <a:pt x="1479517" y="111647"/>
                  <a:pt x="1476553" y="103497"/>
                  <a:pt x="1470625" y="99062"/>
                </a:cubicBezTo>
                <a:cubicBezTo>
                  <a:pt x="1464698" y="94623"/>
                  <a:pt x="1457468" y="92404"/>
                  <a:pt x="1448937" y="92404"/>
                </a:cubicBezTo>
                <a:cubicBezTo>
                  <a:pt x="1437193" y="92404"/>
                  <a:pt x="1427083" y="96342"/>
                  <a:pt x="1418607" y="104219"/>
                </a:cubicBezTo>
                <a:cubicBezTo>
                  <a:pt x="1410131" y="112092"/>
                  <a:pt x="1405893" y="125235"/>
                  <a:pt x="1405893" y="143648"/>
                </a:cubicBezTo>
                <a:lnTo>
                  <a:pt x="1405893" y="247296"/>
                </a:lnTo>
                <a:lnTo>
                  <a:pt x="1375479" y="247296"/>
                </a:lnTo>
                <a:lnTo>
                  <a:pt x="1375479" y="131002"/>
                </a:lnTo>
                <a:cubicBezTo>
                  <a:pt x="1375479" y="118911"/>
                  <a:pt x="1374039" y="110095"/>
                  <a:pt x="1371158" y="104551"/>
                </a:cubicBezTo>
                <a:cubicBezTo>
                  <a:pt x="1366616" y="96231"/>
                  <a:pt x="1358140" y="92071"/>
                  <a:pt x="1345731" y="92071"/>
                </a:cubicBezTo>
                <a:cubicBezTo>
                  <a:pt x="1334430" y="92071"/>
                  <a:pt x="1324153" y="96453"/>
                  <a:pt x="1314902" y="105216"/>
                </a:cubicBezTo>
                <a:cubicBezTo>
                  <a:pt x="1305651" y="113976"/>
                  <a:pt x="1301025" y="129835"/>
                  <a:pt x="1301025" y="152794"/>
                </a:cubicBezTo>
                <a:lnTo>
                  <a:pt x="1301025" y="247296"/>
                </a:lnTo>
                <a:lnTo>
                  <a:pt x="1271110" y="247296"/>
                </a:lnTo>
                <a:lnTo>
                  <a:pt x="1271110" y="69136"/>
                </a:lnTo>
                <a:close/>
                <a:moveTo>
                  <a:pt x="1628755" y="65148"/>
                </a:moveTo>
                <a:cubicBezTo>
                  <a:pt x="1641386" y="65148"/>
                  <a:pt x="1653629" y="68112"/>
                  <a:pt x="1665484" y="74039"/>
                </a:cubicBezTo>
                <a:cubicBezTo>
                  <a:pt x="1677339" y="79967"/>
                  <a:pt x="1686369" y="87638"/>
                  <a:pt x="1692573" y="97052"/>
                </a:cubicBezTo>
                <a:cubicBezTo>
                  <a:pt x="1698556" y="106026"/>
                  <a:pt x="1702545" y="116495"/>
                  <a:pt x="1704539" y="128457"/>
                </a:cubicBezTo>
                <a:cubicBezTo>
                  <a:pt x="1706312" y="136656"/>
                  <a:pt x="1707198" y="149789"/>
                  <a:pt x="1707198" y="167855"/>
                </a:cubicBezTo>
                <a:lnTo>
                  <a:pt x="1576737" y="167855"/>
                </a:lnTo>
                <a:cubicBezTo>
                  <a:pt x="1577291" y="185915"/>
                  <a:pt x="1581556" y="200402"/>
                  <a:pt x="1589533" y="211315"/>
                </a:cubicBezTo>
                <a:cubicBezTo>
                  <a:pt x="1597511" y="222228"/>
                  <a:pt x="1609864" y="227685"/>
                  <a:pt x="1626595" y="227685"/>
                </a:cubicBezTo>
                <a:cubicBezTo>
                  <a:pt x="1642217" y="227685"/>
                  <a:pt x="1654681" y="222580"/>
                  <a:pt x="1663988" y="212369"/>
                </a:cubicBezTo>
                <a:cubicBezTo>
                  <a:pt x="1669306" y="206442"/>
                  <a:pt x="1673073" y="199581"/>
                  <a:pt x="1675289" y="191787"/>
                </a:cubicBezTo>
                <a:lnTo>
                  <a:pt x="1704706" y="191787"/>
                </a:lnTo>
                <a:cubicBezTo>
                  <a:pt x="1703930" y="198290"/>
                  <a:pt x="1701354" y="205536"/>
                  <a:pt x="1696978" y="213527"/>
                </a:cubicBezTo>
                <a:cubicBezTo>
                  <a:pt x="1692601" y="221515"/>
                  <a:pt x="1687698" y="228043"/>
                  <a:pt x="1682269" y="233112"/>
                </a:cubicBezTo>
                <a:cubicBezTo>
                  <a:pt x="1673184" y="241931"/>
                  <a:pt x="1661938" y="247883"/>
                  <a:pt x="1648532" y="250968"/>
                </a:cubicBezTo>
                <a:cubicBezTo>
                  <a:pt x="1641330" y="252730"/>
                  <a:pt x="1633187" y="253611"/>
                  <a:pt x="1624102" y="253611"/>
                </a:cubicBezTo>
                <a:cubicBezTo>
                  <a:pt x="1601943" y="253611"/>
                  <a:pt x="1583163" y="245544"/>
                  <a:pt x="1567762" y="229409"/>
                </a:cubicBezTo>
                <a:cubicBezTo>
                  <a:pt x="1552362" y="213275"/>
                  <a:pt x="1544661" y="190679"/>
                  <a:pt x="1544661" y="161623"/>
                </a:cubicBezTo>
                <a:cubicBezTo>
                  <a:pt x="1544661" y="133014"/>
                  <a:pt x="1552417" y="109783"/>
                  <a:pt x="1567928" y="91931"/>
                </a:cubicBezTo>
                <a:cubicBezTo>
                  <a:pt x="1583440" y="74076"/>
                  <a:pt x="1603715" y="65148"/>
                  <a:pt x="1628755" y="65148"/>
                </a:cubicBezTo>
                <a:moveTo>
                  <a:pt x="1676453" y="143924"/>
                </a:moveTo>
                <a:cubicBezTo>
                  <a:pt x="1675234" y="130919"/>
                  <a:pt x="1672409" y="120527"/>
                  <a:pt x="1667977" y="112747"/>
                </a:cubicBezTo>
                <a:cubicBezTo>
                  <a:pt x="1659778" y="98298"/>
                  <a:pt x="1646095" y="91074"/>
                  <a:pt x="1626927" y="91074"/>
                </a:cubicBezTo>
                <a:cubicBezTo>
                  <a:pt x="1613188" y="91074"/>
                  <a:pt x="1601666" y="96048"/>
                  <a:pt x="1592359" y="105995"/>
                </a:cubicBezTo>
                <a:cubicBezTo>
                  <a:pt x="1583052" y="115942"/>
                  <a:pt x="1578122" y="128585"/>
                  <a:pt x="1577568" y="143924"/>
                </a:cubicBezTo>
                <a:lnTo>
                  <a:pt x="1676453" y="143924"/>
                </a:lnTo>
                <a:moveTo>
                  <a:pt x="1625930" y="64815"/>
                </a:moveTo>
                <a:lnTo>
                  <a:pt x="1625930" y="64815"/>
                </a:lnTo>
                <a:close/>
                <a:moveTo>
                  <a:pt x="1744707" y="69136"/>
                </a:moveTo>
                <a:lnTo>
                  <a:pt x="1773126" y="69136"/>
                </a:lnTo>
                <a:lnTo>
                  <a:pt x="1773126" y="100048"/>
                </a:lnTo>
                <a:cubicBezTo>
                  <a:pt x="1775452" y="94038"/>
                  <a:pt x="1781158" y="86718"/>
                  <a:pt x="1790244" y="78090"/>
                </a:cubicBezTo>
                <a:cubicBezTo>
                  <a:pt x="1799329" y="69462"/>
                  <a:pt x="1809799" y="65148"/>
                  <a:pt x="1821654" y="65148"/>
                </a:cubicBezTo>
                <a:cubicBezTo>
                  <a:pt x="1822208" y="65148"/>
                  <a:pt x="1823150" y="65215"/>
                  <a:pt x="1824479" y="65350"/>
                </a:cubicBezTo>
                <a:cubicBezTo>
                  <a:pt x="1825809" y="65482"/>
                  <a:pt x="1828080" y="65747"/>
                  <a:pt x="1831293" y="66145"/>
                </a:cubicBezTo>
                <a:lnTo>
                  <a:pt x="1831293" y="97722"/>
                </a:lnTo>
                <a:cubicBezTo>
                  <a:pt x="1829521" y="97324"/>
                  <a:pt x="1827886" y="97059"/>
                  <a:pt x="1826391" y="96927"/>
                </a:cubicBezTo>
                <a:cubicBezTo>
                  <a:pt x="1824895" y="96792"/>
                  <a:pt x="1823261" y="96725"/>
                  <a:pt x="1821488" y="96725"/>
                </a:cubicBezTo>
                <a:cubicBezTo>
                  <a:pt x="1806420" y="96725"/>
                  <a:pt x="1794842" y="101600"/>
                  <a:pt x="1786754" y="111350"/>
                </a:cubicBezTo>
                <a:cubicBezTo>
                  <a:pt x="1778665" y="121100"/>
                  <a:pt x="1774621" y="132290"/>
                  <a:pt x="1774621" y="144921"/>
                </a:cubicBezTo>
                <a:lnTo>
                  <a:pt x="1774621" y="247296"/>
                </a:lnTo>
                <a:lnTo>
                  <a:pt x="1744707" y="247296"/>
                </a:lnTo>
                <a:lnTo>
                  <a:pt x="1744707" y="69136"/>
                </a:lnTo>
                <a:close/>
                <a:moveTo>
                  <a:pt x="1874999" y="191455"/>
                </a:moveTo>
                <a:cubicBezTo>
                  <a:pt x="1875886" y="201471"/>
                  <a:pt x="1878379" y="209151"/>
                  <a:pt x="1882478" y="214493"/>
                </a:cubicBezTo>
                <a:cubicBezTo>
                  <a:pt x="1890012" y="224174"/>
                  <a:pt x="1903086" y="229015"/>
                  <a:pt x="1921700" y="229015"/>
                </a:cubicBezTo>
                <a:cubicBezTo>
                  <a:pt x="1932779" y="229015"/>
                  <a:pt x="1942529" y="226600"/>
                  <a:pt x="1950950" y="221770"/>
                </a:cubicBezTo>
                <a:cubicBezTo>
                  <a:pt x="1959370" y="216936"/>
                  <a:pt x="1963580" y="209464"/>
                  <a:pt x="1963580" y="199354"/>
                </a:cubicBezTo>
                <a:cubicBezTo>
                  <a:pt x="1963580" y="191689"/>
                  <a:pt x="1960201" y="185856"/>
                  <a:pt x="1953443" y="181857"/>
                </a:cubicBezTo>
                <a:cubicBezTo>
                  <a:pt x="1949122" y="179413"/>
                  <a:pt x="1940590" y="176582"/>
                  <a:pt x="1927849" y="173366"/>
                </a:cubicBezTo>
                <a:lnTo>
                  <a:pt x="1904083" y="167372"/>
                </a:lnTo>
                <a:cubicBezTo>
                  <a:pt x="1888904" y="163598"/>
                  <a:pt x="1877714" y="159381"/>
                  <a:pt x="1870512" y="154721"/>
                </a:cubicBezTo>
                <a:cubicBezTo>
                  <a:pt x="1857660" y="146619"/>
                  <a:pt x="1851234" y="135408"/>
                  <a:pt x="1851234" y="121088"/>
                </a:cubicBezTo>
                <a:cubicBezTo>
                  <a:pt x="1851234" y="104219"/>
                  <a:pt x="1857300" y="90569"/>
                  <a:pt x="1869432" y="80136"/>
                </a:cubicBezTo>
                <a:cubicBezTo>
                  <a:pt x="1881564" y="69701"/>
                  <a:pt x="1897879" y="64483"/>
                  <a:pt x="1918376" y="64483"/>
                </a:cubicBezTo>
                <a:cubicBezTo>
                  <a:pt x="1945188" y="64483"/>
                  <a:pt x="1964522" y="72350"/>
                  <a:pt x="1976377" y="88083"/>
                </a:cubicBezTo>
                <a:cubicBezTo>
                  <a:pt x="1983801" y="98054"/>
                  <a:pt x="1987402" y="108801"/>
                  <a:pt x="1987180" y="120324"/>
                </a:cubicBezTo>
                <a:lnTo>
                  <a:pt x="1958927" y="120324"/>
                </a:lnTo>
                <a:cubicBezTo>
                  <a:pt x="1958373" y="113638"/>
                  <a:pt x="1955991" y="107557"/>
                  <a:pt x="1951781" y="102079"/>
                </a:cubicBezTo>
                <a:cubicBezTo>
                  <a:pt x="1944911" y="94299"/>
                  <a:pt x="1933001" y="90409"/>
                  <a:pt x="1916049" y="90409"/>
                </a:cubicBezTo>
                <a:cubicBezTo>
                  <a:pt x="1904748" y="90409"/>
                  <a:pt x="1896189" y="92561"/>
                  <a:pt x="1890372" y="96865"/>
                </a:cubicBezTo>
                <a:cubicBezTo>
                  <a:pt x="1884555" y="101165"/>
                  <a:pt x="1881647" y="106845"/>
                  <a:pt x="1881647" y="113905"/>
                </a:cubicBezTo>
                <a:cubicBezTo>
                  <a:pt x="1881647" y="121626"/>
                  <a:pt x="1885470" y="127803"/>
                  <a:pt x="1893114" y="132435"/>
                </a:cubicBezTo>
                <a:cubicBezTo>
                  <a:pt x="1897546" y="135191"/>
                  <a:pt x="1904083" y="137624"/>
                  <a:pt x="1912725" y="139732"/>
                </a:cubicBezTo>
                <a:lnTo>
                  <a:pt x="1932502" y="144562"/>
                </a:lnTo>
                <a:cubicBezTo>
                  <a:pt x="1953997" y="149780"/>
                  <a:pt x="1968400" y="154830"/>
                  <a:pt x="1975713" y="159712"/>
                </a:cubicBezTo>
                <a:cubicBezTo>
                  <a:pt x="1987346" y="167371"/>
                  <a:pt x="1993163" y="179413"/>
                  <a:pt x="1993163" y="195838"/>
                </a:cubicBezTo>
                <a:cubicBezTo>
                  <a:pt x="1993163" y="211710"/>
                  <a:pt x="1987152" y="225417"/>
                  <a:pt x="1975131" y="236961"/>
                </a:cubicBezTo>
                <a:cubicBezTo>
                  <a:pt x="1963110" y="248504"/>
                  <a:pt x="1944801" y="254276"/>
                  <a:pt x="1920204" y="254276"/>
                </a:cubicBezTo>
                <a:cubicBezTo>
                  <a:pt x="1893724" y="254276"/>
                  <a:pt x="1874972" y="248250"/>
                  <a:pt x="1863947" y="236197"/>
                </a:cubicBezTo>
                <a:cubicBezTo>
                  <a:pt x="1852923" y="224145"/>
                  <a:pt x="1847023" y="209231"/>
                  <a:pt x="1846248" y="191455"/>
                </a:cubicBezTo>
                <a:lnTo>
                  <a:pt x="1874999" y="191455"/>
                </a:lnTo>
                <a:moveTo>
                  <a:pt x="1919207" y="64815"/>
                </a:moveTo>
                <a:lnTo>
                  <a:pt x="1919207" y="648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CBA3C-B78D-4CC9-9397-C2A48402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05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D628D-6B60-4B7E-8643-9F06F518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05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4293F-1B58-4BDE-987E-041338D4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41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B3F2A-9BE0-4423-81FC-08E3B6DF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41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7E3860-C157-4AD0-9500-2A77D840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78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1B66C-62BB-4ACB-B050-03789F4A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78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60D9A-09B9-412B-9701-55841B16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5394C-2707-4C49-AF18-40AF18AD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373F8-1CE1-432B-914C-26D9632F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56D766-AA3C-41EC-B698-9535BB04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22850-3602-4F31-9776-851ACC27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89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7895D-6BF4-4ED4-90DD-D3135AF2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89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FB624-8806-4A77-B824-53229047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26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D2F14-CD58-42C3-B7BA-CF15749D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26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9D3FB6-0973-48FE-9B39-2410BEFF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362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777917-26F0-44FF-A767-A773D2A6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362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CC180-14F1-4A2C-A06F-78128C4B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99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38525-5D5E-4938-84B9-7EB3E8BC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99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8C6E3-2498-424B-9A50-9802C69B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36" y="447746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C59ED5-4AA6-4FDA-803E-0C4406BD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36" y="447746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EC022B-8129-440A-968E-A530316D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05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2D9B9B-655F-497A-B64B-E1EB8D00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50" y="4846190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E744F-0D70-4B22-9C10-ACEFC42A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41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56EE84-53D6-43A6-BF43-9F3A0F38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87" y="4846190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A56850-18D2-4C1B-9641-AC4D1D5C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78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F8BCF8-F3B5-4C5F-B459-3F8E6018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24" y="4846190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EE562-3744-403E-89B0-879BFA18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2AA448-A6E5-4099-A921-D181A7EC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361" y="4846190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D15C75-B031-40D2-A8B4-3C067FC9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9826EB-9304-4440-BB44-069461AA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485564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146888-483B-4DD5-98A7-49D8B7DA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89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F6BF7-A63F-4769-9A49-3CBB61EC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89" y="485564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9E634-D416-46AA-BAE7-229229DD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26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9C5FB7-8530-464B-82D9-D2A56827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271" y="4846190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E0EE0-3A76-4966-B6BB-897DE3C7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362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1133B-4FEF-4E61-9E1E-E60295CD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908" y="4846190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A6981-DDAD-4DBE-A446-FC980FC7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99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F1768-3642-4A44-8688-FDF9A3D9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545" y="4846190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E27C8E-C973-481E-B4BE-E0D8D164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36" y="485564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23A01-0D8A-49AF-8D0D-F65C2526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182" y="4846190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0F4C1-5FC5-43F3-B72A-E46BECF7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41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10BD20-F083-4D2B-9ECE-F68DB502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87" y="522437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047DE0-C633-4C2A-AC9A-F922980A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78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989AA-3721-4636-B006-06BCD8AA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24" y="522437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BD18B-4A32-4B28-B6A6-F041D475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12CA6-EB5A-4790-A161-2B979394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5233827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30E8B-730F-4B5D-B6E8-670DCCB3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C93261-5C77-4D68-9B29-FF46EF87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997" y="522437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15DEE3-C6DB-4DAF-9075-2CC97AB7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89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2663DE-8B3E-4D77-AE25-FD338467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634" y="522437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5F31B-BC4A-4C0D-9D94-BFB1972F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26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F243C-7208-4473-B748-25E900B9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271" y="522437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530689-8095-42D9-A7C3-AC38A36F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362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BCC50-2F79-409E-B53D-754A1943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908" y="522437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7C38E-A00F-49C2-B063-28BCFCA2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99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34041-260A-439E-8629-E7BA0D6F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99" y="5233827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D79B00"/>
            </a:solidFill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8D628-12D7-405E-A635-459B968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36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DEC8B-EA8B-4A20-8F3D-9A574DC2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182" y="522437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534BD-8C7C-493B-9189-7920AF50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05" y="523382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4CC852-6E9D-4184-A012-21AE0EC3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50" y="522437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049B69-3C9E-4AE4-A6DE-A81913CC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05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0DEA8-5761-4309-BFEF-42ED5C9B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50" y="229345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6E307-CD8C-47A7-8AE7-D54A556A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632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01728-EF85-4B56-8321-9AD9E404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178" y="229345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5706E-E23C-4FA8-B3C7-8C340FDC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78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9CD45-04ED-42B2-AF3E-AD6D1333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24" y="229345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3F5ED8-654F-49BB-BE11-0A243FAC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89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445E4-CE14-4430-9F2D-0E8C22C6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634" y="229345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F83DF-5431-4226-B68A-9802395C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26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AD2CA-1128-4222-8E90-A4DAAAD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271" y="229345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CABB5-7CBE-4A68-98AD-1AF71217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362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E9F57-E22D-4002-9BD8-7D9FA3F4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908" y="229345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D3E61-3FC9-43C7-8514-88D79220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99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DE498-316A-489B-AD60-E7E9D95D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545" y="229345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797E7-99E8-4059-AFD6-58FB88D2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36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713FB-CB0E-4D3A-8F6D-204175C1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182" y="229345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D432DD-F21E-4E3C-8601-BE4BC31C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05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2C167-A0C4-407E-A7D4-AB63DC9E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50" y="257709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8CCEC-003D-421F-BB86-B2BAEA69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41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9FBFF-3027-46D4-8ED8-C493E80C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87" y="257709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85803-83D7-43E5-A398-BFC7EE6B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78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9883C-05FA-4083-B4A6-E2782451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78" y="2586550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B05C3-5584-449E-8832-D84E1FC0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B07AE5-4C21-4DD9-9F80-F29B72F9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361" y="257709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66A09-E8EC-4E54-9CC9-06967B67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B03A6-B4F0-41D6-89A2-AD40F926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997" y="257709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BD89DB-6790-4319-BC94-8E0726A7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89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D8AC7-6E57-496C-A27D-E2A9F712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0634" y="257709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C3FED5-E2D8-496A-A24A-1ED2BF69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26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3EAEAD-490D-4791-A5E7-C839CFD9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271" y="257709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32601-4DDC-409D-B401-CC05FC4F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362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D6A62-816F-4967-B46F-D3DE4E2D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362" y="2586550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D79B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F2433D-001F-40CD-9161-0F9FFB01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99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F819DE-7829-479A-983F-8E4910BA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545" y="257709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97FE3-C5B3-4CED-AA6D-9AD8671F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36" y="258655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739D81-F33B-4908-891B-0AC0C227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182" y="257709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D7706-3115-4F86-971C-C7E43972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05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817C2-6B31-494C-816D-68142C3F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50" y="116836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F5D02-CD97-4BF7-9323-FD5D7301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41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043287-F8FD-4399-967E-C03EC6FA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87" y="116836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7F2F8-A534-4EC9-814B-1010927E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9178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122F9-EBD7-4DF7-8BDE-78A1C20F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24" y="116836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A73F28-4A40-4504-A577-B3BE2F55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689AB-3B8D-400C-81E1-672053B7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1177821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3A3CB-D299-4245-BCC1-6D6D9855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111BA-13EB-4F7D-A9DA-BF998B3A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1177821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EF4BE-180C-444D-A109-098930A6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89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36D8A3-D3FE-4A04-B3C4-6076B5C0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89" y="1177821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9C5EE-382E-423C-9D9F-E88FF78A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26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17F9EA-C819-4DA6-8805-E8513550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726" y="1177821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0B17E-88EE-4F97-9141-8B459E1F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362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37ABD-E3D7-4BAC-9F92-1551EE2A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362" y="1177821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A0897C-4721-4547-A64D-108F4DF2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999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9575B-E055-4CF5-B8C4-E6F54EC7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1545" y="116836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5D055C-640C-49AA-B791-FB3E9671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4636" y="117782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A928A4-A9C0-4882-B424-156D3ED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182" y="116836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CF3FF-5F96-45C8-B38D-CE4D254A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998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DDAE2-6629-4902-B25A-32F09199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16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4E2A4-1B22-488F-9446-614EE74F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4816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92B65-C56D-40D3-8C66-322979F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634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3DDB4F-3914-4D54-87C2-2A1916C1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52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DA584-2668-4364-B2BB-7C9A93AA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52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0B622-603E-44F9-B173-6298A47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271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D39092-1B9F-4994-A713-FFA6534F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089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EF8A1-76EE-46FA-A5A8-0D29BFA9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089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57ACC-3033-4FF1-B97F-033CAFEB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908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080F6-250C-4DC8-BC6E-04EE4698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26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9E0C8-94B1-49B5-A5AA-70C2D74F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26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DF898-B38B-4220-A8D2-934C52E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908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0D854-C1BE-4864-A5F2-20007191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26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B736B-B304-4049-9234-AEC4FC2F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26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57E43-4998-4871-9E1E-C98BDA8E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545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B19832-E2BB-4426-8B7D-7F6DA219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363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C2D85-91D5-44AA-8259-647324E7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9363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A2416-8846-44C5-822F-431F97BF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182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131A5F-26A6-4D64-9C00-7627192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000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2EB026-0089-408A-A824-23C9EA57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3000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19151-175C-45B6-B6D9-2483B6C5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48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5EA76-FDFB-4585-87DD-572EA4E4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66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43366-29BA-4979-9276-E7FB648A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66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3E6E9-7EA6-40C1-8059-EB57D065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385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1DF93-E6D0-49BD-A469-23F6AE6E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203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06ED81-1350-4B0B-9A6D-AA5EB3DE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203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2FFEB-6EDB-431B-991A-A8D0317B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3724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D9F30-BA50-4ED6-8DCC-BCD037C9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542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1F3AC-366D-453F-9B39-C2A15915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542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5FA5F-5C95-4B86-96F7-1CC9285A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7361" y="421973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60DED-11B6-4B22-A898-472B8376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79" y="412045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48FDC-A180-414A-A929-CF5AAAB5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179" y="412045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16F06-B15C-47B7-8705-AD8E1C15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296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22E3F-AEC8-487F-BE2A-29E608DD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114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0C41E-E8C6-4C8D-85BB-7C6B97D8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114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B7EEB-6865-44FC-A61E-F98180BA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933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3182D-DF0C-47BF-BDF2-87255E64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751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8D9E82-1CA1-48D8-ABEF-37CAAAC7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751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12D77-9387-4ED9-855B-584CA0EE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569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FBA32B-E8A0-400C-9E26-CD50C14D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387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159C3-D9BE-4F15-A2D4-470B326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0387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52FEC-B654-4348-92BD-626CDAB2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206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4852D-F483-44D1-A83E-1399BF03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024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BED67-1D36-4C13-8817-383F240E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024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3C462-8699-4FC1-9532-2599E204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206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93DB06-8916-4D09-A59F-6A37474E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024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54422-1A95-467D-91F0-17E6BC65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024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E80340-484D-4674-A457-9F6D36A5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843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37326-050E-4709-8E5B-111ACD8B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661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412DD-C636-4F9D-8628-6F6BED41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7661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7A31EE-AC10-42FF-AC3B-DF57CE8D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480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10338-6061-4F2F-8169-1796650A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298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9940A-D6AE-4EEA-A10E-7E5F0CBE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298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E88AD6-7BCA-4F37-9052-997CDF95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47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A2FD5-5221-4761-8180-7CB4493F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65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6F4482-1C2D-428E-891C-5BFEF574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65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F5663-91EF-45EA-9771-188CE716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683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EE2E5-79A9-4DC7-9F74-455993C0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501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33D00-C50F-4F01-90FA-778D74CF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501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BDBBC-7F9F-4290-8BB7-086F13A0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022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08656-8308-43C9-BBD1-B09D28B3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40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F1452-95C9-4AE7-9580-B5F7B2B2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840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1291B-8C68-4809-85C9-60CAD2F4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59" y="289609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40DB5A-C0A4-4280-8FE5-EE4C6BAE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477" y="279682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9C2A7-C614-474F-8F1C-BE2438EB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477" y="279682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CDDE80-6C6E-46BF-B612-1A9C266A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296" y="218700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53412-EC75-4CB8-BF3D-18106B97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114" y="208772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D239D-2532-4802-A35D-68D6DFDC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3114" y="208772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7BA63-A9EB-40B2-A91D-F9C8D3B9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659" y="2187001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C8E2D-740C-47DD-9D0A-201E3AC7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477" y="2087728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DAE23-42EF-4908-8415-73667ECE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477" y="2087728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46A650-1300-4BD6-BE15-BE5BF8E6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703" y="148736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EBDF1-D49F-4FC7-8A8C-E4369012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521" y="138809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3EF53-C70D-4A9A-B357-BAC063E3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521" y="138809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214B6-6A20-44CE-8D5B-8F014584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066" y="148736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5E8B4-D4CD-40AB-9F11-F045E73E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84" y="138809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2E9B8-3177-4CE4-AAFF-69319CC5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884" y="138809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1BB7F-15CB-4C1B-A77E-D17A2D70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271" y="148736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31AE1-F67E-4EA9-8A20-0DD7B9FE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089" y="138809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D6C96E-1B65-4249-B766-0918D447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2089" y="138809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D1894C-9487-4482-9831-A3EF443B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634" y="148736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FBAF9B-C004-4983-8C10-3E074A55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52" y="138809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8D077-464C-4046-91EE-7A6C766F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452" y="138809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DC852-7F4B-4DC8-B1BB-EAFD3829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908" y="1487363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4DACA-F9CD-4948-85FF-C0BE3B9F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26" y="1388090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1A097-E761-48BD-BAF9-76634A57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26" y="1388090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B4C16-6730-421A-8012-94449E6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726" y="4761099"/>
            <a:ext cx="264719" cy="331666"/>
          </a:xfrm>
          <a:custGeom xmlns:a="http://schemas.openxmlformats.org/drawingml/2006/main">
            <a:pathLst>
              <a:path w="264719" h="331666">
                <a:moveTo>
                  <a:pt x="236482" y="23690"/>
                </a:moveTo>
                <a:cubicBezTo>
                  <a:pt x="242835" y="29584"/>
                  <a:pt x="247895" y="34475"/>
                  <a:pt x="251659" y="38364"/>
                </a:cubicBezTo>
                <a:cubicBezTo>
                  <a:pt x="255424" y="42254"/>
                  <a:pt x="258307" y="45554"/>
                  <a:pt x="260307" y="48265"/>
                </a:cubicBezTo>
                <a:cubicBezTo>
                  <a:pt x="262307" y="50976"/>
                  <a:pt x="263542" y="53274"/>
                  <a:pt x="264013" y="55160"/>
                </a:cubicBezTo>
                <a:cubicBezTo>
                  <a:pt x="264484" y="57046"/>
                  <a:pt x="264719" y="58696"/>
                  <a:pt x="264719" y="60110"/>
                </a:cubicBezTo>
                <a:lnTo>
                  <a:pt x="264719" y="65767"/>
                </a:lnTo>
                <a:lnTo>
                  <a:pt x="212481" y="65767"/>
                </a:lnTo>
                <a:cubicBezTo>
                  <a:pt x="210128" y="65767"/>
                  <a:pt x="208069" y="64884"/>
                  <a:pt x="206304" y="63116"/>
                </a:cubicBezTo>
                <a:cubicBezTo>
                  <a:pt x="204539" y="61348"/>
                  <a:pt x="203069" y="59285"/>
                  <a:pt x="201892" y="56928"/>
                </a:cubicBezTo>
                <a:cubicBezTo>
                  <a:pt x="200716" y="54571"/>
                  <a:pt x="199833" y="52154"/>
                  <a:pt x="199245" y="49679"/>
                </a:cubicBezTo>
                <a:cubicBezTo>
                  <a:pt x="198657" y="47204"/>
                  <a:pt x="198363" y="45259"/>
                  <a:pt x="198363" y="43845"/>
                </a:cubicBezTo>
                <a:lnTo>
                  <a:pt x="198363" y="0"/>
                </a:lnTo>
                <a:lnTo>
                  <a:pt x="199422" y="0"/>
                </a:lnTo>
                <a:cubicBezTo>
                  <a:pt x="201304" y="0"/>
                  <a:pt x="203245" y="295"/>
                  <a:pt x="205245" y="884"/>
                </a:cubicBezTo>
                <a:cubicBezTo>
                  <a:pt x="207246" y="1473"/>
                  <a:pt x="209540" y="2593"/>
                  <a:pt x="212128" y="4243"/>
                </a:cubicBezTo>
                <a:cubicBezTo>
                  <a:pt x="214716" y="5893"/>
                  <a:pt x="217952" y="8250"/>
                  <a:pt x="221834" y="11315"/>
                </a:cubicBezTo>
                <a:cubicBezTo>
                  <a:pt x="225717" y="14379"/>
                  <a:pt x="230600" y="18504"/>
                  <a:pt x="236482" y="23690"/>
                </a:cubicBezTo>
                <a:lnTo>
                  <a:pt x="236482" y="23690"/>
                </a:lnTo>
                <a:close/>
                <a:moveTo>
                  <a:pt x="176126" y="44199"/>
                </a:moveTo>
                <a:cubicBezTo>
                  <a:pt x="176126" y="48913"/>
                  <a:pt x="176832" y="53804"/>
                  <a:pt x="178244" y="58873"/>
                </a:cubicBezTo>
                <a:cubicBezTo>
                  <a:pt x="179656" y="63941"/>
                  <a:pt x="181891" y="68655"/>
                  <a:pt x="184950" y="73016"/>
                </a:cubicBezTo>
                <a:cubicBezTo>
                  <a:pt x="188009" y="77377"/>
                  <a:pt x="191892" y="80972"/>
                  <a:pt x="196598" y="83801"/>
                </a:cubicBezTo>
                <a:cubicBezTo>
                  <a:pt x="201304" y="86629"/>
                  <a:pt x="206834" y="88044"/>
                  <a:pt x="213187" y="88044"/>
                </a:cubicBezTo>
                <a:lnTo>
                  <a:pt x="264719" y="88044"/>
                </a:lnTo>
                <a:lnTo>
                  <a:pt x="264719" y="287468"/>
                </a:lnTo>
                <a:cubicBezTo>
                  <a:pt x="264719" y="294304"/>
                  <a:pt x="263366" y="300432"/>
                  <a:pt x="260660" y="305854"/>
                </a:cubicBezTo>
                <a:cubicBezTo>
                  <a:pt x="257954" y="311276"/>
                  <a:pt x="254365" y="315873"/>
                  <a:pt x="249895" y="319644"/>
                </a:cubicBezTo>
                <a:cubicBezTo>
                  <a:pt x="245424" y="323416"/>
                  <a:pt x="240482" y="326362"/>
                  <a:pt x="235070" y="328484"/>
                </a:cubicBezTo>
                <a:cubicBezTo>
                  <a:pt x="229658" y="330605"/>
                  <a:pt x="224364" y="331666"/>
                  <a:pt x="219187" y="331666"/>
                </a:cubicBezTo>
                <a:lnTo>
                  <a:pt x="45532" y="331666"/>
                </a:lnTo>
                <a:cubicBezTo>
                  <a:pt x="41061" y="331666"/>
                  <a:pt x="36178" y="330370"/>
                  <a:pt x="30884" y="327777"/>
                </a:cubicBezTo>
                <a:cubicBezTo>
                  <a:pt x="25589" y="325184"/>
                  <a:pt x="20648" y="321766"/>
                  <a:pt x="16060" y="317523"/>
                </a:cubicBezTo>
                <a:cubicBezTo>
                  <a:pt x="11471" y="313280"/>
                  <a:pt x="7647" y="308447"/>
                  <a:pt x="4588" y="303025"/>
                </a:cubicBezTo>
                <a:cubicBezTo>
                  <a:pt x="1529" y="297604"/>
                  <a:pt x="0" y="291946"/>
                  <a:pt x="0" y="286053"/>
                </a:cubicBezTo>
                <a:lnTo>
                  <a:pt x="0" y="45613"/>
                </a:lnTo>
                <a:cubicBezTo>
                  <a:pt x="0" y="40663"/>
                  <a:pt x="1118" y="35536"/>
                  <a:pt x="3353" y="30232"/>
                </a:cubicBezTo>
                <a:cubicBezTo>
                  <a:pt x="5589" y="24928"/>
                  <a:pt x="8647" y="20037"/>
                  <a:pt x="12530" y="15558"/>
                </a:cubicBezTo>
                <a:cubicBezTo>
                  <a:pt x="16413" y="11079"/>
                  <a:pt x="20825" y="7366"/>
                  <a:pt x="25766" y="4420"/>
                </a:cubicBezTo>
                <a:cubicBezTo>
                  <a:pt x="30707" y="1473"/>
                  <a:pt x="35884" y="0"/>
                  <a:pt x="41296" y="0"/>
                </a:cubicBezTo>
                <a:lnTo>
                  <a:pt x="176126" y="0"/>
                </a:lnTo>
                <a:lnTo>
                  <a:pt x="176126" y="44199"/>
                </a:lnTo>
                <a:lnTo>
                  <a:pt x="176126" y="44199"/>
                </a:lnTo>
                <a:close/>
                <a:moveTo>
                  <a:pt x="198363" y="264838"/>
                </a:moveTo>
                <a:cubicBezTo>
                  <a:pt x="204481" y="264838"/>
                  <a:pt x="209657" y="262657"/>
                  <a:pt x="213893" y="258297"/>
                </a:cubicBezTo>
                <a:cubicBezTo>
                  <a:pt x="218128" y="253936"/>
                  <a:pt x="220246" y="248691"/>
                  <a:pt x="220246" y="242562"/>
                </a:cubicBezTo>
                <a:cubicBezTo>
                  <a:pt x="220246" y="236433"/>
                  <a:pt x="218128" y="231247"/>
                  <a:pt x="213893" y="227004"/>
                </a:cubicBezTo>
                <a:cubicBezTo>
                  <a:pt x="209657" y="222761"/>
                  <a:pt x="204481" y="220639"/>
                  <a:pt x="198363" y="220639"/>
                </a:cubicBezTo>
                <a:lnTo>
                  <a:pt x="66003" y="220639"/>
                </a:lnTo>
                <a:cubicBezTo>
                  <a:pt x="59885" y="220639"/>
                  <a:pt x="54709" y="222761"/>
                  <a:pt x="50473" y="227004"/>
                </a:cubicBezTo>
                <a:cubicBezTo>
                  <a:pt x="46238" y="231247"/>
                  <a:pt x="44120" y="236433"/>
                  <a:pt x="44120" y="242562"/>
                </a:cubicBezTo>
                <a:cubicBezTo>
                  <a:pt x="44120" y="248691"/>
                  <a:pt x="46238" y="253936"/>
                  <a:pt x="50473" y="258297"/>
                </a:cubicBezTo>
                <a:cubicBezTo>
                  <a:pt x="54709" y="262657"/>
                  <a:pt x="59885" y="264838"/>
                  <a:pt x="66003" y="264838"/>
                </a:cubicBezTo>
                <a:lnTo>
                  <a:pt x="198363" y="264838"/>
                </a:lnTo>
                <a:lnTo>
                  <a:pt x="198363" y="264838"/>
                </a:lnTo>
                <a:close/>
                <a:moveTo>
                  <a:pt x="220246" y="154518"/>
                </a:moveTo>
                <a:cubicBezTo>
                  <a:pt x="220246" y="148389"/>
                  <a:pt x="218128" y="143144"/>
                  <a:pt x="213893" y="138784"/>
                </a:cubicBezTo>
                <a:cubicBezTo>
                  <a:pt x="209657" y="134423"/>
                  <a:pt x="204481" y="132242"/>
                  <a:pt x="198363" y="132242"/>
                </a:cubicBezTo>
                <a:lnTo>
                  <a:pt x="66003" y="132242"/>
                </a:lnTo>
                <a:cubicBezTo>
                  <a:pt x="59885" y="132242"/>
                  <a:pt x="54709" y="134423"/>
                  <a:pt x="50473" y="138784"/>
                </a:cubicBezTo>
                <a:cubicBezTo>
                  <a:pt x="46238" y="143144"/>
                  <a:pt x="44120" y="148389"/>
                  <a:pt x="44120" y="154518"/>
                </a:cubicBezTo>
                <a:cubicBezTo>
                  <a:pt x="44120" y="160647"/>
                  <a:pt x="46238" y="165833"/>
                  <a:pt x="50473" y="170076"/>
                </a:cubicBezTo>
                <a:cubicBezTo>
                  <a:pt x="54709" y="174319"/>
                  <a:pt x="59885" y="176441"/>
                  <a:pt x="66003" y="176441"/>
                </a:cubicBezTo>
                <a:lnTo>
                  <a:pt x="198363" y="176441"/>
                </a:lnTo>
                <a:cubicBezTo>
                  <a:pt x="204481" y="176441"/>
                  <a:pt x="209657" y="174319"/>
                  <a:pt x="213893" y="170076"/>
                </a:cubicBezTo>
                <a:cubicBezTo>
                  <a:pt x="218128" y="165833"/>
                  <a:pt x="220246" y="160647"/>
                  <a:pt x="220246" y="154518"/>
                </a:cubicBez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BEB354-9C0A-4B3E-936A-E85FC850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903" y="5177100"/>
            <a:ext cx="340364" cy="340364"/>
          </a:xfrm>
          <a:custGeom xmlns:a="http://schemas.openxmlformats.org/drawingml/2006/main">
            <a:pathLst>
              <a:path w="340364" h="340364">
                <a:moveTo>
                  <a:pt x="170182" y="0"/>
                </a:moveTo>
                <a:cubicBezTo>
                  <a:pt x="76193" y="0"/>
                  <a:pt x="0" y="76193"/>
                  <a:pt x="0" y="170182"/>
                </a:cubicBezTo>
                <a:cubicBezTo>
                  <a:pt x="0" y="264171"/>
                  <a:pt x="76193" y="340364"/>
                  <a:pt x="170182" y="340364"/>
                </a:cubicBezTo>
                <a:cubicBezTo>
                  <a:pt x="264171" y="340364"/>
                  <a:pt x="340364" y="264171"/>
                  <a:pt x="340364" y="170182"/>
                </a:cubicBezTo>
                <a:cubicBezTo>
                  <a:pt x="340364" y="76193"/>
                  <a:pt x="264171" y="0"/>
                  <a:pt x="170182" y="0"/>
                </a:cubicBezTo>
                <a:close/>
                <a:moveTo>
                  <a:pt x="106870" y="226506"/>
                </a:moveTo>
                <a:lnTo>
                  <a:pt x="106870" y="262047"/>
                </a:lnTo>
                <a:cubicBezTo>
                  <a:pt x="106870" y="266810"/>
                  <a:pt x="102896" y="270784"/>
                  <a:pt x="98133" y="270784"/>
                </a:cubicBezTo>
                <a:cubicBezTo>
                  <a:pt x="93370" y="270784"/>
                  <a:pt x="89396" y="266810"/>
                  <a:pt x="89396" y="262047"/>
                </a:cubicBezTo>
                <a:lnTo>
                  <a:pt x="89396" y="247166"/>
                </a:lnTo>
                <a:lnTo>
                  <a:pt x="89396" y="226506"/>
                </a:lnTo>
                <a:cubicBezTo>
                  <a:pt x="76884" y="222752"/>
                  <a:pt x="67764" y="211153"/>
                  <a:pt x="67764" y="197418"/>
                </a:cubicBezTo>
                <a:cubicBezTo>
                  <a:pt x="67764" y="183684"/>
                  <a:pt x="76884" y="172085"/>
                  <a:pt x="89396" y="168331"/>
                </a:cubicBezTo>
                <a:lnTo>
                  <a:pt x="89396" y="112188"/>
                </a:lnTo>
                <a:lnTo>
                  <a:pt x="89396" y="78080"/>
                </a:lnTo>
                <a:cubicBezTo>
                  <a:pt x="89396" y="73317"/>
                  <a:pt x="93370" y="69343"/>
                  <a:pt x="98133" y="69343"/>
                </a:cubicBezTo>
                <a:cubicBezTo>
                  <a:pt x="102896" y="69343"/>
                  <a:pt x="106870" y="73317"/>
                  <a:pt x="106870" y="78080"/>
                </a:cubicBezTo>
                <a:lnTo>
                  <a:pt x="106870" y="168331"/>
                </a:lnTo>
                <a:cubicBezTo>
                  <a:pt x="119382" y="172085"/>
                  <a:pt x="128502" y="183684"/>
                  <a:pt x="128502" y="197418"/>
                </a:cubicBezTo>
                <a:cubicBezTo>
                  <a:pt x="128502" y="211153"/>
                  <a:pt x="119382" y="222753"/>
                  <a:pt x="106870" y="226506"/>
                </a:cubicBezTo>
                <a:close/>
                <a:moveTo>
                  <a:pt x="178923" y="148664"/>
                </a:moveTo>
                <a:lnTo>
                  <a:pt x="178923" y="262937"/>
                </a:lnTo>
                <a:cubicBezTo>
                  <a:pt x="178923" y="267700"/>
                  <a:pt x="174949" y="271674"/>
                  <a:pt x="170186" y="271674"/>
                </a:cubicBezTo>
                <a:cubicBezTo>
                  <a:pt x="165423" y="271674"/>
                  <a:pt x="161449" y="267700"/>
                  <a:pt x="161449" y="262937"/>
                </a:cubicBezTo>
                <a:lnTo>
                  <a:pt x="161449" y="248056"/>
                </a:lnTo>
                <a:lnTo>
                  <a:pt x="161449" y="184761"/>
                </a:lnTo>
                <a:lnTo>
                  <a:pt x="161449" y="148195"/>
                </a:lnTo>
                <a:cubicBezTo>
                  <a:pt x="149340" y="144201"/>
                  <a:pt x="140596" y="132803"/>
                  <a:pt x="140596" y="119355"/>
                </a:cubicBezTo>
                <a:cubicBezTo>
                  <a:pt x="140596" y="105908"/>
                  <a:pt x="149340" y="94510"/>
                  <a:pt x="161449" y="90516"/>
                </a:cubicBezTo>
                <a:lnTo>
                  <a:pt x="161449" y="78969"/>
                </a:lnTo>
                <a:cubicBezTo>
                  <a:pt x="161449" y="74207"/>
                  <a:pt x="165423" y="70232"/>
                  <a:pt x="170186" y="70232"/>
                </a:cubicBezTo>
                <a:cubicBezTo>
                  <a:pt x="174949" y="70232"/>
                  <a:pt x="178923" y="74207"/>
                  <a:pt x="178923" y="78969"/>
                </a:cubicBezTo>
                <a:lnTo>
                  <a:pt x="178923" y="90047"/>
                </a:lnTo>
                <a:cubicBezTo>
                  <a:pt x="191834" y="93545"/>
                  <a:pt x="201334" y="105337"/>
                  <a:pt x="201334" y="119355"/>
                </a:cubicBezTo>
                <a:cubicBezTo>
                  <a:pt x="201334" y="133373"/>
                  <a:pt x="191834" y="145166"/>
                  <a:pt x="178923" y="148664"/>
                </a:cubicBezTo>
                <a:lnTo>
                  <a:pt x="178923" y="148664"/>
                </a:lnTo>
                <a:close/>
                <a:moveTo>
                  <a:pt x="250600" y="249878"/>
                </a:moveTo>
                <a:lnTo>
                  <a:pt x="250600" y="262047"/>
                </a:lnTo>
                <a:cubicBezTo>
                  <a:pt x="250600" y="266810"/>
                  <a:pt x="246625" y="270784"/>
                  <a:pt x="241863" y="270784"/>
                </a:cubicBezTo>
                <a:cubicBezTo>
                  <a:pt x="237100" y="270784"/>
                  <a:pt x="233126" y="266810"/>
                  <a:pt x="233126" y="262047"/>
                </a:cubicBezTo>
                <a:lnTo>
                  <a:pt x="233126" y="249857"/>
                </a:lnTo>
                <a:cubicBezTo>
                  <a:pt x="220632" y="246092"/>
                  <a:pt x="211531" y="234501"/>
                  <a:pt x="211531" y="220780"/>
                </a:cubicBezTo>
                <a:cubicBezTo>
                  <a:pt x="211531" y="207059"/>
                  <a:pt x="220632" y="195469"/>
                  <a:pt x="233126" y="191703"/>
                </a:cubicBezTo>
                <a:lnTo>
                  <a:pt x="233126" y="183871"/>
                </a:lnTo>
                <a:lnTo>
                  <a:pt x="233126" y="112188"/>
                </a:lnTo>
                <a:lnTo>
                  <a:pt x="233126" y="78080"/>
                </a:lnTo>
                <a:cubicBezTo>
                  <a:pt x="233126" y="73317"/>
                  <a:pt x="237100" y="69343"/>
                  <a:pt x="241863" y="69343"/>
                </a:cubicBezTo>
                <a:cubicBezTo>
                  <a:pt x="246625" y="69343"/>
                  <a:pt x="250600" y="73317"/>
                  <a:pt x="250600" y="78080"/>
                </a:cubicBezTo>
                <a:lnTo>
                  <a:pt x="250600" y="191682"/>
                </a:lnTo>
                <a:cubicBezTo>
                  <a:pt x="263131" y="195424"/>
                  <a:pt x="272269" y="207032"/>
                  <a:pt x="272269" y="220780"/>
                </a:cubicBezTo>
                <a:cubicBezTo>
                  <a:pt x="272269" y="234528"/>
                  <a:pt x="263131" y="246136"/>
                  <a:pt x="250600" y="249878"/>
                </a:cubicBezTo>
                <a:lnTo>
                  <a:pt x="250600" y="249878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7D965-9D82-4C90-8779-065B7FCA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76" y="1073820"/>
            <a:ext cx="378182" cy="378182"/>
          </a:xfrm>
          <a:custGeom xmlns:a="http://schemas.openxmlformats.org/drawingml/2006/main">
            <a:pathLst>
              <a:path w="378182" h="378182">
                <a:moveTo>
                  <a:pt x="187540" y="6"/>
                </a:moveTo>
                <a:lnTo>
                  <a:pt x="185990" y="25"/>
                </a:lnTo>
                <a:lnTo>
                  <a:pt x="184441" y="57"/>
                </a:lnTo>
                <a:lnTo>
                  <a:pt x="182893" y="101"/>
                </a:lnTo>
                <a:lnTo>
                  <a:pt x="181347" y="158"/>
                </a:lnTo>
                <a:lnTo>
                  <a:pt x="179802" y="227"/>
                </a:lnTo>
                <a:lnTo>
                  <a:pt x="178258" y="309"/>
                </a:lnTo>
                <a:lnTo>
                  <a:pt x="176715" y="404"/>
                </a:lnTo>
                <a:lnTo>
                  <a:pt x="175174" y="511"/>
                </a:lnTo>
                <a:lnTo>
                  <a:pt x="173633" y="631"/>
                </a:lnTo>
                <a:lnTo>
                  <a:pt x="172095" y="763"/>
                </a:lnTo>
                <a:lnTo>
                  <a:pt x="170557" y="908"/>
                </a:lnTo>
                <a:lnTo>
                  <a:pt x="169020" y="1066"/>
                </a:lnTo>
                <a:lnTo>
                  <a:pt x="167485" y="1236"/>
                </a:lnTo>
                <a:lnTo>
                  <a:pt x="165951" y="1419"/>
                </a:lnTo>
                <a:lnTo>
                  <a:pt x="164418" y="1615"/>
                </a:lnTo>
                <a:lnTo>
                  <a:pt x="162887" y="1823"/>
                </a:lnTo>
                <a:lnTo>
                  <a:pt x="161357" y="2044"/>
                </a:lnTo>
                <a:lnTo>
                  <a:pt x="159828" y="2277"/>
                </a:lnTo>
                <a:lnTo>
                  <a:pt x="158300" y="2523"/>
                </a:lnTo>
                <a:lnTo>
                  <a:pt x="156773" y="2782"/>
                </a:lnTo>
                <a:lnTo>
                  <a:pt x="155248" y="3053"/>
                </a:lnTo>
                <a:lnTo>
                  <a:pt x="153724" y="3337"/>
                </a:lnTo>
                <a:lnTo>
                  <a:pt x="152201" y="3633"/>
                </a:lnTo>
                <a:lnTo>
                  <a:pt x="150681" y="3942"/>
                </a:lnTo>
                <a:lnTo>
                  <a:pt x="149164" y="4263"/>
                </a:lnTo>
                <a:lnTo>
                  <a:pt x="147651" y="4596"/>
                </a:lnTo>
                <a:lnTo>
                  <a:pt x="146142" y="4941"/>
                </a:lnTo>
                <a:lnTo>
                  <a:pt x="144636" y="5299"/>
                </a:lnTo>
                <a:lnTo>
                  <a:pt x="143135" y="5668"/>
                </a:lnTo>
                <a:lnTo>
                  <a:pt x="141636" y="6050"/>
                </a:lnTo>
                <a:lnTo>
                  <a:pt x="140142" y="6444"/>
                </a:lnTo>
                <a:lnTo>
                  <a:pt x="138651" y="6850"/>
                </a:lnTo>
                <a:lnTo>
                  <a:pt x="137164" y="7268"/>
                </a:lnTo>
                <a:lnTo>
                  <a:pt x="135680" y="7698"/>
                </a:lnTo>
                <a:lnTo>
                  <a:pt x="134200" y="8140"/>
                </a:lnTo>
                <a:lnTo>
                  <a:pt x="132724" y="8595"/>
                </a:lnTo>
                <a:lnTo>
                  <a:pt x="131252" y="9061"/>
                </a:lnTo>
                <a:lnTo>
                  <a:pt x="129783" y="9540"/>
                </a:lnTo>
                <a:lnTo>
                  <a:pt x="128318" y="10031"/>
                </a:lnTo>
                <a:lnTo>
                  <a:pt x="126856" y="10533"/>
                </a:lnTo>
                <a:lnTo>
                  <a:pt x="125398" y="11049"/>
                </a:lnTo>
                <a:lnTo>
                  <a:pt x="123944" y="11576"/>
                </a:lnTo>
                <a:lnTo>
                  <a:pt x="122494" y="12115"/>
                </a:lnTo>
                <a:lnTo>
                  <a:pt x="121047" y="12667"/>
                </a:lnTo>
                <a:lnTo>
                  <a:pt x="119604" y="13230"/>
                </a:lnTo>
                <a:lnTo>
                  <a:pt x="118165" y="13806"/>
                </a:lnTo>
                <a:lnTo>
                  <a:pt x="116729" y="14394"/>
                </a:lnTo>
                <a:lnTo>
                  <a:pt x="115298" y="14993"/>
                </a:lnTo>
                <a:lnTo>
                  <a:pt x="113873" y="15604"/>
                </a:lnTo>
                <a:lnTo>
                  <a:pt x="112454" y="16226"/>
                </a:lnTo>
                <a:lnTo>
                  <a:pt x="111042" y="16859"/>
                </a:lnTo>
                <a:lnTo>
                  <a:pt x="109635" y="17503"/>
                </a:lnTo>
                <a:lnTo>
                  <a:pt x="108234" y="18158"/>
                </a:lnTo>
                <a:lnTo>
                  <a:pt x="106839" y="18825"/>
                </a:lnTo>
                <a:lnTo>
                  <a:pt x="105450" y="19503"/>
                </a:lnTo>
                <a:lnTo>
                  <a:pt x="104066" y="20192"/>
                </a:lnTo>
                <a:lnTo>
                  <a:pt x="102689" y="20892"/>
                </a:lnTo>
                <a:lnTo>
                  <a:pt x="101318" y="21603"/>
                </a:lnTo>
                <a:lnTo>
                  <a:pt x="99953" y="22326"/>
                </a:lnTo>
                <a:lnTo>
                  <a:pt x="98594" y="23059"/>
                </a:lnTo>
                <a:lnTo>
                  <a:pt x="97241" y="23804"/>
                </a:lnTo>
                <a:lnTo>
                  <a:pt x="95894" y="24560"/>
                </a:lnTo>
                <a:lnTo>
                  <a:pt x="94552" y="25327"/>
                </a:lnTo>
                <a:lnTo>
                  <a:pt x="93217" y="26106"/>
                </a:lnTo>
                <a:lnTo>
                  <a:pt x="91888" y="26895"/>
                </a:lnTo>
                <a:lnTo>
                  <a:pt x="90565" y="27696"/>
                </a:lnTo>
                <a:lnTo>
                  <a:pt x="89247" y="28508"/>
                </a:lnTo>
                <a:lnTo>
                  <a:pt x="87936" y="29331"/>
                </a:lnTo>
                <a:lnTo>
                  <a:pt x="86631" y="30165"/>
                </a:lnTo>
                <a:lnTo>
                  <a:pt x="85331" y="31011"/>
                </a:lnTo>
                <a:lnTo>
                  <a:pt x="84038" y="31868"/>
                </a:lnTo>
                <a:lnTo>
                  <a:pt x="82751" y="32735"/>
                </a:lnTo>
                <a:lnTo>
                  <a:pt x="81473" y="33612"/>
                </a:lnTo>
                <a:lnTo>
                  <a:pt x="80203" y="34498"/>
                </a:lnTo>
                <a:lnTo>
                  <a:pt x="78940" y="35395"/>
                </a:lnTo>
                <a:lnTo>
                  <a:pt x="77686" y="36301"/>
                </a:lnTo>
                <a:lnTo>
                  <a:pt x="76440" y="37217"/>
                </a:lnTo>
                <a:lnTo>
                  <a:pt x="75202" y="38143"/>
                </a:lnTo>
                <a:lnTo>
                  <a:pt x="73972" y="39079"/>
                </a:lnTo>
                <a:lnTo>
                  <a:pt x="72750" y="40025"/>
                </a:lnTo>
                <a:lnTo>
                  <a:pt x="71536" y="40980"/>
                </a:lnTo>
                <a:lnTo>
                  <a:pt x="70330" y="41945"/>
                </a:lnTo>
                <a:lnTo>
                  <a:pt x="69132" y="42920"/>
                </a:lnTo>
                <a:lnTo>
                  <a:pt x="67942" y="43905"/>
                </a:lnTo>
                <a:lnTo>
                  <a:pt x="66760" y="44899"/>
                </a:lnTo>
                <a:lnTo>
                  <a:pt x="65586" y="45904"/>
                </a:lnTo>
                <a:lnTo>
                  <a:pt x="64420" y="46918"/>
                </a:lnTo>
                <a:lnTo>
                  <a:pt x="63263" y="47942"/>
                </a:lnTo>
                <a:lnTo>
                  <a:pt x="62113" y="48975"/>
                </a:lnTo>
                <a:lnTo>
                  <a:pt x="60971" y="50019"/>
                </a:lnTo>
                <a:lnTo>
                  <a:pt x="59838" y="51072"/>
                </a:lnTo>
                <a:lnTo>
                  <a:pt x="58712" y="52135"/>
                </a:lnTo>
                <a:lnTo>
                  <a:pt x="57594" y="53208"/>
                </a:lnTo>
                <a:lnTo>
                  <a:pt x="56485" y="54291"/>
                </a:lnTo>
                <a:lnTo>
                  <a:pt x="55384" y="55384"/>
                </a:lnTo>
                <a:lnTo>
                  <a:pt x="54291" y="56485"/>
                </a:lnTo>
                <a:lnTo>
                  <a:pt x="53208" y="57594"/>
                </a:lnTo>
                <a:lnTo>
                  <a:pt x="52135" y="58712"/>
                </a:lnTo>
                <a:lnTo>
                  <a:pt x="51072" y="59838"/>
                </a:lnTo>
                <a:lnTo>
                  <a:pt x="50019" y="60971"/>
                </a:lnTo>
                <a:lnTo>
                  <a:pt x="48975" y="62113"/>
                </a:lnTo>
                <a:lnTo>
                  <a:pt x="47942" y="63263"/>
                </a:lnTo>
                <a:lnTo>
                  <a:pt x="46918" y="64420"/>
                </a:lnTo>
                <a:lnTo>
                  <a:pt x="45904" y="65586"/>
                </a:lnTo>
                <a:lnTo>
                  <a:pt x="44899" y="66760"/>
                </a:lnTo>
                <a:lnTo>
                  <a:pt x="43905" y="67942"/>
                </a:lnTo>
                <a:lnTo>
                  <a:pt x="42920" y="69132"/>
                </a:lnTo>
                <a:lnTo>
                  <a:pt x="41945" y="70330"/>
                </a:lnTo>
                <a:lnTo>
                  <a:pt x="40980" y="71536"/>
                </a:lnTo>
                <a:lnTo>
                  <a:pt x="40025" y="72750"/>
                </a:lnTo>
                <a:lnTo>
                  <a:pt x="39079" y="73972"/>
                </a:lnTo>
                <a:lnTo>
                  <a:pt x="38143" y="75202"/>
                </a:lnTo>
                <a:lnTo>
                  <a:pt x="37217" y="76440"/>
                </a:lnTo>
                <a:lnTo>
                  <a:pt x="36301" y="77686"/>
                </a:lnTo>
                <a:lnTo>
                  <a:pt x="35395" y="78940"/>
                </a:lnTo>
                <a:lnTo>
                  <a:pt x="34498" y="80203"/>
                </a:lnTo>
                <a:lnTo>
                  <a:pt x="33612" y="81473"/>
                </a:lnTo>
                <a:lnTo>
                  <a:pt x="32735" y="82751"/>
                </a:lnTo>
                <a:lnTo>
                  <a:pt x="31868" y="84038"/>
                </a:lnTo>
                <a:lnTo>
                  <a:pt x="31011" y="85331"/>
                </a:lnTo>
                <a:lnTo>
                  <a:pt x="30165" y="86631"/>
                </a:lnTo>
                <a:lnTo>
                  <a:pt x="29331" y="87936"/>
                </a:lnTo>
                <a:lnTo>
                  <a:pt x="28508" y="89247"/>
                </a:lnTo>
                <a:lnTo>
                  <a:pt x="27696" y="90565"/>
                </a:lnTo>
                <a:lnTo>
                  <a:pt x="26895" y="91888"/>
                </a:lnTo>
                <a:lnTo>
                  <a:pt x="26106" y="93217"/>
                </a:lnTo>
                <a:lnTo>
                  <a:pt x="25327" y="94552"/>
                </a:lnTo>
                <a:lnTo>
                  <a:pt x="24560" y="95894"/>
                </a:lnTo>
                <a:lnTo>
                  <a:pt x="23804" y="97241"/>
                </a:lnTo>
                <a:lnTo>
                  <a:pt x="23059" y="98594"/>
                </a:lnTo>
                <a:lnTo>
                  <a:pt x="22326" y="99953"/>
                </a:lnTo>
                <a:lnTo>
                  <a:pt x="21603" y="101318"/>
                </a:lnTo>
                <a:lnTo>
                  <a:pt x="20892" y="102689"/>
                </a:lnTo>
                <a:lnTo>
                  <a:pt x="20192" y="104066"/>
                </a:lnTo>
                <a:lnTo>
                  <a:pt x="19503" y="105450"/>
                </a:lnTo>
                <a:lnTo>
                  <a:pt x="18825" y="106839"/>
                </a:lnTo>
                <a:lnTo>
                  <a:pt x="18158" y="108234"/>
                </a:lnTo>
                <a:lnTo>
                  <a:pt x="17503" y="109635"/>
                </a:lnTo>
                <a:lnTo>
                  <a:pt x="16859" y="111042"/>
                </a:lnTo>
                <a:lnTo>
                  <a:pt x="16226" y="112454"/>
                </a:lnTo>
                <a:lnTo>
                  <a:pt x="15604" y="113873"/>
                </a:lnTo>
                <a:lnTo>
                  <a:pt x="14993" y="115298"/>
                </a:lnTo>
                <a:lnTo>
                  <a:pt x="14394" y="116729"/>
                </a:lnTo>
                <a:lnTo>
                  <a:pt x="13806" y="118165"/>
                </a:lnTo>
                <a:lnTo>
                  <a:pt x="13230" y="119604"/>
                </a:lnTo>
                <a:lnTo>
                  <a:pt x="12667" y="121047"/>
                </a:lnTo>
                <a:lnTo>
                  <a:pt x="12115" y="122494"/>
                </a:lnTo>
                <a:lnTo>
                  <a:pt x="11576" y="123944"/>
                </a:lnTo>
                <a:lnTo>
                  <a:pt x="11049" y="125398"/>
                </a:lnTo>
                <a:lnTo>
                  <a:pt x="10533" y="126856"/>
                </a:lnTo>
                <a:lnTo>
                  <a:pt x="10031" y="128318"/>
                </a:lnTo>
                <a:lnTo>
                  <a:pt x="9540" y="129783"/>
                </a:lnTo>
                <a:lnTo>
                  <a:pt x="9061" y="131252"/>
                </a:lnTo>
                <a:lnTo>
                  <a:pt x="8595" y="132724"/>
                </a:lnTo>
                <a:lnTo>
                  <a:pt x="8140" y="134200"/>
                </a:lnTo>
                <a:lnTo>
                  <a:pt x="7698" y="135680"/>
                </a:lnTo>
                <a:lnTo>
                  <a:pt x="7268" y="137164"/>
                </a:lnTo>
                <a:lnTo>
                  <a:pt x="6850" y="138651"/>
                </a:lnTo>
                <a:lnTo>
                  <a:pt x="6444" y="140142"/>
                </a:lnTo>
                <a:lnTo>
                  <a:pt x="6050" y="141636"/>
                </a:lnTo>
                <a:lnTo>
                  <a:pt x="5668" y="143135"/>
                </a:lnTo>
                <a:lnTo>
                  <a:pt x="5299" y="144637"/>
                </a:lnTo>
                <a:lnTo>
                  <a:pt x="4941" y="146142"/>
                </a:lnTo>
                <a:lnTo>
                  <a:pt x="4596" y="147651"/>
                </a:lnTo>
                <a:lnTo>
                  <a:pt x="4263" y="149164"/>
                </a:lnTo>
                <a:lnTo>
                  <a:pt x="3942" y="150681"/>
                </a:lnTo>
                <a:lnTo>
                  <a:pt x="3633" y="152201"/>
                </a:lnTo>
                <a:lnTo>
                  <a:pt x="3337" y="153724"/>
                </a:lnTo>
                <a:lnTo>
                  <a:pt x="3053" y="155248"/>
                </a:lnTo>
                <a:lnTo>
                  <a:pt x="2782" y="156773"/>
                </a:lnTo>
                <a:lnTo>
                  <a:pt x="2523" y="158300"/>
                </a:lnTo>
                <a:lnTo>
                  <a:pt x="2277" y="159828"/>
                </a:lnTo>
                <a:lnTo>
                  <a:pt x="2044" y="161357"/>
                </a:lnTo>
                <a:lnTo>
                  <a:pt x="1823" y="162887"/>
                </a:lnTo>
                <a:lnTo>
                  <a:pt x="1615" y="164418"/>
                </a:lnTo>
                <a:lnTo>
                  <a:pt x="1419" y="165951"/>
                </a:lnTo>
                <a:lnTo>
                  <a:pt x="1236" y="167485"/>
                </a:lnTo>
                <a:lnTo>
                  <a:pt x="1066" y="169020"/>
                </a:lnTo>
                <a:lnTo>
                  <a:pt x="908" y="170557"/>
                </a:lnTo>
                <a:lnTo>
                  <a:pt x="763" y="172095"/>
                </a:lnTo>
                <a:lnTo>
                  <a:pt x="631" y="173633"/>
                </a:lnTo>
                <a:lnTo>
                  <a:pt x="511" y="175174"/>
                </a:lnTo>
                <a:lnTo>
                  <a:pt x="404" y="176715"/>
                </a:lnTo>
                <a:lnTo>
                  <a:pt x="309" y="178258"/>
                </a:lnTo>
                <a:lnTo>
                  <a:pt x="227" y="179802"/>
                </a:lnTo>
                <a:lnTo>
                  <a:pt x="158" y="181347"/>
                </a:lnTo>
                <a:lnTo>
                  <a:pt x="101" y="182893"/>
                </a:lnTo>
                <a:lnTo>
                  <a:pt x="57" y="184441"/>
                </a:lnTo>
                <a:lnTo>
                  <a:pt x="25" y="185990"/>
                </a:lnTo>
                <a:lnTo>
                  <a:pt x="6" y="187540"/>
                </a:lnTo>
                <a:lnTo>
                  <a:pt x="0" y="189091"/>
                </a:lnTo>
                <a:lnTo>
                  <a:pt x="6" y="190643"/>
                </a:lnTo>
                <a:lnTo>
                  <a:pt x="25" y="192193"/>
                </a:lnTo>
                <a:lnTo>
                  <a:pt x="57" y="193742"/>
                </a:lnTo>
                <a:lnTo>
                  <a:pt x="101" y="195289"/>
                </a:lnTo>
                <a:lnTo>
                  <a:pt x="158" y="196836"/>
                </a:lnTo>
                <a:lnTo>
                  <a:pt x="227" y="198381"/>
                </a:lnTo>
                <a:lnTo>
                  <a:pt x="309" y="199925"/>
                </a:lnTo>
                <a:lnTo>
                  <a:pt x="404" y="201467"/>
                </a:lnTo>
                <a:lnTo>
                  <a:pt x="511" y="203009"/>
                </a:lnTo>
                <a:lnTo>
                  <a:pt x="631" y="204549"/>
                </a:lnTo>
                <a:lnTo>
                  <a:pt x="763" y="206088"/>
                </a:lnTo>
                <a:lnTo>
                  <a:pt x="908" y="207626"/>
                </a:lnTo>
                <a:lnTo>
                  <a:pt x="1066" y="209162"/>
                </a:lnTo>
                <a:lnTo>
                  <a:pt x="1236" y="210697"/>
                </a:lnTo>
                <a:lnTo>
                  <a:pt x="1419" y="212231"/>
                </a:lnTo>
                <a:lnTo>
                  <a:pt x="1615" y="213764"/>
                </a:lnTo>
                <a:lnTo>
                  <a:pt x="1823" y="215295"/>
                </a:lnTo>
                <a:lnTo>
                  <a:pt x="2044" y="216826"/>
                </a:lnTo>
                <a:lnTo>
                  <a:pt x="2277" y="218355"/>
                </a:lnTo>
                <a:lnTo>
                  <a:pt x="2523" y="219882"/>
                </a:lnTo>
                <a:lnTo>
                  <a:pt x="2782" y="221409"/>
                </a:lnTo>
                <a:lnTo>
                  <a:pt x="3053" y="222934"/>
                </a:lnTo>
                <a:lnTo>
                  <a:pt x="3337" y="224458"/>
                </a:lnTo>
                <a:lnTo>
                  <a:pt x="3633" y="225981"/>
                </a:lnTo>
                <a:lnTo>
                  <a:pt x="3942" y="227501"/>
                </a:lnTo>
                <a:lnTo>
                  <a:pt x="4263" y="229018"/>
                </a:lnTo>
                <a:lnTo>
                  <a:pt x="4596" y="230531"/>
                </a:lnTo>
                <a:lnTo>
                  <a:pt x="4941" y="232040"/>
                </a:lnTo>
                <a:lnTo>
                  <a:pt x="5299" y="233546"/>
                </a:lnTo>
                <a:lnTo>
                  <a:pt x="5668" y="235048"/>
                </a:lnTo>
                <a:lnTo>
                  <a:pt x="6050" y="236546"/>
                </a:lnTo>
                <a:lnTo>
                  <a:pt x="6444" y="238041"/>
                </a:lnTo>
                <a:lnTo>
                  <a:pt x="6850" y="239532"/>
                </a:lnTo>
                <a:lnTo>
                  <a:pt x="7268" y="241019"/>
                </a:lnTo>
                <a:lnTo>
                  <a:pt x="7698" y="242502"/>
                </a:lnTo>
                <a:lnTo>
                  <a:pt x="8140" y="243982"/>
                </a:lnTo>
                <a:lnTo>
                  <a:pt x="8595" y="245458"/>
                </a:lnTo>
                <a:lnTo>
                  <a:pt x="9061" y="246931"/>
                </a:lnTo>
                <a:lnTo>
                  <a:pt x="9540" y="248400"/>
                </a:lnTo>
                <a:lnTo>
                  <a:pt x="10031" y="249865"/>
                </a:lnTo>
                <a:lnTo>
                  <a:pt x="10533" y="251326"/>
                </a:lnTo>
                <a:lnTo>
                  <a:pt x="11049" y="252784"/>
                </a:lnTo>
                <a:lnTo>
                  <a:pt x="11576" y="254238"/>
                </a:lnTo>
                <a:lnTo>
                  <a:pt x="12115" y="255688"/>
                </a:lnTo>
                <a:lnTo>
                  <a:pt x="12667" y="257135"/>
                </a:lnTo>
                <a:lnTo>
                  <a:pt x="13230" y="258578"/>
                </a:lnTo>
                <a:lnTo>
                  <a:pt x="13806" y="260018"/>
                </a:lnTo>
                <a:lnTo>
                  <a:pt x="14394" y="261453"/>
                </a:lnTo>
                <a:lnTo>
                  <a:pt x="14993" y="262884"/>
                </a:lnTo>
                <a:lnTo>
                  <a:pt x="15604" y="264309"/>
                </a:lnTo>
                <a:lnTo>
                  <a:pt x="16226" y="265728"/>
                </a:lnTo>
                <a:lnTo>
                  <a:pt x="16859" y="267141"/>
                </a:lnTo>
                <a:lnTo>
                  <a:pt x="17503" y="268548"/>
                </a:lnTo>
                <a:lnTo>
                  <a:pt x="18158" y="269949"/>
                </a:lnTo>
                <a:lnTo>
                  <a:pt x="18825" y="271344"/>
                </a:lnTo>
                <a:lnTo>
                  <a:pt x="19503" y="272733"/>
                </a:lnTo>
                <a:lnTo>
                  <a:pt x="20192" y="274116"/>
                </a:lnTo>
                <a:lnTo>
                  <a:pt x="20892" y="275493"/>
                </a:lnTo>
                <a:lnTo>
                  <a:pt x="21603" y="276864"/>
                </a:lnTo>
                <a:lnTo>
                  <a:pt x="22326" y="278229"/>
                </a:lnTo>
                <a:lnTo>
                  <a:pt x="23059" y="279588"/>
                </a:lnTo>
                <a:lnTo>
                  <a:pt x="23804" y="280942"/>
                </a:lnTo>
                <a:lnTo>
                  <a:pt x="24560" y="282289"/>
                </a:lnTo>
                <a:lnTo>
                  <a:pt x="25327" y="283630"/>
                </a:lnTo>
                <a:lnTo>
                  <a:pt x="26106" y="284965"/>
                </a:lnTo>
                <a:lnTo>
                  <a:pt x="26895" y="286294"/>
                </a:lnTo>
                <a:lnTo>
                  <a:pt x="27696" y="287618"/>
                </a:lnTo>
                <a:lnTo>
                  <a:pt x="28508" y="288935"/>
                </a:lnTo>
                <a:lnTo>
                  <a:pt x="29331" y="290246"/>
                </a:lnTo>
                <a:lnTo>
                  <a:pt x="30165" y="291552"/>
                </a:lnTo>
                <a:lnTo>
                  <a:pt x="31011" y="292851"/>
                </a:lnTo>
                <a:lnTo>
                  <a:pt x="31868" y="294145"/>
                </a:lnTo>
                <a:lnTo>
                  <a:pt x="32735" y="295431"/>
                </a:lnTo>
                <a:lnTo>
                  <a:pt x="33612" y="296709"/>
                </a:lnTo>
                <a:lnTo>
                  <a:pt x="34498" y="297980"/>
                </a:lnTo>
                <a:lnTo>
                  <a:pt x="35395" y="299242"/>
                </a:lnTo>
                <a:lnTo>
                  <a:pt x="36301" y="300496"/>
                </a:lnTo>
                <a:lnTo>
                  <a:pt x="37217" y="301742"/>
                </a:lnTo>
                <a:lnTo>
                  <a:pt x="38143" y="302981"/>
                </a:lnTo>
                <a:lnTo>
                  <a:pt x="39079" y="304211"/>
                </a:lnTo>
                <a:lnTo>
                  <a:pt x="40025" y="305433"/>
                </a:lnTo>
                <a:lnTo>
                  <a:pt x="40980" y="306647"/>
                </a:lnTo>
                <a:lnTo>
                  <a:pt x="41945" y="307853"/>
                </a:lnTo>
                <a:lnTo>
                  <a:pt x="42920" y="309051"/>
                </a:lnTo>
                <a:lnTo>
                  <a:pt x="43905" y="310241"/>
                </a:lnTo>
                <a:lnTo>
                  <a:pt x="44899" y="311423"/>
                </a:lnTo>
                <a:lnTo>
                  <a:pt x="45904" y="312596"/>
                </a:lnTo>
                <a:lnTo>
                  <a:pt x="46918" y="313762"/>
                </a:lnTo>
                <a:lnTo>
                  <a:pt x="47942" y="314920"/>
                </a:lnTo>
                <a:lnTo>
                  <a:pt x="48975" y="316070"/>
                </a:lnTo>
                <a:lnTo>
                  <a:pt x="50019" y="317211"/>
                </a:lnTo>
                <a:lnTo>
                  <a:pt x="51072" y="318345"/>
                </a:lnTo>
                <a:lnTo>
                  <a:pt x="52135" y="319470"/>
                </a:lnTo>
                <a:lnTo>
                  <a:pt x="53208" y="320588"/>
                </a:lnTo>
                <a:lnTo>
                  <a:pt x="54291" y="321697"/>
                </a:lnTo>
                <a:lnTo>
                  <a:pt x="55384" y="322799"/>
                </a:lnTo>
                <a:lnTo>
                  <a:pt x="56485" y="323891"/>
                </a:lnTo>
                <a:lnTo>
                  <a:pt x="57594" y="324974"/>
                </a:lnTo>
                <a:lnTo>
                  <a:pt x="58712" y="326047"/>
                </a:lnTo>
                <a:lnTo>
                  <a:pt x="59838" y="327110"/>
                </a:lnTo>
                <a:lnTo>
                  <a:pt x="60971" y="328164"/>
                </a:lnTo>
                <a:lnTo>
                  <a:pt x="62113" y="329207"/>
                </a:lnTo>
                <a:lnTo>
                  <a:pt x="63263" y="330241"/>
                </a:lnTo>
                <a:lnTo>
                  <a:pt x="64420" y="331265"/>
                </a:lnTo>
                <a:lnTo>
                  <a:pt x="65586" y="332279"/>
                </a:lnTo>
                <a:lnTo>
                  <a:pt x="66760" y="333283"/>
                </a:lnTo>
                <a:lnTo>
                  <a:pt x="67942" y="334278"/>
                </a:lnTo>
                <a:lnTo>
                  <a:pt x="69132" y="335262"/>
                </a:lnTo>
                <a:lnTo>
                  <a:pt x="70330" y="336237"/>
                </a:lnTo>
                <a:lnTo>
                  <a:pt x="71536" y="337202"/>
                </a:lnTo>
                <a:lnTo>
                  <a:pt x="72750" y="338158"/>
                </a:lnTo>
                <a:lnTo>
                  <a:pt x="73972" y="339103"/>
                </a:lnTo>
                <a:lnTo>
                  <a:pt x="75202" y="340039"/>
                </a:lnTo>
                <a:lnTo>
                  <a:pt x="76440" y="340965"/>
                </a:lnTo>
                <a:lnTo>
                  <a:pt x="77686" y="341881"/>
                </a:lnTo>
                <a:lnTo>
                  <a:pt x="78940" y="342787"/>
                </a:lnTo>
                <a:lnTo>
                  <a:pt x="80203" y="343684"/>
                </a:lnTo>
                <a:lnTo>
                  <a:pt x="81473" y="344571"/>
                </a:lnTo>
                <a:lnTo>
                  <a:pt x="82751" y="345448"/>
                </a:lnTo>
                <a:lnTo>
                  <a:pt x="84038" y="346315"/>
                </a:lnTo>
                <a:lnTo>
                  <a:pt x="85331" y="347171"/>
                </a:lnTo>
                <a:lnTo>
                  <a:pt x="86631" y="348017"/>
                </a:lnTo>
                <a:lnTo>
                  <a:pt x="87936" y="348851"/>
                </a:lnTo>
                <a:lnTo>
                  <a:pt x="89247" y="349674"/>
                </a:lnTo>
                <a:lnTo>
                  <a:pt x="90565" y="350486"/>
                </a:lnTo>
                <a:lnTo>
                  <a:pt x="91888" y="351287"/>
                </a:lnTo>
                <a:lnTo>
                  <a:pt x="93217" y="352077"/>
                </a:lnTo>
                <a:lnTo>
                  <a:pt x="94552" y="352855"/>
                </a:lnTo>
                <a:lnTo>
                  <a:pt x="95894" y="353622"/>
                </a:lnTo>
                <a:lnTo>
                  <a:pt x="97241" y="354378"/>
                </a:lnTo>
                <a:lnTo>
                  <a:pt x="98594" y="355123"/>
                </a:lnTo>
                <a:lnTo>
                  <a:pt x="99953" y="355857"/>
                </a:lnTo>
                <a:lnTo>
                  <a:pt x="101318" y="356579"/>
                </a:lnTo>
                <a:lnTo>
                  <a:pt x="102689" y="357290"/>
                </a:lnTo>
                <a:lnTo>
                  <a:pt x="104066" y="357991"/>
                </a:lnTo>
                <a:lnTo>
                  <a:pt x="105450" y="358680"/>
                </a:lnTo>
                <a:lnTo>
                  <a:pt x="106839" y="359357"/>
                </a:lnTo>
                <a:lnTo>
                  <a:pt x="108234" y="360024"/>
                </a:lnTo>
                <a:lnTo>
                  <a:pt x="109635" y="360679"/>
                </a:lnTo>
                <a:lnTo>
                  <a:pt x="111042" y="361324"/>
                </a:lnTo>
                <a:lnTo>
                  <a:pt x="112454" y="361957"/>
                </a:lnTo>
                <a:lnTo>
                  <a:pt x="113873" y="362578"/>
                </a:lnTo>
                <a:lnTo>
                  <a:pt x="115298" y="363189"/>
                </a:lnTo>
                <a:lnTo>
                  <a:pt x="116729" y="363789"/>
                </a:lnTo>
                <a:lnTo>
                  <a:pt x="118165" y="364377"/>
                </a:lnTo>
                <a:lnTo>
                  <a:pt x="119604" y="364952"/>
                </a:lnTo>
                <a:lnTo>
                  <a:pt x="121047" y="365516"/>
                </a:lnTo>
                <a:lnTo>
                  <a:pt x="122494" y="366067"/>
                </a:lnTo>
                <a:lnTo>
                  <a:pt x="123944" y="366607"/>
                </a:lnTo>
                <a:lnTo>
                  <a:pt x="125398" y="367134"/>
                </a:lnTo>
                <a:lnTo>
                  <a:pt x="126856" y="367649"/>
                </a:lnTo>
                <a:lnTo>
                  <a:pt x="128318" y="368152"/>
                </a:lnTo>
                <a:lnTo>
                  <a:pt x="129783" y="368643"/>
                </a:lnTo>
                <a:lnTo>
                  <a:pt x="131252" y="369121"/>
                </a:lnTo>
                <a:lnTo>
                  <a:pt x="132724" y="369588"/>
                </a:lnTo>
                <a:lnTo>
                  <a:pt x="134200" y="370042"/>
                </a:lnTo>
                <a:lnTo>
                  <a:pt x="135680" y="370485"/>
                </a:lnTo>
                <a:lnTo>
                  <a:pt x="137164" y="370915"/>
                </a:lnTo>
                <a:lnTo>
                  <a:pt x="138651" y="371333"/>
                </a:lnTo>
                <a:lnTo>
                  <a:pt x="140142" y="371739"/>
                </a:lnTo>
                <a:lnTo>
                  <a:pt x="141636" y="372132"/>
                </a:lnTo>
                <a:lnTo>
                  <a:pt x="143135" y="372514"/>
                </a:lnTo>
                <a:lnTo>
                  <a:pt x="144637" y="372884"/>
                </a:lnTo>
                <a:lnTo>
                  <a:pt x="146142" y="373241"/>
                </a:lnTo>
                <a:lnTo>
                  <a:pt x="147651" y="373586"/>
                </a:lnTo>
                <a:lnTo>
                  <a:pt x="149164" y="373919"/>
                </a:lnTo>
                <a:lnTo>
                  <a:pt x="150681" y="374240"/>
                </a:lnTo>
                <a:lnTo>
                  <a:pt x="152201" y="374549"/>
                </a:lnTo>
                <a:lnTo>
                  <a:pt x="153724" y="374846"/>
                </a:lnTo>
                <a:lnTo>
                  <a:pt x="155248" y="375129"/>
                </a:lnTo>
                <a:lnTo>
                  <a:pt x="156773" y="375401"/>
                </a:lnTo>
                <a:lnTo>
                  <a:pt x="158300" y="375659"/>
                </a:lnTo>
                <a:lnTo>
                  <a:pt x="159828" y="375905"/>
                </a:lnTo>
                <a:lnTo>
                  <a:pt x="161357" y="376139"/>
                </a:lnTo>
                <a:lnTo>
                  <a:pt x="162887" y="376359"/>
                </a:lnTo>
                <a:lnTo>
                  <a:pt x="164418" y="376568"/>
                </a:lnTo>
                <a:lnTo>
                  <a:pt x="165951" y="376763"/>
                </a:lnTo>
                <a:lnTo>
                  <a:pt x="167485" y="376946"/>
                </a:lnTo>
                <a:lnTo>
                  <a:pt x="169020" y="377116"/>
                </a:lnTo>
                <a:lnTo>
                  <a:pt x="170557" y="377274"/>
                </a:lnTo>
                <a:lnTo>
                  <a:pt x="172095" y="377419"/>
                </a:lnTo>
                <a:lnTo>
                  <a:pt x="173633" y="377552"/>
                </a:lnTo>
                <a:lnTo>
                  <a:pt x="175174" y="377671"/>
                </a:lnTo>
                <a:lnTo>
                  <a:pt x="176715" y="377779"/>
                </a:lnTo>
                <a:lnTo>
                  <a:pt x="178258" y="377873"/>
                </a:lnTo>
                <a:lnTo>
                  <a:pt x="179802" y="377955"/>
                </a:lnTo>
                <a:lnTo>
                  <a:pt x="181347" y="378025"/>
                </a:lnTo>
                <a:lnTo>
                  <a:pt x="182893" y="378082"/>
                </a:lnTo>
                <a:lnTo>
                  <a:pt x="184441" y="378126"/>
                </a:lnTo>
                <a:lnTo>
                  <a:pt x="185990" y="378157"/>
                </a:lnTo>
                <a:lnTo>
                  <a:pt x="187540" y="378176"/>
                </a:lnTo>
                <a:lnTo>
                  <a:pt x="189091" y="378182"/>
                </a:lnTo>
                <a:lnTo>
                  <a:pt x="190643" y="378176"/>
                </a:lnTo>
                <a:lnTo>
                  <a:pt x="192193" y="378157"/>
                </a:lnTo>
                <a:lnTo>
                  <a:pt x="193742" y="378126"/>
                </a:lnTo>
                <a:lnTo>
                  <a:pt x="195289" y="378082"/>
                </a:lnTo>
                <a:lnTo>
                  <a:pt x="196836" y="378025"/>
                </a:lnTo>
                <a:lnTo>
                  <a:pt x="198381" y="377955"/>
                </a:lnTo>
                <a:lnTo>
                  <a:pt x="199925" y="377873"/>
                </a:lnTo>
                <a:lnTo>
                  <a:pt x="201467" y="377779"/>
                </a:lnTo>
                <a:lnTo>
                  <a:pt x="203009" y="377671"/>
                </a:lnTo>
                <a:lnTo>
                  <a:pt x="204549" y="377552"/>
                </a:lnTo>
                <a:lnTo>
                  <a:pt x="206088" y="377419"/>
                </a:lnTo>
                <a:lnTo>
                  <a:pt x="207626" y="377274"/>
                </a:lnTo>
                <a:lnTo>
                  <a:pt x="209162" y="377116"/>
                </a:lnTo>
                <a:lnTo>
                  <a:pt x="210697" y="376946"/>
                </a:lnTo>
                <a:lnTo>
                  <a:pt x="212231" y="376763"/>
                </a:lnTo>
                <a:lnTo>
                  <a:pt x="213764" y="376568"/>
                </a:lnTo>
                <a:lnTo>
                  <a:pt x="215295" y="376359"/>
                </a:lnTo>
                <a:lnTo>
                  <a:pt x="216826" y="376139"/>
                </a:lnTo>
                <a:lnTo>
                  <a:pt x="218355" y="375905"/>
                </a:lnTo>
                <a:lnTo>
                  <a:pt x="219882" y="375659"/>
                </a:lnTo>
                <a:lnTo>
                  <a:pt x="221409" y="375401"/>
                </a:lnTo>
                <a:lnTo>
                  <a:pt x="222934" y="375129"/>
                </a:lnTo>
                <a:lnTo>
                  <a:pt x="224458" y="374846"/>
                </a:lnTo>
                <a:lnTo>
                  <a:pt x="225981" y="374549"/>
                </a:lnTo>
                <a:lnTo>
                  <a:pt x="227501" y="374240"/>
                </a:lnTo>
                <a:lnTo>
                  <a:pt x="229018" y="373919"/>
                </a:lnTo>
                <a:lnTo>
                  <a:pt x="230531" y="373586"/>
                </a:lnTo>
                <a:lnTo>
                  <a:pt x="232040" y="373241"/>
                </a:lnTo>
                <a:lnTo>
                  <a:pt x="233546" y="372884"/>
                </a:lnTo>
                <a:lnTo>
                  <a:pt x="235048" y="372514"/>
                </a:lnTo>
                <a:lnTo>
                  <a:pt x="236546" y="372132"/>
                </a:lnTo>
                <a:lnTo>
                  <a:pt x="238041" y="371739"/>
                </a:lnTo>
                <a:lnTo>
                  <a:pt x="239532" y="371333"/>
                </a:lnTo>
                <a:lnTo>
                  <a:pt x="241019" y="370915"/>
                </a:lnTo>
                <a:lnTo>
                  <a:pt x="242502" y="370485"/>
                </a:lnTo>
                <a:lnTo>
                  <a:pt x="243982" y="370042"/>
                </a:lnTo>
                <a:lnTo>
                  <a:pt x="245458" y="369588"/>
                </a:lnTo>
                <a:lnTo>
                  <a:pt x="246931" y="369121"/>
                </a:lnTo>
                <a:lnTo>
                  <a:pt x="248400" y="368643"/>
                </a:lnTo>
                <a:lnTo>
                  <a:pt x="249865" y="368152"/>
                </a:lnTo>
                <a:lnTo>
                  <a:pt x="251326" y="367649"/>
                </a:lnTo>
                <a:lnTo>
                  <a:pt x="252784" y="367134"/>
                </a:lnTo>
                <a:lnTo>
                  <a:pt x="254238" y="366607"/>
                </a:lnTo>
                <a:lnTo>
                  <a:pt x="255688" y="366067"/>
                </a:lnTo>
                <a:lnTo>
                  <a:pt x="257135" y="365516"/>
                </a:lnTo>
                <a:lnTo>
                  <a:pt x="258578" y="364952"/>
                </a:lnTo>
                <a:lnTo>
                  <a:pt x="260018" y="364377"/>
                </a:lnTo>
                <a:lnTo>
                  <a:pt x="261453" y="363789"/>
                </a:lnTo>
                <a:lnTo>
                  <a:pt x="262884" y="363189"/>
                </a:lnTo>
                <a:lnTo>
                  <a:pt x="264309" y="362578"/>
                </a:lnTo>
                <a:lnTo>
                  <a:pt x="265728" y="361957"/>
                </a:lnTo>
                <a:lnTo>
                  <a:pt x="267141" y="361324"/>
                </a:lnTo>
                <a:lnTo>
                  <a:pt x="268548" y="360679"/>
                </a:lnTo>
                <a:lnTo>
                  <a:pt x="269949" y="360024"/>
                </a:lnTo>
                <a:lnTo>
                  <a:pt x="271344" y="359357"/>
                </a:lnTo>
                <a:lnTo>
                  <a:pt x="272733" y="358680"/>
                </a:lnTo>
                <a:lnTo>
                  <a:pt x="274116" y="357991"/>
                </a:lnTo>
                <a:lnTo>
                  <a:pt x="275493" y="357290"/>
                </a:lnTo>
                <a:lnTo>
                  <a:pt x="276864" y="356579"/>
                </a:lnTo>
                <a:lnTo>
                  <a:pt x="278229" y="355857"/>
                </a:lnTo>
                <a:lnTo>
                  <a:pt x="279588" y="355123"/>
                </a:lnTo>
                <a:lnTo>
                  <a:pt x="280942" y="354378"/>
                </a:lnTo>
                <a:lnTo>
                  <a:pt x="282289" y="353622"/>
                </a:lnTo>
                <a:lnTo>
                  <a:pt x="283630" y="352855"/>
                </a:lnTo>
                <a:lnTo>
                  <a:pt x="284965" y="352077"/>
                </a:lnTo>
                <a:lnTo>
                  <a:pt x="286294" y="351287"/>
                </a:lnTo>
                <a:lnTo>
                  <a:pt x="287618" y="350486"/>
                </a:lnTo>
                <a:lnTo>
                  <a:pt x="288935" y="349674"/>
                </a:lnTo>
                <a:lnTo>
                  <a:pt x="290246" y="348851"/>
                </a:lnTo>
                <a:lnTo>
                  <a:pt x="291552" y="348017"/>
                </a:lnTo>
                <a:lnTo>
                  <a:pt x="292851" y="347171"/>
                </a:lnTo>
                <a:lnTo>
                  <a:pt x="294145" y="346315"/>
                </a:lnTo>
                <a:lnTo>
                  <a:pt x="295431" y="345448"/>
                </a:lnTo>
                <a:lnTo>
                  <a:pt x="296709" y="344571"/>
                </a:lnTo>
                <a:lnTo>
                  <a:pt x="297980" y="343684"/>
                </a:lnTo>
                <a:lnTo>
                  <a:pt x="299242" y="342787"/>
                </a:lnTo>
                <a:lnTo>
                  <a:pt x="300496" y="341881"/>
                </a:lnTo>
                <a:lnTo>
                  <a:pt x="301742" y="340965"/>
                </a:lnTo>
                <a:lnTo>
                  <a:pt x="302981" y="340039"/>
                </a:lnTo>
                <a:lnTo>
                  <a:pt x="304211" y="339103"/>
                </a:lnTo>
                <a:lnTo>
                  <a:pt x="305433" y="338158"/>
                </a:lnTo>
                <a:lnTo>
                  <a:pt x="306647" y="337202"/>
                </a:lnTo>
                <a:lnTo>
                  <a:pt x="307853" y="336237"/>
                </a:lnTo>
                <a:lnTo>
                  <a:pt x="309051" y="335262"/>
                </a:lnTo>
                <a:lnTo>
                  <a:pt x="310241" y="334278"/>
                </a:lnTo>
                <a:lnTo>
                  <a:pt x="311423" y="333283"/>
                </a:lnTo>
                <a:lnTo>
                  <a:pt x="312596" y="332279"/>
                </a:lnTo>
                <a:lnTo>
                  <a:pt x="313762" y="331265"/>
                </a:lnTo>
                <a:lnTo>
                  <a:pt x="314920" y="330241"/>
                </a:lnTo>
                <a:lnTo>
                  <a:pt x="316070" y="329207"/>
                </a:lnTo>
                <a:lnTo>
                  <a:pt x="317211" y="328164"/>
                </a:lnTo>
                <a:lnTo>
                  <a:pt x="318345" y="327110"/>
                </a:lnTo>
                <a:lnTo>
                  <a:pt x="319470" y="326047"/>
                </a:lnTo>
                <a:lnTo>
                  <a:pt x="320588" y="324974"/>
                </a:lnTo>
                <a:lnTo>
                  <a:pt x="321697" y="323891"/>
                </a:lnTo>
                <a:lnTo>
                  <a:pt x="322799" y="322799"/>
                </a:lnTo>
                <a:lnTo>
                  <a:pt x="323891" y="321697"/>
                </a:lnTo>
                <a:lnTo>
                  <a:pt x="324974" y="320588"/>
                </a:lnTo>
                <a:lnTo>
                  <a:pt x="326047" y="319470"/>
                </a:lnTo>
                <a:lnTo>
                  <a:pt x="327110" y="318345"/>
                </a:lnTo>
                <a:lnTo>
                  <a:pt x="328164" y="317211"/>
                </a:lnTo>
                <a:lnTo>
                  <a:pt x="329207" y="316070"/>
                </a:lnTo>
                <a:lnTo>
                  <a:pt x="330241" y="314920"/>
                </a:lnTo>
                <a:lnTo>
                  <a:pt x="331265" y="313762"/>
                </a:lnTo>
                <a:lnTo>
                  <a:pt x="332279" y="312596"/>
                </a:lnTo>
                <a:lnTo>
                  <a:pt x="333283" y="311423"/>
                </a:lnTo>
                <a:lnTo>
                  <a:pt x="334278" y="310241"/>
                </a:lnTo>
                <a:lnTo>
                  <a:pt x="335262" y="309051"/>
                </a:lnTo>
                <a:lnTo>
                  <a:pt x="336237" y="307853"/>
                </a:lnTo>
                <a:lnTo>
                  <a:pt x="337202" y="306647"/>
                </a:lnTo>
                <a:lnTo>
                  <a:pt x="338158" y="305433"/>
                </a:lnTo>
                <a:lnTo>
                  <a:pt x="339103" y="304211"/>
                </a:lnTo>
                <a:lnTo>
                  <a:pt x="340039" y="302981"/>
                </a:lnTo>
                <a:lnTo>
                  <a:pt x="340965" y="301742"/>
                </a:lnTo>
                <a:lnTo>
                  <a:pt x="341881" y="300496"/>
                </a:lnTo>
                <a:lnTo>
                  <a:pt x="342787" y="299242"/>
                </a:lnTo>
                <a:lnTo>
                  <a:pt x="343684" y="297980"/>
                </a:lnTo>
                <a:lnTo>
                  <a:pt x="344571" y="296709"/>
                </a:lnTo>
                <a:lnTo>
                  <a:pt x="345448" y="295431"/>
                </a:lnTo>
                <a:lnTo>
                  <a:pt x="346315" y="294145"/>
                </a:lnTo>
                <a:lnTo>
                  <a:pt x="347171" y="292851"/>
                </a:lnTo>
                <a:lnTo>
                  <a:pt x="348017" y="291552"/>
                </a:lnTo>
                <a:lnTo>
                  <a:pt x="348851" y="290246"/>
                </a:lnTo>
                <a:lnTo>
                  <a:pt x="349674" y="288935"/>
                </a:lnTo>
                <a:lnTo>
                  <a:pt x="350486" y="287618"/>
                </a:lnTo>
                <a:lnTo>
                  <a:pt x="351287" y="286294"/>
                </a:lnTo>
                <a:lnTo>
                  <a:pt x="352077" y="284965"/>
                </a:lnTo>
                <a:lnTo>
                  <a:pt x="352855" y="283630"/>
                </a:lnTo>
                <a:lnTo>
                  <a:pt x="353622" y="282289"/>
                </a:lnTo>
                <a:lnTo>
                  <a:pt x="354378" y="280942"/>
                </a:lnTo>
                <a:lnTo>
                  <a:pt x="355123" y="279588"/>
                </a:lnTo>
                <a:lnTo>
                  <a:pt x="355857" y="278229"/>
                </a:lnTo>
                <a:lnTo>
                  <a:pt x="356579" y="276864"/>
                </a:lnTo>
                <a:lnTo>
                  <a:pt x="357290" y="275493"/>
                </a:lnTo>
                <a:lnTo>
                  <a:pt x="357991" y="274116"/>
                </a:lnTo>
                <a:lnTo>
                  <a:pt x="358680" y="272733"/>
                </a:lnTo>
                <a:lnTo>
                  <a:pt x="359357" y="271344"/>
                </a:lnTo>
                <a:lnTo>
                  <a:pt x="360024" y="269949"/>
                </a:lnTo>
                <a:lnTo>
                  <a:pt x="360679" y="268548"/>
                </a:lnTo>
                <a:lnTo>
                  <a:pt x="361324" y="267141"/>
                </a:lnTo>
                <a:lnTo>
                  <a:pt x="361957" y="265728"/>
                </a:lnTo>
                <a:lnTo>
                  <a:pt x="362578" y="264309"/>
                </a:lnTo>
                <a:lnTo>
                  <a:pt x="363189" y="262884"/>
                </a:lnTo>
                <a:lnTo>
                  <a:pt x="363789" y="261453"/>
                </a:lnTo>
                <a:lnTo>
                  <a:pt x="364377" y="260018"/>
                </a:lnTo>
                <a:lnTo>
                  <a:pt x="364952" y="258578"/>
                </a:lnTo>
                <a:lnTo>
                  <a:pt x="365516" y="257135"/>
                </a:lnTo>
                <a:lnTo>
                  <a:pt x="366067" y="255688"/>
                </a:lnTo>
                <a:lnTo>
                  <a:pt x="366607" y="254238"/>
                </a:lnTo>
                <a:lnTo>
                  <a:pt x="367134" y="252784"/>
                </a:lnTo>
                <a:lnTo>
                  <a:pt x="367649" y="251326"/>
                </a:lnTo>
                <a:lnTo>
                  <a:pt x="368152" y="249865"/>
                </a:lnTo>
                <a:lnTo>
                  <a:pt x="368643" y="248400"/>
                </a:lnTo>
                <a:lnTo>
                  <a:pt x="369121" y="246931"/>
                </a:lnTo>
                <a:lnTo>
                  <a:pt x="369588" y="245458"/>
                </a:lnTo>
                <a:lnTo>
                  <a:pt x="370042" y="243982"/>
                </a:lnTo>
                <a:lnTo>
                  <a:pt x="370485" y="242502"/>
                </a:lnTo>
                <a:lnTo>
                  <a:pt x="370915" y="241019"/>
                </a:lnTo>
                <a:lnTo>
                  <a:pt x="371333" y="239532"/>
                </a:lnTo>
                <a:lnTo>
                  <a:pt x="371739" y="238041"/>
                </a:lnTo>
                <a:lnTo>
                  <a:pt x="372132" y="236546"/>
                </a:lnTo>
                <a:lnTo>
                  <a:pt x="372514" y="235048"/>
                </a:lnTo>
                <a:lnTo>
                  <a:pt x="372884" y="233546"/>
                </a:lnTo>
                <a:lnTo>
                  <a:pt x="373241" y="232040"/>
                </a:lnTo>
                <a:lnTo>
                  <a:pt x="373586" y="230531"/>
                </a:lnTo>
                <a:lnTo>
                  <a:pt x="373919" y="229018"/>
                </a:lnTo>
                <a:lnTo>
                  <a:pt x="374240" y="227501"/>
                </a:lnTo>
                <a:lnTo>
                  <a:pt x="374549" y="225981"/>
                </a:lnTo>
                <a:lnTo>
                  <a:pt x="374846" y="224458"/>
                </a:lnTo>
                <a:lnTo>
                  <a:pt x="375129" y="222934"/>
                </a:lnTo>
                <a:lnTo>
                  <a:pt x="375401" y="221409"/>
                </a:lnTo>
                <a:lnTo>
                  <a:pt x="375659" y="219882"/>
                </a:lnTo>
                <a:lnTo>
                  <a:pt x="375905" y="218355"/>
                </a:lnTo>
                <a:lnTo>
                  <a:pt x="376139" y="216826"/>
                </a:lnTo>
                <a:lnTo>
                  <a:pt x="376359" y="215295"/>
                </a:lnTo>
                <a:lnTo>
                  <a:pt x="376568" y="213764"/>
                </a:lnTo>
                <a:lnTo>
                  <a:pt x="376763" y="212231"/>
                </a:lnTo>
                <a:lnTo>
                  <a:pt x="376946" y="210697"/>
                </a:lnTo>
                <a:lnTo>
                  <a:pt x="377116" y="209162"/>
                </a:lnTo>
                <a:lnTo>
                  <a:pt x="377274" y="207626"/>
                </a:lnTo>
                <a:lnTo>
                  <a:pt x="377419" y="206088"/>
                </a:lnTo>
                <a:lnTo>
                  <a:pt x="377552" y="204549"/>
                </a:lnTo>
                <a:lnTo>
                  <a:pt x="377671" y="203009"/>
                </a:lnTo>
                <a:lnTo>
                  <a:pt x="377779" y="201467"/>
                </a:lnTo>
                <a:lnTo>
                  <a:pt x="377873" y="199925"/>
                </a:lnTo>
                <a:lnTo>
                  <a:pt x="377955" y="198381"/>
                </a:lnTo>
                <a:lnTo>
                  <a:pt x="378025" y="196836"/>
                </a:lnTo>
                <a:lnTo>
                  <a:pt x="378082" y="195289"/>
                </a:lnTo>
                <a:lnTo>
                  <a:pt x="378126" y="193742"/>
                </a:lnTo>
                <a:lnTo>
                  <a:pt x="378157" y="192193"/>
                </a:lnTo>
                <a:lnTo>
                  <a:pt x="378176" y="190643"/>
                </a:lnTo>
                <a:lnTo>
                  <a:pt x="378182" y="189091"/>
                </a:lnTo>
                <a:lnTo>
                  <a:pt x="378176" y="187540"/>
                </a:lnTo>
                <a:lnTo>
                  <a:pt x="378157" y="185990"/>
                </a:lnTo>
                <a:lnTo>
                  <a:pt x="378126" y="184441"/>
                </a:lnTo>
                <a:lnTo>
                  <a:pt x="378082" y="182893"/>
                </a:lnTo>
                <a:lnTo>
                  <a:pt x="378025" y="181347"/>
                </a:lnTo>
                <a:lnTo>
                  <a:pt x="377955" y="179802"/>
                </a:lnTo>
                <a:lnTo>
                  <a:pt x="377873" y="178258"/>
                </a:lnTo>
                <a:lnTo>
                  <a:pt x="377779" y="176715"/>
                </a:lnTo>
                <a:lnTo>
                  <a:pt x="377671" y="175174"/>
                </a:lnTo>
                <a:lnTo>
                  <a:pt x="377552" y="173633"/>
                </a:lnTo>
                <a:lnTo>
                  <a:pt x="377419" y="172095"/>
                </a:lnTo>
                <a:lnTo>
                  <a:pt x="377274" y="170557"/>
                </a:lnTo>
                <a:lnTo>
                  <a:pt x="377116" y="169020"/>
                </a:lnTo>
                <a:lnTo>
                  <a:pt x="376946" y="167485"/>
                </a:lnTo>
                <a:lnTo>
                  <a:pt x="376763" y="165951"/>
                </a:lnTo>
                <a:lnTo>
                  <a:pt x="376568" y="164418"/>
                </a:lnTo>
                <a:lnTo>
                  <a:pt x="376359" y="162887"/>
                </a:lnTo>
                <a:lnTo>
                  <a:pt x="376139" y="161357"/>
                </a:lnTo>
                <a:lnTo>
                  <a:pt x="375905" y="159828"/>
                </a:lnTo>
                <a:lnTo>
                  <a:pt x="375659" y="158300"/>
                </a:lnTo>
                <a:lnTo>
                  <a:pt x="375401" y="156773"/>
                </a:lnTo>
                <a:lnTo>
                  <a:pt x="375129" y="155248"/>
                </a:lnTo>
                <a:lnTo>
                  <a:pt x="374846" y="153724"/>
                </a:lnTo>
                <a:lnTo>
                  <a:pt x="374549" y="152201"/>
                </a:lnTo>
                <a:lnTo>
                  <a:pt x="374240" y="150681"/>
                </a:lnTo>
                <a:lnTo>
                  <a:pt x="373919" y="149164"/>
                </a:lnTo>
                <a:lnTo>
                  <a:pt x="373586" y="147651"/>
                </a:lnTo>
                <a:lnTo>
                  <a:pt x="373241" y="146142"/>
                </a:lnTo>
                <a:lnTo>
                  <a:pt x="372884" y="144636"/>
                </a:lnTo>
                <a:lnTo>
                  <a:pt x="372514" y="143135"/>
                </a:lnTo>
                <a:lnTo>
                  <a:pt x="372132" y="141636"/>
                </a:lnTo>
                <a:lnTo>
                  <a:pt x="371739" y="140142"/>
                </a:lnTo>
                <a:lnTo>
                  <a:pt x="371333" y="138651"/>
                </a:lnTo>
                <a:lnTo>
                  <a:pt x="370915" y="137164"/>
                </a:lnTo>
                <a:lnTo>
                  <a:pt x="370485" y="135680"/>
                </a:lnTo>
                <a:lnTo>
                  <a:pt x="370042" y="134200"/>
                </a:lnTo>
                <a:lnTo>
                  <a:pt x="369588" y="132724"/>
                </a:lnTo>
                <a:lnTo>
                  <a:pt x="369121" y="131252"/>
                </a:lnTo>
                <a:lnTo>
                  <a:pt x="368643" y="129783"/>
                </a:lnTo>
                <a:lnTo>
                  <a:pt x="368152" y="128318"/>
                </a:lnTo>
                <a:lnTo>
                  <a:pt x="367649" y="126856"/>
                </a:lnTo>
                <a:lnTo>
                  <a:pt x="367134" y="125398"/>
                </a:lnTo>
                <a:lnTo>
                  <a:pt x="366607" y="123944"/>
                </a:lnTo>
                <a:lnTo>
                  <a:pt x="366067" y="122494"/>
                </a:lnTo>
                <a:lnTo>
                  <a:pt x="365516" y="121047"/>
                </a:lnTo>
                <a:lnTo>
                  <a:pt x="364952" y="119604"/>
                </a:lnTo>
                <a:lnTo>
                  <a:pt x="364377" y="118165"/>
                </a:lnTo>
                <a:lnTo>
                  <a:pt x="363789" y="116729"/>
                </a:lnTo>
                <a:lnTo>
                  <a:pt x="363189" y="115298"/>
                </a:lnTo>
                <a:lnTo>
                  <a:pt x="362578" y="113873"/>
                </a:lnTo>
                <a:lnTo>
                  <a:pt x="361957" y="112454"/>
                </a:lnTo>
                <a:lnTo>
                  <a:pt x="361324" y="111042"/>
                </a:lnTo>
                <a:lnTo>
                  <a:pt x="360679" y="109635"/>
                </a:lnTo>
                <a:lnTo>
                  <a:pt x="360024" y="108234"/>
                </a:lnTo>
                <a:lnTo>
                  <a:pt x="359357" y="106839"/>
                </a:lnTo>
                <a:lnTo>
                  <a:pt x="358680" y="105450"/>
                </a:lnTo>
                <a:lnTo>
                  <a:pt x="357991" y="104066"/>
                </a:lnTo>
                <a:lnTo>
                  <a:pt x="357290" y="102689"/>
                </a:lnTo>
                <a:lnTo>
                  <a:pt x="356579" y="101318"/>
                </a:lnTo>
                <a:lnTo>
                  <a:pt x="355857" y="99953"/>
                </a:lnTo>
                <a:lnTo>
                  <a:pt x="355123" y="98594"/>
                </a:lnTo>
                <a:lnTo>
                  <a:pt x="354378" y="97241"/>
                </a:lnTo>
                <a:lnTo>
                  <a:pt x="353622" y="95894"/>
                </a:lnTo>
                <a:lnTo>
                  <a:pt x="352855" y="94552"/>
                </a:lnTo>
                <a:lnTo>
                  <a:pt x="352077" y="93217"/>
                </a:lnTo>
                <a:lnTo>
                  <a:pt x="351287" y="91888"/>
                </a:lnTo>
                <a:lnTo>
                  <a:pt x="350486" y="90565"/>
                </a:lnTo>
                <a:lnTo>
                  <a:pt x="349674" y="89247"/>
                </a:lnTo>
                <a:lnTo>
                  <a:pt x="348851" y="87936"/>
                </a:lnTo>
                <a:lnTo>
                  <a:pt x="348017" y="86631"/>
                </a:lnTo>
                <a:lnTo>
                  <a:pt x="347171" y="85331"/>
                </a:lnTo>
                <a:lnTo>
                  <a:pt x="346315" y="84038"/>
                </a:lnTo>
                <a:lnTo>
                  <a:pt x="345448" y="82751"/>
                </a:lnTo>
                <a:lnTo>
                  <a:pt x="344571" y="81473"/>
                </a:lnTo>
                <a:lnTo>
                  <a:pt x="343684" y="80203"/>
                </a:lnTo>
                <a:lnTo>
                  <a:pt x="342787" y="78940"/>
                </a:lnTo>
                <a:lnTo>
                  <a:pt x="341881" y="77686"/>
                </a:lnTo>
                <a:lnTo>
                  <a:pt x="340965" y="76440"/>
                </a:lnTo>
                <a:lnTo>
                  <a:pt x="340039" y="75202"/>
                </a:lnTo>
                <a:lnTo>
                  <a:pt x="339103" y="73972"/>
                </a:lnTo>
                <a:lnTo>
                  <a:pt x="338158" y="72750"/>
                </a:lnTo>
                <a:lnTo>
                  <a:pt x="337202" y="71536"/>
                </a:lnTo>
                <a:lnTo>
                  <a:pt x="336237" y="70330"/>
                </a:lnTo>
                <a:lnTo>
                  <a:pt x="335262" y="69132"/>
                </a:lnTo>
                <a:lnTo>
                  <a:pt x="334278" y="67942"/>
                </a:lnTo>
                <a:lnTo>
                  <a:pt x="333283" y="66760"/>
                </a:lnTo>
                <a:lnTo>
                  <a:pt x="332279" y="65586"/>
                </a:lnTo>
                <a:lnTo>
                  <a:pt x="331265" y="64420"/>
                </a:lnTo>
                <a:lnTo>
                  <a:pt x="330241" y="63263"/>
                </a:lnTo>
                <a:lnTo>
                  <a:pt x="329207" y="62113"/>
                </a:lnTo>
                <a:lnTo>
                  <a:pt x="328164" y="60971"/>
                </a:lnTo>
                <a:lnTo>
                  <a:pt x="327110" y="59838"/>
                </a:lnTo>
                <a:lnTo>
                  <a:pt x="326047" y="58712"/>
                </a:lnTo>
                <a:lnTo>
                  <a:pt x="324974" y="57594"/>
                </a:lnTo>
                <a:lnTo>
                  <a:pt x="323891" y="56485"/>
                </a:lnTo>
                <a:lnTo>
                  <a:pt x="322799" y="55384"/>
                </a:lnTo>
                <a:lnTo>
                  <a:pt x="321697" y="54291"/>
                </a:lnTo>
                <a:lnTo>
                  <a:pt x="320588" y="53208"/>
                </a:lnTo>
                <a:lnTo>
                  <a:pt x="319470" y="52135"/>
                </a:lnTo>
                <a:lnTo>
                  <a:pt x="318345" y="51072"/>
                </a:lnTo>
                <a:lnTo>
                  <a:pt x="317211" y="50019"/>
                </a:lnTo>
                <a:lnTo>
                  <a:pt x="316070" y="48975"/>
                </a:lnTo>
                <a:lnTo>
                  <a:pt x="314920" y="47942"/>
                </a:lnTo>
                <a:lnTo>
                  <a:pt x="313762" y="46918"/>
                </a:lnTo>
                <a:lnTo>
                  <a:pt x="312596" y="45904"/>
                </a:lnTo>
                <a:lnTo>
                  <a:pt x="311423" y="44899"/>
                </a:lnTo>
                <a:lnTo>
                  <a:pt x="310241" y="43905"/>
                </a:lnTo>
                <a:lnTo>
                  <a:pt x="309051" y="42920"/>
                </a:lnTo>
                <a:lnTo>
                  <a:pt x="307853" y="41945"/>
                </a:lnTo>
                <a:lnTo>
                  <a:pt x="306647" y="40980"/>
                </a:lnTo>
                <a:lnTo>
                  <a:pt x="305433" y="40025"/>
                </a:lnTo>
                <a:lnTo>
                  <a:pt x="304211" y="39079"/>
                </a:lnTo>
                <a:lnTo>
                  <a:pt x="302981" y="38143"/>
                </a:lnTo>
                <a:lnTo>
                  <a:pt x="301742" y="37217"/>
                </a:lnTo>
                <a:lnTo>
                  <a:pt x="300496" y="36301"/>
                </a:lnTo>
                <a:lnTo>
                  <a:pt x="299242" y="35395"/>
                </a:lnTo>
                <a:lnTo>
                  <a:pt x="297980" y="34498"/>
                </a:lnTo>
                <a:lnTo>
                  <a:pt x="296709" y="33612"/>
                </a:lnTo>
                <a:lnTo>
                  <a:pt x="295431" y="32735"/>
                </a:lnTo>
                <a:lnTo>
                  <a:pt x="294145" y="31868"/>
                </a:lnTo>
                <a:lnTo>
                  <a:pt x="292851" y="31011"/>
                </a:lnTo>
                <a:lnTo>
                  <a:pt x="291552" y="30165"/>
                </a:lnTo>
                <a:lnTo>
                  <a:pt x="290246" y="29331"/>
                </a:lnTo>
                <a:lnTo>
                  <a:pt x="288935" y="28508"/>
                </a:lnTo>
                <a:lnTo>
                  <a:pt x="287618" y="27696"/>
                </a:lnTo>
                <a:lnTo>
                  <a:pt x="286294" y="26895"/>
                </a:lnTo>
                <a:lnTo>
                  <a:pt x="284965" y="26106"/>
                </a:lnTo>
                <a:lnTo>
                  <a:pt x="283630" y="25327"/>
                </a:lnTo>
                <a:lnTo>
                  <a:pt x="282289" y="24560"/>
                </a:lnTo>
                <a:lnTo>
                  <a:pt x="280942" y="23804"/>
                </a:lnTo>
                <a:lnTo>
                  <a:pt x="279588" y="23059"/>
                </a:lnTo>
                <a:lnTo>
                  <a:pt x="278229" y="22326"/>
                </a:lnTo>
                <a:lnTo>
                  <a:pt x="276864" y="21603"/>
                </a:lnTo>
                <a:lnTo>
                  <a:pt x="275493" y="20892"/>
                </a:lnTo>
                <a:lnTo>
                  <a:pt x="274116" y="20192"/>
                </a:lnTo>
                <a:lnTo>
                  <a:pt x="272733" y="19503"/>
                </a:lnTo>
                <a:lnTo>
                  <a:pt x="271344" y="18825"/>
                </a:lnTo>
                <a:lnTo>
                  <a:pt x="269949" y="18158"/>
                </a:lnTo>
                <a:lnTo>
                  <a:pt x="268548" y="17503"/>
                </a:lnTo>
                <a:lnTo>
                  <a:pt x="267141" y="16859"/>
                </a:lnTo>
                <a:lnTo>
                  <a:pt x="265728" y="16226"/>
                </a:lnTo>
                <a:lnTo>
                  <a:pt x="264309" y="15604"/>
                </a:lnTo>
                <a:lnTo>
                  <a:pt x="262884" y="14993"/>
                </a:lnTo>
                <a:lnTo>
                  <a:pt x="261453" y="14394"/>
                </a:lnTo>
                <a:lnTo>
                  <a:pt x="260018" y="13806"/>
                </a:lnTo>
                <a:lnTo>
                  <a:pt x="258578" y="13230"/>
                </a:lnTo>
                <a:lnTo>
                  <a:pt x="257135" y="12667"/>
                </a:lnTo>
                <a:lnTo>
                  <a:pt x="255688" y="12115"/>
                </a:lnTo>
                <a:lnTo>
                  <a:pt x="254238" y="11576"/>
                </a:lnTo>
                <a:lnTo>
                  <a:pt x="252784" y="11049"/>
                </a:lnTo>
                <a:lnTo>
                  <a:pt x="251326" y="10533"/>
                </a:lnTo>
                <a:lnTo>
                  <a:pt x="249865" y="10031"/>
                </a:lnTo>
                <a:lnTo>
                  <a:pt x="248400" y="9540"/>
                </a:lnTo>
                <a:lnTo>
                  <a:pt x="246931" y="9061"/>
                </a:lnTo>
                <a:lnTo>
                  <a:pt x="245458" y="8595"/>
                </a:lnTo>
                <a:lnTo>
                  <a:pt x="243982" y="8140"/>
                </a:lnTo>
                <a:lnTo>
                  <a:pt x="242502" y="7698"/>
                </a:lnTo>
                <a:lnTo>
                  <a:pt x="241019" y="7268"/>
                </a:lnTo>
                <a:lnTo>
                  <a:pt x="239532" y="6850"/>
                </a:lnTo>
                <a:lnTo>
                  <a:pt x="238041" y="6444"/>
                </a:lnTo>
                <a:lnTo>
                  <a:pt x="236546" y="6050"/>
                </a:lnTo>
                <a:lnTo>
                  <a:pt x="235048" y="5668"/>
                </a:lnTo>
                <a:lnTo>
                  <a:pt x="233546" y="5299"/>
                </a:lnTo>
                <a:lnTo>
                  <a:pt x="232040" y="4941"/>
                </a:lnTo>
                <a:lnTo>
                  <a:pt x="230531" y="4596"/>
                </a:lnTo>
                <a:lnTo>
                  <a:pt x="229018" y="4263"/>
                </a:lnTo>
                <a:lnTo>
                  <a:pt x="227501" y="3942"/>
                </a:lnTo>
                <a:lnTo>
                  <a:pt x="225981" y="3633"/>
                </a:lnTo>
                <a:lnTo>
                  <a:pt x="224458" y="3337"/>
                </a:lnTo>
                <a:lnTo>
                  <a:pt x="222934" y="3053"/>
                </a:lnTo>
                <a:lnTo>
                  <a:pt x="221409" y="2782"/>
                </a:lnTo>
                <a:lnTo>
                  <a:pt x="219882" y="2523"/>
                </a:lnTo>
                <a:lnTo>
                  <a:pt x="218355" y="2277"/>
                </a:lnTo>
                <a:lnTo>
                  <a:pt x="216826" y="2044"/>
                </a:lnTo>
                <a:lnTo>
                  <a:pt x="215295" y="1823"/>
                </a:lnTo>
                <a:lnTo>
                  <a:pt x="213764" y="1615"/>
                </a:lnTo>
                <a:lnTo>
                  <a:pt x="212231" y="1419"/>
                </a:lnTo>
                <a:lnTo>
                  <a:pt x="210697" y="1236"/>
                </a:lnTo>
                <a:lnTo>
                  <a:pt x="209162" y="1066"/>
                </a:lnTo>
                <a:lnTo>
                  <a:pt x="207626" y="908"/>
                </a:lnTo>
                <a:lnTo>
                  <a:pt x="206088" y="763"/>
                </a:lnTo>
                <a:lnTo>
                  <a:pt x="204549" y="631"/>
                </a:lnTo>
                <a:lnTo>
                  <a:pt x="203009" y="511"/>
                </a:lnTo>
                <a:lnTo>
                  <a:pt x="201467" y="404"/>
                </a:lnTo>
                <a:lnTo>
                  <a:pt x="199925" y="309"/>
                </a:lnTo>
                <a:lnTo>
                  <a:pt x="198381" y="227"/>
                </a:lnTo>
                <a:lnTo>
                  <a:pt x="196836" y="158"/>
                </a:lnTo>
                <a:lnTo>
                  <a:pt x="195289" y="101"/>
                </a:lnTo>
                <a:lnTo>
                  <a:pt x="193742" y="57"/>
                </a:lnTo>
                <a:lnTo>
                  <a:pt x="192193" y="25"/>
                </a:lnTo>
                <a:lnTo>
                  <a:pt x="190643" y="6"/>
                </a:lnTo>
                <a:lnTo>
                  <a:pt x="189091" y="0"/>
                </a:lnTo>
                <a:lnTo>
                  <a:pt x="187540" y="6"/>
                </a:lnTo>
                <a:close/>
                <a:moveTo>
                  <a:pt x="130829" y="206273"/>
                </a:moveTo>
                <a:lnTo>
                  <a:pt x="130246" y="206246"/>
                </a:lnTo>
                <a:lnTo>
                  <a:pt x="129671" y="206203"/>
                </a:lnTo>
                <a:lnTo>
                  <a:pt x="129103" y="206141"/>
                </a:lnTo>
                <a:lnTo>
                  <a:pt x="128542" y="206063"/>
                </a:lnTo>
                <a:lnTo>
                  <a:pt x="127989" y="205967"/>
                </a:lnTo>
                <a:lnTo>
                  <a:pt x="127442" y="205853"/>
                </a:lnTo>
                <a:lnTo>
                  <a:pt x="126903" y="205722"/>
                </a:lnTo>
                <a:lnTo>
                  <a:pt x="126371" y="205573"/>
                </a:lnTo>
                <a:lnTo>
                  <a:pt x="125847" y="205407"/>
                </a:lnTo>
                <a:lnTo>
                  <a:pt x="125329" y="205224"/>
                </a:lnTo>
                <a:lnTo>
                  <a:pt x="124819" y="205023"/>
                </a:lnTo>
                <a:lnTo>
                  <a:pt x="124317" y="204804"/>
                </a:lnTo>
                <a:lnTo>
                  <a:pt x="123821" y="204568"/>
                </a:lnTo>
                <a:lnTo>
                  <a:pt x="123333" y="204315"/>
                </a:lnTo>
                <a:lnTo>
                  <a:pt x="122851" y="204044"/>
                </a:lnTo>
                <a:lnTo>
                  <a:pt x="122378" y="203755"/>
                </a:lnTo>
                <a:lnTo>
                  <a:pt x="121911" y="203449"/>
                </a:lnTo>
                <a:lnTo>
                  <a:pt x="121452" y="203126"/>
                </a:lnTo>
                <a:lnTo>
                  <a:pt x="120999" y="202785"/>
                </a:lnTo>
                <a:lnTo>
                  <a:pt x="120554" y="202427"/>
                </a:lnTo>
                <a:lnTo>
                  <a:pt x="120117" y="202051"/>
                </a:lnTo>
                <a:lnTo>
                  <a:pt x="119686" y="201657"/>
                </a:lnTo>
                <a:lnTo>
                  <a:pt x="119263" y="201246"/>
                </a:lnTo>
                <a:lnTo>
                  <a:pt x="118852" y="200823"/>
                </a:lnTo>
                <a:lnTo>
                  <a:pt x="118459" y="200393"/>
                </a:lnTo>
                <a:lnTo>
                  <a:pt x="118083" y="199955"/>
                </a:lnTo>
                <a:lnTo>
                  <a:pt x="117725" y="199510"/>
                </a:lnTo>
                <a:lnTo>
                  <a:pt x="117384" y="199058"/>
                </a:lnTo>
                <a:lnTo>
                  <a:pt x="117060" y="198599"/>
                </a:lnTo>
                <a:lnTo>
                  <a:pt x="116754" y="198132"/>
                </a:lnTo>
                <a:lnTo>
                  <a:pt x="116466" y="197658"/>
                </a:lnTo>
                <a:lnTo>
                  <a:pt x="116195" y="197177"/>
                </a:lnTo>
                <a:lnTo>
                  <a:pt x="115942" y="196689"/>
                </a:lnTo>
                <a:lnTo>
                  <a:pt x="115706" y="196193"/>
                </a:lnTo>
                <a:lnTo>
                  <a:pt x="115487" y="195690"/>
                </a:lnTo>
                <a:lnTo>
                  <a:pt x="115286" y="195180"/>
                </a:lnTo>
                <a:lnTo>
                  <a:pt x="115102" y="194663"/>
                </a:lnTo>
                <a:lnTo>
                  <a:pt x="114936" y="194138"/>
                </a:lnTo>
                <a:lnTo>
                  <a:pt x="114788" y="193606"/>
                </a:lnTo>
                <a:lnTo>
                  <a:pt x="114657" y="193067"/>
                </a:lnTo>
                <a:lnTo>
                  <a:pt x="114543" y="192521"/>
                </a:lnTo>
                <a:lnTo>
                  <a:pt x="114447" y="191968"/>
                </a:lnTo>
                <a:lnTo>
                  <a:pt x="114368" y="191407"/>
                </a:lnTo>
                <a:lnTo>
                  <a:pt x="114307" y="190839"/>
                </a:lnTo>
                <a:lnTo>
                  <a:pt x="114263" y="190263"/>
                </a:lnTo>
                <a:lnTo>
                  <a:pt x="114237" y="189681"/>
                </a:lnTo>
                <a:lnTo>
                  <a:pt x="114228" y="189091"/>
                </a:lnTo>
                <a:lnTo>
                  <a:pt x="114237" y="188501"/>
                </a:lnTo>
                <a:lnTo>
                  <a:pt x="114263" y="187919"/>
                </a:lnTo>
                <a:lnTo>
                  <a:pt x="114307" y="187344"/>
                </a:lnTo>
                <a:lnTo>
                  <a:pt x="114368" y="186776"/>
                </a:lnTo>
                <a:lnTo>
                  <a:pt x="114447" y="186215"/>
                </a:lnTo>
                <a:lnTo>
                  <a:pt x="114543" y="185661"/>
                </a:lnTo>
                <a:lnTo>
                  <a:pt x="114657" y="185115"/>
                </a:lnTo>
                <a:lnTo>
                  <a:pt x="114788" y="184576"/>
                </a:lnTo>
                <a:lnTo>
                  <a:pt x="114936" y="184044"/>
                </a:lnTo>
                <a:lnTo>
                  <a:pt x="115102" y="183520"/>
                </a:lnTo>
                <a:lnTo>
                  <a:pt x="115286" y="183002"/>
                </a:lnTo>
                <a:lnTo>
                  <a:pt x="115487" y="182492"/>
                </a:lnTo>
                <a:lnTo>
                  <a:pt x="115706" y="181989"/>
                </a:lnTo>
                <a:lnTo>
                  <a:pt x="115942" y="181494"/>
                </a:lnTo>
                <a:lnTo>
                  <a:pt x="116195" y="181005"/>
                </a:lnTo>
                <a:lnTo>
                  <a:pt x="116466" y="180524"/>
                </a:lnTo>
                <a:lnTo>
                  <a:pt x="116754" y="180050"/>
                </a:lnTo>
                <a:lnTo>
                  <a:pt x="117060" y="179584"/>
                </a:lnTo>
                <a:lnTo>
                  <a:pt x="117384" y="179124"/>
                </a:lnTo>
                <a:lnTo>
                  <a:pt x="117725" y="178672"/>
                </a:lnTo>
                <a:lnTo>
                  <a:pt x="118083" y="178227"/>
                </a:lnTo>
                <a:lnTo>
                  <a:pt x="118459" y="177790"/>
                </a:lnTo>
                <a:lnTo>
                  <a:pt x="118852" y="177359"/>
                </a:lnTo>
                <a:lnTo>
                  <a:pt x="119263" y="176936"/>
                </a:lnTo>
                <a:lnTo>
                  <a:pt x="119686" y="176525"/>
                </a:lnTo>
                <a:lnTo>
                  <a:pt x="120117" y="176132"/>
                </a:lnTo>
                <a:lnTo>
                  <a:pt x="120554" y="175756"/>
                </a:lnTo>
                <a:lnTo>
                  <a:pt x="120999" y="175398"/>
                </a:lnTo>
                <a:lnTo>
                  <a:pt x="121452" y="175057"/>
                </a:lnTo>
                <a:lnTo>
                  <a:pt x="121911" y="174733"/>
                </a:lnTo>
                <a:lnTo>
                  <a:pt x="122378" y="174427"/>
                </a:lnTo>
                <a:lnTo>
                  <a:pt x="122851" y="174139"/>
                </a:lnTo>
                <a:lnTo>
                  <a:pt x="123333" y="173868"/>
                </a:lnTo>
                <a:lnTo>
                  <a:pt x="123821" y="173614"/>
                </a:lnTo>
                <a:lnTo>
                  <a:pt x="124317" y="173378"/>
                </a:lnTo>
                <a:lnTo>
                  <a:pt x="124819" y="173160"/>
                </a:lnTo>
                <a:lnTo>
                  <a:pt x="125329" y="172959"/>
                </a:lnTo>
                <a:lnTo>
                  <a:pt x="125847" y="172775"/>
                </a:lnTo>
                <a:lnTo>
                  <a:pt x="126371" y="172609"/>
                </a:lnTo>
                <a:lnTo>
                  <a:pt x="126903" y="172461"/>
                </a:lnTo>
                <a:lnTo>
                  <a:pt x="127442" y="172329"/>
                </a:lnTo>
                <a:lnTo>
                  <a:pt x="127989" y="172216"/>
                </a:lnTo>
                <a:lnTo>
                  <a:pt x="128542" y="172120"/>
                </a:lnTo>
                <a:lnTo>
                  <a:pt x="129103" y="172041"/>
                </a:lnTo>
                <a:lnTo>
                  <a:pt x="129671" y="171980"/>
                </a:lnTo>
                <a:lnTo>
                  <a:pt x="130246" y="171936"/>
                </a:lnTo>
                <a:lnTo>
                  <a:pt x="130829" y="171910"/>
                </a:lnTo>
                <a:lnTo>
                  <a:pt x="131418" y="171901"/>
                </a:lnTo>
                <a:lnTo>
                  <a:pt x="132008" y="171910"/>
                </a:lnTo>
                <a:lnTo>
                  <a:pt x="132591" y="171936"/>
                </a:lnTo>
                <a:lnTo>
                  <a:pt x="133166" y="171980"/>
                </a:lnTo>
                <a:lnTo>
                  <a:pt x="133734" y="172041"/>
                </a:lnTo>
                <a:lnTo>
                  <a:pt x="134295" y="172120"/>
                </a:lnTo>
                <a:lnTo>
                  <a:pt x="134848" y="172216"/>
                </a:lnTo>
                <a:lnTo>
                  <a:pt x="135395" y="172329"/>
                </a:lnTo>
                <a:lnTo>
                  <a:pt x="135934" y="172461"/>
                </a:lnTo>
                <a:lnTo>
                  <a:pt x="136465" y="172609"/>
                </a:lnTo>
                <a:lnTo>
                  <a:pt x="136990" y="172775"/>
                </a:lnTo>
                <a:lnTo>
                  <a:pt x="137507" y="172959"/>
                </a:lnTo>
                <a:lnTo>
                  <a:pt x="138017" y="173160"/>
                </a:lnTo>
                <a:lnTo>
                  <a:pt x="138520" y="173378"/>
                </a:lnTo>
                <a:lnTo>
                  <a:pt x="139016" y="173614"/>
                </a:lnTo>
                <a:lnTo>
                  <a:pt x="139504" y="173868"/>
                </a:lnTo>
                <a:lnTo>
                  <a:pt x="139985" y="174139"/>
                </a:lnTo>
                <a:lnTo>
                  <a:pt x="140459" y="174427"/>
                </a:lnTo>
                <a:lnTo>
                  <a:pt x="140926" y="174733"/>
                </a:lnTo>
                <a:lnTo>
                  <a:pt x="141385" y="175057"/>
                </a:lnTo>
                <a:lnTo>
                  <a:pt x="141837" y="175398"/>
                </a:lnTo>
                <a:lnTo>
                  <a:pt x="142282" y="175756"/>
                </a:lnTo>
                <a:lnTo>
                  <a:pt x="142720" y="176132"/>
                </a:lnTo>
                <a:lnTo>
                  <a:pt x="143150" y="176525"/>
                </a:lnTo>
                <a:lnTo>
                  <a:pt x="143574" y="176936"/>
                </a:lnTo>
                <a:lnTo>
                  <a:pt x="143984" y="177359"/>
                </a:lnTo>
                <a:lnTo>
                  <a:pt x="144378" y="177790"/>
                </a:lnTo>
                <a:lnTo>
                  <a:pt x="144754" y="178227"/>
                </a:lnTo>
                <a:lnTo>
                  <a:pt x="145112" y="178672"/>
                </a:lnTo>
                <a:lnTo>
                  <a:pt x="145453" y="179124"/>
                </a:lnTo>
                <a:lnTo>
                  <a:pt x="145776" y="179584"/>
                </a:lnTo>
                <a:lnTo>
                  <a:pt x="146082" y="180050"/>
                </a:lnTo>
                <a:lnTo>
                  <a:pt x="146371" y="180524"/>
                </a:lnTo>
                <a:lnTo>
                  <a:pt x="146642" y="181005"/>
                </a:lnTo>
                <a:lnTo>
                  <a:pt x="146895" y="181494"/>
                </a:lnTo>
                <a:lnTo>
                  <a:pt x="147131" y="181989"/>
                </a:lnTo>
                <a:lnTo>
                  <a:pt x="147350" y="182492"/>
                </a:lnTo>
                <a:lnTo>
                  <a:pt x="147551" y="183002"/>
                </a:lnTo>
                <a:lnTo>
                  <a:pt x="147734" y="183520"/>
                </a:lnTo>
                <a:lnTo>
                  <a:pt x="147900" y="184044"/>
                </a:lnTo>
                <a:lnTo>
                  <a:pt x="148049" y="184576"/>
                </a:lnTo>
                <a:lnTo>
                  <a:pt x="148180" y="185115"/>
                </a:lnTo>
                <a:lnTo>
                  <a:pt x="148294" y="185661"/>
                </a:lnTo>
                <a:lnTo>
                  <a:pt x="148390" y="186215"/>
                </a:lnTo>
                <a:lnTo>
                  <a:pt x="148469" y="186776"/>
                </a:lnTo>
                <a:lnTo>
                  <a:pt x="148530" y="187344"/>
                </a:lnTo>
                <a:lnTo>
                  <a:pt x="148574" y="187919"/>
                </a:lnTo>
                <a:lnTo>
                  <a:pt x="148600" y="188501"/>
                </a:lnTo>
                <a:lnTo>
                  <a:pt x="148609" y="189091"/>
                </a:lnTo>
                <a:lnTo>
                  <a:pt x="148600" y="189681"/>
                </a:lnTo>
                <a:lnTo>
                  <a:pt x="148574" y="190263"/>
                </a:lnTo>
                <a:lnTo>
                  <a:pt x="148530" y="190839"/>
                </a:lnTo>
                <a:lnTo>
                  <a:pt x="148469" y="191407"/>
                </a:lnTo>
                <a:lnTo>
                  <a:pt x="148390" y="191968"/>
                </a:lnTo>
                <a:lnTo>
                  <a:pt x="148294" y="192521"/>
                </a:lnTo>
                <a:lnTo>
                  <a:pt x="148180" y="193067"/>
                </a:lnTo>
                <a:lnTo>
                  <a:pt x="148049" y="193606"/>
                </a:lnTo>
                <a:lnTo>
                  <a:pt x="147900" y="194138"/>
                </a:lnTo>
                <a:lnTo>
                  <a:pt x="147734" y="194663"/>
                </a:lnTo>
                <a:lnTo>
                  <a:pt x="147551" y="195180"/>
                </a:lnTo>
                <a:lnTo>
                  <a:pt x="147350" y="195690"/>
                </a:lnTo>
                <a:lnTo>
                  <a:pt x="147131" y="196193"/>
                </a:lnTo>
                <a:lnTo>
                  <a:pt x="146895" y="196689"/>
                </a:lnTo>
                <a:lnTo>
                  <a:pt x="146642" y="197177"/>
                </a:lnTo>
                <a:lnTo>
                  <a:pt x="146371" y="197658"/>
                </a:lnTo>
                <a:lnTo>
                  <a:pt x="146082" y="198132"/>
                </a:lnTo>
                <a:lnTo>
                  <a:pt x="145776" y="198599"/>
                </a:lnTo>
                <a:lnTo>
                  <a:pt x="145453" y="199058"/>
                </a:lnTo>
                <a:lnTo>
                  <a:pt x="145112" y="199510"/>
                </a:lnTo>
                <a:lnTo>
                  <a:pt x="144754" y="199955"/>
                </a:lnTo>
                <a:lnTo>
                  <a:pt x="144378" y="200393"/>
                </a:lnTo>
                <a:lnTo>
                  <a:pt x="143984" y="200823"/>
                </a:lnTo>
                <a:lnTo>
                  <a:pt x="143574" y="201246"/>
                </a:lnTo>
                <a:lnTo>
                  <a:pt x="143150" y="201657"/>
                </a:lnTo>
                <a:lnTo>
                  <a:pt x="142720" y="202051"/>
                </a:lnTo>
                <a:lnTo>
                  <a:pt x="142282" y="202427"/>
                </a:lnTo>
                <a:lnTo>
                  <a:pt x="141837" y="202785"/>
                </a:lnTo>
                <a:lnTo>
                  <a:pt x="141385" y="203126"/>
                </a:lnTo>
                <a:lnTo>
                  <a:pt x="140926" y="203449"/>
                </a:lnTo>
                <a:lnTo>
                  <a:pt x="140459" y="203755"/>
                </a:lnTo>
                <a:lnTo>
                  <a:pt x="139985" y="204044"/>
                </a:lnTo>
                <a:lnTo>
                  <a:pt x="139504" y="204315"/>
                </a:lnTo>
                <a:lnTo>
                  <a:pt x="139016" y="204568"/>
                </a:lnTo>
                <a:lnTo>
                  <a:pt x="138520" y="204804"/>
                </a:lnTo>
                <a:lnTo>
                  <a:pt x="138017" y="205023"/>
                </a:lnTo>
                <a:lnTo>
                  <a:pt x="137507" y="205224"/>
                </a:lnTo>
                <a:lnTo>
                  <a:pt x="136990" y="205407"/>
                </a:lnTo>
                <a:lnTo>
                  <a:pt x="136465" y="205573"/>
                </a:lnTo>
                <a:lnTo>
                  <a:pt x="135934" y="205722"/>
                </a:lnTo>
                <a:lnTo>
                  <a:pt x="135395" y="205853"/>
                </a:lnTo>
                <a:lnTo>
                  <a:pt x="134848" y="205967"/>
                </a:lnTo>
                <a:lnTo>
                  <a:pt x="134295" y="206063"/>
                </a:lnTo>
                <a:lnTo>
                  <a:pt x="133734" y="206141"/>
                </a:lnTo>
                <a:lnTo>
                  <a:pt x="133166" y="206203"/>
                </a:lnTo>
                <a:lnTo>
                  <a:pt x="132591" y="206246"/>
                </a:lnTo>
                <a:lnTo>
                  <a:pt x="132008" y="206273"/>
                </a:lnTo>
                <a:lnTo>
                  <a:pt x="131418" y="206281"/>
                </a:lnTo>
                <a:lnTo>
                  <a:pt x="130829" y="206273"/>
                </a:lnTo>
                <a:close/>
                <a:moveTo>
                  <a:pt x="183257" y="250649"/>
                </a:moveTo>
                <a:lnTo>
                  <a:pt x="183007" y="250829"/>
                </a:lnTo>
                <a:lnTo>
                  <a:pt x="182754" y="251002"/>
                </a:lnTo>
                <a:lnTo>
                  <a:pt x="182498" y="251167"/>
                </a:lnTo>
                <a:lnTo>
                  <a:pt x="182239" y="251323"/>
                </a:lnTo>
                <a:lnTo>
                  <a:pt x="181978" y="251472"/>
                </a:lnTo>
                <a:lnTo>
                  <a:pt x="181714" y="251613"/>
                </a:lnTo>
                <a:lnTo>
                  <a:pt x="181447" y="251745"/>
                </a:lnTo>
                <a:lnTo>
                  <a:pt x="181177" y="251870"/>
                </a:lnTo>
                <a:lnTo>
                  <a:pt x="180905" y="251987"/>
                </a:lnTo>
                <a:lnTo>
                  <a:pt x="180630" y="252095"/>
                </a:lnTo>
                <a:lnTo>
                  <a:pt x="180352" y="252196"/>
                </a:lnTo>
                <a:lnTo>
                  <a:pt x="180071" y="252289"/>
                </a:lnTo>
                <a:lnTo>
                  <a:pt x="179788" y="252374"/>
                </a:lnTo>
                <a:lnTo>
                  <a:pt x="179501" y="252450"/>
                </a:lnTo>
                <a:lnTo>
                  <a:pt x="179212" y="252519"/>
                </a:lnTo>
                <a:lnTo>
                  <a:pt x="178920" y="252580"/>
                </a:lnTo>
                <a:lnTo>
                  <a:pt x="178626" y="252632"/>
                </a:lnTo>
                <a:lnTo>
                  <a:pt x="178329" y="252677"/>
                </a:lnTo>
                <a:lnTo>
                  <a:pt x="178028" y="252714"/>
                </a:lnTo>
                <a:lnTo>
                  <a:pt x="177726" y="252742"/>
                </a:lnTo>
                <a:lnTo>
                  <a:pt x="177420" y="252763"/>
                </a:lnTo>
                <a:lnTo>
                  <a:pt x="177111" y="252776"/>
                </a:lnTo>
                <a:lnTo>
                  <a:pt x="176800" y="252781"/>
                </a:lnTo>
                <a:lnTo>
                  <a:pt x="176176" y="252769"/>
                </a:lnTo>
                <a:lnTo>
                  <a:pt x="175570" y="252732"/>
                </a:lnTo>
                <a:lnTo>
                  <a:pt x="174981" y="252671"/>
                </a:lnTo>
                <a:lnTo>
                  <a:pt x="174410" y="252585"/>
                </a:lnTo>
                <a:lnTo>
                  <a:pt x="173856" y="252474"/>
                </a:lnTo>
                <a:lnTo>
                  <a:pt x="173320" y="252338"/>
                </a:lnTo>
                <a:lnTo>
                  <a:pt x="172802" y="252177"/>
                </a:lnTo>
                <a:lnTo>
                  <a:pt x="172300" y="251991"/>
                </a:lnTo>
                <a:lnTo>
                  <a:pt x="171817" y="251781"/>
                </a:lnTo>
                <a:lnTo>
                  <a:pt x="171351" y="251545"/>
                </a:lnTo>
                <a:lnTo>
                  <a:pt x="170902" y="251285"/>
                </a:lnTo>
                <a:lnTo>
                  <a:pt x="170471" y="251000"/>
                </a:lnTo>
                <a:lnTo>
                  <a:pt x="170057" y="250690"/>
                </a:lnTo>
                <a:lnTo>
                  <a:pt x="169661" y="250355"/>
                </a:lnTo>
                <a:lnTo>
                  <a:pt x="169283" y="249995"/>
                </a:lnTo>
                <a:lnTo>
                  <a:pt x="168922" y="249611"/>
                </a:lnTo>
                <a:lnTo>
                  <a:pt x="168578" y="249201"/>
                </a:lnTo>
                <a:lnTo>
                  <a:pt x="168252" y="248767"/>
                </a:lnTo>
                <a:lnTo>
                  <a:pt x="167944" y="248308"/>
                </a:lnTo>
                <a:lnTo>
                  <a:pt x="167653" y="247824"/>
                </a:lnTo>
                <a:lnTo>
                  <a:pt x="167380" y="247315"/>
                </a:lnTo>
                <a:lnTo>
                  <a:pt x="167124" y="246781"/>
                </a:lnTo>
                <a:lnTo>
                  <a:pt x="166885" y="246222"/>
                </a:lnTo>
                <a:lnTo>
                  <a:pt x="166665" y="245639"/>
                </a:lnTo>
                <a:lnTo>
                  <a:pt x="166467" y="245047"/>
                </a:lnTo>
                <a:lnTo>
                  <a:pt x="166299" y="244463"/>
                </a:lnTo>
                <a:lnTo>
                  <a:pt x="166160" y="243888"/>
                </a:lnTo>
                <a:lnTo>
                  <a:pt x="166051" y="243321"/>
                </a:lnTo>
                <a:lnTo>
                  <a:pt x="165970" y="242762"/>
                </a:lnTo>
                <a:lnTo>
                  <a:pt x="165919" y="242211"/>
                </a:lnTo>
                <a:lnTo>
                  <a:pt x="165898" y="241668"/>
                </a:lnTo>
                <a:lnTo>
                  <a:pt x="165905" y="241134"/>
                </a:lnTo>
                <a:lnTo>
                  <a:pt x="165942" y="240608"/>
                </a:lnTo>
                <a:lnTo>
                  <a:pt x="166008" y="240090"/>
                </a:lnTo>
                <a:lnTo>
                  <a:pt x="166104" y="239580"/>
                </a:lnTo>
                <a:lnTo>
                  <a:pt x="166229" y="239078"/>
                </a:lnTo>
                <a:lnTo>
                  <a:pt x="166383" y="238585"/>
                </a:lnTo>
                <a:lnTo>
                  <a:pt x="166566" y="238100"/>
                </a:lnTo>
                <a:lnTo>
                  <a:pt x="166779" y="237623"/>
                </a:lnTo>
                <a:lnTo>
                  <a:pt x="167020" y="237154"/>
                </a:lnTo>
                <a:lnTo>
                  <a:pt x="167292" y="236693"/>
                </a:lnTo>
                <a:lnTo>
                  <a:pt x="167592" y="236241"/>
                </a:lnTo>
                <a:lnTo>
                  <a:pt x="167922" y="235797"/>
                </a:lnTo>
                <a:lnTo>
                  <a:pt x="168281" y="235361"/>
                </a:lnTo>
                <a:lnTo>
                  <a:pt x="168669" y="234933"/>
                </a:lnTo>
                <a:lnTo>
                  <a:pt x="169087" y="234514"/>
                </a:lnTo>
                <a:lnTo>
                  <a:pt x="169534" y="234103"/>
                </a:lnTo>
                <a:lnTo>
                  <a:pt x="170010" y="233700"/>
                </a:lnTo>
                <a:lnTo>
                  <a:pt x="171760" y="232253"/>
                </a:lnTo>
                <a:lnTo>
                  <a:pt x="173436" y="230770"/>
                </a:lnTo>
                <a:lnTo>
                  <a:pt x="175037" y="229252"/>
                </a:lnTo>
                <a:lnTo>
                  <a:pt x="176563" y="227697"/>
                </a:lnTo>
                <a:lnTo>
                  <a:pt x="178014" y="226107"/>
                </a:lnTo>
                <a:lnTo>
                  <a:pt x="179391" y="224481"/>
                </a:lnTo>
                <a:lnTo>
                  <a:pt x="180693" y="222820"/>
                </a:lnTo>
                <a:lnTo>
                  <a:pt x="181921" y="221122"/>
                </a:lnTo>
                <a:lnTo>
                  <a:pt x="183074" y="219389"/>
                </a:lnTo>
                <a:lnTo>
                  <a:pt x="184152" y="217619"/>
                </a:lnTo>
                <a:lnTo>
                  <a:pt x="185156" y="215815"/>
                </a:lnTo>
                <a:lnTo>
                  <a:pt x="186085" y="213974"/>
                </a:lnTo>
                <a:lnTo>
                  <a:pt x="186940" y="212097"/>
                </a:lnTo>
                <a:lnTo>
                  <a:pt x="187719" y="210185"/>
                </a:lnTo>
                <a:lnTo>
                  <a:pt x="188425" y="208237"/>
                </a:lnTo>
                <a:lnTo>
                  <a:pt x="189055" y="206253"/>
                </a:lnTo>
                <a:lnTo>
                  <a:pt x="189611" y="204233"/>
                </a:lnTo>
                <a:lnTo>
                  <a:pt x="190092" y="202177"/>
                </a:lnTo>
                <a:lnTo>
                  <a:pt x="190499" y="200086"/>
                </a:lnTo>
                <a:lnTo>
                  <a:pt x="190831" y="197958"/>
                </a:lnTo>
                <a:lnTo>
                  <a:pt x="191088" y="195795"/>
                </a:lnTo>
                <a:lnTo>
                  <a:pt x="191271" y="193596"/>
                </a:lnTo>
                <a:lnTo>
                  <a:pt x="191379" y="191362"/>
                </a:lnTo>
                <a:lnTo>
                  <a:pt x="191412" y="189091"/>
                </a:lnTo>
                <a:lnTo>
                  <a:pt x="191374" y="186824"/>
                </a:lnTo>
                <a:lnTo>
                  <a:pt x="191261" y="184591"/>
                </a:lnTo>
                <a:lnTo>
                  <a:pt x="191075" y="182394"/>
                </a:lnTo>
                <a:lnTo>
                  <a:pt x="190815" y="180232"/>
                </a:lnTo>
                <a:lnTo>
                  <a:pt x="190481" y="178106"/>
                </a:lnTo>
                <a:lnTo>
                  <a:pt x="190074" y="176014"/>
                </a:lnTo>
                <a:lnTo>
                  <a:pt x="189592" y="173958"/>
                </a:lnTo>
                <a:lnTo>
                  <a:pt x="189036" y="171937"/>
                </a:lnTo>
                <a:lnTo>
                  <a:pt x="188407" y="169952"/>
                </a:lnTo>
                <a:lnTo>
                  <a:pt x="187703" y="168002"/>
                </a:lnTo>
                <a:lnTo>
                  <a:pt x="186926" y="166086"/>
                </a:lnTo>
                <a:lnTo>
                  <a:pt x="186075" y="164206"/>
                </a:lnTo>
                <a:lnTo>
                  <a:pt x="185150" y="162362"/>
                </a:lnTo>
                <a:lnTo>
                  <a:pt x="184151" y="160552"/>
                </a:lnTo>
                <a:lnTo>
                  <a:pt x="183078" y="158778"/>
                </a:lnTo>
                <a:lnTo>
                  <a:pt x="181931" y="157039"/>
                </a:lnTo>
                <a:lnTo>
                  <a:pt x="180710" y="155336"/>
                </a:lnTo>
                <a:lnTo>
                  <a:pt x="179416" y="153667"/>
                </a:lnTo>
                <a:lnTo>
                  <a:pt x="178047" y="152034"/>
                </a:lnTo>
                <a:lnTo>
                  <a:pt x="176605" y="150436"/>
                </a:lnTo>
                <a:lnTo>
                  <a:pt x="175088" y="148874"/>
                </a:lnTo>
                <a:lnTo>
                  <a:pt x="173498" y="147346"/>
                </a:lnTo>
                <a:lnTo>
                  <a:pt x="171834" y="145854"/>
                </a:lnTo>
                <a:lnTo>
                  <a:pt x="170096" y="144397"/>
                </a:lnTo>
                <a:lnTo>
                  <a:pt x="169796" y="144160"/>
                </a:lnTo>
                <a:lnTo>
                  <a:pt x="169508" y="143917"/>
                </a:lnTo>
                <a:lnTo>
                  <a:pt x="169230" y="143667"/>
                </a:lnTo>
                <a:lnTo>
                  <a:pt x="168964" y="143412"/>
                </a:lnTo>
                <a:lnTo>
                  <a:pt x="168708" y="143150"/>
                </a:lnTo>
                <a:lnTo>
                  <a:pt x="168464" y="142882"/>
                </a:lnTo>
                <a:lnTo>
                  <a:pt x="168231" y="142607"/>
                </a:lnTo>
                <a:lnTo>
                  <a:pt x="168009" y="142327"/>
                </a:lnTo>
                <a:lnTo>
                  <a:pt x="167798" y="142040"/>
                </a:lnTo>
                <a:lnTo>
                  <a:pt x="167599" y="141748"/>
                </a:lnTo>
                <a:lnTo>
                  <a:pt x="167410" y="141449"/>
                </a:lnTo>
                <a:lnTo>
                  <a:pt x="167233" y="141143"/>
                </a:lnTo>
                <a:lnTo>
                  <a:pt x="167066" y="140832"/>
                </a:lnTo>
                <a:lnTo>
                  <a:pt x="166911" y="140514"/>
                </a:lnTo>
                <a:lnTo>
                  <a:pt x="166767" y="140190"/>
                </a:lnTo>
                <a:lnTo>
                  <a:pt x="166634" y="139860"/>
                </a:lnTo>
                <a:lnTo>
                  <a:pt x="166513" y="139524"/>
                </a:lnTo>
                <a:lnTo>
                  <a:pt x="166402" y="139181"/>
                </a:lnTo>
                <a:lnTo>
                  <a:pt x="166303" y="138833"/>
                </a:lnTo>
                <a:lnTo>
                  <a:pt x="166214" y="138478"/>
                </a:lnTo>
                <a:lnTo>
                  <a:pt x="166137" y="138117"/>
                </a:lnTo>
                <a:lnTo>
                  <a:pt x="166071" y="137750"/>
                </a:lnTo>
                <a:lnTo>
                  <a:pt x="166016" y="137376"/>
                </a:lnTo>
                <a:lnTo>
                  <a:pt x="165972" y="136996"/>
                </a:lnTo>
                <a:lnTo>
                  <a:pt x="165940" y="136616"/>
                </a:lnTo>
                <a:lnTo>
                  <a:pt x="165920" y="136239"/>
                </a:lnTo>
                <a:lnTo>
                  <a:pt x="165912" y="135866"/>
                </a:lnTo>
                <a:lnTo>
                  <a:pt x="165916" y="135496"/>
                </a:lnTo>
                <a:lnTo>
                  <a:pt x="165932" y="135131"/>
                </a:lnTo>
                <a:lnTo>
                  <a:pt x="165961" y="134770"/>
                </a:lnTo>
                <a:lnTo>
                  <a:pt x="166001" y="134412"/>
                </a:lnTo>
                <a:lnTo>
                  <a:pt x="166054" y="134058"/>
                </a:lnTo>
                <a:lnTo>
                  <a:pt x="166119" y="133708"/>
                </a:lnTo>
                <a:lnTo>
                  <a:pt x="166196" y="133362"/>
                </a:lnTo>
                <a:lnTo>
                  <a:pt x="166285" y="133020"/>
                </a:lnTo>
                <a:lnTo>
                  <a:pt x="166387" y="132682"/>
                </a:lnTo>
                <a:lnTo>
                  <a:pt x="166500" y="132348"/>
                </a:lnTo>
                <a:lnTo>
                  <a:pt x="166626" y="132017"/>
                </a:lnTo>
                <a:lnTo>
                  <a:pt x="166763" y="131691"/>
                </a:lnTo>
                <a:lnTo>
                  <a:pt x="166913" y="131368"/>
                </a:lnTo>
                <a:lnTo>
                  <a:pt x="167075" y="131049"/>
                </a:lnTo>
                <a:lnTo>
                  <a:pt x="167249" y="130734"/>
                </a:lnTo>
                <a:lnTo>
                  <a:pt x="167436" y="130423"/>
                </a:lnTo>
                <a:lnTo>
                  <a:pt x="167634" y="130116"/>
                </a:lnTo>
                <a:lnTo>
                  <a:pt x="167845" y="129813"/>
                </a:lnTo>
                <a:lnTo>
                  <a:pt x="168067" y="129513"/>
                </a:lnTo>
                <a:lnTo>
                  <a:pt x="168302" y="129218"/>
                </a:lnTo>
                <a:lnTo>
                  <a:pt x="168549" y="128926"/>
                </a:lnTo>
                <a:lnTo>
                  <a:pt x="168788" y="128646"/>
                </a:lnTo>
                <a:lnTo>
                  <a:pt x="169032" y="128376"/>
                </a:lnTo>
                <a:lnTo>
                  <a:pt x="169281" y="128116"/>
                </a:lnTo>
                <a:lnTo>
                  <a:pt x="169536" y="127867"/>
                </a:lnTo>
                <a:lnTo>
                  <a:pt x="169797" y="127628"/>
                </a:lnTo>
                <a:lnTo>
                  <a:pt x="170063" y="127400"/>
                </a:lnTo>
                <a:lnTo>
                  <a:pt x="170334" y="127182"/>
                </a:lnTo>
                <a:lnTo>
                  <a:pt x="170611" y="126974"/>
                </a:lnTo>
                <a:lnTo>
                  <a:pt x="170894" y="126776"/>
                </a:lnTo>
                <a:lnTo>
                  <a:pt x="171182" y="126589"/>
                </a:lnTo>
                <a:lnTo>
                  <a:pt x="171476" y="126412"/>
                </a:lnTo>
                <a:lnTo>
                  <a:pt x="171775" y="126245"/>
                </a:lnTo>
                <a:lnTo>
                  <a:pt x="172080" y="126089"/>
                </a:lnTo>
                <a:lnTo>
                  <a:pt x="172390" y="125943"/>
                </a:lnTo>
                <a:lnTo>
                  <a:pt x="172706" y="125808"/>
                </a:lnTo>
                <a:lnTo>
                  <a:pt x="173027" y="125682"/>
                </a:lnTo>
                <a:lnTo>
                  <a:pt x="173354" y="125567"/>
                </a:lnTo>
                <a:lnTo>
                  <a:pt x="173686" y="125462"/>
                </a:lnTo>
                <a:lnTo>
                  <a:pt x="174024" y="125368"/>
                </a:lnTo>
                <a:lnTo>
                  <a:pt x="174367" y="125284"/>
                </a:lnTo>
                <a:lnTo>
                  <a:pt x="174716" y="125210"/>
                </a:lnTo>
                <a:lnTo>
                  <a:pt x="175070" y="125147"/>
                </a:lnTo>
                <a:lnTo>
                  <a:pt x="175430" y="125094"/>
                </a:lnTo>
                <a:lnTo>
                  <a:pt x="175795" y="125051"/>
                </a:lnTo>
                <a:lnTo>
                  <a:pt x="176162" y="125019"/>
                </a:lnTo>
                <a:lnTo>
                  <a:pt x="176525" y="124998"/>
                </a:lnTo>
                <a:lnTo>
                  <a:pt x="176885" y="124988"/>
                </a:lnTo>
                <a:lnTo>
                  <a:pt x="177242" y="124990"/>
                </a:lnTo>
                <a:lnTo>
                  <a:pt x="177595" y="125003"/>
                </a:lnTo>
                <a:lnTo>
                  <a:pt x="177945" y="125027"/>
                </a:lnTo>
                <a:lnTo>
                  <a:pt x="178291" y="125062"/>
                </a:lnTo>
                <a:lnTo>
                  <a:pt x="178635" y="125109"/>
                </a:lnTo>
                <a:lnTo>
                  <a:pt x="178975" y="125166"/>
                </a:lnTo>
                <a:lnTo>
                  <a:pt x="179311" y="125235"/>
                </a:lnTo>
                <a:lnTo>
                  <a:pt x="179645" y="125316"/>
                </a:lnTo>
                <a:lnTo>
                  <a:pt x="179975" y="125407"/>
                </a:lnTo>
                <a:lnTo>
                  <a:pt x="180301" y="125509"/>
                </a:lnTo>
                <a:lnTo>
                  <a:pt x="180625" y="125623"/>
                </a:lnTo>
                <a:lnTo>
                  <a:pt x="180945" y="125748"/>
                </a:lnTo>
                <a:lnTo>
                  <a:pt x="181262" y="125885"/>
                </a:lnTo>
                <a:lnTo>
                  <a:pt x="181575" y="126032"/>
                </a:lnTo>
                <a:lnTo>
                  <a:pt x="181885" y="126191"/>
                </a:lnTo>
                <a:lnTo>
                  <a:pt x="182192" y="126361"/>
                </a:lnTo>
                <a:lnTo>
                  <a:pt x="182495" y="126542"/>
                </a:lnTo>
                <a:lnTo>
                  <a:pt x="182796" y="126734"/>
                </a:lnTo>
                <a:lnTo>
                  <a:pt x="183093" y="126938"/>
                </a:lnTo>
                <a:lnTo>
                  <a:pt x="183386" y="127153"/>
                </a:lnTo>
                <a:lnTo>
                  <a:pt x="183676" y="127379"/>
                </a:lnTo>
                <a:lnTo>
                  <a:pt x="184246" y="127843"/>
                </a:lnTo>
                <a:lnTo>
                  <a:pt x="184811" y="128313"/>
                </a:lnTo>
                <a:lnTo>
                  <a:pt x="185371" y="128787"/>
                </a:lnTo>
                <a:lnTo>
                  <a:pt x="185926" y="129266"/>
                </a:lnTo>
                <a:lnTo>
                  <a:pt x="186476" y="129750"/>
                </a:lnTo>
                <a:lnTo>
                  <a:pt x="187021" y="130239"/>
                </a:lnTo>
                <a:lnTo>
                  <a:pt x="187562" y="130732"/>
                </a:lnTo>
                <a:lnTo>
                  <a:pt x="188097" y="131230"/>
                </a:lnTo>
                <a:lnTo>
                  <a:pt x="188628" y="131733"/>
                </a:lnTo>
                <a:lnTo>
                  <a:pt x="189154" y="132241"/>
                </a:lnTo>
                <a:lnTo>
                  <a:pt x="189675" y="132753"/>
                </a:lnTo>
                <a:lnTo>
                  <a:pt x="190192" y="133271"/>
                </a:lnTo>
                <a:lnTo>
                  <a:pt x="190703" y="133793"/>
                </a:lnTo>
                <a:lnTo>
                  <a:pt x="191210" y="134320"/>
                </a:lnTo>
                <a:lnTo>
                  <a:pt x="191712" y="134852"/>
                </a:lnTo>
                <a:lnTo>
                  <a:pt x="192209" y="135388"/>
                </a:lnTo>
                <a:lnTo>
                  <a:pt x="192701" y="135929"/>
                </a:lnTo>
                <a:lnTo>
                  <a:pt x="193188" y="136475"/>
                </a:lnTo>
                <a:lnTo>
                  <a:pt x="193670" y="137026"/>
                </a:lnTo>
                <a:lnTo>
                  <a:pt x="194148" y="137582"/>
                </a:lnTo>
                <a:lnTo>
                  <a:pt x="194621" y="138142"/>
                </a:lnTo>
                <a:lnTo>
                  <a:pt x="195088" y="138708"/>
                </a:lnTo>
                <a:lnTo>
                  <a:pt x="195551" y="139278"/>
                </a:lnTo>
                <a:lnTo>
                  <a:pt x="196010" y="139853"/>
                </a:lnTo>
                <a:lnTo>
                  <a:pt x="196463" y="140432"/>
                </a:lnTo>
                <a:lnTo>
                  <a:pt x="196910" y="141014"/>
                </a:lnTo>
                <a:lnTo>
                  <a:pt x="197351" y="141600"/>
                </a:lnTo>
                <a:lnTo>
                  <a:pt x="197786" y="142190"/>
                </a:lnTo>
                <a:lnTo>
                  <a:pt x="198216" y="142784"/>
                </a:lnTo>
                <a:lnTo>
                  <a:pt x="198640" y="143381"/>
                </a:lnTo>
                <a:lnTo>
                  <a:pt x="199058" y="143981"/>
                </a:lnTo>
                <a:lnTo>
                  <a:pt x="199471" y="144586"/>
                </a:lnTo>
                <a:lnTo>
                  <a:pt x="199877" y="145193"/>
                </a:lnTo>
                <a:lnTo>
                  <a:pt x="200278" y="145805"/>
                </a:lnTo>
                <a:lnTo>
                  <a:pt x="200673" y="146420"/>
                </a:lnTo>
                <a:lnTo>
                  <a:pt x="201062" y="147039"/>
                </a:lnTo>
                <a:lnTo>
                  <a:pt x="201446" y="147661"/>
                </a:lnTo>
                <a:lnTo>
                  <a:pt x="201823" y="148287"/>
                </a:lnTo>
                <a:lnTo>
                  <a:pt x="202195" y="148916"/>
                </a:lnTo>
                <a:lnTo>
                  <a:pt x="202561" y="149549"/>
                </a:lnTo>
                <a:lnTo>
                  <a:pt x="202922" y="150186"/>
                </a:lnTo>
                <a:lnTo>
                  <a:pt x="203276" y="150826"/>
                </a:lnTo>
                <a:lnTo>
                  <a:pt x="203625" y="151470"/>
                </a:lnTo>
                <a:lnTo>
                  <a:pt x="203968" y="152117"/>
                </a:lnTo>
                <a:lnTo>
                  <a:pt x="204305" y="152768"/>
                </a:lnTo>
                <a:lnTo>
                  <a:pt x="204637" y="153423"/>
                </a:lnTo>
                <a:lnTo>
                  <a:pt x="204962" y="154081"/>
                </a:lnTo>
                <a:lnTo>
                  <a:pt x="205282" y="154743"/>
                </a:lnTo>
                <a:lnTo>
                  <a:pt x="205596" y="155408"/>
                </a:lnTo>
                <a:lnTo>
                  <a:pt x="205903" y="156075"/>
                </a:lnTo>
                <a:lnTo>
                  <a:pt x="206204" y="156744"/>
                </a:lnTo>
                <a:lnTo>
                  <a:pt x="206499" y="157416"/>
                </a:lnTo>
                <a:lnTo>
                  <a:pt x="206786" y="158089"/>
                </a:lnTo>
                <a:lnTo>
                  <a:pt x="207068" y="158765"/>
                </a:lnTo>
                <a:lnTo>
                  <a:pt x="207343" y="159444"/>
                </a:lnTo>
                <a:lnTo>
                  <a:pt x="207612" y="160124"/>
                </a:lnTo>
                <a:lnTo>
                  <a:pt x="207874" y="160807"/>
                </a:lnTo>
                <a:lnTo>
                  <a:pt x="208130" y="161491"/>
                </a:lnTo>
                <a:lnTo>
                  <a:pt x="208379" y="162179"/>
                </a:lnTo>
                <a:lnTo>
                  <a:pt x="208622" y="162868"/>
                </a:lnTo>
                <a:lnTo>
                  <a:pt x="208859" y="163560"/>
                </a:lnTo>
                <a:lnTo>
                  <a:pt x="209089" y="164253"/>
                </a:lnTo>
                <a:lnTo>
                  <a:pt x="209312" y="164949"/>
                </a:lnTo>
                <a:lnTo>
                  <a:pt x="209530" y="165648"/>
                </a:lnTo>
                <a:lnTo>
                  <a:pt x="209740" y="166348"/>
                </a:lnTo>
                <a:lnTo>
                  <a:pt x="209945" y="167051"/>
                </a:lnTo>
                <a:lnTo>
                  <a:pt x="210143" y="167756"/>
                </a:lnTo>
                <a:lnTo>
                  <a:pt x="210334" y="168463"/>
                </a:lnTo>
                <a:lnTo>
                  <a:pt x="210519" y="169173"/>
                </a:lnTo>
                <a:lnTo>
                  <a:pt x="210698" y="169884"/>
                </a:lnTo>
                <a:lnTo>
                  <a:pt x="210870" y="170598"/>
                </a:lnTo>
                <a:lnTo>
                  <a:pt x="211036" y="171314"/>
                </a:lnTo>
                <a:lnTo>
                  <a:pt x="211195" y="172032"/>
                </a:lnTo>
                <a:lnTo>
                  <a:pt x="211347" y="172751"/>
                </a:lnTo>
                <a:lnTo>
                  <a:pt x="211493" y="173470"/>
                </a:lnTo>
                <a:lnTo>
                  <a:pt x="211631" y="174190"/>
                </a:lnTo>
                <a:lnTo>
                  <a:pt x="211763" y="174910"/>
                </a:lnTo>
                <a:lnTo>
                  <a:pt x="211889" y="175632"/>
                </a:lnTo>
                <a:lnTo>
                  <a:pt x="212007" y="176354"/>
                </a:lnTo>
                <a:lnTo>
                  <a:pt x="212119" y="177077"/>
                </a:lnTo>
                <a:lnTo>
                  <a:pt x="212224" y="177801"/>
                </a:lnTo>
                <a:lnTo>
                  <a:pt x="212322" y="178525"/>
                </a:lnTo>
                <a:lnTo>
                  <a:pt x="212413" y="179250"/>
                </a:lnTo>
                <a:lnTo>
                  <a:pt x="212498" y="179976"/>
                </a:lnTo>
                <a:lnTo>
                  <a:pt x="212576" y="180703"/>
                </a:lnTo>
                <a:lnTo>
                  <a:pt x="212647" y="181431"/>
                </a:lnTo>
                <a:lnTo>
                  <a:pt x="212711" y="182159"/>
                </a:lnTo>
                <a:lnTo>
                  <a:pt x="212769" y="182888"/>
                </a:lnTo>
                <a:lnTo>
                  <a:pt x="212820" y="183618"/>
                </a:lnTo>
                <a:lnTo>
                  <a:pt x="212864" y="184348"/>
                </a:lnTo>
                <a:lnTo>
                  <a:pt x="212901" y="185080"/>
                </a:lnTo>
                <a:lnTo>
                  <a:pt x="212931" y="185812"/>
                </a:lnTo>
                <a:lnTo>
                  <a:pt x="212955" y="186544"/>
                </a:lnTo>
                <a:lnTo>
                  <a:pt x="212972" y="187278"/>
                </a:lnTo>
                <a:lnTo>
                  <a:pt x="212982" y="188012"/>
                </a:lnTo>
                <a:lnTo>
                  <a:pt x="212986" y="188747"/>
                </a:lnTo>
                <a:lnTo>
                  <a:pt x="212982" y="189482"/>
                </a:lnTo>
                <a:lnTo>
                  <a:pt x="212972" y="190217"/>
                </a:lnTo>
                <a:lnTo>
                  <a:pt x="212955" y="190950"/>
                </a:lnTo>
                <a:lnTo>
                  <a:pt x="212931" y="191683"/>
                </a:lnTo>
                <a:lnTo>
                  <a:pt x="212901" y="192415"/>
                </a:lnTo>
                <a:lnTo>
                  <a:pt x="212864" y="193147"/>
                </a:lnTo>
                <a:lnTo>
                  <a:pt x="212820" y="193877"/>
                </a:lnTo>
                <a:lnTo>
                  <a:pt x="212769" y="194607"/>
                </a:lnTo>
                <a:lnTo>
                  <a:pt x="212711" y="195336"/>
                </a:lnTo>
                <a:lnTo>
                  <a:pt x="212647" y="196064"/>
                </a:lnTo>
                <a:lnTo>
                  <a:pt x="212576" y="196792"/>
                </a:lnTo>
                <a:lnTo>
                  <a:pt x="212498" y="197518"/>
                </a:lnTo>
                <a:lnTo>
                  <a:pt x="212413" y="198244"/>
                </a:lnTo>
                <a:lnTo>
                  <a:pt x="212322" y="198970"/>
                </a:lnTo>
                <a:lnTo>
                  <a:pt x="212224" y="199694"/>
                </a:lnTo>
                <a:lnTo>
                  <a:pt x="212119" y="200418"/>
                </a:lnTo>
                <a:lnTo>
                  <a:pt x="212007" y="201141"/>
                </a:lnTo>
                <a:lnTo>
                  <a:pt x="211889" y="201863"/>
                </a:lnTo>
                <a:lnTo>
                  <a:pt x="211763" y="202584"/>
                </a:lnTo>
                <a:lnTo>
                  <a:pt x="211631" y="203305"/>
                </a:lnTo>
                <a:lnTo>
                  <a:pt x="211493" y="204025"/>
                </a:lnTo>
                <a:lnTo>
                  <a:pt x="211347" y="204744"/>
                </a:lnTo>
                <a:lnTo>
                  <a:pt x="211195" y="205463"/>
                </a:lnTo>
                <a:lnTo>
                  <a:pt x="211036" y="206180"/>
                </a:lnTo>
                <a:lnTo>
                  <a:pt x="210870" y="206897"/>
                </a:lnTo>
                <a:lnTo>
                  <a:pt x="210698" y="207610"/>
                </a:lnTo>
                <a:lnTo>
                  <a:pt x="210519" y="208322"/>
                </a:lnTo>
                <a:lnTo>
                  <a:pt x="210334" y="209032"/>
                </a:lnTo>
                <a:lnTo>
                  <a:pt x="210143" y="209739"/>
                </a:lnTo>
                <a:lnTo>
                  <a:pt x="209945" y="210444"/>
                </a:lnTo>
                <a:lnTo>
                  <a:pt x="209740" y="211147"/>
                </a:lnTo>
                <a:lnTo>
                  <a:pt x="209530" y="211847"/>
                </a:lnTo>
                <a:lnTo>
                  <a:pt x="209312" y="212545"/>
                </a:lnTo>
                <a:lnTo>
                  <a:pt x="209089" y="213241"/>
                </a:lnTo>
                <a:lnTo>
                  <a:pt x="208859" y="213935"/>
                </a:lnTo>
                <a:lnTo>
                  <a:pt x="208622" y="214627"/>
                </a:lnTo>
                <a:lnTo>
                  <a:pt x="208379" y="215316"/>
                </a:lnTo>
                <a:lnTo>
                  <a:pt x="208130" y="216003"/>
                </a:lnTo>
                <a:lnTo>
                  <a:pt x="207874" y="216688"/>
                </a:lnTo>
                <a:lnTo>
                  <a:pt x="207612" y="217371"/>
                </a:lnTo>
                <a:lnTo>
                  <a:pt x="207343" y="218051"/>
                </a:lnTo>
                <a:lnTo>
                  <a:pt x="207068" y="218729"/>
                </a:lnTo>
                <a:lnTo>
                  <a:pt x="206787" y="219405"/>
                </a:lnTo>
                <a:lnTo>
                  <a:pt x="206499" y="220079"/>
                </a:lnTo>
                <a:lnTo>
                  <a:pt x="206204" y="220751"/>
                </a:lnTo>
                <a:lnTo>
                  <a:pt x="205903" y="221420"/>
                </a:lnTo>
                <a:lnTo>
                  <a:pt x="205596" y="222087"/>
                </a:lnTo>
                <a:lnTo>
                  <a:pt x="205282" y="222752"/>
                </a:lnTo>
                <a:lnTo>
                  <a:pt x="204962" y="223413"/>
                </a:lnTo>
                <a:lnTo>
                  <a:pt x="204637" y="224072"/>
                </a:lnTo>
                <a:lnTo>
                  <a:pt x="204305" y="224726"/>
                </a:lnTo>
                <a:lnTo>
                  <a:pt x="203968" y="225377"/>
                </a:lnTo>
                <a:lnTo>
                  <a:pt x="203625" y="226025"/>
                </a:lnTo>
                <a:lnTo>
                  <a:pt x="203276" y="226669"/>
                </a:lnTo>
                <a:lnTo>
                  <a:pt x="202922" y="227309"/>
                </a:lnTo>
                <a:lnTo>
                  <a:pt x="202561" y="227946"/>
                </a:lnTo>
                <a:lnTo>
                  <a:pt x="202195" y="228579"/>
                </a:lnTo>
                <a:lnTo>
                  <a:pt x="201823" y="229208"/>
                </a:lnTo>
                <a:lnTo>
                  <a:pt x="201446" y="229834"/>
                </a:lnTo>
                <a:lnTo>
                  <a:pt x="201062" y="230456"/>
                </a:lnTo>
                <a:lnTo>
                  <a:pt x="200673" y="231075"/>
                </a:lnTo>
                <a:lnTo>
                  <a:pt x="200278" y="231690"/>
                </a:lnTo>
                <a:lnTo>
                  <a:pt x="199877" y="232301"/>
                </a:lnTo>
                <a:lnTo>
                  <a:pt x="199471" y="232909"/>
                </a:lnTo>
                <a:lnTo>
                  <a:pt x="199058" y="233513"/>
                </a:lnTo>
                <a:lnTo>
                  <a:pt x="198640" y="234114"/>
                </a:lnTo>
                <a:lnTo>
                  <a:pt x="198216" y="234711"/>
                </a:lnTo>
                <a:lnTo>
                  <a:pt x="197786" y="235304"/>
                </a:lnTo>
                <a:lnTo>
                  <a:pt x="197351" y="235894"/>
                </a:lnTo>
                <a:lnTo>
                  <a:pt x="196910" y="236481"/>
                </a:lnTo>
                <a:lnTo>
                  <a:pt x="196463" y="237063"/>
                </a:lnTo>
                <a:lnTo>
                  <a:pt x="196010" y="237642"/>
                </a:lnTo>
                <a:lnTo>
                  <a:pt x="195551" y="238217"/>
                </a:lnTo>
                <a:lnTo>
                  <a:pt x="195088" y="238787"/>
                </a:lnTo>
                <a:lnTo>
                  <a:pt x="194621" y="239352"/>
                </a:lnTo>
                <a:lnTo>
                  <a:pt x="194148" y="239913"/>
                </a:lnTo>
                <a:lnTo>
                  <a:pt x="193670" y="240468"/>
                </a:lnTo>
                <a:lnTo>
                  <a:pt x="193188" y="241019"/>
                </a:lnTo>
                <a:lnTo>
                  <a:pt x="192701" y="241565"/>
                </a:lnTo>
                <a:lnTo>
                  <a:pt x="192209" y="242107"/>
                </a:lnTo>
                <a:lnTo>
                  <a:pt x="191712" y="242643"/>
                </a:lnTo>
                <a:lnTo>
                  <a:pt x="191210" y="243175"/>
                </a:lnTo>
                <a:lnTo>
                  <a:pt x="190703" y="243702"/>
                </a:lnTo>
                <a:lnTo>
                  <a:pt x="190192" y="244224"/>
                </a:lnTo>
                <a:lnTo>
                  <a:pt x="189675" y="244741"/>
                </a:lnTo>
                <a:lnTo>
                  <a:pt x="189154" y="245254"/>
                </a:lnTo>
                <a:lnTo>
                  <a:pt x="188628" y="245762"/>
                </a:lnTo>
                <a:lnTo>
                  <a:pt x="188097" y="246265"/>
                </a:lnTo>
                <a:lnTo>
                  <a:pt x="187562" y="246763"/>
                </a:lnTo>
                <a:lnTo>
                  <a:pt x="187021" y="247256"/>
                </a:lnTo>
                <a:lnTo>
                  <a:pt x="186476" y="247745"/>
                </a:lnTo>
                <a:lnTo>
                  <a:pt x="185926" y="248229"/>
                </a:lnTo>
                <a:lnTo>
                  <a:pt x="185371" y="248708"/>
                </a:lnTo>
                <a:lnTo>
                  <a:pt x="184811" y="249182"/>
                </a:lnTo>
                <a:lnTo>
                  <a:pt x="184246" y="249651"/>
                </a:lnTo>
                <a:lnTo>
                  <a:pt x="183676" y="250116"/>
                </a:lnTo>
                <a:lnTo>
                  <a:pt x="183504" y="250460"/>
                </a:lnTo>
                <a:lnTo>
                  <a:pt x="183257" y="250649"/>
                </a:lnTo>
                <a:close/>
                <a:moveTo>
                  <a:pt x="235930" y="285087"/>
                </a:moveTo>
                <a:lnTo>
                  <a:pt x="235663" y="285324"/>
                </a:lnTo>
                <a:lnTo>
                  <a:pt x="235392" y="285550"/>
                </a:lnTo>
                <a:lnTo>
                  <a:pt x="235117" y="285766"/>
                </a:lnTo>
                <a:lnTo>
                  <a:pt x="234837" y="285971"/>
                </a:lnTo>
                <a:lnTo>
                  <a:pt x="234553" y="286165"/>
                </a:lnTo>
                <a:lnTo>
                  <a:pt x="234265" y="286349"/>
                </a:lnTo>
                <a:lnTo>
                  <a:pt x="233973" y="286522"/>
                </a:lnTo>
                <a:lnTo>
                  <a:pt x="233676" y="286684"/>
                </a:lnTo>
                <a:lnTo>
                  <a:pt x="233375" y="286836"/>
                </a:lnTo>
                <a:lnTo>
                  <a:pt x="233070" y="286977"/>
                </a:lnTo>
                <a:lnTo>
                  <a:pt x="232760" y="287108"/>
                </a:lnTo>
                <a:lnTo>
                  <a:pt x="232447" y="287228"/>
                </a:lnTo>
                <a:lnTo>
                  <a:pt x="232129" y="287337"/>
                </a:lnTo>
                <a:lnTo>
                  <a:pt x="231807" y="287436"/>
                </a:lnTo>
                <a:lnTo>
                  <a:pt x="231480" y="287524"/>
                </a:lnTo>
                <a:lnTo>
                  <a:pt x="231149" y="287602"/>
                </a:lnTo>
                <a:lnTo>
                  <a:pt x="230814" y="287669"/>
                </a:lnTo>
                <a:lnTo>
                  <a:pt x="230475" y="287725"/>
                </a:lnTo>
                <a:lnTo>
                  <a:pt x="230131" y="287771"/>
                </a:lnTo>
                <a:lnTo>
                  <a:pt x="229784" y="287806"/>
                </a:lnTo>
                <a:lnTo>
                  <a:pt x="229431" y="287831"/>
                </a:lnTo>
                <a:lnTo>
                  <a:pt x="229075" y="287845"/>
                </a:lnTo>
                <a:lnTo>
                  <a:pt x="228714" y="287848"/>
                </a:lnTo>
                <a:lnTo>
                  <a:pt x="228333" y="287844"/>
                </a:lnTo>
                <a:lnTo>
                  <a:pt x="227957" y="287828"/>
                </a:lnTo>
                <a:lnTo>
                  <a:pt x="227587" y="287801"/>
                </a:lnTo>
                <a:lnTo>
                  <a:pt x="227221" y="287761"/>
                </a:lnTo>
                <a:lnTo>
                  <a:pt x="226860" y="287710"/>
                </a:lnTo>
                <a:lnTo>
                  <a:pt x="226505" y="287647"/>
                </a:lnTo>
                <a:lnTo>
                  <a:pt x="226154" y="287572"/>
                </a:lnTo>
                <a:lnTo>
                  <a:pt x="225809" y="287486"/>
                </a:lnTo>
                <a:lnTo>
                  <a:pt x="225469" y="287387"/>
                </a:lnTo>
                <a:lnTo>
                  <a:pt x="225134" y="287277"/>
                </a:lnTo>
                <a:lnTo>
                  <a:pt x="224804" y="287155"/>
                </a:lnTo>
                <a:lnTo>
                  <a:pt x="224479" y="287021"/>
                </a:lnTo>
                <a:lnTo>
                  <a:pt x="224159" y="286876"/>
                </a:lnTo>
                <a:lnTo>
                  <a:pt x="223844" y="286718"/>
                </a:lnTo>
                <a:lnTo>
                  <a:pt x="223535" y="286549"/>
                </a:lnTo>
                <a:lnTo>
                  <a:pt x="223230" y="286368"/>
                </a:lnTo>
                <a:lnTo>
                  <a:pt x="222931" y="286176"/>
                </a:lnTo>
                <a:lnTo>
                  <a:pt x="222637" y="285971"/>
                </a:lnTo>
                <a:lnTo>
                  <a:pt x="222348" y="285755"/>
                </a:lnTo>
                <a:lnTo>
                  <a:pt x="222064" y="285527"/>
                </a:lnTo>
                <a:lnTo>
                  <a:pt x="221785" y="285287"/>
                </a:lnTo>
                <a:lnTo>
                  <a:pt x="221511" y="285035"/>
                </a:lnTo>
                <a:lnTo>
                  <a:pt x="221242" y="284772"/>
                </a:lnTo>
                <a:lnTo>
                  <a:pt x="220979" y="284496"/>
                </a:lnTo>
                <a:lnTo>
                  <a:pt x="220722" y="284234"/>
                </a:lnTo>
                <a:lnTo>
                  <a:pt x="220476" y="283966"/>
                </a:lnTo>
                <a:lnTo>
                  <a:pt x="220241" y="283694"/>
                </a:lnTo>
                <a:lnTo>
                  <a:pt x="220017" y="283418"/>
                </a:lnTo>
                <a:lnTo>
                  <a:pt x="219803" y="283137"/>
                </a:lnTo>
                <a:lnTo>
                  <a:pt x="219601" y="282851"/>
                </a:lnTo>
                <a:lnTo>
                  <a:pt x="219410" y="282561"/>
                </a:lnTo>
                <a:lnTo>
                  <a:pt x="219229" y="282266"/>
                </a:lnTo>
                <a:lnTo>
                  <a:pt x="219060" y="281967"/>
                </a:lnTo>
                <a:lnTo>
                  <a:pt x="218901" y="281664"/>
                </a:lnTo>
                <a:lnTo>
                  <a:pt x="218754" y="281355"/>
                </a:lnTo>
                <a:lnTo>
                  <a:pt x="218617" y="281042"/>
                </a:lnTo>
                <a:lnTo>
                  <a:pt x="218491" y="280725"/>
                </a:lnTo>
                <a:lnTo>
                  <a:pt x="218377" y="280403"/>
                </a:lnTo>
                <a:lnTo>
                  <a:pt x="218273" y="280076"/>
                </a:lnTo>
                <a:lnTo>
                  <a:pt x="218180" y="279745"/>
                </a:lnTo>
                <a:lnTo>
                  <a:pt x="218098" y="279410"/>
                </a:lnTo>
                <a:lnTo>
                  <a:pt x="218027" y="279069"/>
                </a:lnTo>
                <a:lnTo>
                  <a:pt x="217966" y="278725"/>
                </a:lnTo>
                <a:lnTo>
                  <a:pt x="217917" y="278375"/>
                </a:lnTo>
                <a:lnTo>
                  <a:pt x="217879" y="278022"/>
                </a:lnTo>
                <a:lnTo>
                  <a:pt x="217852" y="277663"/>
                </a:lnTo>
                <a:lnTo>
                  <a:pt x="217835" y="277300"/>
                </a:lnTo>
                <a:lnTo>
                  <a:pt x="217830" y="276933"/>
                </a:lnTo>
                <a:lnTo>
                  <a:pt x="217835" y="276565"/>
                </a:lnTo>
                <a:lnTo>
                  <a:pt x="217852" y="276202"/>
                </a:lnTo>
                <a:lnTo>
                  <a:pt x="217879" y="275844"/>
                </a:lnTo>
                <a:lnTo>
                  <a:pt x="217917" y="275490"/>
                </a:lnTo>
                <a:lnTo>
                  <a:pt x="217966" y="275141"/>
                </a:lnTo>
                <a:lnTo>
                  <a:pt x="218027" y="274796"/>
                </a:lnTo>
                <a:lnTo>
                  <a:pt x="218098" y="274456"/>
                </a:lnTo>
                <a:lnTo>
                  <a:pt x="218180" y="274120"/>
                </a:lnTo>
                <a:lnTo>
                  <a:pt x="218273" y="273789"/>
                </a:lnTo>
                <a:lnTo>
                  <a:pt x="218377" y="273462"/>
                </a:lnTo>
                <a:lnTo>
                  <a:pt x="218491" y="273141"/>
                </a:lnTo>
                <a:lnTo>
                  <a:pt x="218617" y="272823"/>
                </a:lnTo>
                <a:lnTo>
                  <a:pt x="218754" y="272510"/>
                </a:lnTo>
                <a:lnTo>
                  <a:pt x="218901" y="272202"/>
                </a:lnTo>
                <a:lnTo>
                  <a:pt x="219060" y="271898"/>
                </a:lnTo>
                <a:lnTo>
                  <a:pt x="219229" y="271599"/>
                </a:lnTo>
                <a:lnTo>
                  <a:pt x="219410" y="271304"/>
                </a:lnTo>
                <a:lnTo>
                  <a:pt x="219601" y="271014"/>
                </a:lnTo>
                <a:lnTo>
                  <a:pt x="219803" y="270729"/>
                </a:lnTo>
                <a:lnTo>
                  <a:pt x="220017" y="270448"/>
                </a:lnTo>
                <a:lnTo>
                  <a:pt x="220241" y="270171"/>
                </a:lnTo>
                <a:lnTo>
                  <a:pt x="220476" y="269899"/>
                </a:lnTo>
                <a:lnTo>
                  <a:pt x="220722" y="269632"/>
                </a:lnTo>
                <a:lnTo>
                  <a:pt x="220979" y="269369"/>
                </a:lnTo>
                <a:lnTo>
                  <a:pt x="221652" y="268715"/>
                </a:lnTo>
                <a:lnTo>
                  <a:pt x="222319" y="268056"/>
                </a:lnTo>
                <a:lnTo>
                  <a:pt x="222980" y="267392"/>
                </a:lnTo>
                <a:lnTo>
                  <a:pt x="223635" y="266723"/>
                </a:lnTo>
                <a:lnTo>
                  <a:pt x="224283" y="266048"/>
                </a:lnTo>
                <a:lnTo>
                  <a:pt x="224926" y="265369"/>
                </a:lnTo>
                <a:lnTo>
                  <a:pt x="225563" y="264685"/>
                </a:lnTo>
                <a:lnTo>
                  <a:pt x="226194" y="263995"/>
                </a:lnTo>
                <a:lnTo>
                  <a:pt x="226819" y="263300"/>
                </a:lnTo>
                <a:lnTo>
                  <a:pt x="227438" y="262601"/>
                </a:lnTo>
                <a:lnTo>
                  <a:pt x="228051" y="261896"/>
                </a:lnTo>
                <a:lnTo>
                  <a:pt x="228659" y="261186"/>
                </a:lnTo>
                <a:lnTo>
                  <a:pt x="229260" y="260471"/>
                </a:lnTo>
                <a:lnTo>
                  <a:pt x="229855" y="259751"/>
                </a:lnTo>
                <a:lnTo>
                  <a:pt x="230444" y="259026"/>
                </a:lnTo>
                <a:lnTo>
                  <a:pt x="231027" y="258296"/>
                </a:lnTo>
                <a:lnTo>
                  <a:pt x="231604" y="257561"/>
                </a:lnTo>
                <a:lnTo>
                  <a:pt x="232175" y="256821"/>
                </a:lnTo>
                <a:lnTo>
                  <a:pt x="232740" y="256076"/>
                </a:lnTo>
                <a:lnTo>
                  <a:pt x="233300" y="255325"/>
                </a:lnTo>
                <a:lnTo>
                  <a:pt x="233853" y="254570"/>
                </a:lnTo>
                <a:lnTo>
                  <a:pt x="234400" y="253809"/>
                </a:lnTo>
                <a:lnTo>
                  <a:pt x="234941" y="253043"/>
                </a:lnTo>
                <a:lnTo>
                  <a:pt x="235476" y="252273"/>
                </a:lnTo>
                <a:lnTo>
                  <a:pt x="236005" y="251498"/>
                </a:lnTo>
                <a:lnTo>
                  <a:pt x="236527" y="250719"/>
                </a:lnTo>
                <a:lnTo>
                  <a:pt x="237042" y="249936"/>
                </a:lnTo>
                <a:lnTo>
                  <a:pt x="237550" y="249150"/>
                </a:lnTo>
                <a:lnTo>
                  <a:pt x="238052" y="248359"/>
                </a:lnTo>
                <a:lnTo>
                  <a:pt x="238546" y="247565"/>
                </a:lnTo>
                <a:lnTo>
                  <a:pt x="239034" y="246768"/>
                </a:lnTo>
                <a:lnTo>
                  <a:pt x="239514" y="245966"/>
                </a:lnTo>
                <a:lnTo>
                  <a:pt x="239988" y="245161"/>
                </a:lnTo>
                <a:lnTo>
                  <a:pt x="240455" y="244351"/>
                </a:lnTo>
                <a:lnTo>
                  <a:pt x="240915" y="243539"/>
                </a:lnTo>
                <a:lnTo>
                  <a:pt x="241368" y="242722"/>
                </a:lnTo>
                <a:lnTo>
                  <a:pt x="241814" y="241901"/>
                </a:lnTo>
                <a:lnTo>
                  <a:pt x="242254" y="241077"/>
                </a:lnTo>
                <a:lnTo>
                  <a:pt x="242686" y="240249"/>
                </a:lnTo>
                <a:lnTo>
                  <a:pt x="243112" y="239417"/>
                </a:lnTo>
                <a:lnTo>
                  <a:pt x="243531" y="238582"/>
                </a:lnTo>
                <a:lnTo>
                  <a:pt x="243943" y="237742"/>
                </a:lnTo>
                <a:lnTo>
                  <a:pt x="244348" y="236899"/>
                </a:lnTo>
                <a:lnTo>
                  <a:pt x="244746" y="236052"/>
                </a:lnTo>
                <a:lnTo>
                  <a:pt x="245137" y="235202"/>
                </a:lnTo>
                <a:lnTo>
                  <a:pt x="245522" y="234347"/>
                </a:lnTo>
                <a:lnTo>
                  <a:pt x="245899" y="233489"/>
                </a:lnTo>
                <a:lnTo>
                  <a:pt x="246270" y="232627"/>
                </a:lnTo>
                <a:lnTo>
                  <a:pt x="246633" y="231762"/>
                </a:lnTo>
                <a:lnTo>
                  <a:pt x="246989" y="230894"/>
                </a:lnTo>
                <a:lnTo>
                  <a:pt x="247338" y="230025"/>
                </a:lnTo>
                <a:lnTo>
                  <a:pt x="247679" y="229153"/>
                </a:lnTo>
                <a:lnTo>
                  <a:pt x="248012" y="228278"/>
                </a:lnTo>
                <a:lnTo>
                  <a:pt x="248338" y="227401"/>
                </a:lnTo>
                <a:lnTo>
                  <a:pt x="248656" y="226522"/>
                </a:lnTo>
                <a:lnTo>
                  <a:pt x="248967" y="225641"/>
                </a:lnTo>
                <a:lnTo>
                  <a:pt x="249271" y="224757"/>
                </a:lnTo>
                <a:lnTo>
                  <a:pt x="249567" y="223871"/>
                </a:lnTo>
                <a:lnTo>
                  <a:pt x="249856" y="222983"/>
                </a:lnTo>
                <a:lnTo>
                  <a:pt x="250137" y="222092"/>
                </a:lnTo>
                <a:lnTo>
                  <a:pt x="250410" y="221199"/>
                </a:lnTo>
                <a:lnTo>
                  <a:pt x="250676" y="220304"/>
                </a:lnTo>
                <a:lnTo>
                  <a:pt x="250935" y="219406"/>
                </a:lnTo>
                <a:lnTo>
                  <a:pt x="251186" y="218506"/>
                </a:lnTo>
                <a:lnTo>
                  <a:pt x="251429" y="217604"/>
                </a:lnTo>
                <a:lnTo>
                  <a:pt x="251665" y="216699"/>
                </a:lnTo>
                <a:lnTo>
                  <a:pt x="251894" y="215792"/>
                </a:lnTo>
                <a:lnTo>
                  <a:pt x="252115" y="214883"/>
                </a:lnTo>
                <a:lnTo>
                  <a:pt x="252329" y="213971"/>
                </a:lnTo>
                <a:lnTo>
                  <a:pt x="252535" y="213057"/>
                </a:lnTo>
                <a:lnTo>
                  <a:pt x="252733" y="212141"/>
                </a:lnTo>
                <a:lnTo>
                  <a:pt x="252924" y="211222"/>
                </a:lnTo>
                <a:lnTo>
                  <a:pt x="253108" y="210302"/>
                </a:lnTo>
                <a:lnTo>
                  <a:pt x="253284" y="209381"/>
                </a:lnTo>
                <a:lnTo>
                  <a:pt x="253451" y="208459"/>
                </a:lnTo>
                <a:lnTo>
                  <a:pt x="253611" y="207536"/>
                </a:lnTo>
                <a:lnTo>
                  <a:pt x="253764" y="206613"/>
                </a:lnTo>
                <a:lnTo>
                  <a:pt x="253908" y="205689"/>
                </a:lnTo>
                <a:lnTo>
                  <a:pt x="254045" y="204764"/>
                </a:lnTo>
                <a:lnTo>
                  <a:pt x="254174" y="203838"/>
                </a:lnTo>
                <a:lnTo>
                  <a:pt x="254295" y="202912"/>
                </a:lnTo>
                <a:lnTo>
                  <a:pt x="254408" y="201984"/>
                </a:lnTo>
                <a:lnTo>
                  <a:pt x="254513" y="201056"/>
                </a:lnTo>
                <a:lnTo>
                  <a:pt x="254611" y="200127"/>
                </a:lnTo>
                <a:lnTo>
                  <a:pt x="254701" y="199198"/>
                </a:lnTo>
                <a:lnTo>
                  <a:pt x="254783" y="198267"/>
                </a:lnTo>
                <a:lnTo>
                  <a:pt x="254857" y="197336"/>
                </a:lnTo>
                <a:lnTo>
                  <a:pt x="254923" y="196404"/>
                </a:lnTo>
                <a:lnTo>
                  <a:pt x="254982" y="195471"/>
                </a:lnTo>
                <a:lnTo>
                  <a:pt x="255032" y="194537"/>
                </a:lnTo>
                <a:lnTo>
                  <a:pt x="255075" y="193603"/>
                </a:lnTo>
                <a:lnTo>
                  <a:pt x="255110" y="192668"/>
                </a:lnTo>
                <a:lnTo>
                  <a:pt x="255138" y="191732"/>
                </a:lnTo>
                <a:lnTo>
                  <a:pt x="255157" y="190795"/>
                </a:lnTo>
                <a:lnTo>
                  <a:pt x="255169" y="189858"/>
                </a:lnTo>
                <a:lnTo>
                  <a:pt x="255173" y="188919"/>
                </a:lnTo>
                <a:lnTo>
                  <a:pt x="255169" y="187981"/>
                </a:lnTo>
                <a:lnTo>
                  <a:pt x="255157" y="187043"/>
                </a:lnTo>
                <a:lnTo>
                  <a:pt x="255138" y="186107"/>
                </a:lnTo>
                <a:lnTo>
                  <a:pt x="255110" y="185171"/>
                </a:lnTo>
                <a:lnTo>
                  <a:pt x="255075" y="184236"/>
                </a:lnTo>
                <a:lnTo>
                  <a:pt x="255032" y="183301"/>
                </a:lnTo>
                <a:lnTo>
                  <a:pt x="254982" y="182368"/>
                </a:lnTo>
                <a:lnTo>
                  <a:pt x="254923" y="181435"/>
                </a:lnTo>
                <a:lnTo>
                  <a:pt x="254857" y="180503"/>
                </a:lnTo>
                <a:lnTo>
                  <a:pt x="254783" y="179571"/>
                </a:lnTo>
                <a:lnTo>
                  <a:pt x="254701" y="178641"/>
                </a:lnTo>
                <a:lnTo>
                  <a:pt x="254611" y="177711"/>
                </a:lnTo>
                <a:lnTo>
                  <a:pt x="254513" y="176782"/>
                </a:lnTo>
                <a:lnTo>
                  <a:pt x="254408" y="175854"/>
                </a:lnTo>
                <a:lnTo>
                  <a:pt x="254295" y="174927"/>
                </a:lnTo>
                <a:lnTo>
                  <a:pt x="254174" y="174001"/>
                </a:lnTo>
                <a:lnTo>
                  <a:pt x="254045" y="173075"/>
                </a:lnTo>
                <a:lnTo>
                  <a:pt x="253908" y="172150"/>
                </a:lnTo>
                <a:lnTo>
                  <a:pt x="253764" y="171226"/>
                </a:lnTo>
                <a:lnTo>
                  <a:pt x="253611" y="170302"/>
                </a:lnTo>
                <a:lnTo>
                  <a:pt x="253451" y="169380"/>
                </a:lnTo>
                <a:lnTo>
                  <a:pt x="253284" y="168458"/>
                </a:lnTo>
                <a:lnTo>
                  <a:pt x="253108" y="167537"/>
                </a:lnTo>
                <a:lnTo>
                  <a:pt x="252924" y="166617"/>
                </a:lnTo>
                <a:lnTo>
                  <a:pt x="252733" y="165698"/>
                </a:lnTo>
                <a:lnTo>
                  <a:pt x="252535" y="164782"/>
                </a:lnTo>
                <a:lnTo>
                  <a:pt x="252329" y="163868"/>
                </a:lnTo>
                <a:lnTo>
                  <a:pt x="252115" y="162956"/>
                </a:lnTo>
                <a:lnTo>
                  <a:pt x="251894" y="162047"/>
                </a:lnTo>
                <a:lnTo>
                  <a:pt x="251665" y="161140"/>
                </a:lnTo>
                <a:lnTo>
                  <a:pt x="251429" y="160235"/>
                </a:lnTo>
                <a:lnTo>
                  <a:pt x="251186" y="159333"/>
                </a:lnTo>
                <a:lnTo>
                  <a:pt x="250935" y="158433"/>
                </a:lnTo>
                <a:lnTo>
                  <a:pt x="250676" y="157535"/>
                </a:lnTo>
                <a:lnTo>
                  <a:pt x="250410" y="156640"/>
                </a:lnTo>
                <a:lnTo>
                  <a:pt x="250137" y="155747"/>
                </a:lnTo>
                <a:lnTo>
                  <a:pt x="249856" y="154856"/>
                </a:lnTo>
                <a:lnTo>
                  <a:pt x="249567" y="153967"/>
                </a:lnTo>
                <a:lnTo>
                  <a:pt x="249271" y="153081"/>
                </a:lnTo>
                <a:lnTo>
                  <a:pt x="248967" y="152198"/>
                </a:lnTo>
                <a:lnTo>
                  <a:pt x="248656" y="151316"/>
                </a:lnTo>
                <a:lnTo>
                  <a:pt x="248338" y="150437"/>
                </a:lnTo>
                <a:lnTo>
                  <a:pt x="248012" y="149561"/>
                </a:lnTo>
                <a:lnTo>
                  <a:pt x="247679" y="148686"/>
                </a:lnTo>
                <a:lnTo>
                  <a:pt x="247338" y="147814"/>
                </a:lnTo>
                <a:lnTo>
                  <a:pt x="246989" y="146944"/>
                </a:lnTo>
                <a:lnTo>
                  <a:pt x="246633" y="146077"/>
                </a:lnTo>
                <a:lnTo>
                  <a:pt x="246270" y="145212"/>
                </a:lnTo>
                <a:lnTo>
                  <a:pt x="245899" y="144350"/>
                </a:lnTo>
                <a:lnTo>
                  <a:pt x="245522" y="143492"/>
                </a:lnTo>
                <a:lnTo>
                  <a:pt x="245137" y="142637"/>
                </a:lnTo>
                <a:lnTo>
                  <a:pt x="244746" y="141786"/>
                </a:lnTo>
                <a:lnTo>
                  <a:pt x="244348" y="140939"/>
                </a:lnTo>
                <a:lnTo>
                  <a:pt x="243943" y="140096"/>
                </a:lnTo>
                <a:lnTo>
                  <a:pt x="243531" y="139257"/>
                </a:lnTo>
                <a:lnTo>
                  <a:pt x="243112" y="138421"/>
                </a:lnTo>
                <a:lnTo>
                  <a:pt x="242686" y="137590"/>
                </a:lnTo>
                <a:lnTo>
                  <a:pt x="242254" y="136762"/>
                </a:lnTo>
                <a:lnTo>
                  <a:pt x="241814" y="135937"/>
                </a:lnTo>
                <a:lnTo>
                  <a:pt x="241368" y="135117"/>
                </a:lnTo>
                <a:lnTo>
                  <a:pt x="240915" y="134300"/>
                </a:lnTo>
                <a:lnTo>
                  <a:pt x="240455" y="133487"/>
                </a:lnTo>
                <a:lnTo>
                  <a:pt x="239988" y="132678"/>
                </a:lnTo>
                <a:lnTo>
                  <a:pt x="239514" y="131873"/>
                </a:lnTo>
                <a:lnTo>
                  <a:pt x="239034" y="131071"/>
                </a:lnTo>
                <a:lnTo>
                  <a:pt x="238546" y="130273"/>
                </a:lnTo>
                <a:lnTo>
                  <a:pt x="238052" y="129479"/>
                </a:lnTo>
                <a:lnTo>
                  <a:pt x="237550" y="128689"/>
                </a:lnTo>
                <a:lnTo>
                  <a:pt x="237042" y="127903"/>
                </a:lnTo>
                <a:lnTo>
                  <a:pt x="236527" y="127120"/>
                </a:lnTo>
                <a:lnTo>
                  <a:pt x="236005" y="126341"/>
                </a:lnTo>
                <a:lnTo>
                  <a:pt x="235476" y="125566"/>
                </a:lnTo>
                <a:lnTo>
                  <a:pt x="234941" y="124795"/>
                </a:lnTo>
                <a:lnTo>
                  <a:pt x="234400" y="124030"/>
                </a:lnTo>
                <a:lnTo>
                  <a:pt x="233853" y="123269"/>
                </a:lnTo>
                <a:lnTo>
                  <a:pt x="233300" y="122513"/>
                </a:lnTo>
                <a:lnTo>
                  <a:pt x="232740" y="121763"/>
                </a:lnTo>
                <a:lnTo>
                  <a:pt x="232175" y="121018"/>
                </a:lnTo>
                <a:lnTo>
                  <a:pt x="231604" y="120277"/>
                </a:lnTo>
                <a:lnTo>
                  <a:pt x="231027" y="119542"/>
                </a:lnTo>
                <a:lnTo>
                  <a:pt x="230444" y="118812"/>
                </a:lnTo>
                <a:lnTo>
                  <a:pt x="229855" y="118087"/>
                </a:lnTo>
                <a:lnTo>
                  <a:pt x="229260" y="117367"/>
                </a:lnTo>
                <a:lnTo>
                  <a:pt x="228659" y="116652"/>
                </a:lnTo>
                <a:lnTo>
                  <a:pt x="228051" y="115943"/>
                </a:lnTo>
                <a:lnTo>
                  <a:pt x="227438" y="115238"/>
                </a:lnTo>
                <a:lnTo>
                  <a:pt x="226819" y="114538"/>
                </a:lnTo>
                <a:lnTo>
                  <a:pt x="226194" y="113844"/>
                </a:lnTo>
                <a:lnTo>
                  <a:pt x="225563" y="113154"/>
                </a:lnTo>
                <a:lnTo>
                  <a:pt x="224926" y="112470"/>
                </a:lnTo>
                <a:lnTo>
                  <a:pt x="224283" y="111790"/>
                </a:lnTo>
                <a:lnTo>
                  <a:pt x="223635" y="111116"/>
                </a:lnTo>
                <a:lnTo>
                  <a:pt x="222980" y="110447"/>
                </a:lnTo>
                <a:lnTo>
                  <a:pt x="222319" y="109783"/>
                </a:lnTo>
                <a:lnTo>
                  <a:pt x="221652" y="109124"/>
                </a:lnTo>
                <a:lnTo>
                  <a:pt x="220979" y="108470"/>
                </a:lnTo>
                <a:lnTo>
                  <a:pt x="220694" y="108215"/>
                </a:lnTo>
                <a:lnTo>
                  <a:pt x="220420" y="107955"/>
                </a:lnTo>
                <a:lnTo>
                  <a:pt x="220157" y="107690"/>
                </a:lnTo>
                <a:lnTo>
                  <a:pt x="219906" y="107419"/>
                </a:lnTo>
                <a:lnTo>
                  <a:pt x="219667" y="107142"/>
                </a:lnTo>
                <a:lnTo>
                  <a:pt x="219438" y="106860"/>
                </a:lnTo>
                <a:lnTo>
                  <a:pt x="219222" y="106573"/>
                </a:lnTo>
                <a:lnTo>
                  <a:pt x="219016" y="106279"/>
                </a:lnTo>
                <a:lnTo>
                  <a:pt x="218822" y="105981"/>
                </a:lnTo>
                <a:lnTo>
                  <a:pt x="218639" y="105677"/>
                </a:lnTo>
                <a:lnTo>
                  <a:pt x="218468" y="105367"/>
                </a:lnTo>
                <a:lnTo>
                  <a:pt x="218308" y="105052"/>
                </a:lnTo>
                <a:lnTo>
                  <a:pt x="218159" y="104731"/>
                </a:lnTo>
                <a:lnTo>
                  <a:pt x="218022" y="104405"/>
                </a:lnTo>
                <a:lnTo>
                  <a:pt x="217896" y="104073"/>
                </a:lnTo>
                <a:lnTo>
                  <a:pt x="217782" y="103736"/>
                </a:lnTo>
                <a:lnTo>
                  <a:pt x="217679" y="103393"/>
                </a:lnTo>
                <a:lnTo>
                  <a:pt x="217587" y="103045"/>
                </a:lnTo>
                <a:lnTo>
                  <a:pt x="217507" y="102691"/>
                </a:lnTo>
                <a:lnTo>
                  <a:pt x="217438" y="102331"/>
                </a:lnTo>
                <a:lnTo>
                  <a:pt x="217380" y="101966"/>
                </a:lnTo>
                <a:lnTo>
                  <a:pt x="217334" y="101596"/>
                </a:lnTo>
                <a:lnTo>
                  <a:pt x="217299" y="101220"/>
                </a:lnTo>
                <a:lnTo>
                  <a:pt x="217276" y="100839"/>
                </a:lnTo>
                <a:lnTo>
                  <a:pt x="217264" y="100457"/>
                </a:lnTo>
                <a:lnTo>
                  <a:pt x="217264" y="100079"/>
                </a:lnTo>
                <a:lnTo>
                  <a:pt x="217276" y="99706"/>
                </a:lnTo>
                <a:lnTo>
                  <a:pt x="217300" y="99337"/>
                </a:lnTo>
                <a:lnTo>
                  <a:pt x="217336" y="98973"/>
                </a:lnTo>
                <a:lnTo>
                  <a:pt x="217383" y="98613"/>
                </a:lnTo>
                <a:lnTo>
                  <a:pt x="217442" y="98258"/>
                </a:lnTo>
                <a:lnTo>
                  <a:pt x="217513" y="97907"/>
                </a:lnTo>
                <a:lnTo>
                  <a:pt x="217596" y="97561"/>
                </a:lnTo>
                <a:lnTo>
                  <a:pt x="217691" y="97219"/>
                </a:lnTo>
                <a:lnTo>
                  <a:pt x="217798" y="96881"/>
                </a:lnTo>
                <a:lnTo>
                  <a:pt x="217916" y="96548"/>
                </a:lnTo>
                <a:lnTo>
                  <a:pt x="218047" y="96220"/>
                </a:lnTo>
                <a:lnTo>
                  <a:pt x="218189" y="95896"/>
                </a:lnTo>
                <a:lnTo>
                  <a:pt x="218343" y="95576"/>
                </a:lnTo>
                <a:lnTo>
                  <a:pt x="218509" y="95261"/>
                </a:lnTo>
                <a:lnTo>
                  <a:pt x="218687" y="94950"/>
                </a:lnTo>
                <a:lnTo>
                  <a:pt x="218876" y="94644"/>
                </a:lnTo>
                <a:lnTo>
                  <a:pt x="219078" y="94342"/>
                </a:lnTo>
                <a:lnTo>
                  <a:pt x="219291" y="94045"/>
                </a:lnTo>
                <a:lnTo>
                  <a:pt x="219516" y="93752"/>
                </a:lnTo>
                <a:lnTo>
                  <a:pt x="219753" y="93463"/>
                </a:lnTo>
                <a:lnTo>
                  <a:pt x="220002" y="93179"/>
                </a:lnTo>
                <a:lnTo>
                  <a:pt x="220262" y="92900"/>
                </a:lnTo>
                <a:lnTo>
                  <a:pt x="220531" y="92628"/>
                </a:lnTo>
                <a:lnTo>
                  <a:pt x="220805" y="92368"/>
                </a:lnTo>
                <a:lnTo>
                  <a:pt x="221084" y="92120"/>
                </a:lnTo>
                <a:lnTo>
                  <a:pt x="221368" y="91884"/>
                </a:lnTo>
                <a:lnTo>
                  <a:pt x="221657" y="91659"/>
                </a:lnTo>
                <a:lnTo>
                  <a:pt x="221950" y="91446"/>
                </a:lnTo>
                <a:lnTo>
                  <a:pt x="222249" y="91244"/>
                </a:lnTo>
                <a:lnTo>
                  <a:pt x="222552" y="91054"/>
                </a:lnTo>
                <a:lnTo>
                  <a:pt x="222860" y="90876"/>
                </a:lnTo>
                <a:lnTo>
                  <a:pt x="223174" y="90709"/>
                </a:lnTo>
                <a:lnTo>
                  <a:pt x="223492" y="90554"/>
                </a:lnTo>
                <a:lnTo>
                  <a:pt x="223815" y="90411"/>
                </a:lnTo>
                <a:lnTo>
                  <a:pt x="224143" y="90279"/>
                </a:lnTo>
                <a:lnTo>
                  <a:pt x="224476" y="90160"/>
                </a:lnTo>
                <a:lnTo>
                  <a:pt x="224814" y="90051"/>
                </a:lnTo>
                <a:lnTo>
                  <a:pt x="225157" y="89955"/>
                </a:lnTo>
                <a:lnTo>
                  <a:pt x="225505" y="89870"/>
                </a:lnTo>
                <a:lnTo>
                  <a:pt x="225857" y="89796"/>
                </a:lnTo>
                <a:lnTo>
                  <a:pt x="226215" y="89735"/>
                </a:lnTo>
                <a:lnTo>
                  <a:pt x="226577" y="89685"/>
                </a:lnTo>
                <a:lnTo>
                  <a:pt x="226945" y="89646"/>
                </a:lnTo>
                <a:lnTo>
                  <a:pt x="227317" y="89619"/>
                </a:lnTo>
                <a:lnTo>
                  <a:pt x="227694" y="89604"/>
                </a:lnTo>
                <a:lnTo>
                  <a:pt x="228077" y="89601"/>
                </a:lnTo>
                <a:lnTo>
                  <a:pt x="228459" y="89609"/>
                </a:lnTo>
                <a:lnTo>
                  <a:pt x="228836" y="89629"/>
                </a:lnTo>
                <a:lnTo>
                  <a:pt x="229208" y="89661"/>
                </a:lnTo>
                <a:lnTo>
                  <a:pt x="229575" y="89704"/>
                </a:lnTo>
                <a:lnTo>
                  <a:pt x="229936" y="89758"/>
                </a:lnTo>
                <a:lnTo>
                  <a:pt x="230293" y="89824"/>
                </a:lnTo>
                <a:lnTo>
                  <a:pt x="230645" y="89902"/>
                </a:lnTo>
                <a:lnTo>
                  <a:pt x="230992" y="89992"/>
                </a:lnTo>
                <a:lnTo>
                  <a:pt x="231333" y="90093"/>
                </a:lnTo>
                <a:lnTo>
                  <a:pt x="231670" y="90205"/>
                </a:lnTo>
                <a:lnTo>
                  <a:pt x="232001" y="90329"/>
                </a:lnTo>
                <a:lnTo>
                  <a:pt x="232327" y="90465"/>
                </a:lnTo>
                <a:lnTo>
                  <a:pt x="232649" y="90612"/>
                </a:lnTo>
                <a:lnTo>
                  <a:pt x="232965" y="90771"/>
                </a:lnTo>
                <a:lnTo>
                  <a:pt x="233276" y="90942"/>
                </a:lnTo>
                <a:lnTo>
                  <a:pt x="233582" y="91124"/>
                </a:lnTo>
                <a:lnTo>
                  <a:pt x="233883" y="91318"/>
                </a:lnTo>
                <a:lnTo>
                  <a:pt x="234179" y="91523"/>
                </a:lnTo>
                <a:lnTo>
                  <a:pt x="234470" y="91740"/>
                </a:lnTo>
                <a:lnTo>
                  <a:pt x="234756" y="91969"/>
                </a:lnTo>
                <a:lnTo>
                  <a:pt x="235037" y="92209"/>
                </a:lnTo>
                <a:lnTo>
                  <a:pt x="235312" y="92460"/>
                </a:lnTo>
                <a:lnTo>
                  <a:pt x="235583" y="92724"/>
                </a:lnTo>
                <a:lnTo>
                  <a:pt x="235848" y="92998"/>
                </a:lnTo>
                <a:lnTo>
                  <a:pt x="236653" y="93777"/>
                </a:lnTo>
                <a:lnTo>
                  <a:pt x="237451" y="94561"/>
                </a:lnTo>
                <a:lnTo>
                  <a:pt x="238242" y="95351"/>
                </a:lnTo>
                <a:lnTo>
                  <a:pt x="239025" y="96148"/>
                </a:lnTo>
                <a:lnTo>
                  <a:pt x="239802" y="96950"/>
                </a:lnTo>
                <a:lnTo>
                  <a:pt x="240571" y="97759"/>
                </a:lnTo>
                <a:lnTo>
                  <a:pt x="241333" y="98574"/>
                </a:lnTo>
                <a:lnTo>
                  <a:pt x="242088" y="99395"/>
                </a:lnTo>
                <a:lnTo>
                  <a:pt x="242836" y="100222"/>
                </a:lnTo>
                <a:lnTo>
                  <a:pt x="243576" y="101055"/>
                </a:lnTo>
                <a:lnTo>
                  <a:pt x="244310" y="101894"/>
                </a:lnTo>
                <a:lnTo>
                  <a:pt x="245036" y="102739"/>
                </a:lnTo>
                <a:lnTo>
                  <a:pt x="245755" y="103590"/>
                </a:lnTo>
                <a:lnTo>
                  <a:pt x="246468" y="104448"/>
                </a:lnTo>
                <a:lnTo>
                  <a:pt x="247172" y="105311"/>
                </a:lnTo>
                <a:lnTo>
                  <a:pt x="247870" y="106181"/>
                </a:lnTo>
                <a:lnTo>
                  <a:pt x="248561" y="107057"/>
                </a:lnTo>
                <a:lnTo>
                  <a:pt x="249244" y="107938"/>
                </a:lnTo>
                <a:lnTo>
                  <a:pt x="249920" y="108826"/>
                </a:lnTo>
                <a:lnTo>
                  <a:pt x="250590" y="109720"/>
                </a:lnTo>
                <a:lnTo>
                  <a:pt x="251252" y="110620"/>
                </a:lnTo>
                <a:lnTo>
                  <a:pt x="251906" y="111526"/>
                </a:lnTo>
                <a:lnTo>
                  <a:pt x="252554" y="112439"/>
                </a:lnTo>
                <a:lnTo>
                  <a:pt x="253195" y="113357"/>
                </a:lnTo>
                <a:lnTo>
                  <a:pt x="253827" y="114281"/>
                </a:lnTo>
                <a:lnTo>
                  <a:pt x="254452" y="115209"/>
                </a:lnTo>
                <a:lnTo>
                  <a:pt x="255068" y="116141"/>
                </a:lnTo>
                <a:lnTo>
                  <a:pt x="255677" y="117079"/>
                </a:lnTo>
                <a:lnTo>
                  <a:pt x="256277" y="118020"/>
                </a:lnTo>
                <a:lnTo>
                  <a:pt x="256868" y="118967"/>
                </a:lnTo>
                <a:lnTo>
                  <a:pt x="257452" y="119918"/>
                </a:lnTo>
                <a:lnTo>
                  <a:pt x="258027" y="120873"/>
                </a:lnTo>
                <a:lnTo>
                  <a:pt x="258594" y="121833"/>
                </a:lnTo>
                <a:lnTo>
                  <a:pt x="259153" y="122798"/>
                </a:lnTo>
                <a:lnTo>
                  <a:pt x="259703" y="123767"/>
                </a:lnTo>
                <a:lnTo>
                  <a:pt x="260246" y="124740"/>
                </a:lnTo>
                <a:lnTo>
                  <a:pt x="260780" y="125718"/>
                </a:lnTo>
                <a:lnTo>
                  <a:pt x="261306" y="126701"/>
                </a:lnTo>
                <a:lnTo>
                  <a:pt x="261823" y="127688"/>
                </a:lnTo>
                <a:lnTo>
                  <a:pt x="262333" y="128680"/>
                </a:lnTo>
                <a:lnTo>
                  <a:pt x="262834" y="129676"/>
                </a:lnTo>
                <a:lnTo>
                  <a:pt x="263327" y="130677"/>
                </a:lnTo>
                <a:lnTo>
                  <a:pt x="263812" y="131682"/>
                </a:lnTo>
                <a:lnTo>
                  <a:pt x="264289" y="132692"/>
                </a:lnTo>
                <a:lnTo>
                  <a:pt x="264757" y="133706"/>
                </a:lnTo>
                <a:lnTo>
                  <a:pt x="265217" y="134725"/>
                </a:lnTo>
                <a:lnTo>
                  <a:pt x="265669" y="135749"/>
                </a:lnTo>
                <a:lnTo>
                  <a:pt x="266112" y="136777"/>
                </a:lnTo>
                <a:lnTo>
                  <a:pt x="266548" y="137808"/>
                </a:lnTo>
                <a:lnTo>
                  <a:pt x="266974" y="138843"/>
                </a:lnTo>
                <a:lnTo>
                  <a:pt x="267391" y="139880"/>
                </a:lnTo>
                <a:lnTo>
                  <a:pt x="267799" y="140920"/>
                </a:lnTo>
                <a:lnTo>
                  <a:pt x="268198" y="141963"/>
                </a:lnTo>
                <a:lnTo>
                  <a:pt x="268588" y="143009"/>
                </a:lnTo>
                <a:lnTo>
                  <a:pt x="268970" y="144057"/>
                </a:lnTo>
                <a:lnTo>
                  <a:pt x="269342" y="145108"/>
                </a:lnTo>
                <a:lnTo>
                  <a:pt x="269705" y="146162"/>
                </a:lnTo>
                <a:lnTo>
                  <a:pt x="270059" y="147219"/>
                </a:lnTo>
                <a:lnTo>
                  <a:pt x="270405" y="148279"/>
                </a:lnTo>
                <a:lnTo>
                  <a:pt x="270741" y="149341"/>
                </a:lnTo>
                <a:lnTo>
                  <a:pt x="271069" y="150407"/>
                </a:lnTo>
                <a:lnTo>
                  <a:pt x="271387" y="151475"/>
                </a:lnTo>
                <a:lnTo>
                  <a:pt x="271697" y="152545"/>
                </a:lnTo>
                <a:lnTo>
                  <a:pt x="271997" y="153619"/>
                </a:lnTo>
                <a:lnTo>
                  <a:pt x="272289" y="154696"/>
                </a:lnTo>
                <a:lnTo>
                  <a:pt x="272571" y="155775"/>
                </a:lnTo>
                <a:lnTo>
                  <a:pt x="272845" y="156857"/>
                </a:lnTo>
                <a:lnTo>
                  <a:pt x="273110" y="157942"/>
                </a:lnTo>
                <a:lnTo>
                  <a:pt x="273365" y="159029"/>
                </a:lnTo>
                <a:lnTo>
                  <a:pt x="273612" y="160120"/>
                </a:lnTo>
                <a:lnTo>
                  <a:pt x="273850" y="161213"/>
                </a:lnTo>
                <a:lnTo>
                  <a:pt x="274079" y="162309"/>
                </a:lnTo>
                <a:lnTo>
                  <a:pt x="274298" y="163407"/>
                </a:lnTo>
                <a:lnTo>
                  <a:pt x="274509" y="164506"/>
                </a:lnTo>
                <a:lnTo>
                  <a:pt x="274710" y="165605"/>
                </a:lnTo>
                <a:lnTo>
                  <a:pt x="274901" y="166706"/>
                </a:lnTo>
                <a:lnTo>
                  <a:pt x="275083" y="167808"/>
                </a:lnTo>
                <a:lnTo>
                  <a:pt x="275256" y="168910"/>
                </a:lnTo>
                <a:lnTo>
                  <a:pt x="275420" y="170014"/>
                </a:lnTo>
                <a:lnTo>
                  <a:pt x="275574" y="171119"/>
                </a:lnTo>
                <a:lnTo>
                  <a:pt x="275719" y="172224"/>
                </a:lnTo>
                <a:lnTo>
                  <a:pt x="275854" y="173330"/>
                </a:lnTo>
                <a:lnTo>
                  <a:pt x="275981" y="174438"/>
                </a:lnTo>
                <a:lnTo>
                  <a:pt x="276098" y="175546"/>
                </a:lnTo>
                <a:lnTo>
                  <a:pt x="276205" y="176655"/>
                </a:lnTo>
                <a:lnTo>
                  <a:pt x="276303" y="177765"/>
                </a:lnTo>
                <a:lnTo>
                  <a:pt x="276392" y="178877"/>
                </a:lnTo>
                <a:lnTo>
                  <a:pt x="276471" y="179989"/>
                </a:lnTo>
                <a:lnTo>
                  <a:pt x="276541" y="181102"/>
                </a:lnTo>
                <a:lnTo>
                  <a:pt x="276602" y="182216"/>
                </a:lnTo>
                <a:lnTo>
                  <a:pt x="276654" y="183331"/>
                </a:lnTo>
                <a:lnTo>
                  <a:pt x="276696" y="184446"/>
                </a:lnTo>
                <a:lnTo>
                  <a:pt x="276728" y="185563"/>
                </a:lnTo>
                <a:lnTo>
                  <a:pt x="276752" y="186681"/>
                </a:lnTo>
                <a:lnTo>
                  <a:pt x="276766" y="187800"/>
                </a:lnTo>
                <a:lnTo>
                  <a:pt x="276770" y="188919"/>
                </a:lnTo>
                <a:lnTo>
                  <a:pt x="276766" y="190039"/>
                </a:lnTo>
                <a:lnTo>
                  <a:pt x="276752" y="191158"/>
                </a:lnTo>
                <a:lnTo>
                  <a:pt x="276728" y="192275"/>
                </a:lnTo>
                <a:lnTo>
                  <a:pt x="276696" y="193392"/>
                </a:lnTo>
                <a:lnTo>
                  <a:pt x="276654" y="194508"/>
                </a:lnTo>
                <a:lnTo>
                  <a:pt x="276602" y="195623"/>
                </a:lnTo>
                <a:lnTo>
                  <a:pt x="276541" y="196737"/>
                </a:lnTo>
                <a:lnTo>
                  <a:pt x="276471" y="197850"/>
                </a:lnTo>
                <a:lnTo>
                  <a:pt x="276392" y="198962"/>
                </a:lnTo>
                <a:lnTo>
                  <a:pt x="276303" y="200073"/>
                </a:lnTo>
                <a:lnTo>
                  <a:pt x="276205" y="201183"/>
                </a:lnTo>
                <a:lnTo>
                  <a:pt x="276098" y="202293"/>
                </a:lnTo>
                <a:lnTo>
                  <a:pt x="275981" y="203401"/>
                </a:lnTo>
                <a:lnTo>
                  <a:pt x="275854" y="204508"/>
                </a:lnTo>
                <a:lnTo>
                  <a:pt x="275719" y="205615"/>
                </a:lnTo>
                <a:lnTo>
                  <a:pt x="275574" y="206720"/>
                </a:lnTo>
                <a:lnTo>
                  <a:pt x="275420" y="207825"/>
                </a:lnTo>
                <a:lnTo>
                  <a:pt x="275256" y="208928"/>
                </a:lnTo>
                <a:lnTo>
                  <a:pt x="275083" y="210031"/>
                </a:lnTo>
                <a:lnTo>
                  <a:pt x="274901" y="211132"/>
                </a:lnTo>
                <a:lnTo>
                  <a:pt x="274710" y="212233"/>
                </a:lnTo>
                <a:lnTo>
                  <a:pt x="274509" y="213333"/>
                </a:lnTo>
                <a:lnTo>
                  <a:pt x="274298" y="214432"/>
                </a:lnTo>
                <a:lnTo>
                  <a:pt x="274079" y="215530"/>
                </a:lnTo>
                <a:lnTo>
                  <a:pt x="273850" y="216626"/>
                </a:lnTo>
                <a:lnTo>
                  <a:pt x="273612" y="217719"/>
                </a:lnTo>
                <a:lnTo>
                  <a:pt x="273365" y="218809"/>
                </a:lnTo>
                <a:lnTo>
                  <a:pt x="273110" y="219897"/>
                </a:lnTo>
                <a:lnTo>
                  <a:pt x="272845" y="220982"/>
                </a:lnTo>
                <a:lnTo>
                  <a:pt x="272571" y="222064"/>
                </a:lnTo>
                <a:lnTo>
                  <a:pt x="272289" y="223143"/>
                </a:lnTo>
                <a:lnTo>
                  <a:pt x="271997" y="224219"/>
                </a:lnTo>
                <a:lnTo>
                  <a:pt x="271697" y="225293"/>
                </a:lnTo>
                <a:lnTo>
                  <a:pt x="271387" y="226364"/>
                </a:lnTo>
                <a:lnTo>
                  <a:pt x="271069" y="227432"/>
                </a:lnTo>
                <a:lnTo>
                  <a:pt x="270741" y="228497"/>
                </a:lnTo>
                <a:lnTo>
                  <a:pt x="270405" y="229560"/>
                </a:lnTo>
                <a:lnTo>
                  <a:pt x="270059" y="230619"/>
                </a:lnTo>
                <a:lnTo>
                  <a:pt x="269705" y="231676"/>
                </a:lnTo>
                <a:lnTo>
                  <a:pt x="269342" y="232730"/>
                </a:lnTo>
                <a:lnTo>
                  <a:pt x="268970" y="233782"/>
                </a:lnTo>
                <a:lnTo>
                  <a:pt x="268588" y="234830"/>
                </a:lnTo>
                <a:lnTo>
                  <a:pt x="268198" y="235876"/>
                </a:lnTo>
                <a:lnTo>
                  <a:pt x="267799" y="236918"/>
                </a:lnTo>
                <a:lnTo>
                  <a:pt x="267391" y="237959"/>
                </a:lnTo>
                <a:lnTo>
                  <a:pt x="266974" y="238996"/>
                </a:lnTo>
                <a:lnTo>
                  <a:pt x="266548" y="240030"/>
                </a:lnTo>
                <a:lnTo>
                  <a:pt x="266113" y="241062"/>
                </a:lnTo>
                <a:lnTo>
                  <a:pt x="265669" y="242090"/>
                </a:lnTo>
                <a:lnTo>
                  <a:pt x="265217" y="243113"/>
                </a:lnTo>
                <a:lnTo>
                  <a:pt x="264757" y="244132"/>
                </a:lnTo>
                <a:lnTo>
                  <a:pt x="264289" y="245147"/>
                </a:lnTo>
                <a:lnTo>
                  <a:pt x="263812" y="246157"/>
                </a:lnTo>
                <a:lnTo>
                  <a:pt x="263327" y="247162"/>
                </a:lnTo>
                <a:lnTo>
                  <a:pt x="262834" y="248163"/>
                </a:lnTo>
                <a:lnTo>
                  <a:pt x="262333" y="249159"/>
                </a:lnTo>
                <a:lnTo>
                  <a:pt x="261824" y="250151"/>
                </a:lnTo>
                <a:lnTo>
                  <a:pt x="261306" y="251138"/>
                </a:lnTo>
                <a:lnTo>
                  <a:pt x="260780" y="252120"/>
                </a:lnTo>
                <a:lnTo>
                  <a:pt x="260246" y="253098"/>
                </a:lnTo>
                <a:lnTo>
                  <a:pt x="259703" y="254072"/>
                </a:lnTo>
                <a:lnTo>
                  <a:pt x="259153" y="255041"/>
                </a:lnTo>
                <a:lnTo>
                  <a:pt x="258594" y="256006"/>
                </a:lnTo>
                <a:lnTo>
                  <a:pt x="258027" y="256965"/>
                </a:lnTo>
                <a:lnTo>
                  <a:pt x="257452" y="257921"/>
                </a:lnTo>
                <a:lnTo>
                  <a:pt x="256868" y="258872"/>
                </a:lnTo>
                <a:lnTo>
                  <a:pt x="256277" y="259818"/>
                </a:lnTo>
                <a:lnTo>
                  <a:pt x="255677" y="260760"/>
                </a:lnTo>
                <a:lnTo>
                  <a:pt x="255068" y="261697"/>
                </a:lnTo>
                <a:lnTo>
                  <a:pt x="254452" y="262630"/>
                </a:lnTo>
                <a:lnTo>
                  <a:pt x="253827" y="263558"/>
                </a:lnTo>
                <a:lnTo>
                  <a:pt x="253195" y="264482"/>
                </a:lnTo>
                <a:lnTo>
                  <a:pt x="252554" y="265400"/>
                </a:lnTo>
                <a:lnTo>
                  <a:pt x="251906" y="266312"/>
                </a:lnTo>
                <a:lnTo>
                  <a:pt x="251252" y="267218"/>
                </a:lnTo>
                <a:lnTo>
                  <a:pt x="250590" y="268118"/>
                </a:lnTo>
                <a:lnTo>
                  <a:pt x="249920" y="269012"/>
                </a:lnTo>
                <a:lnTo>
                  <a:pt x="249244" y="269900"/>
                </a:lnTo>
                <a:lnTo>
                  <a:pt x="248561" y="270782"/>
                </a:lnTo>
                <a:lnTo>
                  <a:pt x="247870" y="271658"/>
                </a:lnTo>
                <a:lnTo>
                  <a:pt x="247172" y="272527"/>
                </a:lnTo>
                <a:lnTo>
                  <a:pt x="246468" y="273391"/>
                </a:lnTo>
                <a:lnTo>
                  <a:pt x="245755" y="274248"/>
                </a:lnTo>
                <a:lnTo>
                  <a:pt x="245036" y="275100"/>
                </a:lnTo>
                <a:lnTo>
                  <a:pt x="244310" y="275945"/>
                </a:lnTo>
                <a:lnTo>
                  <a:pt x="243576" y="276784"/>
                </a:lnTo>
                <a:lnTo>
                  <a:pt x="242836" y="277617"/>
                </a:lnTo>
                <a:lnTo>
                  <a:pt x="242088" y="278444"/>
                </a:lnTo>
                <a:lnTo>
                  <a:pt x="241333" y="279265"/>
                </a:lnTo>
                <a:lnTo>
                  <a:pt x="240571" y="280080"/>
                </a:lnTo>
                <a:lnTo>
                  <a:pt x="239802" y="280888"/>
                </a:lnTo>
                <a:lnTo>
                  <a:pt x="239025" y="281691"/>
                </a:lnTo>
                <a:lnTo>
                  <a:pt x="238242" y="282487"/>
                </a:lnTo>
                <a:lnTo>
                  <a:pt x="237451" y="283278"/>
                </a:lnTo>
                <a:lnTo>
                  <a:pt x="236653" y="284062"/>
                </a:lnTo>
                <a:lnTo>
                  <a:pt x="235848" y="284840"/>
                </a:lnTo>
                <a:lnTo>
                  <a:pt x="236192" y="284840"/>
                </a:lnTo>
                <a:lnTo>
                  <a:pt x="235930" y="285087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B0A2A-6515-4B03-9563-6679648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275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A22C2-6EF0-40FE-9EEA-A0841720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275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34DC1-EF1E-479C-A223-00FC899B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03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39E3C-4D7F-4A47-AE9F-E00BC29F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03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9B6132-BDA8-45F5-9D65-08EEF89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640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850CB3-5E40-4C3C-9C96-8C7A8627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640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847DD7-9117-4F44-9934-B843046D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277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A1E6B-AFF7-42F7-800F-E19A14E7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277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6010B-F368-4B40-9BB3-85CC8D83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914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69B6CD-322C-42C2-9B85-377412C7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914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AB29E-E3D1-4787-A491-C86461D1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550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0325D-A80B-41BC-BCC5-CBFC70FA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550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3838BE-E4C8-47CC-BC38-74E6D19A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187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7377C-4413-4221-B005-38885442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187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0526FA-3596-4420-BB3E-CC374990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BF0CC-AFBC-475C-8C1D-DACA0326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F8FAF-B5A3-47BB-AE51-B6647FB2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461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9E5F5-30D6-42BA-9F56-F8DEEE9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461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CCE27-3833-42EC-A490-330DFC97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98" y="318218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D218C-5822-4635-A4A5-9E497CF4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98" y="318218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DD33E-CF78-4594-9A4D-9DF85F48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03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867FD-1EE9-4E7B-851E-37B2F41D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549" y="355091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B732F-0959-428B-916E-BCD743EB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640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C1A116-A616-41EF-BD53-183159D3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185" y="355091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DCE9E-497F-4529-828E-BFABA120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277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29A29-7D51-4D5C-89EE-DD4BEF9D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277" y="3560370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BE044-C971-4ACD-A6D5-9AE778BB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914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60D66-FB36-4AC8-B2BF-09BC527D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459" y="355091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1FD7C-309A-44DC-9566-0D372273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550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05647B-52A9-4505-BD83-6A6CA18C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096" y="355091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57646-B109-403F-AC07-A3552CD3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187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9507F5-C8C3-4998-80A2-46695A9C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733" y="355091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003AA1-EB3D-4D8B-9893-3745F71F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187FD-BE96-4827-AC8E-214D0EC7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370" y="355091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10F9C7-D235-4586-8E4D-8343D972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461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B60A5-42F1-43A6-88EC-685A3941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461" y="3560370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D79B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17B4C-6E76-4C02-82D3-E50FDE42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98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FBC61-A7BA-4A2F-99D1-9C92DEFE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643" y="355091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DC7FA-D4B7-498A-91A3-706614E9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366" y="356037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C675C-1F9C-4BA5-8D4E-F324A203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912" y="3550916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EBB7D-A71A-4E59-A68D-757473EB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366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B44C4-2A1F-44EC-90F0-1615336E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912" y="394800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052A9-4C89-4C91-93B5-B95D693A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03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1B7C14-93E4-49D8-B93F-CF1EC782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549" y="394800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EAF4B-9E1C-41E1-BBC7-F94FF1C2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640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5DDA6-39E7-4D07-8E2A-1AD662BC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185" y="394800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D18136-080B-4EFB-BBB8-E5333F85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277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459DA5-E4EF-415E-873A-CF012A4C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22" y="394800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B3D8C-473D-40A9-9F5F-E24F51BD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914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742AC-C32B-4E15-A61C-EE41B0B4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914" y="3957462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84937-425A-48EC-90A8-2AE3E172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550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D5A98-126C-4183-BF53-AD3C217F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550" y="3957462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D21EE-E80B-4C12-A546-1CDFBEA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187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692EA-0964-4427-8E04-25D582F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187" y="3957462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99DC7A-320C-43A5-AC71-5715616C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CBE06-0A41-4A43-AAD9-A053B241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3957462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FA6B9-CD66-4116-ACF7-CF0F3B3B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461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7406F-1C4E-4A2B-9EB4-8C9ECEDA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5006" y="394800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E4458-F9DD-46BB-A62C-15C9B8FE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98" y="395746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D9F9D-3177-4DFA-8E30-487D1B3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643" y="394800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3D68C-2156-45C2-9EEE-E568F162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548" y="3078187"/>
            <a:ext cx="340364" cy="340364"/>
          </a:xfrm>
          <a:custGeom xmlns:a="http://schemas.openxmlformats.org/drawingml/2006/main">
            <a:pathLst>
              <a:path w="340364" h="340364">
                <a:moveTo>
                  <a:pt x="243928" y="0"/>
                </a:moveTo>
                <a:lnTo>
                  <a:pt x="96437" y="0"/>
                </a:lnTo>
                <a:cubicBezTo>
                  <a:pt x="43113" y="0"/>
                  <a:pt x="0" y="43113"/>
                  <a:pt x="0" y="96437"/>
                </a:cubicBezTo>
                <a:lnTo>
                  <a:pt x="0" y="243928"/>
                </a:lnTo>
                <a:cubicBezTo>
                  <a:pt x="0" y="297251"/>
                  <a:pt x="43113" y="340364"/>
                  <a:pt x="96437" y="340364"/>
                </a:cubicBezTo>
                <a:lnTo>
                  <a:pt x="243928" y="340364"/>
                </a:lnTo>
                <a:cubicBezTo>
                  <a:pt x="297251" y="340364"/>
                  <a:pt x="340364" y="297251"/>
                  <a:pt x="340364" y="243928"/>
                </a:cubicBezTo>
                <a:lnTo>
                  <a:pt x="340364" y="96437"/>
                </a:lnTo>
                <a:cubicBezTo>
                  <a:pt x="340364" y="43113"/>
                  <a:pt x="297251" y="0"/>
                  <a:pt x="243928" y="0"/>
                </a:cubicBezTo>
                <a:close/>
                <a:moveTo>
                  <a:pt x="293848" y="217833"/>
                </a:moveTo>
                <a:cubicBezTo>
                  <a:pt x="293848" y="235986"/>
                  <a:pt x="279099" y="249600"/>
                  <a:pt x="262080" y="249600"/>
                </a:cubicBezTo>
                <a:lnTo>
                  <a:pt x="239389" y="249600"/>
                </a:lnTo>
                <a:cubicBezTo>
                  <a:pt x="234851" y="249600"/>
                  <a:pt x="231448" y="247331"/>
                  <a:pt x="230313" y="242793"/>
                </a:cubicBezTo>
                <a:cubicBezTo>
                  <a:pt x="229179" y="241659"/>
                  <a:pt x="229179" y="239390"/>
                  <a:pt x="229179" y="238255"/>
                </a:cubicBezTo>
                <a:lnTo>
                  <a:pt x="229179" y="172451"/>
                </a:lnTo>
                <a:cubicBezTo>
                  <a:pt x="229179" y="139549"/>
                  <a:pt x="203084" y="112320"/>
                  <a:pt x="171317" y="112320"/>
                </a:cubicBezTo>
                <a:cubicBezTo>
                  <a:pt x="139549" y="112320"/>
                  <a:pt x="113455" y="139549"/>
                  <a:pt x="113455" y="172451"/>
                </a:cubicBezTo>
                <a:lnTo>
                  <a:pt x="113455" y="241659"/>
                </a:lnTo>
                <a:cubicBezTo>
                  <a:pt x="111186" y="246197"/>
                  <a:pt x="106647" y="249600"/>
                  <a:pt x="102109" y="249600"/>
                </a:cubicBezTo>
                <a:lnTo>
                  <a:pt x="79418" y="249600"/>
                </a:lnTo>
                <a:cubicBezTo>
                  <a:pt x="61266" y="249600"/>
                  <a:pt x="47651" y="234851"/>
                  <a:pt x="47651" y="217833"/>
                </a:cubicBezTo>
                <a:lnTo>
                  <a:pt x="47651" y="203084"/>
                </a:lnTo>
                <a:cubicBezTo>
                  <a:pt x="47651" y="184931"/>
                  <a:pt x="62400" y="171317"/>
                  <a:pt x="79418" y="171317"/>
                </a:cubicBezTo>
                <a:lnTo>
                  <a:pt x="91898" y="171317"/>
                </a:lnTo>
                <a:cubicBezTo>
                  <a:pt x="91898" y="127069"/>
                  <a:pt x="127069" y="90764"/>
                  <a:pt x="170182" y="90764"/>
                </a:cubicBezTo>
                <a:cubicBezTo>
                  <a:pt x="213295" y="90764"/>
                  <a:pt x="248466" y="127069"/>
                  <a:pt x="248466" y="171317"/>
                </a:cubicBezTo>
                <a:lnTo>
                  <a:pt x="260946" y="171317"/>
                </a:lnTo>
                <a:cubicBezTo>
                  <a:pt x="279099" y="171317"/>
                  <a:pt x="292713" y="186066"/>
                  <a:pt x="292713" y="203084"/>
                </a:cubicBezTo>
                <a:lnTo>
                  <a:pt x="292713" y="217833"/>
                </a:lnTo>
                <a:lnTo>
                  <a:pt x="293848" y="217833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180FD-0022-47B3-BCE0-FD8FD98E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003" y="3503643"/>
            <a:ext cx="340364" cy="340364"/>
          </a:xfrm>
          <a:custGeom xmlns:a="http://schemas.openxmlformats.org/drawingml/2006/main">
            <a:pathLst>
              <a:path w="340364" h="340364">
                <a:moveTo>
                  <a:pt x="170182" y="0"/>
                </a:moveTo>
                <a:cubicBezTo>
                  <a:pt x="76193" y="0"/>
                  <a:pt x="0" y="76193"/>
                  <a:pt x="0" y="170182"/>
                </a:cubicBezTo>
                <a:cubicBezTo>
                  <a:pt x="0" y="264171"/>
                  <a:pt x="76193" y="340364"/>
                  <a:pt x="170182" y="340364"/>
                </a:cubicBezTo>
                <a:cubicBezTo>
                  <a:pt x="264171" y="340364"/>
                  <a:pt x="340364" y="264171"/>
                  <a:pt x="340364" y="170182"/>
                </a:cubicBezTo>
                <a:cubicBezTo>
                  <a:pt x="340364" y="76193"/>
                  <a:pt x="264171" y="0"/>
                  <a:pt x="170182" y="0"/>
                </a:cubicBezTo>
                <a:close/>
                <a:moveTo>
                  <a:pt x="106870" y="226506"/>
                </a:moveTo>
                <a:lnTo>
                  <a:pt x="106870" y="262047"/>
                </a:lnTo>
                <a:cubicBezTo>
                  <a:pt x="106870" y="266810"/>
                  <a:pt x="102896" y="270784"/>
                  <a:pt x="98133" y="270784"/>
                </a:cubicBezTo>
                <a:cubicBezTo>
                  <a:pt x="93370" y="270784"/>
                  <a:pt x="89396" y="266810"/>
                  <a:pt x="89396" y="262047"/>
                </a:cubicBezTo>
                <a:lnTo>
                  <a:pt x="89396" y="247166"/>
                </a:lnTo>
                <a:lnTo>
                  <a:pt x="89396" y="226506"/>
                </a:lnTo>
                <a:cubicBezTo>
                  <a:pt x="76884" y="222752"/>
                  <a:pt x="67764" y="211153"/>
                  <a:pt x="67764" y="197418"/>
                </a:cubicBezTo>
                <a:cubicBezTo>
                  <a:pt x="67764" y="183684"/>
                  <a:pt x="76884" y="172085"/>
                  <a:pt x="89396" y="168331"/>
                </a:cubicBezTo>
                <a:lnTo>
                  <a:pt x="89396" y="112188"/>
                </a:lnTo>
                <a:lnTo>
                  <a:pt x="89396" y="78080"/>
                </a:lnTo>
                <a:cubicBezTo>
                  <a:pt x="89396" y="73317"/>
                  <a:pt x="93370" y="69343"/>
                  <a:pt x="98133" y="69343"/>
                </a:cubicBezTo>
                <a:cubicBezTo>
                  <a:pt x="102896" y="69343"/>
                  <a:pt x="106870" y="73317"/>
                  <a:pt x="106870" y="78080"/>
                </a:cubicBezTo>
                <a:lnTo>
                  <a:pt x="106870" y="168331"/>
                </a:lnTo>
                <a:cubicBezTo>
                  <a:pt x="119382" y="172085"/>
                  <a:pt x="128502" y="183684"/>
                  <a:pt x="128502" y="197418"/>
                </a:cubicBezTo>
                <a:cubicBezTo>
                  <a:pt x="128502" y="211153"/>
                  <a:pt x="119382" y="222753"/>
                  <a:pt x="106870" y="226506"/>
                </a:cubicBezTo>
                <a:close/>
                <a:moveTo>
                  <a:pt x="178923" y="148664"/>
                </a:moveTo>
                <a:lnTo>
                  <a:pt x="178923" y="262937"/>
                </a:lnTo>
                <a:cubicBezTo>
                  <a:pt x="178923" y="267700"/>
                  <a:pt x="174949" y="271674"/>
                  <a:pt x="170186" y="271674"/>
                </a:cubicBezTo>
                <a:cubicBezTo>
                  <a:pt x="165423" y="271674"/>
                  <a:pt x="161449" y="267700"/>
                  <a:pt x="161449" y="262937"/>
                </a:cubicBezTo>
                <a:lnTo>
                  <a:pt x="161449" y="248056"/>
                </a:lnTo>
                <a:lnTo>
                  <a:pt x="161449" y="184761"/>
                </a:lnTo>
                <a:lnTo>
                  <a:pt x="161449" y="148195"/>
                </a:lnTo>
                <a:cubicBezTo>
                  <a:pt x="149340" y="144201"/>
                  <a:pt x="140596" y="132803"/>
                  <a:pt x="140596" y="119355"/>
                </a:cubicBezTo>
                <a:cubicBezTo>
                  <a:pt x="140596" y="105908"/>
                  <a:pt x="149340" y="94510"/>
                  <a:pt x="161449" y="90516"/>
                </a:cubicBezTo>
                <a:lnTo>
                  <a:pt x="161449" y="78969"/>
                </a:lnTo>
                <a:cubicBezTo>
                  <a:pt x="161449" y="74207"/>
                  <a:pt x="165423" y="70232"/>
                  <a:pt x="170186" y="70232"/>
                </a:cubicBezTo>
                <a:cubicBezTo>
                  <a:pt x="174949" y="70232"/>
                  <a:pt x="178923" y="74207"/>
                  <a:pt x="178923" y="78969"/>
                </a:cubicBezTo>
                <a:lnTo>
                  <a:pt x="178923" y="90047"/>
                </a:lnTo>
                <a:cubicBezTo>
                  <a:pt x="191834" y="93545"/>
                  <a:pt x="201334" y="105337"/>
                  <a:pt x="201334" y="119355"/>
                </a:cubicBezTo>
                <a:cubicBezTo>
                  <a:pt x="201334" y="133373"/>
                  <a:pt x="191834" y="145166"/>
                  <a:pt x="178923" y="148664"/>
                </a:cubicBezTo>
                <a:lnTo>
                  <a:pt x="178923" y="148664"/>
                </a:lnTo>
                <a:close/>
                <a:moveTo>
                  <a:pt x="250600" y="249878"/>
                </a:moveTo>
                <a:lnTo>
                  <a:pt x="250600" y="262047"/>
                </a:lnTo>
                <a:cubicBezTo>
                  <a:pt x="250600" y="266810"/>
                  <a:pt x="246625" y="270784"/>
                  <a:pt x="241863" y="270784"/>
                </a:cubicBezTo>
                <a:cubicBezTo>
                  <a:pt x="237100" y="270784"/>
                  <a:pt x="233126" y="266810"/>
                  <a:pt x="233126" y="262047"/>
                </a:cubicBezTo>
                <a:lnTo>
                  <a:pt x="233126" y="249857"/>
                </a:lnTo>
                <a:cubicBezTo>
                  <a:pt x="220632" y="246092"/>
                  <a:pt x="211531" y="234501"/>
                  <a:pt x="211531" y="220780"/>
                </a:cubicBezTo>
                <a:cubicBezTo>
                  <a:pt x="211531" y="207059"/>
                  <a:pt x="220632" y="195469"/>
                  <a:pt x="233126" y="191703"/>
                </a:cubicBezTo>
                <a:lnTo>
                  <a:pt x="233126" y="183871"/>
                </a:lnTo>
                <a:lnTo>
                  <a:pt x="233126" y="112188"/>
                </a:lnTo>
                <a:lnTo>
                  <a:pt x="233126" y="78080"/>
                </a:lnTo>
                <a:cubicBezTo>
                  <a:pt x="233126" y="73317"/>
                  <a:pt x="237100" y="69343"/>
                  <a:pt x="241863" y="69343"/>
                </a:cubicBezTo>
                <a:cubicBezTo>
                  <a:pt x="246625" y="69343"/>
                  <a:pt x="250600" y="73317"/>
                  <a:pt x="250600" y="78080"/>
                </a:cubicBezTo>
                <a:lnTo>
                  <a:pt x="250600" y="191682"/>
                </a:lnTo>
                <a:cubicBezTo>
                  <a:pt x="263131" y="195424"/>
                  <a:pt x="272269" y="207032"/>
                  <a:pt x="272269" y="220780"/>
                </a:cubicBezTo>
                <a:cubicBezTo>
                  <a:pt x="272269" y="234528"/>
                  <a:pt x="263131" y="246136"/>
                  <a:pt x="250600" y="249878"/>
                </a:cubicBezTo>
                <a:lnTo>
                  <a:pt x="250600" y="249878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048B3-303C-41B9-B182-BE7CA2E3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1002" y="3929098"/>
            <a:ext cx="340364" cy="340364"/>
          </a:xfrm>
          <a:custGeom xmlns:a="http://schemas.openxmlformats.org/drawingml/2006/main">
            <a:pathLst>
              <a:path w="340364" h="340364">
                <a:moveTo>
                  <a:pt x="168786" y="6"/>
                </a:moveTo>
                <a:lnTo>
                  <a:pt x="167391" y="23"/>
                </a:lnTo>
                <a:lnTo>
                  <a:pt x="165997" y="51"/>
                </a:lnTo>
                <a:lnTo>
                  <a:pt x="164604" y="91"/>
                </a:lnTo>
                <a:lnTo>
                  <a:pt x="163212" y="142"/>
                </a:lnTo>
                <a:lnTo>
                  <a:pt x="161822" y="204"/>
                </a:lnTo>
                <a:lnTo>
                  <a:pt x="160432" y="278"/>
                </a:lnTo>
                <a:lnTo>
                  <a:pt x="159044" y="363"/>
                </a:lnTo>
                <a:lnTo>
                  <a:pt x="157656" y="460"/>
                </a:lnTo>
                <a:lnTo>
                  <a:pt x="156270" y="568"/>
                </a:lnTo>
                <a:lnTo>
                  <a:pt x="154885" y="687"/>
                </a:lnTo>
                <a:lnTo>
                  <a:pt x="153501" y="818"/>
                </a:lnTo>
                <a:lnTo>
                  <a:pt x="152118" y="959"/>
                </a:lnTo>
                <a:lnTo>
                  <a:pt x="150737" y="1113"/>
                </a:lnTo>
                <a:lnTo>
                  <a:pt x="149356" y="1277"/>
                </a:lnTo>
                <a:lnTo>
                  <a:pt x="147977" y="1453"/>
                </a:lnTo>
                <a:lnTo>
                  <a:pt x="146598" y="1641"/>
                </a:lnTo>
                <a:lnTo>
                  <a:pt x="145221" y="1839"/>
                </a:lnTo>
                <a:lnTo>
                  <a:pt x="143845" y="2049"/>
                </a:lnTo>
                <a:lnTo>
                  <a:pt x="142470" y="2271"/>
                </a:lnTo>
                <a:lnTo>
                  <a:pt x="141096" y="2504"/>
                </a:lnTo>
                <a:lnTo>
                  <a:pt x="139723" y="2748"/>
                </a:lnTo>
                <a:lnTo>
                  <a:pt x="138352" y="3003"/>
                </a:lnTo>
                <a:lnTo>
                  <a:pt x="136981" y="3270"/>
                </a:lnTo>
                <a:lnTo>
                  <a:pt x="135613" y="3548"/>
                </a:lnTo>
                <a:lnTo>
                  <a:pt x="134248" y="3837"/>
                </a:lnTo>
                <a:lnTo>
                  <a:pt x="132886" y="4137"/>
                </a:lnTo>
                <a:lnTo>
                  <a:pt x="131528" y="4447"/>
                </a:lnTo>
                <a:lnTo>
                  <a:pt x="130173" y="4769"/>
                </a:lnTo>
                <a:lnTo>
                  <a:pt x="128821" y="5102"/>
                </a:lnTo>
                <a:lnTo>
                  <a:pt x="127473" y="5445"/>
                </a:lnTo>
                <a:lnTo>
                  <a:pt x="126128" y="5799"/>
                </a:lnTo>
                <a:lnTo>
                  <a:pt x="124786" y="6165"/>
                </a:lnTo>
                <a:lnTo>
                  <a:pt x="123447" y="6541"/>
                </a:lnTo>
                <a:lnTo>
                  <a:pt x="122112" y="6928"/>
                </a:lnTo>
                <a:lnTo>
                  <a:pt x="120780" y="7326"/>
                </a:lnTo>
                <a:lnTo>
                  <a:pt x="119452" y="7735"/>
                </a:lnTo>
                <a:lnTo>
                  <a:pt x="118126" y="8155"/>
                </a:lnTo>
                <a:lnTo>
                  <a:pt x="116805" y="8586"/>
                </a:lnTo>
                <a:lnTo>
                  <a:pt x="115486" y="9027"/>
                </a:lnTo>
                <a:lnTo>
                  <a:pt x="114171" y="9480"/>
                </a:lnTo>
                <a:lnTo>
                  <a:pt x="112859" y="9944"/>
                </a:lnTo>
                <a:lnTo>
                  <a:pt x="111550" y="10418"/>
                </a:lnTo>
                <a:lnTo>
                  <a:pt x="110245" y="10904"/>
                </a:lnTo>
                <a:lnTo>
                  <a:pt x="108943" y="11400"/>
                </a:lnTo>
                <a:lnTo>
                  <a:pt x="107644" y="11907"/>
                </a:lnTo>
                <a:lnTo>
                  <a:pt x="106348" y="12425"/>
                </a:lnTo>
                <a:lnTo>
                  <a:pt x="105056" y="12954"/>
                </a:lnTo>
                <a:lnTo>
                  <a:pt x="103768" y="13494"/>
                </a:lnTo>
                <a:lnTo>
                  <a:pt x="102486" y="14044"/>
                </a:lnTo>
                <a:lnTo>
                  <a:pt x="101209" y="14603"/>
                </a:lnTo>
                <a:lnTo>
                  <a:pt x="99937" y="15173"/>
                </a:lnTo>
                <a:lnTo>
                  <a:pt x="98671" y="15753"/>
                </a:lnTo>
                <a:lnTo>
                  <a:pt x="97410" y="16343"/>
                </a:lnTo>
                <a:lnTo>
                  <a:pt x="96155" y="16943"/>
                </a:lnTo>
                <a:lnTo>
                  <a:pt x="94905" y="17553"/>
                </a:lnTo>
                <a:lnTo>
                  <a:pt x="93660" y="18173"/>
                </a:lnTo>
                <a:lnTo>
                  <a:pt x="92420" y="18803"/>
                </a:lnTo>
                <a:lnTo>
                  <a:pt x="91186" y="19443"/>
                </a:lnTo>
                <a:lnTo>
                  <a:pt x="89958" y="20093"/>
                </a:lnTo>
                <a:lnTo>
                  <a:pt x="88735" y="20753"/>
                </a:lnTo>
                <a:lnTo>
                  <a:pt x="87517" y="21424"/>
                </a:lnTo>
                <a:lnTo>
                  <a:pt x="86304" y="22104"/>
                </a:lnTo>
                <a:lnTo>
                  <a:pt x="85097" y="22795"/>
                </a:lnTo>
                <a:lnTo>
                  <a:pt x="83895" y="23495"/>
                </a:lnTo>
                <a:lnTo>
                  <a:pt x="82699" y="24206"/>
                </a:lnTo>
                <a:lnTo>
                  <a:pt x="81508" y="24927"/>
                </a:lnTo>
                <a:lnTo>
                  <a:pt x="80323" y="25657"/>
                </a:lnTo>
                <a:lnTo>
                  <a:pt x="79142" y="26398"/>
                </a:lnTo>
                <a:lnTo>
                  <a:pt x="77968" y="27149"/>
                </a:lnTo>
                <a:lnTo>
                  <a:pt x="76798" y="27910"/>
                </a:lnTo>
                <a:lnTo>
                  <a:pt x="75634" y="28681"/>
                </a:lnTo>
                <a:lnTo>
                  <a:pt x="74476" y="29461"/>
                </a:lnTo>
                <a:lnTo>
                  <a:pt x="73326" y="30251"/>
                </a:lnTo>
                <a:lnTo>
                  <a:pt x="72182" y="31049"/>
                </a:lnTo>
                <a:lnTo>
                  <a:pt x="71046" y="31855"/>
                </a:lnTo>
                <a:lnTo>
                  <a:pt x="69918" y="32671"/>
                </a:lnTo>
                <a:lnTo>
                  <a:pt x="68796" y="33496"/>
                </a:lnTo>
                <a:lnTo>
                  <a:pt x="67682" y="34329"/>
                </a:lnTo>
                <a:lnTo>
                  <a:pt x="66574" y="35171"/>
                </a:lnTo>
                <a:lnTo>
                  <a:pt x="65475" y="36022"/>
                </a:lnTo>
                <a:lnTo>
                  <a:pt x="64382" y="36882"/>
                </a:lnTo>
                <a:lnTo>
                  <a:pt x="63297" y="37751"/>
                </a:lnTo>
                <a:lnTo>
                  <a:pt x="62218" y="38628"/>
                </a:lnTo>
                <a:lnTo>
                  <a:pt x="61148" y="39514"/>
                </a:lnTo>
                <a:lnTo>
                  <a:pt x="60084" y="40409"/>
                </a:lnTo>
                <a:lnTo>
                  <a:pt x="59027" y="41313"/>
                </a:lnTo>
                <a:lnTo>
                  <a:pt x="57978" y="42226"/>
                </a:lnTo>
                <a:lnTo>
                  <a:pt x="56936" y="43148"/>
                </a:lnTo>
                <a:lnTo>
                  <a:pt x="55902" y="44078"/>
                </a:lnTo>
                <a:lnTo>
                  <a:pt x="54874" y="45017"/>
                </a:lnTo>
                <a:lnTo>
                  <a:pt x="53854" y="45965"/>
                </a:lnTo>
                <a:lnTo>
                  <a:pt x="52841" y="46922"/>
                </a:lnTo>
                <a:lnTo>
                  <a:pt x="51835" y="47887"/>
                </a:lnTo>
                <a:lnTo>
                  <a:pt x="50836" y="48862"/>
                </a:lnTo>
                <a:lnTo>
                  <a:pt x="49845" y="49845"/>
                </a:lnTo>
                <a:lnTo>
                  <a:pt x="48862" y="50836"/>
                </a:lnTo>
                <a:lnTo>
                  <a:pt x="47887" y="51835"/>
                </a:lnTo>
                <a:lnTo>
                  <a:pt x="46922" y="52841"/>
                </a:lnTo>
                <a:lnTo>
                  <a:pt x="45965" y="53854"/>
                </a:lnTo>
                <a:lnTo>
                  <a:pt x="45017" y="54874"/>
                </a:lnTo>
                <a:lnTo>
                  <a:pt x="44078" y="55902"/>
                </a:lnTo>
                <a:lnTo>
                  <a:pt x="43148" y="56936"/>
                </a:lnTo>
                <a:lnTo>
                  <a:pt x="42226" y="57978"/>
                </a:lnTo>
                <a:lnTo>
                  <a:pt x="41313" y="59027"/>
                </a:lnTo>
                <a:lnTo>
                  <a:pt x="40409" y="60084"/>
                </a:lnTo>
                <a:lnTo>
                  <a:pt x="39514" y="61148"/>
                </a:lnTo>
                <a:lnTo>
                  <a:pt x="38628" y="62218"/>
                </a:lnTo>
                <a:lnTo>
                  <a:pt x="37751" y="63297"/>
                </a:lnTo>
                <a:lnTo>
                  <a:pt x="36882" y="64382"/>
                </a:lnTo>
                <a:lnTo>
                  <a:pt x="36022" y="65475"/>
                </a:lnTo>
                <a:lnTo>
                  <a:pt x="35171" y="66574"/>
                </a:lnTo>
                <a:lnTo>
                  <a:pt x="34329" y="67682"/>
                </a:lnTo>
                <a:lnTo>
                  <a:pt x="33496" y="68796"/>
                </a:lnTo>
                <a:lnTo>
                  <a:pt x="32671" y="69918"/>
                </a:lnTo>
                <a:lnTo>
                  <a:pt x="31855" y="71046"/>
                </a:lnTo>
                <a:lnTo>
                  <a:pt x="31049" y="72182"/>
                </a:lnTo>
                <a:lnTo>
                  <a:pt x="30251" y="73326"/>
                </a:lnTo>
                <a:lnTo>
                  <a:pt x="29461" y="74476"/>
                </a:lnTo>
                <a:lnTo>
                  <a:pt x="28681" y="75634"/>
                </a:lnTo>
                <a:lnTo>
                  <a:pt x="27910" y="76798"/>
                </a:lnTo>
                <a:lnTo>
                  <a:pt x="27149" y="77968"/>
                </a:lnTo>
                <a:lnTo>
                  <a:pt x="26398" y="79142"/>
                </a:lnTo>
                <a:lnTo>
                  <a:pt x="25657" y="80323"/>
                </a:lnTo>
                <a:lnTo>
                  <a:pt x="24927" y="81508"/>
                </a:lnTo>
                <a:lnTo>
                  <a:pt x="24206" y="82699"/>
                </a:lnTo>
                <a:lnTo>
                  <a:pt x="23495" y="83895"/>
                </a:lnTo>
                <a:lnTo>
                  <a:pt x="22795" y="85097"/>
                </a:lnTo>
                <a:lnTo>
                  <a:pt x="22104" y="86304"/>
                </a:lnTo>
                <a:lnTo>
                  <a:pt x="21424" y="87517"/>
                </a:lnTo>
                <a:lnTo>
                  <a:pt x="20753" y="88735"/>
                </a:lnTo>
                <a:lnTo>
                  <a:pt x="20093" y="89958"/>
                </a:lnTo>
                <a:lnTo>
                  <a:pt x="19443" y="91186"/>
                </a:lnTo>
                <a:lnTo>
                  <a:pt x="18803" y="92420"/>
                </a:lnTo>
                <a:lnTo>
                  <a:pt x="18173" y="93660"/>
                </a:lnTo>
                <a:lnTo>
                  <a:pt x="17553" y="94905"/>
                </a:lnTo>
                <a:lnTo>
                  <a:pt x="16943" y="96155"/>
                </a:lnTo>
                <a:lnTo>
                  <a:pt x="16343" y="97410"/>
                </a:lnTo>
                <a:lnTo>
                  <a:pt x="15753" y="98671"/>
                </a:lnTo>
                <a:lnTo>
                  <a:pt x="15173" y="99937"/>
                </a:lnTo>
                <a:lnTo>
                  <a:pt x="14603" y="101209"/>
                </a:lnTo>
                <a:lnTo>
                  <a:pt x="14044" y="102486"/>
                </a:lnTo>
                <a:lnTo>
                  <a:pt x="13494" y="103768"/>
                </a:lnTo>
                <a:lnTo>
                  <a:pt x="12954" y="105056"/>
                </a:lnTo>
                <a:lnTo>
                  <a:pt x="12425" y="106348"/>
                </a:lnTo>
                <a:lnTo>
                  <a:pt x="11907" y="107644"/>
                </a:lnTo>
                <a:lnTo>
                  <a:pt x="11400" y="108943"/>
                </a:lnTo>
                <a:lnTo>
                  <a:pt x="10904" y="110245"/>
                </a:lnTo>
                <a:lnTo>
                  <a:pt x="10418" y="111550"/>
                </a:lnTo>
                <a:lnTo>
                  <a:pt x="9944" y="112859"/>
                </a:lnTo>
                <a:lnTo>
                  <a:pt x="9480" y="114171"/>
                </a:lnTo>
                <a:lnTo>
                  <a:pt x="9027" y="115486"/>
                </a:lnTo>
                <a:lnTo>
                  <a:pt x="8586" y="116805"/>
                </a:lnTo>
                <a:lnTo>
                  <a:pt x="8155" y="118126"/>
                </a:lnTo>
                <a:lnTo>
                  <a:pt x="7735" y="119452"/>
                </a:lnTo>
                <a:lnTo>
                  <a:pt x="7326" y="120780"/>
                </a:lnTo>
                <a:lnTo>
                  <a:pt x="6928" y="122112"/>
                </a:lnTo>
                <a:lnTo>
                  <a:pt x="6541" y="123447"/>
                </a:lnTo>
                <a:lnTo>
                  <a:pt x="6165" y="124786"/>
                </a:lnTo>
                <a:lnTo>
                  <a:pt x="5799" y="126128"/>
                </a:lnTo>
                <a:lnTo>
                  <a:pt x="5445" y="127473"/>
                </a:lnTo>
                <a:lnTo>
                  <a:pt x="5102" y="128821"/>
                </a:lnTo>
                <a:lnTo>
                  <a:pt x="4769" y="130173"/>
                </a:lnTo>
                <a:lnTo>
                  <a:pt x="4447" y="131528"/>
                </a:lnTo>
                <a:lnTo>
                  <a:pt x="4137" y="132886"/>
                </a:lnTo>
                <a:lnTo>
                  <a:pt x="3837" y="134248"/>
                </a:lnTo>
                <a:lnTo>
                  <a:pt x="3548" y="135613"/>
                </a:lnTo>
                <a:lnTo>
                  <a:pt x="3270" y="136981"/>
                </a:lnTo>
                <a:lnTo>
                  <a:pt x="3003" y="138352"/>
                </a:lnTo>
                <a:lnTo>
                  <a:pt x="2748" y="139723"/>
                </a:lnTo>
                <a:lnTo>
                  <a:pt x="2504" y="141096"/>
                </a:lnTo>
                <a:lnTo>
                  <a:pt x="2271" y="142470"/>
                </a:lnTo>
                <a:lnTo>
                  <a:pt x="2049" y="143845"/>
                </a:lnTo>
                <a:lnTo>
                  <a:pt x="1839" y="145221"/>
                </a:lnTo>
                <a:lnTo>
                  <a:pt x="1641" y="146598"/>
                </a:lnTo>
                <a:lnTo>
                  <a:pt x="1453" y="147977"/>
                </a:lnTo>
                <a:lnTo>
                  <a:pt x="1277" y="149356"/>
                </a:lnTo>
                <a:lnTo>
                  <a:pt x="1113" y="150737"/>
                </a:lnTo>
                <a:lnTo>
                  <a:pt x="959" y="152118"/>
                </a:lnTo>
                <a:lnTo>
                  <a:pt x="818" y="153501"/>
                </a:lnTo>
                <a:lnTo>
                  <a:pt x="687" y="154885"/>
                </a:lnTo>
                <a:lnTo>
                  <a:pt x="568" y="156270"/>
                </a:lnTo>
                <a:lnTo>
                  <a:pt x="460" y="157656"/>
                </a:lnTo>
                <a:lnTo>
                  <a:pt x="363" y="159044"/>
                </a:lnTo>
                <a:lnTo>
                  <a:pt x="278" y="160432"/>
                </a:lnTo>
                <a:lnTo>
                  <a:pt x="204" y="161822"/>
                </a:lnTo>
                <a:lnTo>
                  <a:pt x="142" y="163212"/>
                </a:lnTo>
                <a:lnTo>
                  <a:pt x="91" y="164604"/>
                </a:lnTo>
                <a:lnTo>
                  <a:pt x="51" y="165997"/>
                </a:lnTo>
                <a:lnTo>
                  <a:pt x="23" y="167391"/>
                </a:lnTo>
                <a:lnTo>
                  <a:pt x="6" y="168786"/>
                </a:lnTo>
                <a:lnTo>
                  <a:pt x="0" y="170182"/>
                </a:lnTo>
                <a:lnTo>
                  <a:pt x="6" y="171578"/>
                </a:lnTo>
                <a:lnTo>
                  <a:pt x="23" y="172973"/>
                </a:lnTo>
                <a:lnTo>
                  <a:pt x="51" y="174367"/>
                </a:lnTo>
                <a:lnTo>
                  <a:pt x="91" y="175760"/>
                </a:lnTo>
                <a:lnTo>
                  <a:pt x="142" y="177152"/>
                </a:lnTo>
                <a:lnTo>
                  <a:pt x="204" y="178543"/>
                </a:lnTo>
                <a:lnTo>
                  <a:pt x="278" y="179932"/>
                </a:lnTo>
                <a:lnTo>
                  <a:pt x="363" y="181321"/>
                </a:lnTo>
                <a:lnTo>
                  <a:pt x="460" y="182708"/>
                </a:lnTo>
                <a:lnTo>
                  <a:pt x="568" y="184094"/>
                </a:lnTo>
                <a:lnTo>
                  <a:pt x="687" y="185479"/>
                </a:lnTo>
                <a:lnTo>
                  <a:pt x="818" y="186863"/>
                </a:lnTo>
                <a:lnTo>
                  <a:pt x="959" y="188246"/>
                </a:lnTo>
                <a:lnTo>
                  <a:pt x="1113" y="189628"/>
                </a:lnTo>
                <a:lnTo>
                  <a:pt x="1277" y="191008"/>
                </a:lnTo>
                <a:lnTo>
                  <a:pt x="1453" y="192388"/>
                </a:lnTo>
                <a:lnTo>
                  <a:pt x="1641" y="193766"/>
                </a:lnTo>
                <a:lnTo>
                  <a:pt x="1839" y="195143"/>
                </a:lnTo>
                <a:lnTo>
                  <a:pt x="2049" y="196519"/>
                </a:lnTo>
                <a:lnTo>
                  <a:pt x="2271" y="197894"/>
                </a:lnTo>
                <a:lnTo>
                  <a:pt x="2504" y="199268"/>
                </a:lnTo>
                <a:lnTo>
                  <a:pt x="2748" y="200641"/>
                </a:lnTo>
                <a:lnTo>
                  <a:pt x="3003" y="202012"/>
                </a:lnTo>
                <a:lnTo>
                  <a:pt x="3270" y="203383"/>
                </a:lnTo>
                <a:lnTo>
                  <a:pt x="3548" y="204751"/>
                </a:lnTo>
                <a:lnTo>
                  <a:pt x="3837" y="206116"/>
                </a:lnTo>
                <a:lnTo>
                  <a:pt x="4137" y="207478"/>
                </a:lnTo>
                <a:lnTo>
                  <a:pt x="4447" y="208836"/>
                </a:lnTo>
                <a:lnTo>
                  <a:pt x="4769" y="210191"/>
                </a:lnTo>
                <a:lnTo>
                  <a:pt x="5102" y="211543"/>
                </a:lnTo>
                <a:lnTo>
                  <a:pt x="5445" y="212892"/>
                </a:lnTo>
                <a:lnTo>
                  <a:pt x="5799" y="214237"/>
                </a:lnTo>
                <a:lnTo>
                  <a:pt x="6165" y="215578"/>
                </a:lnTo>
                <a:lnTo>
                  <a:pt x="6541" y="216917"/>
                </a:lnTo>
                <a:lnTo>
                  <a:pt x="6928" y="218252"/>
                </a:lnTo>
                <a:lnTo>
                  <a:pt x="7326" y="219584"/>
                </a:lnTo>
                <a:lnTo>
                  <a:pt x="7735" y="220912"/>
                </a:lnTo>
                <a:lnTo>
                  <a:pt x="8155" y="222238"/>
                </a:lnTo>
                <a:lnTo>
                  <a:pt x="8586" y="223560"/>
                </a:lnTo>
                <a:lnTo>
                  <a:pt x="9027" y="224878"/>
                </a:lnTo>
                <a:lnTo>
                  <a:pt x="9480" y="226194"/>
                </a:lnTo>
                <a:lnTo>
                  <a:pt x="9944" y="227506"/>
                </a:lnTo>
                <a:lnTo>
                  <a:pt x="10418" y="228814"/>
                </a:lnTo>
                <a:lnTo>
                  <a:pt x="10904" y="230120"/>
                </a:lnTo>
                <a:lnTo>
                  <a:pt x="11400" y="231422"/>
                </a:lnTo>
                <a:lnTo>
                  <a:pt x="11907" y="232720"/>
                </a:lnTo>
                <a:lnTo>
                  <a:pt x="12425" y="234016"/>
                </a:lnTo>
                <a:lnTo>
                  <a:pt x="12954" y="235308"/>
                </a:lnTo>
                <a:lnTo>
                  <a:pt x="13494" y="236596"/>
                </a:lnTo>
                <a:lnTo>
                  <a:pt x="14044" y="237878"/>
                </a:lnTo>
                <a:lnTo>
                  <a:pt x="14603" y="239155"/>
                </a:lnTo>
                <a:lnTo>
                  <a:pt x="15173" y="240427"/>
                </a:lnTo>
                <a:lnTo>
                  <a:pt x="15753" y="241693"/>
                </a:lnTo>
                <a:lnTo>
                  <a:pt x="16343" y="242954"/>
                </a:lnTo>
                <a:lnTo>
                  <a:pt x="16943" y="244209"/>
                </a:lnTo>
                <a:lnTo>
                  <a:pt x="17553" y="245460"/>
                </a:lnTo>
                <a:lnTo>
                  <a:pt x="18173" y="246704"/>
                </a:lnTo>
                <a:lnTo>
                  <a:pt x="18803" y="247944"/>
                </a:lnTo>
                <a:lnTo>
                  <a:pt x="19443" y="249178"/>
                </a:lnTo>
                <a:lnTo>
                  <a:pt x="20093" y="250406"/>
                </a:lnTo>
                <a:lnTo>
                  <a:pt x="20753" y="251630"/>
                </a:lnTo>
                <a:lnTo>
                  <a:pt x="21424" y="252847"/>
                </a:lnTo>
                <a:lnTo>
                  <a:pt x="22104" y="254060"/>
                </a:lnTo>
                <a:lnTo>
                  <a:pt x="22795" y="255267"/>
                </a:lnTo>
                <a:lnTo>
                  <a:pt x="23495" y="256469"/>
                </a:lnTo>
                <a:lnTo>
                  <a:pt x="24206" y="257665"/>
                </a:lnTo>
                <a:lnTo>
                  <a:pt x="24927" y="258856"/>
                </a:lnTo>
                <a:lnTo>
                  <a:pt x="25657" y="260042"/>
                </a:lnTo>
                <a:lnTo>
                  <a:pt x="26398" y="261222"/>
                </a:lnTo>
                <a:lnTo>
                  <a:pt x="27149" y="262397"/>
                </a:lnTo>
                <a:lnTo>
                  <a:pt x="27910" y="263566"/>
                </a:lnTo>
                <a:lnTo>
                  <a:pt x="28681" y="264730"/>
                </a:lnTo>
                <a:lnTo>
                  <a:pt x="29461" y="265888"/>
                </a:lnTo>
                <a:lnTo>
                  <a:pt x="30251" y="267039"/>
                </a:lnTo>
                <a:lnTo>
                  <a:pt x="31049" y="268182"/>
                </a:lnTo>
                <a:lnTo>
                  <a:pt x="31855" y="269318"/>
                </a:lnTo>
                <a:lnTo>
                  <a:pt x="32671" y="270447"/>
                </a:lnTo>
                <a:lnTo>
                  <a:pt x="33496" y="271568"/>
                </a:lnTo>
                <a:lnTo>
                  <a:pt x="34329" y="272683"/>
                </a:lnTo>
                <a:lnTo>
                  <a:pt x="35171" y="273790"/>
                </a:lnTo>
                <a:lnTo>
                  <a:pt x="36022" y="274890"/>
                </a:lnTo>
                <a:lnTo>
                  <a:pt x="36882" y="275982"/>
                </a:lnTo>
                <a:lnTo>
                  <a:pt x="37751" y="277068"/>
                </a:lnTo>
                <a:lnTo>
                  <a:pt x="38628" y="278146"/>
                </a:lnTo>
                <a:lnTo>
                  <a:pt x="39514" y="279217"/>
                </a:lnTo>
                <a:lnTo>
                  <a:pt x="40409" y="280280"/>
                </a:lnTo>
                <a:lnTo>
                  <a:pt x="41313" y="281337"/>
                </a:lnTo>
                <a:lnTo>
                  <a:pt x="42226" y="282386"/>
                </a:lnTo>
                <a:lnTo>
                  <a:pt x="43148" y="283428"/>
                </a:lnTo>
                <a:lnTo>
                  <a:pt x="44078" y="284463"/>
                </a:lnTo>
                <a:lnTo>
                  <a:pt x="45017" y="285490"/>
                </a:lnTo>
                <a:lnTo>
                  <a:pt x="45965" y="286510"/>
                </a:lnTo>
                <a:lnTo>
                  <a:pt x="46922" y="287523"/>
                </a:lnTo>
                <a:lnTo>
                  <a:pt x="47887" y="288529"/>
                </a:lnTo>
                <a:lnTo>
                  <a:pt x="48862" y="289528"/>
                </a:lnTo>
                <a:lnTo>
                  <a:pt x="49845" y="290519"/>
                </a:lnTo>
                <a:lnTo>
                  <a:pt x="50836" y="291502"/>
                </a:lnTo>
                <a:lnTo>
                  <a:pt x="51835" y="292477"/>
                </a:lnTo>
                <a:lnTo>
                  <a:pt x="52841" y="293442"/>
                </a:lnTo>
                <a:lnTo>
                  <a:pt x="53854" y="294399"/>
                </a:lnTo>
                <a:lnTo>
                  <a:pt x="54874" y="295347"/>
                </a:lnTo>
                <a:lnTo>
                  <a:pt x="55902" y="296286"/>
                </a:lnTo>
                <a:lnTo>
                  <a:pt x="56936" y="297217"/>
                </a:lnTo>
                <a:lnTo>
                  <a:pt x="57978" y="298138"/>
                </a:lnTo>
                <a:lnTo>
                  <a:pt x="59027" y="299051"/>
                </a:lnTo>
                <a:lnTo>
                  <a:pt x="60084" y="299955"/>
                </a:lnTo>
                <a:lnTo>
                  <a:pt x="61148" y="300850"/>
                </a:lnTo>
                <a:lnTo>
                  <a:pt x="62218" y="301736"/>
                </a:lnTo>
                <a:lnTo>
                  <a:pt x="63297" y="302614"/>
                </a:lnTo>
                <a:lnTo>
                  <a:pt x="64382" y="303482"/>
                </a:lnTo>
                <a:lnTo>
                  <a:pt x="65475" y="304342"/>
                </a:lnTo>
                <a:lnTo>
                  <a:pt x="66574" y="305193"/>
                </a:lnTo>
                <a:lnTo>
                  <a:pt x="67682" y="306035"/>
                </a:lnTo>
                <a:lnTo>
                  <a:pt x="68796" y="306869"/>
                </a:lnTo>
                <a:lnTo>
                  <a:pt x="69918" y="307693"/>
                </a:lnTo>
                <a:lnTo>
                  <a:pt x="71046" y="308509"/>
                </a:lnTo>
                <a:lnTo>
                  <a:pt x="72182" y="309316"/>
                </a:lnTo>
                <a:lnTo>
                  <a:pt x="73326" y="310114"/>
                </a:lnTo>
                <a:lnTo>
                  <a:pt x="74476" y="310903"/>
                </a:lnTo>
                <a:lnTo>
                  <a:pt x="75634" y="311683"/>
                </a:lnTo>
                <a:lnTo>
                  <a:pt x="76798" y="312454"/>
                </a:lnTo>
                <a:lnTo>
                  <a:pt x="77968" y="313215"/>
                </a:lnTo>
                <a:lnTo>
                  <a:pt x="79142" y="313966"/>
                </a:lnTo>
                <a:lnTo>
                  <a:pt x="80323" y="314707"/>
                </a:lnTo>
                <a:lnTo>
                  <a:pt x="81508" y="315438"/>
                </a:lnTo>
                <a:lnTo>
                  <a:pt x="82699" y="316158"/>
                </a:lnTo>
                <a:lnTo>
                  <a:pt x="83895" y="316869"/>
                </a:lnTo>
                <a:lnTo>
                  <a:pt x="85097" y="317569"/>
                </a:lnTo>
                <a:lnTo>
                  <a:pt x="86304" y="318260"/>
                </a:lnTo>
                <a:lnTo>
                  <a:pt x="87517" y="318940"/>
                </a:lnTo>
                <a:lnTo>
                  <a:pt x="88735" y="319611"/>
                </a:lnTo>
                <a:lnTo>
                  <a:pt x="89958" y="320271"/>
                </a:lnTo>
                <a:lnTo>
                  <a:pt x="91186" y="320921"/>
                </a:lnTo>
                <a:lnTo>
                  <a:pt x="92420" y="321561"/>
                </a:lnTo>
                <a:lnTo>
                  <a:pt x="93660" y="322192"/>
                </a:lnTo>
                <a:lnTo>
                  <a:pt x="94905" y="322812"/>
                </a:lnTo>
                <a:lnTo>
                  <a:pt x="96155" y="323422"/>
                </a:lnTo>
                <a:lnTo>
                  <a:pt x="97410" y="324022"/>
                </a:lnTo>
                <a:lnTo>
                  <a:pt x="98671" y="324611"/>
                </a:lnTo>
                <a:lnTo>
                  <a:pt x="99937" y="325191"/>
                </a:lnTo>
                <a:lnTo>
                  <a:pt x="101209" y="325761"/>
                </a:lnTo>
                <a:lnTo>
                  <a:pt x="102486" y="326321"/>
                </a:lnTo>
                <a:lnTo>
                  <a:pt x="103768" y="326870"/>
                </a:lnTo>
                <a:lnTo>
                  <a:pt x="105056" y="327410"/>
                </a:lnTo>
                <a:lnTo>
                  <a:pt x="106348" y="327939"/>
                </a:lnTo>
                <a:lnTo>
                  <a:pt x="107644" y="328457"/>
                </a:lnTo>
                <a:lnTo>
                  <a:pt x="108943" y="328964"/>
                </a:lnTo>
                <a:lnTo>
                  <a:pt x="110245" y="329461"/>
                </a:lnTo>
                <a:lnTo>
                  <a:pt x="111550" y="329946"/>
                </a:lnTo>
                <a:lnTo>
                  <a:pt x="112859" y="330420"/>
                </a:lnTo>
                <a:lnTo>
                  <a:pt x="114171" y="330884"/>
                </a:lnTo>
                <a:lnTo>
                  <a:pt x="115486" y="331337"/>
                </a:lnTo>
                <a:lnTo>
                  <a:pt x="116805" y="331778"/>
                </a:lnTo>
                <a:lnTo>
                  <a:pt x="118126" y="332209"/>
                </a:lnTo>
                <a:lnTo>
                  <a:pt x="119452" y="332629"/>
                </a:lnTo>
                <a:lnTo>
                  <a:pt x="120780" y="333038"/>
                </a:lnTo>
                <a:lnTo>
                  <a:pt x="122112" y="333436"/>
                </a:lnTo>
                <a:lnTo>
                  <a:pt x="123447" y="333823"/>
                </a:lnTo>
                <a:lnTo>
                  <a:pt x="124786" y="334200"/>
                </a:lnTo>
                <a:lnTo>
                  <a:pt x="126128" y="334565"/>
                </a:lnTo>
                <a:lnTo>
                  <a:pt x="127473" y="334919"/>
                </a:lnTo>
                <a:lnTo>
                  <a:pt x="128821" y="335263"/>
                </a:lnTo>
                <a:lnTo>
                  <a:pt x="130173" y="335595"/>
                </a:lnTo>
                <a:lnTo>
                  <a:pt x="131528" y="335917"/>
                </a:lnTo>
                <a:lnTo>
                  <a:pt x="132886" y="336228"/>
                </a:lnTo>
                <a:lnTo>
                  <a:pt x="134248" y="336527"/>
                </a:lnTo>
                <a:lnTo>
                  <a:pt x="135613" y="336816"/>
                </a:lnTo>
                <a:lnTo>
                  <a:pt x="136981" y="337094"/>
                </a:lnTo>
                <a:lnTo>
                  <a:pt x="138352" y="337361"/>
                </a:lnTo>
                <a:lnTo>
                  <a:pt x="139723" y="337616"/>
                </a:lnTo>
                <a:lnTo>
                  <a:pt x="141096" y="337861"/>
                </a:lnTo>
                <a:lnTo>
                  <a:pt x="142470" y="338093"/>
                </a:lnTo>
                <a:lnTo>
                  <a:pt x="143845" y="338315"/>
                </a:lnTo>
                <a:lnTo>
                  <a:pt x="145221" y="338525"/>
                </a:lnTo>
                <a:lnTo>
                  <a:pt x="146598" y="338724"/>
                </a:lnTo>
                <a:lnTo>
                  <a:pt x="147977" y="338911"/>
                </a:lnTo>
                <a:lnTo>
                  <a:pt x="149356" y="339087"/>
                </a:lnTo>
                <a:lnTo>
                  <a:pt x="150737" y="339252"/>
                </a:lnTo>
                <a:lnTo>
                  <a:pt x="152118" y="339405"/>
                </a:lnTo>
                <a:lnTo>
                  <a:pt x="153501" y="339547"/>
                </a:lnTo>
                <a:lnTo>
                  <a:pt x="154885" y="339677"/>
                </a:lnTo>
                <a:lnTo>
                  <a:pt x="156270" y="339797"/>
                </a:lnTo>
                <a:lnTo>
                  <a:pt x="157656" y="339904"/>
                </a:lnTo>
                <a:lnTo>
                  <a:pt x="159044" y="340001"/>
                </a:lnTo>
                <a:lnTo>
                  <a:pt x="160432" y="340086"/>
                </a:lnTo>
                <a:lnTo>
                  <a:pt x="161822" y="340160"/>
                </a:lnTo>
                <a:lnTo>
                  <a:pt x="163212" y="340222"/>
                </a:lnTo>
                <a:lnTo>
                  <a:pt x="164604" y="340273"/>
                </a:lnTo>
                <a:lnTo>
                  <a:pt x="165997" y="340313"/>
                </a:lnTo>
                <a:lnTo>
                  <a:pt x="167391" y="340342"/>
                </a:lnTo>
                <a:lnTo>
                  <a:pt x="168786" y="340359"/>
                </a:lnTo>
                <a:lnTo>
                  <a:pt x="170182" y="340364"/>
                </a:lnTo>
                <a:lnTo>
                  <a:pt x="171578" y="340359"/>
                </a:lnTo>
                <a:lnTo>
                  <a:pt x="172973" y="340342"/>
                </a:lnTo>
                <a:lnTo>
                  <a:pt x="174367" y="340313"/>
                </a:lnTo>
                <a:lnTo>
                  <a:pt x="175760" y="340273"/>
                </a:lnTo>
                <a:lnTo>
                  <a:pt x="177152" y="340222"/>
                </a:lnTo>
                <a:lnTo>
                  <a:pt x="178543" y="340160"/>
                </a:lnTo>
                <a:lnTo>
                  <a:pt x="179932" y="340086"/>
                </a:lnTo>
                <a:lnTo>
                  <a:pt x="181321" y="340001"/>
                </a:lnTo>
                <a:lnTo>
                  <a:pt x="182708" y="339904"/>
                </a:lnTo>
                <a:lnTo>
                  <a:pt x="184094" y="339797"/>
                </a:lnTo>
                <a:lnTo>
                  <a:pt x="185479" y="339677"/>
                </a:lnTo>
                <a:lnTo>
                  <a:pt x="186863" y="339547"/>
                </a:lnTo>
                <a:lnTo>
                  <a:pt x="188246" y="339405"/>
                </a:lnTo>
                <a:lnTo>
                  <a:pt x="189628" y="339251"/>
                </a:lnTo>
                <a:lnTo>
                  <a:pt x="191008" y="339087"/>
                </a:lnTo>
                <a:lnTo>
                  <a:pt x="192388" y="338911"/>
                </a:lnTo>
                <a:lnTo>
                  <a:pt x="193766" y="338724"/>
                </a:lnTo>
                <a:lnTo>
                  <a:pt x="195143" y="338525"/>
                </a:lnTo>
                <a:lnTo>
                  <a:pt x="196519" y="338315"/>
                </a:lnTo>
                <a:lnTo>
                  <a:pt x="197894" y="338093"/>
                </a:lnTo>
                <a:lnTo>
                  <a:pt x="199268" y="337861"/>
                </a:lnTo>
                <a:lnTo>
                  <a:pt x="200641" y="337616"/>
                </a:lnTo>
                <a:lnTo>
                  <a:pt x="202012" y="337361"/>
                </a:lnTo>
                <a:lnTo>
                  <a:pt x="203383" y="337094"/>
                </a:lnTo>
                <a:lnTo>
                  <a:pt x="204751" y="336816"/>
                </a:lnTo>
                <a:lnTo>
                  <a:pt x="206116" y="336527"/>
                </a:lnTo>
                <a:lnTo>
                  <a:pt x="207478" y="336228"/>
                </a:lnTo>
                <a:lnTo>
                  <a:pt x="208836" y="335917"/>
                </a:lnTo>
                <a:lnTo>
                  <a:pt x="210191" y="335595"/>
                </a:lnTo>
                <a:lnTo>
                  <a:pt x="211543" y="335263"/>
                </a:lnTo>
                <a:lnTo>
                  <a:pt x="212892" y="334919"/>
                </a:lnTo>
                <a:lnTo>
                  <a:pt x="214237" y="334565"/>
                </a:lnTo>
                <a:lnTo>
                  <a:pt x="215578" y="334200"/>
                </a:lnTo>
                <a:lnTo>
                  <a:pt x="216917" y="333823"/>
                </a:lnTo>
                <a:lnTo>
                  <a:pt x="218252" y="333436"/>
                </a:lnTo>
                <a:lnTo>
                  <a:pt x="219584" y="333038"/>
                </a:lnTo>
                <a:lnTo>
                  <a:pt x="220912" y="332629"/>
                </a:lnTo>
                <a:lnTo>
                  <a:pt x="222238" y="332209"/>
                </a:lnTo>
                <a:lnTo>
                  <a:pt x="223560" y="331778"/>
                </a:lnTo>
                <a:lnTo>
                  <a:pt x="224878" y="331337"/>
                </a:lnTo>
                <a:lnTo>
                  <a:pt x="226194" y="330884"/>
                </a:lnTo>
                <a:lnTo>
                  <a:pt x="227506" y="330420"/>
                </a:lnTo>
                <a:lnTo>
                  <a:pt x="228814" y="329946"/>
                </a:lnTo>
                <a:lnTo>
                  <a:pt x="230120" y="329461"/>
                </a:lnTo>
                <a:lnTo>
                  <a:pt x="231422" y="328964"/>
                </a:lnTo>
                <a:lnTo>
                  <a:pt x="232720" y="328457"/>
                </a:lnTo>
                <a:lnTo>
                  <a:pt x="234016" y="327939"/>
                </a:lnTo>
                <a:lnTo>
                  <a:pt x="235308" y="327410"/>
                </a:lnTo>
                <a:lnTo>
                  <a:pt x="236596" y="326870"/>
                </a:lnTo>
                <a:lnTo>
                  <a:pt x="237878" y="326321"/>
                </a:lnTo>
                <a:lnTo>
                  <a:pt x="239155" y="325761"/>
                </a:lnTo>
                <a:lnTo>
                  <a:pt x="240427" y="325191"/>
                </a:lnTo>
                <a:lnTo>
                  <a:pt x="241693" y="324611"/>
                </a:lnTo>
                <a:lnTo>
                  <a:pt x="242954" y="324022"/>
                </a:lnTo>
                <a:lnTo>
                  <a:pt x="244209" y="323422"/>
                </a:lnTo>
                <a:lnTo>
                  <a:pt x="245460" y="322812"/>
                </a:lnTo>
                <a:lnTo>
                  <a:pt x="246704" y="322192"/>
                </a:lnTo>
                <a:lnTo>
                  <a:pt x="247944" y="321561"/>
                </a:lnTo>
                <a:lnTo>
                  <a:pt x="249178" y="320921"/>
                </a:lnTo>
                <a:lnTo>
                  <a:pt x="250406" y="320271"/>
                </a:lnTo>
                <a:lnTo>
                  <a:pt x="251630" y="319611"/>
                </a:lnTo>
                <a:lnTo>
                  <a:pt x="252847" y="318940"/>
                </a:lnTo>
                <a:lnTo>
                  <a:pt x="254060" y="318260"/>
                </a:lnTo>
                <a:lnTo>
                  <a:pt x="255267" y="317569"/>
                </a:lnTo>
                <a:lnTo>
                  <a:pt x="256469" y="316869"/>
                </a:lnTo>
                <a:lnTo>
                  <a:pt x="257665" y="316158"/>
                </a:lnTo>
                <a:lnTo>
                  <a:pt x="258856" y="315438"/>
                </a:lnTo>
                <a:lnTo>
                  <a:pt x="260042" y="314707"/>
                </a:lnTo>
                <a:lnTo>
                  <a:pt x="261222" y="313966"/>
                </a:lnTo>
                <a:lnTo>
                  <a:pt x="262397" y="313215"/>
                </a:lnTo>
                <a:lnTo>
                  <a:pt x="263566" y="312454"/>
                </a:lnTo>
                <a:lnTo>
                  <a:pt x="264730" y="311683"/>
                </a:lnTo>
                <a:lnTo>
                  <a:pt x="265888" y="310903"/>
                </a:lnTo>
                <a:lnTo>
                  <a:pt x="267039" y="310114"/>
                </a:lnTo>
                <a:lnTo>
                  <a:pt x="268182" y="309316"/>
                </a:lnTo>
                <a:lnTo>
                  <a:pt x="269318" y="308509"/>
                </a:lnTo>
                <a:lnTo>
                  <a:pt x="270447" y="307693"/>
                </a:lnTo>
                <a:lnTo>
                  <a:pt x="271568" y="306869"/>
                </a:lnTo>
                <a:lnTo>
                  <a:pt x="272683" y="306035"/>
                </a:lnTo>
                <a:lnTo>
                  <a:pt x="273790" y="305193"/>
                </a:lnTo>
                <a:lnTo>
                  <a:pt x="274890" y="304342"/>
                </a:lnTo>
                <a:lnTo>
                  <a:pt x="275982" y="303482"/>
                </a:lnTo>
                <a:lnTo>
                  <a:pt x="277068" y="302614"/>
                </a:lnTo>
                <a:lnTo>
                  <a:pt x="278146" y="301736"/>
                </a:lnTo>
                <a:lnTo>
                  <a:pt x="279217" y="300850"/>
                </a:lnTo>
                <a:lnTo>
                  <a:pt x="280280" y="299955"/>
                </a:lnTo>
                <a:lnTo>
                  <a:pt x="281337" y="299051"/>
                </a:lnTo>
                <a:lnTo>
                  <a:pt x="282386" y="298138"/>
                </a:lnTo>
                <a:lnTo>
                  <a:pt x="283428" y="297217"/>
                </a:lnTo>
                <a:lnTo>
                  <a:pt x="284463" y="296286"/>
                </a:lnTo>
                <a:lnTo>
                  <a:pt x="285490" y="295347"/>
                </a:lnTo>
                <a:lnTo>
                  <a:pt x="286510" y="294399"/>
                </a:lnTo>
                <a:lnTo>
                  <a:pt x="287523" y="293442"/>
                </a:lnTo>
                <a:lnTo>
                  <a:pt x="288529" y="292477"/>
                </a:lnTo>
                <a:lnTo>
                  <a:pt x="289528" y="291502"/>
                </a:lnTo>
                <a:lnTo>
                  <a:pt x="290519" y="290519"/>
                </a:lnTo>
                <a:lnTo>
                  <a:pt x="291502" y="289528"/>
                </a:lnTo>
                <a:lnTo>
                  <a:pt x="292477" y="288529"/>
                </a:lnTo>
                <a:lnTo>
                  <a:pt x="293442" y="287523"/>
                </a:lnTo>
                <a:lnTo>
                  <a:pt x="294399" y="286510"/>
                </a:lnTo>
                <a:lnTo>
                  <a:pt x="295347" y="285490"/>
                </a:lnTo>
                <a:lnTo>
                  <a:pt x="296286" y="284463"/>
                </a:lnTo>
                <a:lnTo>
                  <a:pt x="297217" y="283428"/>
                </a:lnTo>
                <a:lnTo>
                  <a:pt x="298138" y="282386"/>
                </a:lnTo>
                <a:lnTo>
                  <a:pt x="299051" y="281337"/>
                </a:lnTo>
                <a:lnTo>
                  <a:pt x="299955" y="280280"/>
                </a:lnTo>
                <a:lnTo>
                  <a:pt x="300850" y="279217"/>
                </a:lnTo>
                <a:lnTo>
                  <a:pt x="301736" y="278146"/>
                </a:lnTo>
                <a:lnTo>
                  <a:pt x="302614" y="277068"/>
                </a:lnTo>
                <a:lnTo>
                  <a:pt x="303482" y="275982"/>
                </a:lnTo>
                <a:lnTo>
                  <a:pt x="304342" y="274890"/>
                </a:lnTo>
                <a:lnTo>
                  <a:pt x="305193" y="273790"/>
                </a:lnTo>
                <a:lnTo>
                  <a:pt x="306035" y="272683"/>
                </a:lnTo>
                <a:lnTo>
                  <a:pt x="306869" y="271568"/>
                </a:lnTo>
                <a:lnTo>
                  <a:pt x="307693" y="270447"/>
                </a:lnTo>
                <a:lnTo>
                  <a:pt x="308509" y="269318"/>
                </a:lnTo>
                <a:lnTo>
                  <a:pt x="309316" y="268182"/>
                </a:lnTo>
                <a:lnTo>
                  <a:pt x="310114" y="267039"/>
                </a:lnTo>
                <a:lnTo>
                  <a:pt x="310903" y="265888"/>
                </a:lnTo>
                <a:lnTo>
                  <a:pt x="311683" y="264730"/>
                </a:lnTo>
                <a:lnTo>
                  <a:pt x="312454" y="263566"/>
                </a:lnTo>
                <a:lnTo>
                  <a:pt x="313215" y="262397"/>
                </a:lnTo>
                <a:lnTo>
                  <a:pt x="313966" y="261222"/>
                </a:lnTo>
                <a:lnTo>
                  <a:pt x="314707" y="260042"/>
                </a:lnTo>
                <a:lnTo>
                  <a:pt x="315438" y="258856"/>
                </a:lnTo>
                <a:lnTo>
                  <a:pt x="316158" y="257665"/>
                </a:lnTo>
                <a:lnTo>
                  <a:pt x="316869" y="256469"/>
                </a:lnTo>
                <a:lnTo>
                  <a:pt x="317569" y="255267"/>
                </a:lnTo>
                <a:lnTo>
                  <a:pt x="318260" y="254060"/>
                </a:lnTo>
                <a:lnTo>
                  <a:pt x="318940" y="252847"/>
                </a:lnTo>
                <a:lnTo>
                  <a:pt x="319611" y="251630"/>
                </a:lnTo>
                <a:lnTo>
                  <a:pt x="320271" y="250406"/>
                </a:lnTo>
                <a:lnTo>
                  <a:pt x="320921" y="249178"/>
                </a:lnTo>
                <a:lnTo>
                  <a:pt x="321561" y="247944"/>
                </a:lnTo>
                <a:lnTo>
                  <a:pt x="322192" y="246704"/>
                </a:lnTo>
                <a:lnTo>
                  <a:pt x="322812" y="245460"/>
                </a:lnTo>
                <a:lnTo>
                  <a:pt x="323422" y="244209"/>
                </a:lnTo>
                <a:lnTo>
                  <a:pt x="324022" y="242954"/>
                </a:lnTo>
                <a:lnTo>
                  <a:pt x="324611" y="241693"/>
                </a:lnTo>
                <a:lnTo>
                  <a:pt x="325191" y="240427"/>
                </a:lnTo>
                <a:lnTo>
                  <a:pt x="325761" y="239155"/>
                </a:lnTo>
                <a:lnTo>
                  <a:pt x="326321" y="237878"/>
                </a:lnTo>
                <a:lnTo>
                  <a:pt x="326870" y="236596"/>
                </a:lnTo>
                <a:lnTo>
                  <a:pt x="327410" y="235308"/>
                </a:lnTo>
                <a:lnTo>
                  <a:pt x="327939" y="234016"/>
                </a:lnTo>
                <a:lnTo>
                  <a:pt x="328457" y="232720"/>
                </a:lnTo>
                <a:lnTo>
                  <a:pt x="328964" y="231422"/>
                </a:lnTo>
                <a:lnTo>
                  <a:pt x="329461" y="230120"/>
                </a:lnTo>
                <a:lnTo>
                  <a:pt x="329946" y="228814"/>
                </a:lnTo>
                <a:lnTo>
                  <a:pt x="330420" y="227506"/>
                </a:lnTo>
                <a:lnTo>
                  <a:pt x="330884" y="226194"/>
                </a:lnTo>
                <a:lnTo>
                  <a:pt x="331337" y="224878"/>
                </a:lnTo>
                <a:lnTo>
                  <a:pt x="331778" y="223560"/>
                </a:lnTo>
                <a:lnTo>
                  <a:pt x="332209" y="222238"/>
                </a:lnTo>
                <a:lnTo>
                  <a:pt x="332629" y="220912"/>
                </a:lnTo>
                <a:lnTo>
                  <a:pt x="333038" y="219584"/>
                </a:lnTo>
                <a:lnTo>
                  <a:pt x="333436" y="218252"/>
                </a:lnTo>
                <a:lnTo>
                  <a:pt x="333823" y="216917"/>
                </a:lnTo>
                <a:lnTo>
                  <a:pt x="334200" y="215578"/>
                </a:lnTo>
                <a:lnTo>
                  <a:pt x="334565" y="214237"/>
                </a:lnTo>
                <a:lnTo>
                  <a:pt x="334919" y="212892"/>
                </a:lnTo>
                <a:lnTo>
                  <a:pt x="335263" y="211543"/>
                </a:lnTo>
                <a:lnTo>
                  <a:pt x="335595" y="210191"/>
                </a:lnTo>
                <a:lnTo>
                  <a:pt x="335917" y="208836"/>
                </a:lnTo>
                <a:lnTo>
                  <a:pt x="336228" y="207478"/>
                </a:lnTo>
                <a:lnTo>
                  <a:pt x="336527" y="206116"/>
                </a:lnTo>
                <a:lnTo>
                  <a:pt x="336816" y="204751"/>
                </a:lnTo>
                <a:lnTo>
                  <a:pt x="337094" y="203383"/>
                </a:lnTo>
                <a:lnTo>
                  <a:pt x="337361" y="202012"/>
                </a:lnTo>
                <a:lnTo>
                  <a:pt x="337616" y="200641"/>
                </a:lnTo>
                <a:lnTo>
                  <a:pt x="337861" y="199268"/>
                </a:lnTo>
                <a:lnTo>
                  <a:pt x="338093" y="197894"/>
                </a:lnTo>
                <a:lnTo>
                  <a:pt x="338315" y="196519"/>
                </a:lnTo>
                <a:lnTo>
                  <a:pt x="338525" y="195143"/>
                </a:lnTo>
                <a:lnTo>
                  <a:pt x="338724" y="193766"/>
                </a:lnTo>
                <a:lnTo>
                  <a:pt x="338911" y="192388"/>
                </a:lnTo>
                <a:lnTo>
                  <a:pt x="339087" y="191008"/>
                </a:lnTo>
                <a:lnTo>
                  <a:pt x="339252" y="189628"/>
                </a:lnTo>
                <a:lnTo>
                  <a:pt x="339405" y="188246"/>
                </a:lnTo>
                <a:lnTo>
                  <a:pt x="339547" y="186863"/>
                </a:lnTo>
                <a:lnTo>
                  <a:pt x="339677" y="185479"/>
                </a:lnTo>
                <a:lnTo>
                  <a:pt x="339797" y="184094"/>
                </a:lnTo>
                <a:lnTo>
                  <a:pt x="339904" y="182708"/>
                </a:lnTo>
                <a:lnTo>
                  <a:pt x="340001" y="181321"/>
                </a:lnTo>
                <a:lnTo>
                  <a:pt x="340086" y="179932"/>
                </a:lnTo>
                <a:lnTo>
                  <a:pt x="340160" y="178543"/>
                </a:lnTo>
                <a:lnTo>
                  <a:pt x="340222" y="177152"/>
                </a:lnTo>
                <a:lnTo>
                  <a:pt x="340273" y="175760"/>
                </a:lnTo>
                <a:lnTo>
                  <a:pt x="340313" y="174367"/>
                </a:lnTo>
                <a:lnTo>
                  <a:pt x="340342" y="172973"/>
                </a:lnTo>
                <a:lnTo>
                  <a:pt x="340359" y="171578"/>
                </a:lnTo>
                <a:lnTo>
                  <a:pt x="340364" y="170182"/>
                </a:lnTo>
                <a:lnTo>
                  <a:pt x="340359" y="168786"/>
                </a:lnTo>
                <a:lnTo>
                  <a:pt x="340342" y="167391"/>
                </a:lnTo>
                <a:lnTo>
                  <a:pt x="340313" y="165997"/>
                </a:lnTo>
                <a:lnTo>
                  <a:pt x="340273" y="164604"/>
                </a:lnTo>
                <a:lnTo>
                  <a:pt x="340222" y="163212"/>
                </a:lnTo>
                <a:lnTo>
                  <a:pt x="340160" y="161822"/>
                </a:lnTo>
                <a:lnTo>
                  <a:pt x="340086" y="160432"/>
                </a:lnTo>
                <a:lnTo>
                  <a:pt x="340001" y="159044"/>
                </a:lnTo>
                <a:lnTo>
                  <a:pt x="339904" y="157656"/>
                </a:lnTo>
                <a:lnTo>
                  <a:pt x="339797" y="156270"/>
                </a:lnTo>
                <a:lnTo>
                  <a:pt x="339677" y="154885"/>
                </a:lnTo>
                <a:lnTo>
                  <a:pt x="339547" y="153501"/>
                </a:lnTo>
                <a:lnTo>
                  <a:pt x="339405" y="152118"/>
                </a:lnTo>
                <a:lnTo>
                  <a:pt x="339251" y="150737"/>
                </a:lnTo>
                <a:lnTo>
                  <a:pt x="339087" y="149356"/>
                </a:lnTo>
                <a:lnTo>
                  <a:pt x="338911" y="147977"/>
                </a:lnTo>
                <a:lnTo>
                  <a:pt x="338724" y="146598"/>
                </a:lnTo>
                <a:lnTo>
                  <a:pt x="338525" y="145221"/>
                </a:lnTo>
                <a:lnTo>
                  <a:pt x="338315" y="143845"/>
                </a:lnTo>
                <a:lnTo>
                  <a:pt x="338093" y="142470"/>
                </a:lnTo>
                <a:lnTo>
                  <a:pt x="337861" y="141096"/>
                </a:lnTo>
                <a:lnTo>
                  <a:pt x="337616" y="139723"/>
                </a:lnTo>
                <a:lnTo>
                  <a:pt x="337361" y="138352"/>
                </a:lnTo>
                <a:lnTo>
                  <a:pt x="337094" y="136981"/>
                </a:lnTo>
                <a:lnTo>
                  <a:pt x="336816" y="135613"/>
                </a:lnTo>
                <a:lnTo>
                  <a:pt x="336527" y="134248"/>
                </a:lnTo>
                <a:lnTo>
                  <a:pt x="336228" y="132886"/>
                </a:lnTo>
                <a:lnTo>
                  <a:pt x="335917" y="131528"/>
                </a:lnTo>
                <a:lnTo>
                  <a:pt x="335595" y="130173"/>
                </a:lnTo>
                <a:lnTo>
                  <a:pt x="335263" y="128821"/>
                </a:lnTo>
                <a:lnTo>
                  <a:pt x="334919" y="127473"/>
                </a:lnTo>
                <a:lnTo>
                  <a:pt x="334565" y="126128"/>
                </a:lnTo>
                <a:lnTo>
                  <a:pt x="334200" y="124786"/>
                </a:lnTo>
                <a:lnTo>
                  <a:pt x="333823" y="123447"/>
                </a:lnTo>
                <a:lnTo>
                  <a:pt x="333436" y="122112"/>
                </a:lnTo>
                <a:lnTo>
                  <a:pt x="333038" y="120780"/>
                </a:lnTo>
                <a:lnTo>
                  <a:pt x="332629" y="119452"/>
                </a:lnTo>
                <a:lnTo>
                  <a:pt x="332209" y="118126"/>
                </a:lnTo>
                <a:lnTo>
                  <a:pt x="331778" y="116805"/>
                </a:lnTo>
                <a:lnTo>
                  <a:pt x="331337" y="115486"/>
                </a:lnTo>
                <a:lnTo>
                  <a:pt x="330884" y="114171"/>
                </a:lnTo>
                <a:lnTo>
                  <a:pt x="330420" y="112859"/>
                </a:lnTo>
                <a:lnTo>
                  <a:pt x="329946" y="111550"/>
                </a:lnTo>
                <a:lnTo>
                  <a:pt x="329461" y="110245"/>
                </a:lnTo>
                <a:lnTo>
                  <a:pt x="328964" y="108943"/>
                </a:lnTo>
                <a:lnTo>
                  <a:pt x="328457" y="107644"/>
                </a:lnTo>
                <a:lnTo>
                  <a:pt x="327939" y="106348"/>
                </a:lnTo>
                <a:lnTo>
                  <a:pt x="327410" y="105056"/>
                </a:lnTo>
                <a:lnTo>
                  <a:pt x="326870" y="103768"/>
                </a:lnTo>
                <a:lnTo>
                  <a:pt x="326321" y="102486"/>
                </a:lnTo>
                <a:lnTo>
                  <a:pt x="325761" y="101209"/>
                </a:lnTo>
                <a:lnTo>
                  <a:pt x="325191" y="99937"/>
                </a:lnTo>
                <a:lnTo>
                  <a:pt x="324611" y="98671"/>
                </a:lnTo>
                <a:lnTo>
                  <a:pt x="324022" y="97410"/>
                </a:lnTo>
                <a:lnTo>
                  <a:pt x="323422" y="96155"/>
                </a:lnTo>
                <a:lnTo>
                  <a:pt x="322812" y="94905"/>
                </a:lnTo>
                <a:lnTo>
                  <a:pt x="322192" y="93660"/>
                </a:lnTo>
                <a:lnTo>
                  <a:pt x="321561" y="92420"/>
                </a:lnTo>
                <a:lnTo>
                  <a:pt x="320921" y="91186"/>
                </a:lnTo>
                <a:lnTo>
                  <a:pt x="320271" y="89958"/>
                </a:lnTo>
                <a:lnTo>
                  <a:pt x="319611" y="88735"/>
                </a:lnTo>
                <a:lnTo>
                  <a:pt x="318940" y="87517"/>
                </a:lnTo>
                <a:lnTo>
                  <a:pt x="318260" y="86304"/>
                </a:lnTo>
                <a:lnTo>
                  <a:pt x="317569" y="85097"/>
                </a:lnTo>
                <a:lnTo>
                  <a:pt x="316869" y="83895"/>
                </a:lnTo>
                <a:lnTo>
                  <a:pt x="316158" y="82699"/>
                </a:lnTo>
                <a:lnTo>
                  <a:pt x="315438" y="81508"/>
                </a:lnTo>
                <a:lnTo>
                  <a:pt x="314707" y="80323"/>
                </a:lnTo>
                <a:lnTo>
                  <a:pt x="313966" y="79142"/>
                </a:lnTo>
                <a:lnTo>
                  <a:pt x="313215" y="77968"/>
                </a:lnTo>
                <a:lnTo>
                  <a:pt x="312454" y="76798"/>
                </a:lnTo>
                <a:lnTo>
                  <a:pt x="311683" y="75634"/>
                </a:lnTo>
                <a:lnTo>
                  <a:pt x="310903" y="74476"/>
                </a:lnTo>
                <a:lnTo>
                  <a:pt x="310114" y="73326"/>
                </a:lnTo>
                <a:lnTo>
                  <a:pt x="309316" y="72182"/>
                </a:lnTo>
                <a:lnTo>
                  <a:pt x="308509" y="71046"/>
                </a:lnTo>
                <a:lnTo>
                  <a:pt x="307693" y="69918"/>
                </a:lnTo>
                <a:lnTo>
                  <a:pt x="306869" y="68796"/>
                </a:lnTo>
                <a:lnTo>
                  <a:pt x="306035" y="67682"/>
                </a:lnTo>
                <a:lnTo>
                  <a:pt x="305193" y="66574"/>
                </a:lnTo>
                <a:lnTo>
                  <a:pt x="304342" y="65475"/>
                </a:lnTo>
                <a:lnTo>
                  <a:pt x="303482" y="64382"/>
                </a:lnTo>
                <a:lnTo>
                  <a:pt x="302614" y="63297"/>
                </a:lnTo>
                <a:lnTo>
                  <a:pt x="301736" y="62218"/>
                </a:lnTo>
                <a:lnTo>
                  <a:pt x="300850" y="61148"/>
                </a:lnTo>
                <a:lnTo>
                  <a:pt x="299955" y="60084"/>
                </a:lnTo>
                <a:lnTo>
                  <a:pt x="299051" y="59027"/>
                </a:lnTo>
                <a:lnTo>
                  <a:pt x="298138" y="57978"/>
                </a:lnTo>
                <a:lnTo>
                  <a:pt x="297217" y="56936"/>
                </a:lnTo>
                <a:lnTo>
                  <a:pt x="296286" y="55902"/>
                </a:lnTo>
                <a:lnTo>
                  <a:pt x="295347" y="54874"/>
                </a:lnTo>
                <a:lnTo>
                  <a:pt x="294399" y="53854"/>
                </a:lnTo>
                <a:lnTo>
                  <a:pt x="293442" y="52841"/>
                </a:lnTo>
                <a:lnTo>
                  <a:pt x="292477" y="51835"/>
                </a:lnTo>
                <a:lnTo>
                  <a:pt x="291502" y="50836"/>
                </a:lnTo>
                <a:lnTo>
                  <a:pt x="290519" y="49845"/>
                </a:lnTo>
                <a:lnTo>
                  <a:pt x="289528" y="48862"/>
                </a:lnTo>
                <a:lnTo>
                  <a:pt x="288529" y="47887"/>
                </a:lnTo>
                <a:lnTo>
                  <a:pt x="287523" y="46922"/>
                </a:lnTo>
                <a:lnTo>
                  <a:pt x="286510" y="45965"/>
                </a:lnTo>
                <a:lnTo>
                  <a:pt x="285490" y="45017"/>
                </a:lnTo>
                <a:lnTo>
                  <a:pt x="284463" y="44078"/>
                </a:lnTo>
                <a:lnTo>
                  <a:pt x="283428" y="43148"/>
                </a:lnTo>
                <a:lnTo>
                  <a:pt x="282386" y="42226"/>
                </a:lnTo>
                <a:lnTo>
                  <a:pt x="281337" y="41313"/>
                </a:lnTo>
                <a:lnTo>
                  <a:pt x="280280" y="40409"/>
                </a:lnTo>
                <a:lnTo>
                  <a:pt x="279217" y="39514"/>
                </a:lnTo>
                <a:lnTo>
                  <a:pt x="278146" y="38628"/>
                </a:lnTo>
                <a:lnTo>
                  <a:pt x="277068" y="37751"/>
                </a:lnTo>
                <a:lnTo>
                  <a:pt x="275982" y="36882"/>
                </a:lnTo>
                <a:lnTo>
                  <a:pt x="274890" y="36022"/>
                </a:lnTo>
                <a:lnTo>
                  <a:pt x="273790" y="35171"/>
                </a:lnTo>
                <a:lnTo>
                  <a:pt x="272683" y="34329"/>
                </a:lnTo>
                <a:lnTo>
                  <a:pt x="271568" y="33496"/>
                </a:lnTo>
                <a:lnTo>
                  <a:pt x="270447" y="32671"/>
                </a:lnTo>
                <a:lnTo>
                  <a:pt x="269318" y="31855"/>
                </a:lnTo>
                <a:lnTo>
                  <a:pt x="268182" y="31049"/>
                </a:lnTo>
                <a:lnTo>
                  <a:pt x="267039" y="30251"/>
                </a:lnTo>
                <a:lnTo>
                  <a:pt x="265888" y="29461"/>
                </a:lnTo>
                <a:lnTo>
                  <a:pt x="264730" y="28681"/>
                </a:lnTo>
                <a:lnTo>
                  <a:pt x="263566" y="27910"/>
                </a:lnTo>
                <a:lnTo>
                  <a:pt x="262397" y="27149"/>
                </a:lnTo>
                <a:lnTo>
                  <a:pt x="261222" y="26398"/>
                </a:lnTo>
                <a:lnTo>
                  <a:pt x="260042" y="25657"/>
                </a:lnTo>
                <a:lnTo>
                  <a:pt x="258856" y="24927"/>
                </a:lnTo>
                <a:lnTo>
                  <a:pt x="257665" y="24206"/>
                </a:lnTo>
                <a:lnTo>
                  <a:pt x="256469" y="23495"/>
                </a:lnTo>
                <a:lnTo>
                  <a:pt x="255267" y="22795"/>
                </a:lnTo>
                <a:lnTo>
                  <a:pt x="254060" y="22104"/>
                </a:lnTo>
                <a:lnTo>
                  <a:pt x="252847" y="21424"/>
                </a:lnTo>
                <a:lnTo>
                  <a:pt x="251630" y="20753"/>
                </a:lnTo>
                <a:lnTo>
                  <a:pt x="250406" y="20093"/>
                </a:lnTo>
                <a:lnTo>
                  <a:pt x="249178" y="19443"/>
                </a:lnTo>
                <a:lnTo>
                  <a:pt x="247944" y="18803"/>
                </a:lnTo>
                <a:lnTo>
                  <a:pt x="246704" y="18173"/>
                </a:lnTo>
                <a:lnTo>
                  <a:pt x="245460" y="17553"/>
                </a:lnTo>
                <a:lnTo>
                  <a:pt x="244209" y="16943"/>
                </a:lnTo>
                <a:lnTo>
                  <a:pt x="242954" y="16343"/>
                </a:lnTo>
                <a:lnTo>
                  <a:pt x="241693" y="15753"/>
                </a:lnTo>
                <a:lnTo>
                  <a:pt x="240427" y="15173"/>
                </a:lnTo>
                <a:lnTo>
                  <a:pt x="239155" y="14603"/>
                </a:lnTo>
                <a:lnTo>
                  <a:pt x="237878" y="14044"/>
                </a:lnTo>
                <a:lnTo>
                  <a:pt x="236596" y="13494"/>
                </a:lnTo>
                <a:lnTo>
                  <a:pt x="235308" y="12954"/>
                </a:lnTo>
                <a:lnTo>
                  <a:pt x="234016" y="12425"/>
                </a:lnTo>
                <a:lnTo>
                  <a:pt x="232720" y="11907"/>
                </a:lnTo>
                <a:lnTo>
                  <a:pt x="231422" y="11400"/>
                </a:lnTo>
                <a:lnTo>
                  <a:pt x="230120" y="10904"/>
                </a:lnTo>
                <a:lnTo>
                  <a:pt x="228814" y="10418"/>
                </a:lnTo>
                <a:lnTo>
                  <a:pt x="227506" y="9944"/>
                </a:lnTo>
                <a:lnTo>
                  <a:pt x="226194" y="9480"/>
                </a:lnTo>
                <a:lnTo>
                  <a:pt x="224878" y="9027"/>
                </a:lnTo>
                <a:lnTo>
                  <a:pt x="223560" y="8586"/>
                </a:lnTo>
                <a:lnTo>
                  <a:pt x="222238" y="8155"/>
                </a:lnTo>
                <a:lnTo>
                  <a:pt x="220912" y="7735"/>
                </a:lnTo>
                <a:lnTo>
                  <a:pt x="219584" y="7326"/>
                </a:lnTo>
                <a:lnTo>
                  <a:pt x="218252" y="6928"/>
                </a:lnTo>
                <a:lnTo>
                  <a:pt x="216917" y="6541"/>
                </a:lnTo>
                <a:lnTo>
                  <a:pt x="215578" y="6165"/>
                </a:lnTo>
                <a:lnTo>
                  <a:pt x="214237" y="5799"/>
                </a:lnTo>
                <a:lnTo>
                  <a:pt x="212892" y="5445"/>
                </a:lnTo>
                <a:lnTo>
                  <a:pt x="211543" y="5102"/>
                </a:lnTo>
                <a:lnTo>
                  <a:pt x="210191" y="4769"/>
                </a:lnTo>
                <a:lnTo>
                  <a:pt x="208836" y="4447"/>
                </a:lnTo>
                <a:lnTo>
                  <a:pt x="207478" y="4137"/>
                </a:lnTo>
                <a:lnTo>
                  <a:pt x="206116" y="3837"/>
                </a:lnTo>
                <a:lnTo>
                  <a:pt x="204751" y="3548"/>
                </a:lnTo>
                <a:lnTo>
                  <a:pt x="203383" y="3270"/>
                </a:lnTo>
                <a:lnTo>
                  <a:pt x="202012" y="3003"/>
                </a:lnTo>
                <a:lnTo>
                  <a:pt x="200641" y="2748"/>
                </a:lnTo>
                <a:lnTo>
                  <a:pt x="199268" y="2504"/>
                </a:lnTo>
                <a:lnTo>
                  <a:pt x="197894" y="2271"/>
                </a:lnTo>
                <a:lnTo>
                  <a:pt x="196519" y="2049"/>
                </a:lnTo>
                <a:lnTo>
                  <a:pt x="195143" y="1839"/>
                </a:lnTo>
                <a:lnTo>
                  <a:pt x="193766" y="1641"/>
                </a:lnTo>
                <a:lnTo>
                  <a:pt x="192388" y="1453"/>
                </a:lnTo>
                <a:lnTo>
                  <a:pt x="191008" y="1277"/>
                </a:lnTo>
                <a:lnTo>
                  <a:pt x="189628" y="1113"/>
                </a:lnTo>
                <a:lnTo>
                  <a:pt x="188246" y="959"/>
                </a:lnTo>
                <a:lnTo>
                  <a:pt x="186863" y="818"/>
                </a:lnTo>
                <a:lnTo>
                  <a:pt x="185479" y="687"/>
                </a:lnTo>
                <a:lnTo>
                  <a:pt x="184094" y="568"/>
                </a:lnTo>
                <a:lnTo>
                  <a:pt x="182708" y="460"/>
                </a:lnTo>
                <a:lnTo>
                  <a:pt x="181321" y="363"/>
                </a:lnTo>
                <a:lnTo>
                  <a:pt x="179932" y="278"/>
                </a:lnTo>
                <a:lnTo>
                  <a:pt x="178543" y="204"/>
                </a:lnTo>
                <a:lnTo>
                  <a:pt x="177152" y="142"/>
                </a:lnTo>
                <a:lnTo>
                  <a:pt x="175760" y="91"/>
                </a:lnTo>
                <a:lnTo>
                  <a:pt x="174367" y="51"/>
                </a:lnTo>
                <a:lnTo>
                  <a:pt x="172973" y="23"/>
                </a:lnTo>
                <a:lnTo>
                  <a:pt x="171578" y="6"/>
                </a:lnTo>
                <a:lnTo>
                  <a:pt x="170182" y="0"/>
                </a:lnTo>
                <a:lnTo>
                  <a:pt x="168786" y="6"/>
                </a:lnTo>
                <a:close/>
                <a:moveTo>
                  <a:pt x="117746" y="185645"/>
                </a:moveTo>
                <a:lnTo>
                  <a:pt x="117222" y="185622"/>
                </a:lnTo>
                <a:lnTo>
                  <a:pt x="116704" y="185582"/>
                </a:lnTo>
                <a:lnTo>
                  <a:pt x="116193" y="185527"/>
                </a:lnTo>
                <a:lnTo>
                  <a:pt x="115688" y="185457"/>
                </a:lnTo>
                <a:lnTo>
                  <a:pt x="115190" y="185370"/>
                </a:lnTo>
                <a:lnTo>
                  <a:pt x="114698" y="185268"/>
                </a:lnTo>
                <a:lnTo>
                  <a:pt x="114213" y="185150"/>
                </a:lnTo>
                <a:lnTo>
                  <a:pt x="113734" y="185016"/>
                </a:lnTo>
                <a:lnTo>
                  <a:pt x="113262" y="184867"/>
                </a:lnTo>
                <a:lnTo>
                  <a:pt x="112797" y="184701"/>
                </a:lnTo>
                <a:lnTo>
                  <a:pt x="112337" y="184520"/>
                </a:lnTo>
                <a:lnTo>
                  <a:pt x="111885" y="184324"/>
                </a:lnTo>
                <a:lnTo>
                  <a:pt x="111439" y="184111"/>
                </a:lnTo>
                <a:lnTo>
                  <a:pt x="110999" y="183883"/>
                </a:lnTo>
                <a:lnTo>
                  <a:pt x="110566" y="183639"/>
                </a:lnTo>
                <a:lnTo>
                  <a:pt x="110140" y="183380"/>
                </a:lnTo>
                <a:lnTo>
                  <a:pt x="109720" y="183104"/>
                </a:lnTo>
                <a:lnTo>
                  <a:pt x="109306" y="182813"/>
                </a:lnTo>
                <a:lnTo>
                  <a:pt x="108899" y="182506"/>
                </a:lnTo>
                <a:lnTo>
                  <a:pt x="108499" y="182184"/>
                </a:lnTo>
                <a:lnTo>
                  <a:pt x="108105" y="181846"/>
                </a:lnTo>
                <a:lnTo>
                  <a:pt x="107718" y="181492"/>
                </a:lnTo>
                <a:lnTo>
                  <a:pt x="107337" y="181122"/>
                </a:lnTo>
                <a:lnTo>
                  <a:pt x="106967" y="180741"/>
                </a:lnTo>
                <a:lnTo>
                  <a:pt x="106613" y="180354"/>
                </a:lnTo>
                <a:lnTo>
                  <a:pt x="106275" y="179960"/>
                </a:lnTo>
                <a:lnTo>
                  <a:pt x="105952" y="179559"/>
                </a:lnTo>
                <a:lnTo>
                  <a:pt x="105645" y="179152"/>
                </a:lnTo>
                <a:lnTo>
                  <a:pt x="105354" y="178739"/>
                </a:lnTo>
                <a:lnTo>
                  <a:pt x="105079" y="178319"/>
                </a:lnTo>
                <a:lnTo>
                  <a:pt x="104819" y="177892"/>
                </a:lnTo>
                <a:lnTo>
                  <a:pt x="104576" y="177459"/>
                </a:lnTo>
                <a:lnTo>
                  <a:pt x="104347" y="177020"/>
                </a:lnTo>
                <a:lnTo>
                  <a:pt x="104135" y="176574"/>
                </a:lnTo>
                <a:lnTo>
                  <a:pt x="103938" y="176121"/>
                </a:lnTo>
                <a:lnTo>
                  <a:pt x="103757" y="175662"/>
                </a:lnTo>
                <a:lnTo>
                  <a:pt x="103592" y="175197"/>
                </a:lnTo>
                <a:lnTo>
                  <a:pt x="103443" y="174724"/>
                </a:lnTo>
                <a:lnTo>
                  <a:pt x="103309" y="174246"/>
                </a:lnTo>
                <a:lnTo>
                  <a:pt x="103191" y="173761"/>
                </a:lnTo>
                <a:lnTo>
                  <a:pt x="103089" y="173269"/>
                </a:lnTo>
                <a:lnTo>
                  <a:pt x="103002" y="172771"/>
                </a:lnTo>
                <a:lnTo>
                  <a:pt x="102931" y="172266"/>
                </a:lnTo>
                <a:lnTo>
                  <a:pt x="102876" y="171755"/>
                </a:lnTo>
                <a:lnTo>
                  <a:pt x="102837" y="171237"/>
                </a:lnTo>
                <a:lnTo>
                  <a:pt x="102813" y="170713"/>
                </a:lnTo>
                <a:lnTo>
                  <a:pt x="102805" y="170182"/>
                </a:lnTo>
                <a:lnTo>
                  <a:pt x="102813" y="169651"/>
                </a:lnTo>
                <a:lnTo>
                  <a:pt x="102837" y="169127"/>
                </a:lnTo>
                <a:lnTo>
                  <a:pt x="102876" y="168609"/>
                </a:lnTo>
                <a:lnTo>
                  <a:pt x="102931" y="168098"/>
                </a:lnTo>
                <a:lnTo>
                  <a:pt x="103002" y="167593"/>
                </a:lnTo>
                <a:lnTo>
                  <a:pt x="103089" y="167095"/>
                </a:lnTo>
                <a:lnTo>
                  <a:pt x="103191" y="166604"/>
                </a:lnTo>
                <a:lnTo>
                  <a:pt x="103309" y="166118"/>
                </a:lnTo>
                <a:lnTo>
                  <a:pt x="103443" y="165640"/>
                </a:lnTo>
                <a:lnTo>
                  <a:pt x="103592" y="165168"/>
                </a:lnTo>
                <a:lnTo>
                  <a:pt x="103757" y="164702"/>
                </a:lnTo>
                <a:lnTo>
                  <a:pt x="103938" y="164243"/>
                </a:lnTo>
                <a:lnTo>
                  <a:pt x="104135" y="163790"/>
                </a:lnTo>
                <a:lnTo>
                  <a:pt x="104347" y="163344"/>
                </a:lnTo>
                <a:lnTo>
                  <a:pt x="104576" y="162905"/>
                </a:lnTo>
                <a:lnTo>
                  <a:pt x="104819" y="162472"/>
                </a:lnTo>
                <a:lnTo>
                  <a:pt x="105079" y="162045"/>
                </a:lnTo>
                <a:lnTo>
                  <a:pt x="105354" y="161625"/>
                </a:lnTo>
                <a:lnTo>
                  <a:pt x="105645" y="161212"/>
                </a:lnTo>
                <a:lnTo>
                  <a:pt x="105952" y="160805"/>
                </a:lnTo>
                <a:lnTo>
                  <a:pt x="106275" y="160405"/>
                </a:lnTo>
                <a:lnTo>
                  <a:pt x="106613" y="160011"/>
                </a:lnTo>
                <a:lnTo>
                  <a:pt x="106967" y="159623"/>
                </a:lnTo>
                <a:lnTo>
                  <a:pt x="107337" y="159242"/>
                </a:lnTo>
                <a:lnTo>
                  <a:pt x="107718" y="158873"/>
                </a:lnTo>
                <a:lnTo>
                  <a:pt x="108105" y="158519"/>
                </a:lnTo>
                <a:lnTo>
                  <a:pt x="108499" y="158180"/>
                </a:lnTo>
                <a:lnTo>
                  <a:pt x="108899" y="157858"/>
                </a:lnTo>
                <a:lnTo>
                  <a:pt x="109306" y="157551"/>
                </a:lnTo>
                <a:lnTo>
                  <a:pt x="109720" y="157260"/>
                </a:lnTo>
                <a:lnTo>
                  <a:pt x="110140" y="156985"/>
                </a:lnTo>
                <a:lnTo>
                  <a:pt x="110566" y="156725"/>
                </a:lnTo>
                <a:lnTo>
                  <a:pt x="110999" y="156481"/>
                </a:lnTo>
                <a:lnTo>
                  <a:pt x="111439" y="156253"/>
                </a:lnTo>
                <a:lnTo>
                  <a:pt x="111885" y="156041"/>
                </a:lnTo>
                <a:lnTo>
                  <a:pt x="112337" y="155844"/>
                </a:lnTo>
                <a:lnTo>
                  <a:pt x="112797" y="155663"/>
                </a:lnTo>
                <a:lnTo>
                  <a:pt x="113262" y="155498"/>
                </a:lnTo>
                <a:lnTo>
                  <a:pt x="113734" y="155348"/>
                </a:lnTo>
                <a:lnTo>
                  <a:pt x="114213" y="155215"/>
                </a:lnTo>
                <a:lnTo>
                  <a:pt x="114698" y="155097"/>
                </a:lnTo>
                <a:lnTo>
                  <a:pt x="115190" y="154994"/>
                </a:lnTo>
                <a:lnTo>
                  <a:pt x="115688" y="154908"/>
                </a:lnTo>
                <a:lnTo>
                  <a:pt x="116193" y="154837"/>
                </a:lnTo>
                <a:lnTo>
                  <a:pt x="116704" y="154782"/>
                </a:lnTo>
                <a:lnTo>
                  <a:pt x="117222" y="154742"/>
                </a:lnTo>
                <a:lnTo>
                  <a:pt x="117746" y="154719"/>
                </a:lnTo>
                <a:lnTo>
                  <a:pt x="118277" y="154711"/>
                </a:lnTo>
                <a:lnTo>
                  <a:pt x="118807" y="154719"/>
                </a:lnTo>
                <a:lnTo>
                  <a:pt x="119332" y="154742"/>
                </a:lnTo>
                <a:lnTo>
                  <a:pt x="119849" y="154782"/>
                </a:lnTo>
                <a:lnTo>
                  <a:pt x="120361" y="154837"/>
                </a:lnTo>
                <a:lnTo>
                  <a:pt x="120865" y="154908"/>
                </a:lnTo>
                <a:lnTo>
                  <a:pt x="121363" y="154994"/>
                </a:lnTo>
                <a:lnTo>
                  <a:pt x="121855" y="155097"/>
                </a:lnTo>
                <a:lnTo>
                  <a:pt x="122340" y="155215"/>
                </a:lnTo>
                <a:lnTo>
                  <a:pt x="122819" y="155348"/>
                </a:lnTo>
                <a:lnTo>
                  <a:pt x="123291" y="155498"/>
                </a:lnTo>
                <a:lnTo>
                  <a:pt x="123757" y="155663"/>
                </a:lnTo>
                <a:lnTo>
                  <a:pt x="124216" y="155844"/>
                </a:lnTo>
                <a:lnTo>
                  <a:pt x="124668" y="156041"/>
                </a:lnTo>
                <a:lnTo>
                  <a:pt x="125114" y="156253"/>
                </a:lnTo>
                <a:lnTo>
                  <a:pt x="125554" y="156481"/>
                </a:lnTo>
                <a:lnTo>
                  <a:pt x="125987" y="156725"/>
                </a:lnTo>
                <a:lnTo>
                  <a:pt x="126413" y="156985"/>
                </a:lnTo>
                <a:lnTo>
                  <a:pt x="126833" y="157260"/>
                </a:lnTo>
                <a:lnTo>
                  <a:pt x="127247" y="157551"/>
                </a:lnTo>
                <a:lnTo>
                  <a:pt x="127654" y="157858"/>
                </a:lnTo>
                <a:lnTo>
                  <a:pt x="128054" y="158180"/>
                </a:lnTo>
                <a:lnTo>
                  <a:pt x="128448" y="158519"/>
                </a:lnTo>
                <a:lnTo>
                  <a:pt x="128835" y="158873"/>
                </a:lnTo>
                <a:lnTo>
                  <a:pt x="129216" y="159242"/>
                </a:lnTo>
                <a:lnTo>
                  <a:pt x="129586" y="159623"/>
                </a:lnTo>
                <a:lnTo>
                  <a:pt x="129940" y="160011"/>
                </a:lnTo>
                <a:lnTo>
                  <a:pt x="130278" y="160405"/>
                </a:lnTo>
                <a:lnTo>
                  <a:pt x="130601" y="160805"/>
                </a:lnTo>
                <a:lnTo>
                  <a:pt x="130908" y="161212"/>
                </a:lnTo>
                <a:lnTo>
                  <a:pt x="131199" y="161625"/>
                </a:lnTo>
                <a:lnTo>
                  <a:pt x="131474" y="162045"/>
                </a:lnTo>
                <a:lnTo>
                  <a:pt x="131734" y="162472"/>
                </a:lnTo>
                <a:lnTo>
                  <a:pt x="131978" y="162905"/>
                </a:lnTo>
                <a:lnTo>
                  <a:pt x="132206" y="163344"/>
                </a:lnTo>
                <a:lnTo>
                  <a:pt x="132418" y="163790"/>
                </a:lnTo>
                <a:lnTo>
                  <a:pt x="132615" y="164243"/>
                </a:lnTo>
                <a:lnTo>
                  <a:pt x="132796" y="164702"/>
                </a:lnTo>
                <a:lnTo>
                  <a:pt x="132961" y="165168"/>
                </a:lnTo>
                <a:lnTo>
                  <a:pt x="133110" y="165640"/>
                </a:lnTo>
                <a:lnTo>
                  <a:pt x="133244" y="166118"/>
                </a:lnTo>
                <a:lnTo>
                  <a:pt x="133362" y="166604"/>
                </a:lnTo>
                <a:lnTo>
                  <a:pt x="133464" y="167095"/>
                </a:lnTo>
                <a:lnTo>
                  <a:pt x="133551" y="167593"/>
                </a:lnTo>
                <a:lnTo>
                  <a:pt x="133622" y="168098"/>
                </a:lnTo>
                <a:lnTo>
                  <a:pt x="133677" y="168609"/>
                </a:lnTo>
                <a:lnTo>
                  <a:pt x="133716" y="169127"/>
                </a:lnTo>
                <a:lnTo>
                  <a:pt x="133740" y="169651"/>
                </a:lnTo>
                <a:lnTo>
                  <a:pt x="133748" y="170182"/>
                </a:lnTo>
                <a:lnTo>
                  <a:pt x="133740" y="170713"/>
                </a:lnTo>
                <a:lnTo>
                  <a:pt x="133716" y="171237"/>
                </a:lnTo>
                <a:lnTo>
                  <a:pt x="133677" y="171755"/>
                </a:lnTo>
                <a:lnTo>
                  <a:pt x="133622" y="172266"/>
                </a:lnTo>
                <a:lnTo>
                  <a:pt x="133551" y="172771"/>
                </a:lnTo>
                <a:lnTo>
                  <a:pt x="133464" y="173269"/>
                </a:lnTo>
                <a:lnTo>
                  <a:pt x="133362" y="173761"/>
                </a:lnTo>
                <a:lnTo>
                  <a:pt x="133244" y="174246"/>
                </a:lnTo>
                <a:lnTo>
                  <a:pt x="133110" y="174724"/>
                </a:lnTo>
                <a:lnTo>
                  <a:pt x="132961" y="175197"/>
                </a:lnTo>
                <a:lnTo>
                  <a:pt x="132796" y="175662"/>
                </a:lnTo>
                <a:lnTo>
                  <a:pt x="132615" y="176121"/>
                </a:lnTo>
                <a:lnTo>
                  <a:pt x="132418" y="176574"/>
                </a:lnTo>
                <a:lnTo>
                  <a:pt x="132206" y="177020"/>
                </a:lnTo>
                <a:lnTo>
                  <a:pt x="131978" y="177459"/>
                </a:lnTo>
                <a:lnTo>
                  <a:pt x="131734" y="177892"/>
                </a:lnTo>
                <a:lnTo>
                  <a:pt x="131474" y="178319"/>
                </a:lnTo>
                <a:lnTo>
                  <a:pt x="131199" y="178739"/>
                </a:lnTo>
                <a:lnTo>
                  <a:pt x="130908" y="179152"/>
                </a:lnTo>
                <a:lnTo>
                  <a:pt x="130601" y="179559"/>
                </a:lnTo>
                <a:lnTo>
                  <a:pt x="130278" y="179960"/>
                </a:lnTo>
                <a:lnTo>
                  <a:pt x="129940" y="180354"/>
                </a:lnTo>
                <a:lnTo>
                  <a:pt x="129586" y="180741"/>
                </a:lnTo>
                <a:lnTo>
                  <a:pt x="129216" y="181122"/>
                </a:lnTo>
                <a:lnTo>
                  <a:pt x="128835" y="181492"/>
                </a:lnTo>
                <a:lnTo>
                  <a:pt x="128448" y="181846"/>
                </a:lnTo>
                <a:lnTo>
                  <a:pt x="128054" y="182184"/>
                </a:lnTo>
                <a:lnTo>
                  <a:pt x="127654" y="182506"/>
                </a:lnTo>
                <a:lnTo>
                  <a:pt x="127247" y="182813"/>
                </a:lnTo>
                <a:lnTo>
                  <a:pt x="126833" y="183104"/>
                </a:lnTo>
                <a:lnTo>
                  <a:pt x="126413" y="183380"/>
                </a:lnTo>
                <a:lnTo>
                  <a:pt x="125987" y="183639"/>
                </a:lnTo>
                <a:lnTo>
                  <a:pt x="125554" y="183883"/>
                </a:lnTo>
                <a:lnTo>
                  <a:pt x="125114" y="184111"/>
                </a:lnTo>
                <a:lnTo>
                  <a:pt x="124668" y="184324"/>
                </a:lnTo>
                <a:lnTo>
                  <a:pt x="124216" y="184520"/>
                </a:lnTo>
                <a:lnTo>
                  <a:pt x="123757" y="184701"/>
                </a:lnTo>
                <a:lnTo>
                  <a:pt x="123291" y="184867"/>
                </a:lnTo>
                <a:lnTo>
                  <a:pt x="122819" y="185016"/>
                </a:lnTo>
                <a:lnTo>
                  <a:pt x="122340" y="185150"/>
                </a:lnTo>
                <a:lnTo>
                  <a:pt x="121855" y="185268"/>
                </a:lnTo>
                <a:lnTo>
                  <a:pt x="121363" y="185370"/>
                </a:lnTo>
                <a:lnTo>
                  <a:pt x="120865" y="185457"/>
                </a:lnTo>
                <a:lnTo>
                  <a:pt x="120361" y="185527"/>
                </a:lnTo>
                <a:lnTo>
                  <a:pt x="119849" y="185582"/>
                </a:lnTo>
                <a:lnTo>
                  <a:pt x="119332" y="185622"/>
                </a:lnTo>
                <a:lnTo>
                  <a:pt x="118807" y="185645"/>
                </a:lnTo>
                <a:lnTo>
                  <a:pt x="118277" y="185653"/>
                </a:lnTo>
                <a:lnTo>
                  <a:pt x="117746" y="185645"/>
                </a:lnTo>
                <a:close/>
                <a:moveTo>
                  <a:pt x="164931" y="225584"/>
                </a:moveTo>
                <a:lnTo>
                  <a:pt x="164706" y="225746"/>
                </a:lnTo>
                <a:lnTo>
                  <a:pt x="164478" y="225902"/>
                </a:lnTo>
                <a:lnTo>
                  <a:pt x="164248" y="226050"/>
                </a:lnTo>
                <a:lnTo>
                  <a:pt x="164015" y="226191"/>
                </a:lnTo>
                <a:lnTo>
                  <a:pt x="163780" y="226325"/>
                </a:lnTo>
                <a:lnTo>
                  <a:pt x="163542" y="226451"/>
                </a:lnTo>
                <a:lnTo>
                  <a:pt x="163302" y="226571"/>
                </a:lnTo>
                <a:lnTo>
                  <a:pt x="163060" y="226683"/>
                </a:lnTo>
                <a:lnTo>
                  <a:pt x="162814" y="226788"/>
                </a:lnTo>
                <a:lnTo>
                  <a:pt x="162567" y="226886"/>
                </a:lnTo>
                <a:lnTo>
                  <a:pt x="162317" y="226977"/>
                </a:lnTo>
                <a:lnTo>
                  <a:pt x="162064" y="227060"/>
                </a:lnTo>
                <a:lnTo>
                  <a:pt x="161809" y="227136"/>
                </a:lnTo>
                <a:lnTo>
                  <a:pt x="161551" y="227205"/>
                </a:lnTo>
                <a:lnTo>
                  <a:pt x="161291" y="227267"/>
                </a:lnTo>
                <a:lnTo>
                  <a:pt x="161028" y="227322"/>
                </a:lnTo>
                <a:lnTo>
                  <a:pt x="160763" y="227369"/>
                </a:lnTo>
                <a:lnTo>
                  <a:pt x="160496" y="227409"/>
                </a:lnTo>
                <a:lnTo>
                  <a:pt x="160226" y="227442"/>
                </a:lnTo>
                <a:lnTo>
                  <a:pt x="159953" y="227468"/>
                </a:lnTo>
                <a:lnTo>
                  <a:pt x="159678" y="227487"/>
                </a:lnTo>
                <a:lnTo>
                  <a:pt x="159400" y="227498"/>
                </a:lnTo>
                <a:lnTo>
                  <a:pt x="159120" y="227503"/>
                </a:lnTo>
                <a:lnTo>
                  <a:pt x="158559" y="227492"/>
                </a:lnTo>
                <a:lnTo>
                  <a:pt x="158013" y="227459"/>
                </a:lnTo>
                <a:lnTo>
                  <a:pt x="157483" y="227404"/>
                </a:lnTo>
                <a:lnTo>
                  <a:pt x="156969" y="227326"/>
                </a:lnTo>
                <a:lnTo>
                  <a:pt x="156471" y="227226"/>
                </a:lnTo>
                <a:lnTo>
                  <a:pt x="155988" y="227104"/>
                </a:lnTo>
                <a:lnTo>
                  <a:pt x="155521" y="226959"/>
                </a:lnTo>
                <a:lnTo>
                  <a:pt x="155070" y="226792"/>
                </a:lnTo>
                <a:lnTo>
                  <a:pt x="154635" y="226603"/>
                </a:lnTo>
                <a:lnTo>
                  <a:pt x="154216" y="226391"/>
                </a:lnTo>
                <a:lnTo>
                  <a:pt x="153812" y="226157"/>
                </a:lnTo>
                <a:lnTo>
                  <a:pt x="153424" y="225900"/>
                </a:lnTo>
                <a:lnTo>
                  <a:pt x="153052" y="225621"/>
                </a:lnTo>
                <a:lnTo>
                  <a:pt x="152695" y="225320"/>
                </a:lnTo>
                <a:lnTo>
                  <a:pt x="152355" y="224996"/>
                </a:lnTo>
                <a:lnTo>
                  <a:pt x="152030" y="224650"/>
                </a:lnTo>
                <a:lnTo>
                  <a:pt x="151721" y="224281"/>
                </a:lnTo>
                <a:lnTo>
                  <a:pt x="151427" y="223890"/>
                </a:lnTo>
                <a:lnTo>
                  <a:pt x="151150" y="223477"/>
                </a:lnTo>
                <a:lnTo>
                  <a:pt x="150888" y="223041"/>
                </a:lnTo>
                <a:lnTo>
                  <a:pt x="150642" y="222583"/>
                </a:lnTo>
                <a:lnTo>
                  <a:pt x="150411" y="222103"/>
                </a:lnTo>
                <a:lnTo>
                  <a:pt x="150197" y="221600"/>
                </a:lnTo>
                <a:lnTo>
                  <a:pt x="149998" y="221075"/>
                </a:lnTo>
                <a:lnTo>
                  <a:pt x="149820" y="220542"/>
                </a:lnTo>
                <a:lnTo>
                  <a:pt x="149669" y="220017"/>
                </a:lnTo>
                <a:lnTo>
                  <a:pt x="149544" y="219499"/>
                </a:lnTo>
                <a:lnTo>
                  <a:pt x="149446" y="218989"/>
                </a:lnTo>
                <a:lnTo>
                  <a:pt x="149373" y="218485"/>
                </a:lnTo>
                <a:lnTo>
                  <a:pt x="149327" y="217990"/>
                </a:lnTo>
                <a:lnTo>
                  <a:pt x="149308" y="217501"/>
                </a:lnTo>
                <a:lnTo>
                  <a:pt x="149315" y="217020"/>
                </a:lnTo>
                <a:lnTo>
                  <a:pt x="149348" y="216547"/>
                </a:lnTo>
                <a:lnTo>
                  <a:pt x="149408" y="216081"/>
                </a:lnTo>
                <a:lnTo>
                  <a:pt x="149493" y="215622"/>
                </a:lnTo>
                <a:lnTo>
                  <a:pt x="149606" y="215170"/>
                </a:lnTo>
                <a:lnTo>
                  <a:pt x="149744" y="214726"/>
                </a:lnTo>
                <a:lnTo>
                  <a:pt x="149909" y="214290"/>
                </a:lnTo>
                <a:lnTo>
                  <a:pt x="150101" y="213861"/>
                </a:lnTo>
                <a:lnTo>
                  <a:pt x="150318" y="213439"/>
                </a:lnTo>
                <a:lnTo>
                  <a:pt x="150563" y="213024"/>
                </a:lnTo>
                <a:lnTo>
                  <a:pt x="150833" y="212617"/>
                </a:lnTo>
                <a:lnTo>
                  <a:pt x="151130" y="212217"/>
                </a:lnTo>
                <a:lnTo>
                  <a:pt x="151453" y="211825"/>
                </a:lnTo>
                <a:lnTo>
                  <a:pt x="151802" y="211440"/>
                </a:lnTo>
                <a:lnTo>
                  <a:pt x="152178" y="211063"/>
                </a:lnTo>
                <a:lnTo>
                  <a:pt x="152581" y="210692"/>
                </a:lnTo>
                <a:lnTo>
                  <a:pt x="153009" y="210330"/>
                </a:lnTo>
                <a:lnTo>
                  <a:pt x="154584" y="209027"/>
                </a:lnTo>
                <a:lnTo>
                  <a:pt x="156092" y="207693"/>
                </a:lnTo>
                <a:lnTo>
                  <a:pt x="157533" y="206326"/>
                </a:lnTo>
                <a:lnTo>
                  <a:pt x="158907" y="204928"/>
                </a:lnTo>
                <a:lnTo>
                  <a:pt x="160213" y="203496"/>
                </a:lnTo>
                <a:lnTo>
                  <a:pt x="161452" y="202033"/>
                </a:lnTo>
                <a:lnTo>
                  <a:pt x="162624" y="200538"/>
                </a:lnTo>
                <a:lnTo>
                  <a:pt x="163729" y="199010"/>
                </a:lnTo>
                <a:lnTo>
                  <a:pt x="164767" y="197450"/>
                </a:lnTo>
                <a:lnTo>
                  <a:pt x="165737" y="195858"/>
                </a:lnTo>
                <a:lnTo>
                  <a:pt x="166641" y="194233"/>
                </a:lnTo>
                <a:lnTo>
                  <a:pt x="167477" y="192576"/>
                </a:lnTo>
                <a:lnTo>
                  <a:pt x="168246" y="190887"/>
                </a:lnTo>
                <a:lnTo>
                  <a:pt x="168947" y="189166"/>
                </a:lnTo>
                <a:lnTo>
                  <a:pt x="169582" y="187413"/>
                </a:lnTo>
                <a:lnTo>
                  <a:pt x="170150" y="185627"/>
                </a:lnTo>
                <a:lnTo>
                  <a:pt x="170650" y="183809"/>
                </a:lnTo>
                <a:lnTo>
                  <a:pt x="171083" y="181959"/>
                </a:lnTo>
                <a:lnTo>
                  <a:pt x="171449" y="180077"/>
                </a:lnTo>
                <a:lnTo>
                  <a:pt x="171748" y="178163"/>
                </a:lnTo>
                <a:lnTo>
                  <a:pt x="171979" y="176216"/>
                </a:lnTo>
                <a:lnTo>
                  <a:pt x="172143" y="174237"/>
                </a:lnTo>
                <a:lnTo>
                  <a:pt x="172241" y="172226"/>
                </a:lnTo>
                <a:lnTo>
                  <a:pt x="172271" y="170182"/>
                </a:lnTo>
                <a:lnTo>
                  <a:pt x="172236" y="168141"/>
                </a:lnTo>
                <a:lnTo>
                  <a:pt x="172135" y="166132"/>
                </a:lnTo>
                <a:lnTo>
                  <a:pt x="171968" y="164155"/>
                </a:lnTo>
                <a:lnTo>
                  <a:pt x="171734" y="162209"/>
                </a:lnTo>
                <a:lnTo>
                  <a:pt x="171433" y="160295"/>
                </a:lnTo>
                <a:lnTo>
                  <a:pt x="171066" y="158413"/>
                </a:lnTo>
                <a:lnTo>
                  <a:pt x="170633" y="156563"/>
                </a:lnTo>
                <a:lnTo>
                  <a:pt x="170133" y="154744"/>
                </a:lnTo>
                <a:lnTo>
                  <a:pt x="169566" y="152957"/>
                </a:lnTo>
                <a:lnTo>
                  <a:pt x="168933" y="151201"/>
                </a:lnTo>
                <a:lnTo>
                  <a:pt x="168233" y="149478"/>
                </a:lnTo>
                <a:lnTo>
                  <a:pt x="167467" y="147786"/>
                </a:lnTo>
                <a:lnTo>
                  <a:pt x="166635" y="146126"/>
                </a:lnTo>
                <a:lnTo>
                  <a:pt x="165736" y="144497"/>
                </a:lnTo>
                <a:lnTo>
                  <a:pt x="164770" y="142900"/>
                </a:lnTo>
                <a:lnTo>
                  <a:pt x="163738" y="141335"/>
                </a:lnTo>
                <a:lnTo>
                  <a:pt x="162639" y="139802"/>
                </a:lnTo>
                <a:lnTo>
                  <a:pt x="161474" y="138301"/>
                </a:lnTo>
                <a:lnTo>
                  <a:pt x="160242" y="136831"/>
                </a:lnTo>
                <a:lnTo>
                  <a:pt x="158944" y="135393"/>
                </a:lnTo>
                <a:lnTo>
                  <a:pt x="157580" y="133986"/>
                </a:lnTo>
                <a:lnTo>
                  <a:pt x="156148" y="132611"/>
                </a:lnTo>
                <a:lnTo>
                  <a:pt x="154651" y="131269"/>
                </a:lnTo>
                <a:lnTo>
                  <a:pt x="153087" y="129957"/>
                </a:lnTo>
                <a:lnTo>
                  <a:pt x="152817" y="129744"/>
                </a:lnTo>
                <a:lnTo>
                  <a:pt x="152557" y="129525"/>
                </a:lnTo>
                <a:lnTo>
                  <a:pt x="152307" y="129301"/>
                </a:lnTo>
                <a:lnTo>
                  <a:pt x="152067" y="129070"/>
                </a:lnTo>
                <a:lnTo>
                  <a:pt x="151837" y="128835"/>
                </a:lnTo>
                <a:lnTo>
                  <a:pt x="151618" y="128594"/>
                </a:lnTo>
                <a:lnTo>
                  <a:pt x="151408" y="128347"/>
                </a:lnTo>
                <a:lnTo>
                  <a:pt x="151208" y="128094"/>
                </a:lnTo>
                <a:lnTo>
                  <a:pt x="151019" y="127836"/>
                </a:lnTo>
                <a:lnTo>
                  <a:pt x="150839" y="127573"/>
                </a:lnTo>
                <a:lnTo>
                  <a:pt x="150669" y="127304"/>
                </a:lnTo>
                <a:lnTo>
                  <a:pt x="150509" y="127029"/>
                </a:lnTo>
                <a:lnTo>
                  <a:pt x="150360" y="126749"/>
                </a:lnTo>
                <a:lnTo>
                  <a:pt x="150220" y="126463"/>
                </a:lnTo>
                <a:lnTo>
                  <a:pt x="150091" y="126171"/>
                </a:lnTo>
                <a:lnTo>
                  <a:pt x="149971" y="125874"/>
                </a:lnTo>
                <a:lnTo>
                  <a:pt x="149861" y="125572"/>
                </a:lnTo>
                <a:lnTo>
                  <a:pt x="149762" y="125263"/>
                </a:lnTo>
                <a:lnTo>
                  <a:pt x="149672" y="124950"/>
                </a:lnTo>
                <a:lnTo>
                  <a:pt x="149593" y="124630"/>
                </a:lnTo>
                <a:lnTo>
                  <a:pt x="149523" y="124305"/>
                </a:lnTo>
                <a:lnTo>
                  <a:pt x="149464" y="123975"/>
                </a:lnTo>
                <a:lnTo>
                  <a:pt x="149414" y="123639"/>
                </a:lnTo>
                <a:lnTo>
                  <a:pt x="149375" y="123297"/>
                </a:lnTo>
                <a:lnTo>
                  <a:pt x="149346" y="122954"/>
                </a:lnTo>
                <a:lnTo>
                  <a:pt x="149328" y="122615"/>
                </a:lnTo>
                <a:lnTo>
                  <a:pt x="149321" y="122279"/>
                </a:lnTo>
                <a:lnTo>
                  <a:pt x="149324" y="121947"/>
                </a:lnTo>
                <a:lnTo>
                  <a:pt x="149339" y="121618"/>
                </a:lnTo>
                <a:lnTo>
                  <a:pt x="149365" y="121293"/>
                </a:lnTo>
                <a:lnTo>
                  <a:pt x="149401" y="120971"/>
                </a:lnTo>
                <a:lnTo>
                  <a:pt x="149449" y="120652"/>
                </a:lnTo>
                <a:lnTo>
                  <a:pt x="149507" y="120338"/>
                </a:lnTo>
                <a:lnTo>
                  <a:pt x="149577" y="120026"/>
                </a:lnTo>
                <a:lnTo>
                  <a:pt x="149657" y="119718"/>
                </a:lnTo>
                <a:lnTo>
                  <a:pt x="149748" y="119414"/>
                </a:lnTo>
                <a:lnTo>
                  <a:pt x="149850" y="119113"/>
                </a:lnTo>
                <a:lnTo>
                  <a:pt x="149963" y="118816"/>
                </a:lnTo>
                <a:lnTo>
                  <a:pt x="150087" y="118522"/>
                </a:lnTo>
                <a:lnTo>
                  <a:pt x="150222" y="118231"/>
                </a:lnTo>
                <a:lnTo>
                  <a:pt x="150368" y="117944"/>
                </a:lnTo>
                <a:lnTo>
                  <a:pt x="150524" y="117661"/>
                </a:lnTo>
                <a:lnTo>
                  <a:pt x="150692" y="117381"/>
                </a:lnTo>
                <a:lnTo>
                  <a:pt x="150871" y="117104"/>
                </a:lnTo>
                <a:lnTo>
                  <a:pt x="151060" y="116831"/>
                </a:lnTo>
                <a:lnTo>
                  <a:pt x="151261" y="116562"/>
                </a:lnTo>
                <a:lnTo>
                  <a:pt x="151472" y="116296"/>
                </a:lnTo>
                <a:lnTo>
                  <a:pt x="151694" y="116033"/>
                </a:lnTo>
                <a:lnTo>
                  <a:pt x="151909" y="115781"/>
                </a:lnTo>
                <a:lnTo>
                  <a:pt x="152128" y="115538"/>
                </a:lnTo>
                <a:lnTo>
                  <a:pt x="152353" y="115305"/>
                </a:lnTo>
                <a:lnTo>
                  <a:pt x="152582" y="115081"/>
                </a:lnTo>
                <a:lnTo>
                  <a:pt x="152817" y="114866"/>
                </a:lnTo>
                <a:lnTo>
                  <a:pt x="153056" y="114660"/>
                </a:lnTo>
                <a:lnTo>
                  <a:pt x="153301" y="114464"/>
                </a:lnTo>
                <a:lnTo>
                  <a:pt x="153550" y="114276"/>
                </a:lnTo>
                <a:lnTo>
                  <a:pt x="153805" y="114099"/>
                </a:lnTo>
                <a:lnTo>
                  <a:pt x="154064" y="113930"/>
                </a:lnTo>
                <a:lnTo>
                  <a:pt x="154328" y="113771"/>
                </a:lnTo>
                <a:lnTo>
                  <a:pt x="154598" y="113621"/>
                </a:lnTo>
                <a:lnTo>
                  <a:pt x="154872" y="113480"/>
                </a:lnTo>
                <a:lnTo>
                  <a:pt x="155151" y="113349"/>
                </a:lnTo>
                <a:lnTo>
                  <a:pt x="155435" y="113227"/>
                </a:lnTo>
                <a:lnTo>
                  <a:pt x="155724" y="113114"/>
                </a:lnTo>
                <a:lnTo>
                  <a:pt x="156018" y="113010"/>
                </a:lnTo>
                <a:lnTo>
                  <a:pt x="156317" y="112916"/>
                </a:lnTo>
                <a:lnTo>
                  <a:pt x="156621" y="112831"/>
                </a:lnTo>
                <a:lnTo>
                  <a:pt x="156930" y="112756"/>
                </a:lnTo>
                <a:lnTo>
                  <a:pt x="157244" y="112689"/>
                </a:lnTo>
                <a:lnTo>
                  <a:pt x="157563" y="112632"/>
                </a:lnTo>
                <a:lnTo>
                  <a:pt x="157887" y="112584"/>
                </a:lnTo>
                <a:lnTo>
                  <a:pt x="158216" y="112546"/>
                </a:lnTo>
                <a:lnTo>
                  <a:pt x="158546" y="112517"/>
                </a:lnTo>
                <a:lnTo>
                  <a:pt x="158873" y="112498"/>
                </a:lnTo>
                <a:lnTo>
                  <a:pt x="159197" y="112490"/>
                </a:lnTo>
                <a:lnTo>
                  <a:pt x="159517" y="112491"/>
                </a:lnTo>
                <a:lnTo>
                  <a:pt x="159835" y="112503"/>
                </a:lnTo>
                <a:lnTo>
                  <a:pt x="160150" y="112524"/>
                </a:lnTo>
                <a:lnTo>
                  <a:pt x="160462" y="112556"/>
                </a:lnTo>
                <a:lnTo>
                  <a:pt x="160771" y="112598"/>
                </a:lnTo>
                <a:lnTo>
                  <a:pt x="161077" y="112650"/>
                </a:lnTo>
                <a:lnTo>
                  <a:pt x="161380" y="112712"/>
                </a:lnTo>
                <a:lnTo>
                  <a:pt x="161680" y="112784"/>
                </a:lnTo>
                <a:lnTo>
                  <a:pt x="161977" y="112866"/>
                </a:lnTo>
                <a:lnTo>
                  <a:pt x="162271" y="112959"/>
                </a:lnTo>
                <a:lnTo>
                  <a:pt x="162562" y="113061"/>
                </a:lnTo>
                <a:lnTo>
                  <a:pt x="162850" y="113174"/>
                </a:lnTo>
                <a:lnTo>
                  <a:pt x="163135" y="113296"/>
                </a:lnTo>
                <a:lnTo>
                  <a:pt x="163417" y="113429"/>
                </a:lnTo>
                <a:lnTo>
                  <a:pt x="163697" y="113572"/>
                </a:lnTo>
                <a:lnTo>
                  <a:pt x="163973" y="113725"/>
                </a:lnTo>
                <a:lnTo>
                  <a:pt x="164246" y="113888"/>
                </a:lnTo>
                <a:lnTo>
                  <a:pt x="164516" y="114061"/>
                </a:lnTo>
                <a:lnTo>
                  <a:pt x="164783" y="114244"/>
                </a:lnTo>
                <a:lnTo>
                  <a:pt x="165047" y="114437"/>
                </a:lnTo>
                <a:lnTo>
                  <a:pt x="165309" y="114641"/>
                </a:lnTo>
                <a:lnTo>
                  <a:pt x="165821" y="115059"/>
                </a:lnTo>
                <a:lnTo>
                  <a:pt x="166330" y="115482"/>
                </a:lnTo>
                <a:lnTo>
                  <a:pt x="166834" y="115908"/>
                </a:lnTo>
                <a:lnTo>
                  <a:pt x="167333" y="116340"/>
                </a:lnTo>
                <a:lnTo>
                  <a:pt x="167828" y="116775"/>
                </a:lnTo>
                <a:lnTo>
                  <a:pt x="168319" y="117215"/>
                </a:lnTo>
                <a:lnTo>
                  <a:pt x="168806" y="117659"/>
                </a:lnTo>
                <a:lnTo>
                  <a:pt x="169288" y="118107"/>
                </a:lnTo>
                <a:lnTo>
                  <a:pt x="169766" y="118560"/>
                </a:lnTo>
                <a:lnTo>
                  <a:pt x="170239" y="119017"/>
                </a:lnTo>
                <a:lnTo>
                  <a:pt x="170708" y="119478"/>
                </a:lnTo>
                <a:lnTo>
                  <a:pt x="171173" y="119944"/>
                </a:lnTo>
                <a:lnTo>
                  <a:pt x="171633" y="120414"/>
                </a:lnTo>
                <a:lnTo>
                  <a:pt x="172089" y="120888"/>
                </a:lnTo>
                <a:lnTo>
                  <a:pt x="172541" y="121366"/>
                </a:lnTo>
                <a:lnTo>
                  <a:pt x="172988" y="121849"/>
                </a:lnTo>
                <a:lnTo>
                  <a:pt x="173431" y="122336"/>
                </a:lnTo>
                <a:lnTo>
                  <a:pt x="173869" y="122828"/>
                </a:lnTo>
                <a:lnTo>
                  <a:pt x="174303" y="123324"/>
                </a:lnTo>
                <a:lnTo>
                  <a:pt x="174733" y="123824"/>
                </a:lnTo>
                <a:lnTo>
                  <a:pt x="175159" y="124328"/>
                </a:lnTo>
                <a:lnTo>
                  <a:pt x="175580" y="124837"/>
                </a:lnTo>
                <a:lnTo>
                  <a:pt x="175996" y="125350"/>
                </a:lnTo>
                <a:lnTo>
                  <a:pt x="176409" y="125867"/>
                </a:lnTo>
                <a:lnTo>
                  <a:pt x="176816" y="126388"/>
                </a:lnTo>
                <a:lnTo>
                  <a:pt x="177219" y="126913"/>
                </a:lnTo>
                <a:lnTo>
                  <a:pt x="177616" y="127440"/>
                </a:lnTo>
                <a:lnTo>
                  <a:pt x="178008" y="127971"/>
                </a:lnTo>
                <a:lnTo>
                  <a:pt x="178395" y="128505"/>
                </a:lnTo>
                <a:lnTo>
                  <a:pt x="178776" y="129043"/>
                </a:lnTo>
                <a:lnTo>
                  <a:pt x="179152" y="129583"/>
                </a:lnTo>
                <a:lnTo>
                  <a:pt x="179524" y="130127"/>
                </a:lnTo>
                <a:lnTo>
                  <a:pt x="179890" y="130674"/>
                </a:lnTo>
                <a:lnTo>
                  <a:pt x="180250" y="131224"/>
                </a:lnTo>
                <a:lnTo>
                  <a:pt x="180606" y="131778"/>
                </a:lnTo>
                <a:lnTo>
                  <a:pt x="180956" y="132335"/>
                </a:lnTo>
                <a:lnTo>
                  <a:pt x="181301" y="132895"/>
                </a:lnTo>
                <a:lnTo>
                  <a:pt x="181641" y="133458"/>
                </a:lnTo>
                <a:lnTo>
                  <a:pt x="181976" y="134025"/>
                </a:lnTo>
                <a:lnTo>
                  <a:pt x="182305" y="134594"/>
                </a:lnTo>
                <a:lnTo>
                  <a:pt x="182630" y="135167"/>
                </a:lnTo>
                <a:lnTo>
                  <a:pt x="182949" y="135743"/>
                </a:lnTo>
                <a:lnTo>
                  <a:pt x="183263" y="136323"/>
                </a:lnTo>
                <a:lnTo>
                  <a:pt x="183571" y="136906"/>
                </a:lnTo>
                <a:lnTo>
                  <a:pt x="183875" y="137492"/>
                </a:lnTo>
                <a:lnTo>
                  <a:pt x="184173" y="138081"/>
                </a:lnTo>
                <a:lnTo>
                  <a:pt x="184466" y="138673"/>
                </a:lnTo>
                <a:lnTo>
                  <a:pt x="184754" y="139269"/>
                </a:lnTo>
                <a:lnTo>
                  <a:pt x="185036" y="139867"/>
                </a:lnTo>
                <a:lnTo>
                  <a:pt x="185313" y="140467"/>
                </a:lnTo>
                <a:lnTo>
                  <a:pt x="185584" y="141070"/>
                </a:lnTo>
                <a:lnTo>
                  <a:pt x="185849" y="141674"/>
                </a:lnTo>
                <a:lnTo>
                  <a:pt x="186108" y="142280"/>
                </a:lnTo>
                <a:lnTo>
                  <a:pt x="186361" y="142889"/>
                </a:lnTo>
                <a:lnTo>
                  <a:pt x="186609" y="143499"/>
                </a:lnTo>
                <a:lnTo>
                  <a:pt x="186851" y="144112"/>
                </a:lnTo>
                <a:lnTo>
                  <a:pt x="187087" y="144726"/>
                </a:lnTo>
                <a:lnTo>
                  <a:pt x="187317" y="145342"/>
                </a:lnTo>
                <a:lnTo>
                  <a:pt x="187541" y="145961"/>
                </a:lnTo>
                <a:lnTo>
                  <a:pt x="187760" y="146581"/>
                </a:lnTo>
                <a:lnTo>
                  <a:pt x="187973" y="147204"/>
                </a:lnTo>
                <a:lnTo>
                  <a:pt x="188180" y="147828"/>
                </a:lnTo>
                <a:lnTo>
                  <a:pt x="188381" y="148454"/>
                </a:lnTo>
                <a:lnTo>
                  <a:pt x="188577" y="149083"/>
                </a:lnTo>
                <a:lnTo>
                  <a:pt x="188766" y="149713"/>
                </a:lnTo>
                <a:lnTo>
                  <a:pt x="188950" y="150346"/>
                </a:lnTo>
                <a:lnTo>
                  <a:pt x="189128" y="150980"/>
                </a:lnTo>
                <a:lnTo>
                  <a:pt x="189301" y="151617"/>
                </a:lnTo>
                <a:lnTo>
                  <a:pt x="189467" y="152255"/>
                </a:lnTo>
                <a:lnTo>
                  <a:pt x="189628" y="152896"/>
                </a:lnTo>
                <a:lnTo>
                  <a:pt x="189783" y="153538"/>
                </a:lnTo>
                <a:lnTo>
                  <a:pt x="189932" y="154183"/>
                </a:lnTo>
                <a:lnTo>
                  <a:pt x="190075" y="154829"/>
                </a:lnTo>
                <a:lnTo>
                  <a:pt x="190212" y="155476"/>
                </a:lnTo>
                <a:lnTo>
                  <a:pt x="190343" y="156123"/>
                </a:lnTo>
                <a:lnTo>
                  <a:pt x="190468" y="156771"/>
                </a:lnTo>
                <a:lnTo>
                  <a:pt x="190587" y="157419"/>
                </a:lnTo>
                <a:lnTo>
                  <a:pt x="190700" y="158069"/>
                </a:lnTo>
                <a:lnTo>
                  <a:pt x="190806" y="158719"/>
                </a:lnTo>
                <a:lnTo>
                  <a:pt x="190907" y="159369"/>
                </a:lnTo>
                <a:lnTo>
                  <a:pt x="191001" y="160021"/>
                </a:lnTo>
                <a:lnTo>
                  <a:pt x="191090" y="160673"/>
                </a:lnTo>
                <a:lnTo>
                  <a:pt x="191172" y="161325"/>
                </a:lnTo>
                <a:lnTo>
                  <a:pt x="191248" y="161979"/>
                </a:lnTo>
                <a:lnTo>
                  <a:pt x="191318" y="162633"/>
                </a:lnTo>
                <a:lnTo>
                  <a:pt x="191382" y="163288"/>
                </a:lnTo>
                <a:lnTo>
                  <a:pt x="191440" y="163943"/>
                </a:lnTo>
                <a:lnTo>
                  <a:pt x="191492" y="164599"/>
                </a:lnTo>
                <a:lnTo>
                  <a:pt x="191538" y="165256"/>
                </a:lnTo>
                <a:lnTo>
                  <a:pt x="191577" y="165913"/>
                </a:lnTo>
                <a:lnTo>
                  <a:pt x="191611" y="166572"/>
                </a:lnTo>
                <a:lnTo>
                  <a:pt x="191638" y="167230"/>
                </a:lnTo>
                <a:lnTo>
                  <a:pt x="191660" y="167890"/>
                </a:lnTo>
                <a:lnTo>
                  <a:pt x="191675" y="168550"/>
                </a:lnTo>
                <a:lnTo>
                  <a:pt x="191684" y="169211"/>
                </a:lnTo>
                <a:lnTo>
                  <a:pt x="191687" y="169873"/>
                </a:lnTo>
                <a:lnTo>
                  <a:pt x="191684" y="170534"/>
                </a:lnTo>
                <a:lnTo>
                  <a:pt x="191675" y="171195"/>
                </a:lnTo>
                <a:lnTo>
                  <a:pt x="191660" y="171855"/>
                </a:lnTo>
                <a:lnTo>
                  <a:pt x="191638" y="172515"/>
                </a:lnTo>
                <a:lnTo>
                  <a:pt x="191611" y="173174"/>
                </a:lnTo>
                <a:lnTo>
                  <a:pt x="191577" y="173832"/>
                </a:lnTo>
                <a:lnTo>
                  <a:pt x="191538" y="174489"/>
                </a:lnTo>
                <a:lnTo>
                  <a:pt x="191492" y="175146"/>
                </a:lnTo>
                <a:lnTo>
                  <a:pt x="191440" y="175802"/>
                </a:lnTo>
                <a:lnTo>
                  <a:pt x="191382" y="176458"/>
                </a:lnTo>
                <a:lnTo>
                  <a:pt x="191318" y="177113"/>
                </a:lnTo>
                <a:lnTo>
                  <a:pt x="191248" y="177767"/>
                </a:lnTo>
                <a:lnTo>
                  <a:pt x="191172" y="178420"/>
                </a:lnTo>
                <a:lnTo>
                  <a:pt x="191090" y="179073"/>
                </a:lnTo>
                <a:lnTo>
                  <a:pt x="191001" y="179725"/>
                </a:lnTo>
                <a:lnTo>
                  <a:pt x="190907" y="180376"/>
                </a:lnTo>
                <a:lnTo>
                  <a:pt x="190806" y="181027"/>
                </a:lnTo>
                <a:lnTo>
                  <a:pt x="190700" y="181677"/>
                </a:lnTo>
                <a:lnTo>
                  <a:pt x="190587" y="182326"/>
                </a:lnTo>
                <a:lnTo>
                  <a:pt x="190468" y="182975"/>
                </a:lnTo>
                <a:lnTo>
                  <a:pt x="190343" y="183623"/>
                </a:lnTo>
                <a:lnTo>
                  <a:pt x="190212" y="184270"/>
                </a:lnTo>
                <a:lnTo>
                  <a:pt x="190075" y="184916"/>
                </a:lnTo>
                <a:lnTo>
                  <a:pt x="189932" y="185562"/>
                </a:lnTo>
                <a:lnTo>
                  <a:pt x="189783" y="186207"/>
                </a:lnTo>
                <a:lnTo>
                  <a:pt x="189628" y="186849"/>
                </a:lnTo>
                <a:lnTo>
                  <a:pt x="189467" y="187490"/>
                </a:lnTo>
                <a:lnTo>
                  <a:pt x="189301" y="188128"/>
                </a:lnTo>
                <a:lnTo>
                  <a:pt x="189128" y="188765"/>
                </a:lnTo>
                <a:lnTo>
                  <a:pt x="188950" y="189399"/>
                </a:lnTo>
                <a:lnTo>
                  <a:pt x="188766" y="190032"/>
                </a:lnTo>
                <a:lnTo>
                  <a:pt x="188577" y="190662"/>
                </a:lnTo>
                <a:lnTo>
                  <a:pt x="188381" y="191291"/>
                </a:lnTo>
                <a:lnTo>
                  <a:pt x="188180" y="191917"/>
                </a:lnTo>
                <a:lnTo>
                  <a:pt x="187973" y="192542"/>
                </a:lnTo>
                <a:lnTo>
                  <a:pt x="187760" y="193164"/>
                </a:lnTo>
                <a:lnTo>
                  <a:pt x="187541" y="193785"/>
                </a:lnTo>
                <a:lnTo>
                  <a:pt x="187317" y="194403"/>
                </a:lnTo>
                <a:lnTo>
                  <a:pt x="187087" y="195019"/>
                </a:lnTo>
                <a:lnTo>
                  <a:pt x="186851" y="195634"/>
                </a:lnTo>
                <a:lnTo>
                  <a:pt x="186609" y="196246"/>
                </a:lnTo>
                <a:lnTo>
                  <a:pt x="186361" y="196857"/>
                </a:lnTo>
                <a:lnTo>
                  <a:pt x="186108" y="197465"/>
                </a:lnTo>
                <a:lnTo>
                  <a:pt x="185849" y="198071"/>
                </a:lnTo>
                <a:lnTo>
                  <a:pt x="185584" y="198676"/>
                </a:lnTo>
                <a:lnTo>
                  <a:pt x="185313" y="199278"/>
                </a:lnTo>
                <a:lnTo>
                  <a:pt x="185036" y="199878"/>
                </a:lnTo>
                <a:lnTo>
                  <a:pt x="184754" y="200476"/>
                </a:lnTo>
                <a:lnTo>
                  <a:pt x="184466" y="201072"/>
                </a:lnTo>
                <a:lnTo>
                  <a:pt x="184173" y="201665"/>
                </a:lnTo>
                <a:lnTo>
                  <a:pt x="183875" y="202254"/>
                </a:lnTo>
                <a:lnTo>
                  <a:pt x="183571" y="202840"/>
                </a:lnTo>
                <a:lnTo>
                  <a:pt x="183263" y="203422"/>
                </a:lnTo>
                <a:lnTo>
                  <a:pt x="182949" y="204002"/>
                </a:lnTo>
                <a:lnTo>
                  <a:pt x="182630" y="204578"/>
                </a:lnTo>
                <a:lnTo>
                  <a:pt x="182305" y="205151"/>
                </a:lnTo>
                <a:lnTo>
                  <a:pt x="181976" y="205721"/>
                </a:lnTo>
                <a:lnTo>
                  <a:pt x="181641" y="206287"/>
                </a:lnTo>
                <a:lnTo>
                  <a:pt x="181301" y="206851"/>
                </a:lnTo>
                <a:lnTo>
                  <a:pt x="180956" y="207411"/>
                </a:lnTo>
                <a:lnTo>
                  <a:pt x="180606" y="207967"/>
                </a:lnTo>
                <a:lnTo>
                  <a:pt x="180250" y="208521"/>
                </a:lnTo>
                <a:lnTo>
                  <a:pt x="179890" y="209071"/>
                </a:lnTo>
                <a:lnTo>
                  <a:pt x="179524" y="209618"/>
                </a:lnTo>
                <a:lnTo>
                  <a:pt x="179152" y="210162"/>
                </a:lnTo>
                <a:lnTo>
                  <a:pt x="178776" y="210703"/>
                </a:lnTo>
                <a:lnTo>
                  <a:pt x="178395" y="211240"/>
                </a:lnTo>
                <a:lnTo>
                  <a:pt x="178008" y="211774"/>
                </a:lnTo>
                <a:lnTo>
                  <a:pt x="177616" y="212305"/>
                </a:lnTo>
                <a:lnTo>
                  <a:pt x="177219" y="212833"/>
                </a:lnTo>
                <a:lnTo>
                  <a:pt x="176816" y="213357"/>
                </a:lnTo>
                <a:lnTo>
                  <a:pt x="176409" y="213878"/>
                </a:lnTo>
                <a:lnTo>
                  <a:pt x="175996" y="214395"/>
                </a:lnTo>
                <a:lnTo>
                  <a:pt x="175580" y="214908"/>
                </a:lnTo>
                <a:lnTo>
                  <a:pt x="175159" y="215417"/>
                </a:lnTo>
                <a:lnTo>
                  <a:pt x="174733" y="215922"/>
                </a:lnTo>
                <a:lnTo>
                  <a:pt x="174303" y="216422"/>
                </a:lnTo>
                <a:lnTo>
                  <a:pt x="173869" y="216917"/>
                </a:lnTo>
                <a:lnTo>
                  <a:pt x="173431" y="217409"/>
                </a:lnTo>
                <a:lnTo>
                  <a:pt x="172988" y="217896"/>
                </a:lnTo>
                <a:lnTo>
                  <a:pt x="172541" y="218379"/>
                </a:lnTo>
                <a:lnTo>
                  <a:pt x="172089" y="218857"/>
                </a:lnTo>
                <a:lnTo>
                  <a:pt x="171633" y="219332"/>
                </a:lnTo>
                <a:lnTo>
                  <a:pt x="171173" y="219802"/>
                </a:lnTo>
                <a:lnTo>
                  <a:pt x="170708" y="220267"/>
                </a:lnTo>
                <a:lnTo>
                  <a:pt x="170239" y="220729"/>
                </a:lnTo>
                <a:lnTo>
                  <a:pt x="169766" y="221186"/>
                </a:lnTo>
                <a:lnTo>
                  <a:pt x="169288" y="221638"/>
                </a:lnTo>
                <a:lnTo>
                  <a:pt x="168806" y="222087"/>
                </a:lnTo>
                <a:lnTo>
                  <a:pt x="168319" y="222531"/>
                </a:lnTo>
                <a:lnTo>
                  <a:pt x="167828" y="222970"/>
                </a:lnTo>
                <a:lnTo>
                  <a:pt x="167333" y="223406"/>
                </a:lnTo>
                <a:lnTo>
                  <a:pt x="166834" y="223837"/>
                </a:lnTo>
                <a:lnTo>
                  <a:pt x="166330" y="224264"/>
                </a:lnTo>
                <a:lnTo>
                  <a:pt x="165821" y="224686"/>
                </a:lnTo>
                <a:lnTo>
                  <a:pt x="165309" y="225105"/>
                </a:lnTo>
                <a:lnTo>
                  <a:pt x="165154" y="225414"/>
                </a:lnTo>
                <a:lnTo>
                  <a:pt x="164931" y="225584"/>
                </a:lnTo>
                <a:close/>
                <a:moveTo>
                  <a:pt x="212337" y="256579"/>
                </a:moveTo>
                <a:lnTo>
                  <a:pt x="212097" y="256792"/>
                </a:lnTo>
                <a:lnTo>
                  <a:pt x="211853" y="256995"/>
                </a:lnTo>
                <a:lnTo>
                  <a:pt x="211605" y="257189"/>
                </a:lnTo>
                <a:lnTo>
                  <a:pt x="211353" y="257374"/>
                </a:lnTo>
                <a:lnTo>
                  <a:pt x="211098" y="257548"/>
                </a:lnTo>
                <a:lnTo>
                  <a:pt x="210839" y="257714"/>
                </a:lnTo>
                <a:lnTo>
                  <a:pt x="210575" y="257869"/>
                </a:lnTo>
                <a:lnTo>
                  <a:pt x="210308" y="258016"/>
                </a:lnTo>
                <a:lnTo>
                  <a:pt x="210038" y="258152"/>
                </a:lnTo>
                <a:lnTo>
                  <a:pt x="209763" y="258280"/>
                </a:lnTo>
                <a:lnTo>
                  <a:pt x="209484" y="258397"/>
                </a:lnTo>
                <a:lnTo>
                  <a:pt x="209202" y="258505"/>
                </a:lnTo>
                <a:lnTo>
                  <a:pt x="208916" y="258604"/>
                </a:lnTo>
                <a:lnTo>
                  <a:pt x="208626" y="258693"/>
                </a:lnTo>
                <a:lnTo>
                  <a:pt x="208332" y="258772"/>
                </a:lnTo>
                <a:lnTo>
                  <a:pt x="208034" y="258842"/>
                </a:lnTo>
                <a:lnTo>
                  <a:pt x="207733" y="258902"/>
                </a:lnTo>
                <a:lnTo>
                  <a:pt x="207427" y="258953"/>
                </a:lnTo>
                <a:lnTo>
                  <a:pt x="207118" y="258994"/>
                </a:lnTo>
                <a:lnTo>
                  <a:pt x="206805" y="259026"/>
                </a:lnTo>
                <a:lnTo>
                  <a:pt x="206488" y="259048"/>
                </a:lnTo>
                <a:lnTo>
                  <a:pt x="206168" y="259061"/>
                </a:lnTo>
                <a:lnTo>
                  <a:pt x="205843" y="259064"/>
                </a:lnTo>
                <a:lnTo>
                  <a:pt x="205500" y="259060"/>
                </a:lnTo>
                <a:lnTo>
                  <a:pt x="205162" y="259046"/>
                </a:lnTo>
                <a:lnTo>
                  <a:pt x="204828" y="259021"/>
                </a:lnTo>
                <a:lnTo>
                  <a:pt x="204499" y="258985"/>
                </a:lnTo>
                <a:lnTo>
                  <a:pt x="204174" y="258939"/>
                </a:lnTo>
                <a:lnTo>
                  <a:pt x="203854" y="258882"/>
                </a:lnTo>
                <a:lnTo>
                  <a:pt x="203539" y="258815"/>
                </a:lnTo>
                <a:lnTo>
                  <a:pt x="203228" y="258737"/>
                </a:lnTo>
                <a:lnTo>
                  <a:pt x="202922" y="258649"/>
                </a:lnTo>
                <a:lnTo>
                  <a:pt x="202620" y="258549"/>
                </a:lnTo>
                <a:lnTo>
                  <a:pt x="202323" y="258440"/>
                </a:lnTo>
                <a:lnTo>
                  <a:pt x="202031" y="258319"/>
                </a:lnTo>
                <a:lnTo>
                  <a:pt x="201743" y="258188"/>
                </a:lnTo>
                <a:lnTo>
                  <a:pt x="201460" y="258047"/>
                </a:lnTo>
                <a:lnTo>
                  <a:pt x="201181" y="257894"/>
                </a:lnTo>
                <a:lnTo>
                  <a:pt x="200907" y="257732"/>
                </a:lnTo>
                <a:lnTo>
                  <a:pt x="200638" y="257558"/>
                </a:lnTo>
                <a:lnTo>
                  <a:pt x="200373" y="257374"/>
                </a:lnTo>
                <a:lnTo>
                  <a:pt x="200113" y="257179"/>
                </a:lnTo>
                <a:lnTo>
                  <a:pt x="199857" y="256974"/>
                </a:lnTo>
                <a:lnTo>
                  <a:pt x="199606" y="256758"/>
                </a:lnTo>
                <a:lnTo>
                  <a:pt x="199360" y="256532"/>
                </a:lnTo>
                <a:lnTo>
                  <a:pt x="199118" y="256294"/>
                </a:lnTo>
                <a:lnTo>
                  <a:pt x="198881" y="256047"/>
                </a:lnTo>
                <a:lnTo>
                  <a:pt x="198650" y="255810"/>
                </a:lnTo>
                <a:lnTo>
                  <a:pt x="198428" y="255570"/>
                </a:lnTo>
                <a:lnTo>
                  <a:pt x="198217" y="255325"/>
                </a:lnTo>
                <a:lnTo>
                  <a:pt x="198015" y="255076"/>
                </a:lnTo>
                <a:lnTo>
                  <a:pt x="197823" y="254823"/>
                </a:lnTo>
                <a:lnTo>
                  <a:pt x="197641" y="254566"/>
                </a:lnTo>
                <a:lnTo>
                  <a:pt x="197469" y="254305"/>
                </a:lnTo>
                <a:lnTo>
                  <a:pt x="197306" y="254040"/>
                </a:lnTo>
                <a:lnTo>
                  <a:pt x="197154" y="253771"/>
                </a:lnTo>
                <a:lnTo>
                  <a:pt x="197011" y="253497"/>
                </a:lnTo>
                <a:lnTo>
                  <a:pt x="196878" y="253220"/>
                </a:lnTo>
                <a:lnTo>
                  <a:pt x="196755" y="252938"/>
                </a:lnTo>
                <a:lnTo>
                  <a:pt x="196642" y="252652"/>
                </a:lnTo>
                <a:lnTo>
                  <a:pt x="196539" y="252363"/>
                </a:lnTo>
                <a:lnTo>
                  <a:pt x="196445" y="252069"/>
                </a:lnTo>
                <a:lnTo>
                  <a:pt x="196362" y="251771"/>
                </a:lnTo>
                <a:lnTo>
                  <a:pt x="196288" y="251469"/>
                </a:lnTo>
                <a:lnTo>
                  <a:pt x="196224" y="251163"/>
                </a:lnTo>
                <a:lnTo>
                  <a:pt x="196170" y="250852"/>
                </a:lnTo>
                <a:lnTo>
                  <a:pt x="196126" y="250538"/>
                </a:lnTo>
                <a:lnTo>
                  <a:pt x="196091" y="250219"/>
                </a:lnTo>
                <a:lnTo>
                  <a:pt x="196067" y="249897"/>
                </a:lnTo>
                <a:lnTo>
                  <a:pt x="196052" y="249570"/>
                </a:lnTo>
                <a:lnTo>
                  <a:pt x="196047" y="249239"/>
                </a:lnTo>
                <a:lnTo>
                  <a:pt x="196052" y="248909"/>
                </a:lnTo>
                <a:lnTo>
                  <a:pt x="196067" y="248582"/>
                </a:lnTo>
                <a:lnTo>
                  <a:pt x="196091" y="248259"/>
                </a:lnTo>
                <a:lnTo>
                  <a:pt x="196126" y="247941"/>
                </a:lnTo>
                <a:lnTo>
                  <a:pt x="196170" y="247627"/>
                </a:lnTo>
                <a:lnTo>
                  <a:pt x="196224" y="247316"/>
                </a:lnTo>
                <a:lnTo>
                  <a:pt x="196288" y="247010"/>
                </a:lnTo>
                <a:lnTo>
                  <a:pt x="196362" y="246708"/>
                </a:lnTo>
                <a:lnTo>
                  <a:pt x="196445" y="246410"/>
                </a:lnTo>
                <a:lnTo>
                  <a:pt x="196539" y="246116"/>
                </a:lnTo>
                <a:lnTo>
                  <a:pt x="196642" y="245826"/>
                </a:lnTo>
                <a:lnTo>
                  <a:pt x="196755" y="245541"/>
                </a:lnTo>
                <a:lnTo>
                  <a:pt x="196878" y="245259"/>
                </a:lnTo>
                <a:lnTo>
                  <a:pt x="197011" y="244982"/>
                </a:lnTo>
                <a:lnTo>
                  <a:pt x="197154" y="244708"/>
                </a:lnTo>
                <a:lnTo>
                  <a:pt x="197306" y="244439"/>
                </a:lnTo>
                <a:lnTo>
                  <a:pt x="197469" y="244174"/>
                </a:lnTo>
                <a:lnTo>
                  <a:pt x="197641" y="243913"/>
                </a:lnTo>
                <a:lnTo>
                  <a:pt x="197823" y="243656"/>
                </a:lnTo>
                <a:lnTo>
                  <a:pt x="198015" y="243403"/>
                </a:lnTo>
                <a:lnTo>
                  <a:pt x="198217" y="243154"/>
                </a:lnTo>
                <a:lnTo>
                  <a:pt x="198428" y="242909"/>
                </a:lnTo>
                <a:lnTo>
                  <a:pt x="198650" y="242669"/>
                </a:lnTo>
                <a:lnTo>
                  <a:pt x="198881" y="242432"/>
                </a:lnTo>
                <a:lnTo>
                  <a:pt x="199487" y="241844"/>
                </a:lnTo>
                <a:lnTo>
                  <a:pt x="200087" y="241250"/>
                </a:lnTo>
                <a:lnTo>
                  <a:pt x="200682" y="240653"/>
                </a:lnTo>
                <a:lnTo>
                  <a:pt x="201271" y="240050"/>
                </a:lnTo>
                <a:lnTo>
                  <a:pt x="201855" y="239444"/>
                </a:lnTo>
                <a:lnTo>
                  <a:pt x="202434" y="238832"/>
                </a:lnTo>
                <a:lnTo>
                  <a:pt x="203007" y="238216"/>
                </a:lnTo>
                <a:lnTo>
                  <a:pt x="203575" y="237596"/>
                </a:lnTo>
                <a:lnTo>
                  <a:pt x="204137" y="236970"/>
                </a:lnTo>
                <a:lnTo>
                  <a:pt x="204695" y="236341"/>
                </a:lnTo>
                <a:lnTo>
                  <a:pt x="205246" y="235707"/>
                </a:lnTo>
                <a:lnTo>
                  <a:pt x="205793" y="235068"/>
                </a:lnTo>
                <a:lnTo>
                  <a:pt x="206334" y="234424"/>
                </a:lnTo>
                <a:lnTo>
                  <a:pt x="206869" y="233776"/>
                </a:lnTo>
                <a:lnTo>
                  <a:pt x="207399" y="233124"/>
                </a:lnTo>
                <a:lnTo>
                  <a:pt x="207924" y="232467"/>
                </a:lnTo>
                <a:lnTo>
                  <a:pt x="208444" y="231805"/>
                </a:lnTo>
                <a:lnTo>
                  <a:pt x="208958" y="231139"/>
                </a:lnTo>
                <a:lnTo>
                  <a:pt x="209466" y="230468"/>
                </a:lnTo>
                <a:lnTo>
                  <a:pt x="209970" y="229793"/>
                </a:lnTo>
                <a:lnTo>
                  <a:pt x="210467" y="229113"/>
                </a:lnTo>
                <a:lnTo>
                  <a:pt x="210960" y="228428"/>
                </a:lnTo>
                <a:lnTo>
                  <a:pt x="211447" y="227739"/>
                </a:lnTo>
                <a:lnTo>
                  <a:pt x="211929" y="227046"/>
                </a:lnTo>
                <a:lnTo>
                  <a:pt x="212405" y="226348"/>
                </a:lnTo>
                <a:lnTo>
                  <a:pt x="212874" y="225647"/>
                </a:lnTo>
                <a:lnTo>
                  <a:pt x="213338" y="224942"/>
                </a:lnTo>
                <a:lnTo>
                  <a:pt x="213795" y="224235"/>
                </a:lnTo>
                <a:lnTo>
                  <a:pt x="214246" y="223523"/>
                </a:lnTo>
                <a:lnTo>
                  <a:pt x="214691" y="222809"/>
                </a:lnTo>
                <a:lnTo>
                  <a:pt x="215130" y="222091"/>
                </a:lnTo>
                <a:lnTo>
                  <a:pt x="215563" y="221369"/>
                </a:lnTo>
                <a:lnTo>
                  <a:pt x="215989" y="220645"/>
                </a:lnTo>
                <a:lnTo>
                  <a:pt x="216410" y="219916"/>
                </a:lnTo>
                <a:lnTo>
                  <a:pt x="216824" y="219185"/>
                </a:lnTo>
                <a:lnTo>
                  <a:pt x="217231" y="218450"/>
                </a:lnTo>
                <a:lnTo>
                  <a:pt x="217633" y="217711"/>
                </a:lnTo>
                <a:lnTo>
                  <a:pt x="218028" y="216969"/>
                </a:lnTo>
                <a:lnTo>
                  <a:pt x="218418" y="216224"/>
                </a:lnTo>
                <a:lnTo>
                  <a:pt x="218801" y="215476"/>
                </a:lnTo>
                <a:lnTo>
                  <a:pt x="219178" y="214724"/>
                </a:lnTo>
                <a:lnTo>
                  <a:pt x="219548" y="213968"/>
                </a:lnTo>
                <a:lnTo>
                  <a:pt x="219913" y="213209"/>
                </a:lnTo>
                <a:lnTo>
                  <a:pt x="220271" y="212447"/>
                </a:lnTo>
                <a:lnTo>
                  <a:pt x="220623" y="211681"/>
                </a:lnTo>
                <a:lnTo>
                  <a:pt x="220969" y="210912"/>
                </a:lnTo>
                <a:lnTo>
                  <a:pt x="221309" y="210140"/>
                </a:lnTo>
                <a:lnTo>
                  <a:pt x="221643" y="209364"/>
                </a:lnTo>
                <a:lnTo>
                  <a:pt x="221970" y="208586"/>
                </a:lnTo>
                <a:lnTo>
                  <a:pt x="222290" y="207805"/>
                </a:lnTo>
                <a:lnTo>
                  <a:pt x="222604" y="207022"/>
                </a:lnTo>
                <a:lnTo>
                  <a:pt x="222911" y="206237"/>
                </a:lnTo>
                <a:lnTo>
                  <a:pt x="223211" y="205450"/>
                </a:lnTo>
                <a:lnTo>
                  <a:pt x="223504" y="204661"/>
                </a:lnTo>
                <a:lnTo>
                  <a:pt x="223791" y="203870"/>
                </a:lnTo>
                <a:lnTo>
                  <a:pt x="224071" y="203077"/>
                </a:lnTo>
                <a:lnTo>
                  <a:pt x="224344" y="202282"/>
                </a:lnTo>
                <a:lnTo>
                  <a:pt x="224610" y="201484"/>
                </a:lnTo>
                <a:lnTo>
                  <a:pt x="224870" y="200685"/>
                </a:lnTo>
                <a:lnTo>
                  <a:pt x="225123" y="199883"/>
                </a:lnTo>
                <a:lnTo>
                  <a:pt x="225369" y="199079"/>
                </a:lnTo>
                <a:lnTo>
                  <a:pt x="225609" y="198273"/>
                </a:lnTo>
                <a:lnTo>
                  <a:pt x="225841" y="197465"/>
                </a:lnTo>
                <a:lnTo>
                  <a:pt x="226067" y="196655"/>
                </a:lnTo>
                <a:lnTo>
                  <a:pt x="226286" y="195843"/>
                </a:lnTo>
                <a:lnTo>
                  <a:pt x="226499" y="195029"/>
                </a:lnTo>
                <a:lnTo>
                  <a:pt x="226705" y="194213"/>
                </a:lnTo>
                <a:lnTo>
                  <a:pt x="226904" y="193394"/>
                </a:lnTo>
                <a:lnTo>
                  <a:pt x="227096" y="192574"/>
                </a:lnTo>
                <a:lnTo>
                  <a:pt x="227281" y="191751"/>
                </a:lnTo>
                <a:lnTo>
                  <a:pt x="227460" y="190926"/>
                </a:lnTo>
                <a:lnTo>
                  <a:pt x="227632" y="190100"/>
                </a:lnTo>
                <a:lnTo>
                  <a:pt x="227797" y="189271"/>
                </a:lnTo>
                <a:lnTo>
                  <a:pt x="227955" y="188443"/>
                </a:lnTo>
                <a:lnTo>
                  <a:pt x="228106" y="187613"/>
                </a:lnTo>
                <a:lnTo>
                  <a:pt x="228250" y="186783"/>
                </a:lnTo>
                <a:lnTo>
                  <a:pt x="228387" y="185952"/>
                </a:lnTo>
                <a:lnTo>
                  <a:pt x="228517" y="185120"/>
                </a:lnTo>
                <a:lnTo>
                  <a:pt x="228640" y="184287"/>
                </a:lnTo>
                <a:lnTo>
                  <a:pt x="228756" y="183454"/>
                </a:lnTo>
                <a:lnTo>
                  <a:pt x="228865" y="182620"/>
                </a:lnTo>
                <a:lnTo>
                  <a:pt x="228967" y="181786"/>
                </a:lnTo>
                <a:lnTo>
                  <a:pt x="229062" y="180951"/>
                </a:lnTo>
                <a:lnTo>
                  <a:pt x="229150" y="180115"/>
                </a:lnTo>
                <a:lnTo>
                  <a:pt x="229231" y="179278"/>
                </a:lnTo>
                <a:lnTo>
                  <a:pt x="229304" y="178440"/>
                </a:lnTo>
                <a:lnTo>
                  <a:pt x="229371" y="177602"/>
                </a:lnTo>
                <a:lnTo>
                  <a:pt x="229431" y="176763"/>
                </a:lnTo>
                <a:lnTo>
                  <a:pt x="229483" y="175924"/>
                </a:lnTo>
                <a:lnTo>
                  <a:pt x="229529" y="175084"/>
                </a:lnTo>
                <a:lnTo>
                  <a:pt x="229568" y="174243"/>
                </a:lnTo>
                <a:lnTo>
                  <a:pt x="229599" y="173401"/>
                </a:lnTo>
                <a:lnTo>
                  <a:pt x="229624" y="172559"/>
                </a:lnTo>
                <a:lnTo>
                  <a:pt x="229642" y="171716"/>
                </a:lnTo>
                <a:lnTo>
                  <a:pt x="229652" y="170872"/>
                </a:lnTo>
                <a:lnTo>
                  <a:pt x="229656" y="170027"/>
                </a:lnTo>
                <a:lnTo>
                  <a:pt x="229652" y="169183"/>
                </a:lnTo>
                <a:lnTo>
                  <a:pt x="229642" y="168339"/>
                </a:lnTo>
                <a:lnTo>
                  <a:pt x="229624" y="167496"/>
                </a:lnTo>
                <a:lnTo>
                  <a:pt x="229599" y="166654"/>
                </a:lnTo>
                <a:lnTo>
                  <a:pt x="229568" y="165812"/>
                </a:lnTo>
                <a:lnTo>
                  <a:pt x="229529" y="164971"/>
                </a:lnTo>
                <a:lnTo>
                  <a:pt x="229483" y="164131"/>
                </a:lnTo>
                <a:lnTo>
                  <a:pt x="229431" y="163291"/>
                </a:lnTo>
                <a:lnTo>
                  <a:pt x="229371" y="162452"/>
                </a:lnTo>
                <a:lnTo>
                  <a:pt x="229304" y="161614"/>
                </a:lnTo>
                <a:lnTo>
                  <a:pt x="229231" y="160777"/>
                </a:lnTo>
                <a:lnTo>
                  <a:pt x="229150" y="159940"/>
                </a:lnTo>
                <a:lnTo>
                  <a:pt x="229062" y="159104"/>
                </a:lnTo>
                <a:lnTo>
                  <a:pt x="228967" y="158269"/>
                </a:lnTo>
                <a:lnTo>
                  <a:pt x="228865" y="157434"/>
                </a:lnTo>
                <a:lnTo>
                  <a:pt x="228756" y="156601"/>
                </a:lnTo>
                <a:lnTo>
                  <a:pt x="228640" y="155767"/>
                </a:lnTo>
                <a:lnTo>
                  <a:pt x="228517" y="154935"/>
                </a:lnTo>
                <a:lnTo>
                  <a:pt x="228387" y="154103"/>
                </a:lnTo>
                <a:lnTo>
                  <a:pt x="228250" y="153272"/>
                </a:lnTo>
                <a:lnTo>
                  <a:pt x="228106" y="152442"/>
                </a:lnTo>
                <a:lnTo>
                  <a:pt x="227955" y="151612"/>
                </a:lnTo>
                <a:lnTo>
                  <a:pt x="227797" y="150783"/>
                </a:lnTo>
                <a:lnTo>
                  <a:pt x="227632" y="149955"/>
                </a:lnTo>
                <a:lnTo>
                  <a:pt x="227460" y="149128"/>
                </a:lnTo>
                <a:lnTo>
                  <a:pt x="227281" y="148304"/>
                </a:lnTo>
                <a:lnTo>
                  <a:pt x="227096" y="147481"/>
                </a:lnTo>
                <a:lnTo>
                  <a:pt x="226904" y="146660"/>
                </a:lnTo>
                <a:lnTo>
                  <a:pt x="226705" y="145842"/>
                </a:lnTo>
                <a:lnTo>
                  <a:pt x="226499" y="145026"/>
                </a:lnTo>
                <a:lnTo>
                  <a:pt x="226286" y="144212"/>
                </a:lnTo>
                <a:lnTo>
                  <a:pt x="226067" y="143399"/>
                </a:lnTo>
                <a:lnTo>
                  <a:pt x="225841" y="142589"/>
                </a:lnTo>
                <a:lnTo>
                  <a:pt x="225609" y="141781"/>
                </a:lnTo>
                <a:lnTo>
                  <a:pt x="225369" y="140976"/>
                </a:lnTo>
                <a:lnTo>
                  <a:pt x="225123" y="140172"/>
                </a:lnTo>
                <a:lnTo>
                  <a:pt x="224870" y="139370"/>
                </a:lnTo>
                <a:lnTo>
                  <a:pt x="224610" y="138571"/>
                </a:lnTo>
                <a:lnTo>
                  <a:pt x="224344" y="137773"/>
                </a:lnTo>
                <a:lnTo>
                  <a:pt x="224071" y="136978"/>
                </a:lnTo>
                <a:lnTo>
                  <a:pt x="223791" y="136185"/>
                </a:lnTo>
                <a:lnTo>
                  <a:pt x="223504" y="135394"/>
                </a:lnTo>
                <a:lnTo>
                  <a:pt x="223211" y="134604"/>
                </a:lnTo>
                <a:lnTo>
                  <a:pt x="222911" y="133818"/>
                </a:lnTo>
                <a:lnTo>
                  <a:pt x="222604" y="133033"/>
                </a:lnTo>
                <a:lnTo>
                  <a:pt x="222290" y="132250"/>
                </a:lnTo>
                <a:lnTo>
                  <a:pt x="221970" y="131469"/>
                </a:lnTo>
                <a:lnTo>
                  <a:pt x="221643" y="130691"/>
                </a:lnTo>
                <a:lnTo>
                  <a:pt x="221309" y="129915"/>
                </a:lnTo>
                <a:lnTo>
                  <a:pt x="220969" y="129142"/>
                </a:lnTo>
                <a:lnTo>
                  <a:pt x="220623" y="128373"/>
                </a:lnTo>
                <a:lnTo>
                  <a:pt x="220271" y="127608"/>
                </a:lnTo>
                <a:lnTo>
                  <a:pt x="219913" y="126845"/>
                </a:lnTo>
                <a:lnTo>
                  <a:pt x="219548" y="126087"/>
                </a:lnTo>
                <a:lnTo>
                  <a:pt x="219178" y="125331"/>
                </a:lnTo>
                <a:lnTo>
                  <a:pt x="218801" y="124579"/>
                </a:lnTo>
                <a:lnTo>
                  <a:pt x="218418" y="123831"/>
                </a:lnTo>
                <a:lnTo>
                  <a:pt x="218028" y="123085"/>
                </a:lnTo>
                <a:lnTo>
                  <a:pt x="217633" y="122344"/>
                </a:lnTo>
                <a:lnTo>
                  <a:pt x="217231" y="121605"/>
                </a:lnTo>
                <a:lnTo>
                  <a:pt x="216824" y="120870"/>
                </a:lnTo>
                <a:lnTo>
                  <a:pt x="216410" y="120138"/>
                </a:lnTo>
                <a:lnTo>
                  <a:pt x="215989" y="119410"/>
                </a:lnTo>
                <a:lnTo>
                  <a:pt x="215563" y="118685"/>
                </a:lnTo>
                <a:lnTo>
                  <a:pt x="215130" y="117964"/>
                </a:lnTo>
                <a:lnTo>
                  <a:pt x="214691" y="117246"/>
                </a:lnTo>
                <a:lnTo>
                  <a:pt x="214246" y="116531"/>
                </a:lnTo>
                <a:lnTo>
                  <a:pt x="213795" y="115820"/>
                </a:lnTo>
                <a:lnTo>
                  <a:pt x="213338" y="115112"/>
                </a:lnTo>
                <a:lnTo>
                  <a:pt x="212874" y="114408"/>
                </a:lnTo>
                <a:lnTo>
                  <a:pt x="212405" y="113707"/>
                </a:lnTo>
                <a:lnTo>
                  <a:pt x="211929" y="113009"/>
                </a:lnTo>
                <a:lnTo>
                  <a:pt x="211447" y="112316"/>
                </a:lnTo>
                <a:lnTo>
                  <a:pt x="210960" y="111627"/>
                </a:lnTo>
                <a:lnTo>
                  <a:pt x="210467" y="110942"/>
                </a:lnTo>
                <a:lnTo>
                  <a:pt x="209970" y="110262"/>
                </a:lnTo>
                <a:lnTo>
                  <a:pt x="209466" y="109587"/>
                </a:lnTo>
                <a:lnTo>
                  <a:pt x="208958" y="108916"/>
                </a:lnTo>
                <a:lnTo>
                  <a:pt x="208444" y="108250"/>
                </a:lnTo>
                <a:lnTo>
                  <a:pt x="207924" y="107588"/>
                </a:lnTo>
                <a:lnTo>
                  <a:pt x="207399" y="106931"/>
                </a:lnTo>
                <a:lnTo>
                  <a:pt x="206869" y="106278"/>
                </a:lnTo>
                <a:lnTo>
                  <a:pt x="206334" y="105631"/>
                </a:lnTo>
                <a:lnTo>
                  <a:pt x="205793" y="104987"/>
                </a:lnTo>
                <a:lnTo>
                  <a:pt x="205246" y="104348"/>
                </a:lnTo>
                <a:lnTo>
                  <a:pt x="204695" y="103714"/>
                </a:lnTo>
                <a:lnTo>
                  <a:pt x="204137" y="103084"/>
                </a:lnTo>
                <a:lnTo>
                  <a:pt x="203575" y="102459"/>
                </a:lnTo>
                <a:lnTo>
                  <a:pt x="203007" y="101839"/>
                </a:lnTo>
                <a:lnTo>
                  <a:pt x="202434" y="101223"/>
                </a:lnTo>
                <a:lnTo>
                  <a:pt x="201855" y="100611"/>
                </a:lnTo>
                <a:lnTo>
                  <a:pt x="201271" y="100004"/>
                </a:lnTo>
                <a:lnTo>
                  <a:pt x="200682" y="99402"/>
                </a:lnTo>
                <a:lnTo>
                  <a:pt x="200087" y="98804"/>
                </a:lnTo>
                <a:lnTo>
                  <a:pt x="199487" y="98211"/>
                </a:lnTo>
                <a:lnTo>
                  <a:pt x="198881" y="97623"/>
                </a:lnTo>
                <a:lnTo>
                  <a:pt x="198624" y="97394"/>
                </a:lnTo>
                <a:lnTo>
                  <a:pt x="198378" y="97160"/>
                </a:lnTo>
                <a:lnTo>
                  <a:pt x="198142" y="96921"/>
                </a:lnTo>
                <a:lnTo>
                  <a:pt x="197916" y="96677"/>
                </a:lnTo>
                <a:lnTo>
                  <a:pt x="197700" y="96428"/>
                </a:lnTo>
                <a:lnTo>
                  <a:pt x="197495" y="96174"/>
                </a:lnTo>
                <a:lnTo>
                  <a:pt x="197299" y="95915"/>
                </a:lnTo>
                <a:lnTo>
                  <a:pt x="197114" y="95652"/>
                </a:lnTo>
                <a:lnTo>
                  <a:pt x="196940" y="95383"/>
                </a:lnTo>
                <a:lnTo>
                  <a:pt x="196775" y="95109"/>
                </a:lnTo>
                <a:lnTo>
                  <a:pt x="196621" y="94830"/>
                </a:lnTo>
                <a:lnTo>
                  <a:pt x="196477" y="94547"/>
                </a:lnTo>
                <a:lnTo>
                  <a:pt x="196343" y="94258"/>
                </a:lnTo>
                <a:lnTo>
                  <a:pt x="196220" y="93964"/>
                </a:lnTo>
                <a:lnTo>
                  <a:pt x="196107" y="93666"/>
                </a:lnTo>
                <a:lnTo>
                  <a:pt x="196004" y="93362"/>
                </a:lnTo>
                <a:lnTo>
                  <a:pt x="195911" y="93054"/>
                </a:lnTo>
                <a:lnTo>
                  <a:pt x="195828" y="92740"/>
                </a:lnTo>
                <a:lnTo>
                  <a:pt x="195756" y="92422"/>
                </a:lnTo>
                <a:lnTo>
                  <a:pt x="195694" y="92098"/>
                </a:lnTo>
                <a:lnTo>
                  <a:pt x="195642" y="91770"/>
                </a:lnTo>
                <a:lnTo>
                  <a:pt x="195601" y="91436"/>
                </a:lnTo>
                <a:lnTo>
                  <a:pt x="195569" y="91098"/>
                </a:lnTo>
                <a:lnTo>
                  <a:pt x="195548" y="90755"/>
                </a:lnTo>
                <a:lnTo>
                  <a:pt x="195538" y="90411"/>
                </a:lnTo>
                <a:lnTo>
                  <a:pt x="195538" y="90071"/>
                </a:lnTo>
                <a:lnTo>
                  <a:pt x="195549" y="89735"/>
                </a:lnTo>
                <a:lnTo>
                  <a:pt x="195570" y="89404"/>
                </a:lnTo>
                <a:lnTo>
                  <a:pt x="195602" y="89076"/>
                </a:lnTo>
                <a:lnTo>
                  <a:pt x="195645" y="88752"/>
                </a:lnTo>
                <a:lnTo>
                  <a:pt x="195698" y="88432"/>
                </a:lnTo>
                <a:lnTo>
                  <a:pt x="195762" y="88116"/>
                </a:lnTo>
                <a:lnTo>
                  <a:pt x="195837" y="87805"/>
                </a:lnTo>
                <a:lnTo>
                  <a:pt x="195922" y="87497"/>
                </a:lnTo>
                <a:lnTo>
                  <a:pt x="196018" y="87193"/>
                </a:lnTo>
                <a:lnTo>
                  <a:pt x="196125" y="86894"/>
                </a:lnTo>
                <a:lnTo>
                  <a:pt x="196242" y="86598"/>
                </a:lnTo>
                <a:lnTo>
                  <a:pt x="196370" y="86306"/>
                </a:lnTo>
                <a:lnTo>
                  <a:pt x="196509" y="86018"/>
                </a:lnTo>
                <a:lnTo>
                  <a:pt x="196658" y="85735"/>
                </a:lnTo>
                <a:lnTo>
                  <a:pt x="196818" y="85455"/>
                </a:lnTo>
                <a:lnTo>
                  <a:pt x="196989" y="85179"/>
                </a:lnTo>
                <a:lnTo>
                  <a:pt x="197170" y="84908"/>
                </a:lnTo>
                <a:lnTo>
                  <a:pt x="197362" y="84640"/>
                </a:lnTo>
                <a:lnTo>
                  <a:pt x="197564" y="84377"/>
                </a:lnTo>
                <a:lnTo>
                  <a:pt x="197778" y="84117"/>
                </a:lnTo>
                <a:lnTo>
                  <a:pt x="198002" y="83861"/>
                </a:lnTo>
                <a:lnTo>
                  <a:pt x="198236" y="83610"/>
                </a:lnTo>
                <a:lnTo>
                  <a:pt x="198478" y="83365"/>
                </a:lnTo>
                <a:lnTo>
                  <a:pt x="198725" y="83132"/>
                </a:lnTo>
                <a:lnTo>
                  <a:pt x="198976" y="82908"/>
                </a:lnTo>
                <a:lnTo>
                  <a:pt x="199231" y="82695"/>
                </a:lnTo>
                <a:lnTo>
                  <a:pt x="199491" y="82493"/>
                </a:lnTo>
                <a:lnTo>
                  <a:pt x="199755" y="82301"/>
                </a:lnTo>
                <a:lnTo>
                  <a:pt x="200024" y="82120"/>
                </a:lnTo>
                <a:lnTo>
                  <a:pt x="200297" y="81949"/>
                </a:lnTo>
                <a:lnTo>
                  <a:pt x="200574" y="81788"/>
                </a:lnTo>
                <a:lnTo>
                  <a:pt x="200856" y="81638"/>
                </a:lnTo>
                <a:lnTo>
                  <a:pt x="201143" y="81499"/>
                </a:lnTo>
                <a:lnTo>
                  <a:pt x="201434" y="81370"/>
                </a:lnTo>
                <a:lnTo>
                  <a:pt x="201729" y="81252"/>
                </a:lnTo>
                <a:lnTo>
                  <a:pt x="202029" y="81144"/>
                </a:lnTo>
                <a:lnTo>
                  <a:pt x="202333" y="81046"/>
                </a:lnTo>
                <a:lnTo>
                  <a:pt x="202641" y="80959"/>
                </a:lnTo>
                <a:lnTo>
                  <a:pt x="202954" y="80883"/>
                </a:lnTo>
                <a:lnTo>
                  <a:pt x="203272" y="80817"/>
                </a:lnTo>
                <a:lnTo>
                  <a:pt x="203593" y="80761"/>
                </a:lnTo>
                <a:lnTo>
                  <a:pt x="203920" y="80716"/>
                </a:lnTo>
                <a:lnTo>
                  <a:pt x="204250" y="80682"/>
                </a:lnTo>
                <a:lnTo>
                  <a:pt x="204585" y="80658"/>
                </a:lnTo>
                <a:lnTo>
                  <a:pt x="204925" y="80644"/>
                </a:lnTo>
                <a:lnTo>
                  <a:pt x="205269" y="80641"/>
                </a:lnTo>
                <a:lnTo>
                  <a:pt x="205613" y="80648"/>
                </a:lnTo>
                <a:lnTo>
                  <a:pt x="205952" y="80666"/>
                </a:lnTo>
                <a:lnTo>
                  <a:pt x="206287" y="80694"/>
                </a:lnTo>
                <a:lnTo>
                  <a:pt x="206617" y="80733"/>
                </a:lnTo>
                <a:lnTo>
                  <a:pt x="206943" y="80782"/>
                </a:lnTo>
                <a:lnTo>
                  <a:pt x="207264" y="80842"/>
                </a:lnTo>
                <a:lnTo>
                  <a:pt x="207580" y="80912"/>
                </a:lnTo>
                <a:lnTo>
                  <a:pt x="207892" y="80992"/>
                </a:lnTo>
                <a:lnTo>
                  <a:pt x="208200" y="81083"/>
                </a:lnTo>
                <a:lnTo>
                  <a:pt x="208503" y="81185"/>
                </a:lnTo>
                <a:lnTo>
                  <a:pt x="208801" y="81296"/>
                </a:lnTo>
                <a:lnTo>
                  <a:pt x="209095" y="81419"/>
                </a:lnTo>
                <a:lnTo>
                  <a:pt x="209384" y="81551"/>
                </a:lnTo>
                <a:lnTo>
                  <a:pt x="209668" y="81694"/>
                </a:lnTo>
                <a:lnTo>
                  <a:pt x="209948" y="81848"/>
                </a:lnTo>
                <a:lnTo>
                  <a:pt x="210224" y="82012"/>
                </a:lnTo>
                <a:lnTo>
                  <a:pt x="210495" y="82186"/>
                </a:lnTo>
                <a:lnTo>
                  <a:pt x="210761" y="82371"/>
                </a:lnTo>
                <a:lnTo>
                  <a:pt x="211023" y="82566"/>
                </a:lnTo>
                <a:lnTo>
                  <a:pt x="211280" y="82772"/>
                </a:lnTo>
                <a:lnTo>
                  <a:pt x="211533" y="82988"/>
                </a:lnTo>
                <a:lnTo>
                  <a:pt x="211781" y="83214"/>
                </a:lnTo>
                <a:lnTo>
                  <a:pt x="212025" y="83451"/>
                </a:lnTo>
                <a:lnTo>
                  <a:pt x="212264" y="83699"/>
                </a:lnTo>
                <a:lnTo>
                  <a:pt x="212988" y="84399"/>
                </a:lnTo>
                <a:lnTo>
                  <a:pt x="213706" y="85105"/>
                </a:lnTo>
                <a:lnTo>
                  <a:pt x="214418" y="85816"/>
                </a:lnTo>
                <a:lnTo>
                  <a:pt x="215123" y="86533"/>
                </a:lnTo>
                <a:lnTo>
                  <a:pt x="215822" y="87255"/>
                </a:lnTo>
                <a:lnTo>
                  <a:pt x="216514" y="87983"/>
                </a:lnTo>
                <a:lnTo>
                  <a:pt x="217200" y="88716"/>
                </a:lnTo>
                <a:lnTo>
                  <a:pt x="217879" y="89455"/>
                </a:lnTo>
                <a:lnTo>
                  <a:pt x="218552" y="90199"/>
                </a:lnTo>
                <a:lnTo>
                  <a:pt x="219219" y="90949"/>
                </a:lnTo>
                <a:lnTo>
                  <a:pt x="219879" y="91704"/>
                </a:lnTo>
                <a:lnTo>
                  <a:pt x="220533" y="92465"/>
                </a:lnTo>
                <a:lnTo>
                  <a:pt x="221180" y="93231"/>
                </a:lnTo>
                <a:lnTo>
                  <a:pt x="221821" y="94003"/>
                </a:lnTo>
                <a:lnTo>
                  <a:pt x="222455" y="94780"/>
                </a:lnTo>
                <a:lnTo>
                  <a:pt x="223083" y="95563"/>
                </a:lnTo>
                <a:lnTo>
                  <a:pt x="223705" y="96351"/>
                </a:lnTo>
                <a:lnTo>
                  <a:pt x="224320" y="97144"/>
                </a:lnTo>
                <a:lnTo>
                  <a:pt x="224928" y="97944"/>
                </a:lnTo>
                <a:lnTo>
                  <a:pt x="225531" y="98748"/>
                </a:lnTo>
                <a:lnTo>
                  <a:pt x="226126" y="99558"/>
                </a:lnTo>
                <a:lnTo>
                  <a:pt x="226716" y="100374"/>
                </a:lnTo>
                <a:lnTo>
                  <a:pt x="227299" y="101195"/>
                </a:lnTo>
                <a:lnTo>
                  <a:pt x="227875" y="102021"/>
                </a:lnTo>
                <a:lnTo>
                  <a:pt x="228445" y="102852"/>
                </a:lnTo>
                <a:lnTo>
                  <a:pt x="229007" y="103688"/>
                </a:lnTo>
                <a:lnTo>
                  <a:pt x="229562" y="104527"/>
                </a:lnTo>
                <a:lnTo>
                  <a:pt x="230109" y="105371"/>
                </a:lnTo>
                <a:lnTo>
                  <a:pt x="230649" y="106218"/>
                </a:lnTo>
                <a:lnTo>
                  <a:pt x="231181" y="107070"/>
                </a:lnTo>
                <a:lnTo>
                  <a:pt x="231707" y="107926"/>
                </a:lnTo>
                <a:lnTo>
                  <a:pt x="232224" y="108786"/>
                </a:lnTo>
                <a:lnTo>
                  <a:pt x="232735" y="109650"/>
                </a:lnTo>
                <a:lnTo>
                  <a:pt x="233238" y="110518"/>
                </a:lnTo>
                <a:lnTo>
                  <a:pt x="233733" y="111390"/>
                </a:lnTo>
                <a:lnTo>
                  <a:pt x="234221" y="112266"/>
                </a:lnTo>
                <a:lnTo>
                  <a:pt x="234702" y="113146"/>
                </a:lnTo>
                <a:lnTo>
                  <a:pt x="235175" y="114031"/>
                </a:lnTo>
                <a:lnTo>
                  <a:pt x="235641" y="114919"/>
                </a:lnTo>
                <a:lnTo>
                  <a:pt x="236100" y="115812"/>
                </a:lnTo>
                <a:lnTo>
                  <a:pt x="236551" y="116708"/>
                </a:lnTo>
                <a:lnTo>
                  <a:pt x="236994" y="117609"/>
                </a:lnTo>
                <a:lnTo>
                  <a:pt x="237431" y="118514"/>
                </a:lnTo>
                <a:lnTo>
                  <a:pt x="237860" y="119423"/>
                </a:lnTo>
                <a:lnTo>
                  <a:pt x="238281" y="120336"/>
                </a:lnTo>
                <a:lnTo>
                  <a:pt x="238695" y="121253"/>
                </a:lnTo>
                <a:lnTo>
                  <a:pt x="239102" y="122174"/>
                </a:lnTo>
                <a:lnTo>
                  <a:pt x="239501" y="123099"/>
                </a:lnTo>
                <a:lnTo>
                  <a:pt x="239893" y="124028"/>
                </a:lnTo>
                <a:lnTo>
                  <a:pt x="240276" y="124959"/>
                </a:lnTo>
                <a:lnTo>
                  <a:pt x="240652" y="125892"/>
                </a:lnTo>
                <a:lnTo>
                  <a:pt x="241019" y="126828"/>
                </a:lnTo>
                <a:lnTo>
                  <a:pt x="241378" y="127767"/>
                </a:lnTo>
                <a:lnTo>
                  <a:pt x="241729" y="128708"/>
                </a:lnTo>
                <a:lnTo>
                  <a:pt x="242073" y="129651"/>
                </a:lnTo>
                <a:lnTo>
                  <a:pt x="242408" y="130598"/>
                </a:lnTo>
                <a:lnTo>
                  <a:pt x="242735" y="131546"/>
                </a:lnTo>
                <a:lnTo>
                  <a:pt x="243054" y="132497"/>
                </a:lnTo>
                <a:lnTo>
                  <a:pt x="243364" y="133451"/>
                </a:lnTo>
                <a:lnTo>
                  <a:pt x="243667" y="134407"/>
                </a:lnTo>
                <a:lnTo>
                  <a:pt x="243962" y="135366"/>
                </a:lnTo>
                <a:lnTo>
                  <a:pt x="244248" y="136327"/>
                </a:lnTo>
                <a:lnTo>
                  <a:pt x="244527" y="137291"/>
                </a:lnTo>
                <a:lnTo>
                  <a:pt x="244797" y="138257"/>
                </a:lnTo>
                <a:lnTo>
                  <a:pt x="245060" y="139226"/>
                </a:lnTo>
                <a:lnTo>
                  <a:pt x="245314" y="140197"/>
                </a:lnTo>
                <a:lnTo>
                  <a:pt x="245561" y="141171"/>
                </a:lnTo>
                <a:lnTo>
                  <a:pt x="245799" y="142147"/>
                </a:lnTo>
                <a:lnTo>
                  <a:pt x="246029" y="143126"/>
                </a:lnTo>
                <a:lnTo>
                  <a:pt x="246251" y="144108"/>
                </a:lnTo>
                <a:lnTo>
                  <a:pt x="246465" y="145092"/>
                </a:lnTo>
                <a:lnTo>
                  <a:pt x="246671" y="146078"/>
                </a:lnTo>
                <a:lnTo>
                  <a:pt x="246869" y="147066"/>
                </a:lnTo>
                <a:lnTo>
                  <a:pt x="247058" y="148055"/>
                </a:lnTo>
                <a:lnTo>
                  <a:pt x="247239" y="149045"/>
                </a:lnTo>
                <a:lnTo>
                  <a:pt x="247411" y="150036"/>
                </a:lnTo>
                <a:lnTo>
                  <a:pt x="247575" y="151027"/>
                </a:lnTo>
                <a:lnTo>
                  <a:pt x="247731" y="152019"/>
                </a:lnTo>
                <a:lnTo>
                  <a:pt x="247878" y="153013"/>
                </a:lnTo>
                <a:lnTo>
                  <a:pt x="248017" y="154007"/>
                </a:lnTo>
                <a:lnTo>
                  <a:pt x="248147" y="155002"/>
                </a:lnTo>
                <a:lnTo>
                  <a:pt x="248269" y="155997"/>
                </a:lnTo>
                <a:lnTo>
                  <a:pt x="248383" y="156994"/>
                </a:lnTo>
                <a:lnTo>
                  <a:pt x="248488" y="157991"/>
                </a:lnTo>
                <a:lnTo>
                  <a:pt x="248585" y="158990"/>
                </a:lnTo>
                <a:lnTo>
                  <a:pt x="248673" y="159989"/>
                </a:lnTo>
                <a:lnTo>
                  <a:pt x="248753" y="160989"/>
                </a:lnTo>
                <a:lnTo>
                  <a:pt x="248824" y="161990"/>
                </a:lnTo>
                <a:lnTo>
                  <a:pt x="248887" y="162992"/>
                </a:lnTo>
                <a:lnTo>
                  <a:pt x="248942" y="163994"/>
                </a:lnTo>
                <a:lnTo>
                  <a:pt x="248988" y="164998"/>
                </a:lnTo>
                <a:lnTo>
                  <a:pt x="249026" y="166002"/>
                </a:lnTo>
                <a:lnTo>
                  <a:pt x="249056" y="167007"/>
                </a:lnTo>
                <a:lnTo>
                  <a:pt x="249077" y="168013"/>
                </a:lnTo>
                <a:lnTo>
                  <a:pt x="249089" y="169020"/>
                </a:lnTo>
                <a:lnTo>
                  <a:pt x="249093" y="170027"/>
                </a:lnTo>
                <a:lnTo>
                  <a:pt x="249089" y="171035"/>
                </a:lnTo>
                <a:lnTo>
                  <a:pt x="249077" y="172042"/>
                </a:lnTo>
                <a:lnTo>
                  <a:pt x="249056" y="173048"/>
                </a:lnTo>
                <a:lnTo>
                  <a:pt x="249026" y="174053"/>
                </a:lnTo>
                <a:lnTo>
                  <a:pt x="248988" y="175057"/>
                </a:lnTo>
                <a:lnTo>
                  <a:pt x="248942" y="176061"/>
                </a:lnTo>
                <a:lnTo>
                  <a:pt x="248887" y="177063"/>
                </a:lnTo>
                <a:lnTo>
                  <a:pt x="248824" y="178065"/>
                </a:lnTo>
                <a:lnTo>
                  <a:pt x="248753" y="179066"/>
                </a:lnTo>
                <a:lnTo>
                  <a:pt x="248673" y="180066"/>
                </a:lnTo>
                <a:lnTo>
                  <a:pt x="248585" y="181065"/>
                </a:lnTo>
                <a:lnTo>
                  <a:pt x="248488" y="182063"/>
                </a:lnTo>
                <a:lnTo>
                  <a:pt x="248383" y="183061"/>
                </a:lnTo>
                <a:lnTo>
                  <a:pt x="248269" y="184057"/>
                </a:lnTo>
                <a:lnTo>
                  <a:pt x="248147" y="185053"/>
                </a:lnTo>
                <a:lnTo>
                  <a:pt x="248017" y="186048"/>
                </a:lnTo>
                <a:lnTo>
                  <a:pt x="247878" y="187042"/>
                </a:lnTo>
                <a:lnTo>
                  <a:pt x="247731" y="188035"/>
                </a:lnTo>
                <a:lnTo>
                  <a:pt x="247575" y="189028"/>
                </a:lnTo>
                <a:lnTo>
                  <a:pt x="247411" y="190019"/>
                </a:lnTo>
                <a:lnTo>
                  <a:pt x="247239" y="191010"/>
                </a:lnTo>
                <a:lnTo>
                  <a:pt x="247058" y="192000"/>
                </a:lnTo>
                <a:lnTo>
                  <a:pt x="246869" y="192989"/>
                </a:lnTo>
                <a:lnTo>
                  <a:pt x="246671" y="193977"/>
                </a:lnTo>
                <a:lnTo>
                  <a:pt x="246465" y="194963"/>
                </a:lnTo>
                <a:lnTo>
                  <a:pt x="246251" y="195947"/>
                </a:lnTo>
                <a:lnTo>
                  <a:pt x="246029" y="196928"/>
                </a:lnTo>
                <a:lnTo>
                  <a:pt x="245799" y="197907"/>
                </a:lnTo>
                <a:lnTo>
                  <a:pt x="245561" y="198884"/>
                </a:lnTo>
                <a:lnTo>
                  <a:pt x="245314" y="199857"/>
                </a:lnTo>
                <a:lnTo>
                  <a:pt x="245060" y="200829"/>
                </a:lnTo>
                <a:lnTo>
                  <a:pt x="244798" y="201798"/>
                </a:lnTo>
                <a:lnTo>
                  <a:pt x="244527" y="202764"/>
                </a:lnTo>
                <a:lnTo>
                  <a:pt x="244248" y="203728"/>
                </a:lnTo>
                <a:lnTo>
                  <a:pt x="243962" y="204689"/>
                </a:lnTo>
                <a:lnTo>
                  <a:pt x="243667" y="205648"/>
                </a:lnTo>
                <a:lnTo>
                  <a:pt x="243364" y="206604"/>
                </a:lnTo>
                <a:lnTo>
                  <a:pt x="243054" y="207557"/>
                </a:lnTo>
                <a:lnTo>
                  <a:pt x="242735" y="208509"/>
                </a:lnTo>
                <a:lnTo>
                  <a:pt x="242408" y="209457"/>
                </a:lnTo>
                <a:lnTo>
                  <a:pt x="242073" y="210403"/>
                </a:lnTo>
                <a:lnTo>
                  <a:pt x="241729" y="211347"/>
                </a:lnTo>
                <a:lnTo>
                  <a:pt x="241378" y="212288"/>
                </a:lnTo>
                <a:lnTo>
                  <a:pt x="241019" y="213227"/>
                </a:lnTo>
                <a:lnTo>
                  <a:pt x="240652" y="214163"/>
                </a:lnTo>
                <a:lnTo>
                  <a:pt x="240276" y="215096"/>
                </a:lnTo>
                <a:lnTo>
                  <a:pt x="239893" y="216027"/>
                </a:lnTo>
                <a:lnTo>
                  <a:pt x="239501" y="216956"/>
                </a:lnTo>
                <a:lnTo>
                  <a:pt x="239102" y="217881"/>
                </a:lnTo>
                <a:lnTo>
                  <a:pt x="238695" y="218802"/>
                </a:lnTo>
                <a:lnTo>
                  <a:pt x="238281" y="219719"/>
                </a:lnTo>
                <a:lnTo>
                  <a:pt x="237860" y="220632"/>
                </a:lnTo>
                <a:lnTo>
                  <a:pt x="237431" y="221541"/>
                </a:lnTo>
                <a:lnTo>
                  <a:pt x="236995" y="222446"/>
                </a:lnTo>
                <a:lnTo>
                  <a:pt x="236551" y="223346"/>
                </a:lnTo>
                <a:lnTo>
                  <a:pt x="236100" y="224243"/>
                </a:lnTo>
                <a:lnTo>
                  <a:pt x="235641" y="225136"/>
                </a:lnTo>
                <a:lnTo>
                  <a:pt x="235175" y="226024"/>
                </a:lnTo>
                <a:lnTo>
                  <a:pt x="234702" y="226908"/>
                </a:lnTo>
                <a:lnTo>
                  <a:pt x="234221" y="227789"/>
                </a:lnTo>
                <a:lnTo>
                  <a:pt x="233733" y="228665"/>
                </a:lnTo>
                <a:lnTo>
                  <a:pt x="233238" y="229537"/>
                </a:lnTo>
                <a:lnTo>
                  <a:pt x="232735" y="230405"/>
                </a:lnTo>
                <a:lnTo>
                  <a:pt x="232224" y="231269"/>
                </a:lnTo>
                <a:lnTo>
                  <a:pt x="231707" y="232129"/>
                </a:lnTo>
                <a:lnTo>
                  <a:pt x="231181" y="232985"/>
                </a:lnTo>
                <a:lnTo>
                  <a:pt x="230649" y="233836"/>
                </a:lnTo>
                <a:lnTo>
                  <a:pt x="230109" y="234684"/>
                </a:lnTo>
                <a:lnTo>
                  <a:pt x="229562" y="235527"/>
                </a:lnTo>
                <a:lnTo>
                  <a:pt x="229007" y="236367"/>
                </a:lnTo>
                <a:lnTo>
                  <a:pt x="228445" y="237202"/>
                </a:lnTo>
                <a:lnTo>
                  <a:pt x="227875" y="238034"/>
                </a:lnTo>
                <a:lnTo>
                  <a:pt x="227299" y="238860"/>
                </a:lnTo>
                <a:lnTo>
                  <a:pt x="226716" y="239681"/>
                </a:lnTo>
                <a:lnTo>
                  <a:pt x="226126" y="240497"/>
                </a:lnTo>
                <a:lnTo>
                  <a:pt x="225531" y="241307"/>
                </a:lnTo>
                <a:lnTo>
                  <a:pt x="224928" y="242111"/>
                </a:lnTo>
                <a:lnTo>
                  <a:pt x="224320" y="242910"/>
                </a:lnTo>
                <a:lnTo>
                  <a:pt x="223705" y="243704"/>
                </a:lnTo>
                <a:lnTo>
                  <a:pt x="223083" y="244492"/>
                </a:lnTo>
                <a:lnTo>
                  <a:pt x="222455" y="245275"/>
                </a:lnTo>
                <a:lnTo>
                  <a:pt x="221821" y="246052"/>
                </a:lnTo>
                <a:lnTo>
                  <a:pt x="221180" y="246823"/>
                </a:lnTo>
                <a:lnTo>
                  <a:pt x="220533" y="247590"/>
                </a:lnTo>
                <a:lnTo>
                  <a:pt x="219879" y="248350"/>
                </a:lnTo>
                <a:lnTo>
                  <a:pt x="219219" y="249106"/>
                </a:lnTo>
                <a:lnTo>
                  <a:pt x="218552" y="249855"/>
                </a:lnTo>
                <a:lnTo>
                  <a:pt x="217879" y="250600"/>
                </a:lnTo>
                <a:lnTo>
                  <a:pt x="217200" y="251338"/>
                </a:lnTo>
                <a:lnTo>
                  <a:pt x="216514" y="252072"/>
                </a:lnTo>
                <a:lnTo>
                  <a:pt x="215822" y="252799"/>
                </a:lnTo>
                <a:lnTo>
                  <a:pt x="215123" y="253522"/>
                </a:lnTo>
                <a:lnTo>
                  <a:pt x="214418" y="254239"/>
                </a:lnTo>
                <a:lnTo>
                  <a:pt x="213706" y="254950"/>
                </a:lnTo>
                <a:lnTo>
                  <a:pt x="212988" y="255656"/>
                </a:lnTo>
                <a:lnTo>
                  <a:pt x="212264" y="256356"/>
                </a:lnTo>
                <a:lnTo>
                  <a:pt x="212573" y="256356"/>
                </a:lnTo>
                <a:lnTo>
                  <a:pt x="212337" y="256579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EA327-D594-4A9B-B2CE-AB6F0B25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366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D26E0C-8163-4FE3-85BA-F955A81D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912" y="1262912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A48466-3657-42F0-A61E-B0DCFBCA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03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CD734-4689-4CB0-A3EE-A0795775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549" y="1262912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94C882-34BF-433F-8D0B-94CC8DF1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640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1D9E17-DF49-43E1-8484-09AC60D3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640" y="1272366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4F6D9-10BD-4471-8C02-396EB50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277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CAC89-5F73-4916-98CF-D9E84AB9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6822" y="1262912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7E423-7E22-432E-B8E9-6B72BC41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914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3966A-014C-4006-8D37-8C535107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459" y="1262912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2A674-1715-4752-BBAE-661BBBB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550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7E29A-11D3-4C7F-8C45-65D9BE1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096" y="1262912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7B88A-83CC-4F91-A9A6-4EC80FC3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187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F9323-782A-44FD-92A5-DE59B36F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7733" y="1262912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04C60F-9F41-4934-BA77-EE93300A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0F47E-948A-4C94-B713-457AD6FF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1272366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D79B00"/>
            </a:solidFill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319C5-5701-4FB1-9C4B-E2AA7763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461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80F4D-BCCA-487C-98C1-29240440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5006" y="1262912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358D8-5985-443E-B97E-DB325481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98" y="1272366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C7A91-7AF0-476F-90BE-6231082A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643" y="1262912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985DF-C234-4772-A14A-19BE2893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5366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4D6C6-AE77-49E3-BC73-3DA58EA0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5912" y="88472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24C32-942F-4F5B-8516-D72C2ED2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003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1D56F-8778-4469-9896-0D36DDCC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549" y="88472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2BDF9-4932-4C1B-B0E1-5941F4BA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640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C89514-9BB2-4686-B4EF-CAAB734B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3185" y="88472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399E3-F10C-4D5A-B228-84EFE896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277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926858-1461-42FC-9156-9246115D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6277" y="894184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F21C4-13CA-4C45-8A95-C9573CA5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914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7C5535-376F-49B2-817B-8DC79825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914" y="894184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D1A9A-23F0-4609-B6EB-DA476ADC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550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A76A0-5993-4573-AB9A-A64DE439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550" y="894184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716D0-6F34-43FD-A295-FBC8E50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187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4228C-4F3B-4543-AD64-42891F47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187" y="894184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B167D-236E-41B4-BE50-957AC9CC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B44CE-AA4A-4C5C-BB7E-6CC1A344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824" y="894184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939CD-3376-44D4-AC22-4608AB54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461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32B2A-C741-4B49-9485-513F0C86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5006" y="88472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3850DD-C602-44A1-B4A7-D959D823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098" y="89418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225213-D888-4F83-B9BD-1B7E0D08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643" y="884729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49AE7-65D3-4666-80F9-12829D58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96339-95D7-4F71-B36A-6B3A2E8A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815" y="230291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BA4678-3FFA-4B89-8FA0-84328C1F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2302913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A392E5-A2FF-4647-8210-0ECC547E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452" y="2302913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3A1EC1-E06C-4D61-9C9A-9FC2C99B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13" y="1631640"/>
            <a:ext cx="3025460" cy="434910"/>
          </a:xfrm>
          <a:custGeom xmlns:a="http://schemas.openxmlformats.org/drawingml/2006/main">
            <a:pathLst>
              <a:path w="3025460" h="434910">
                <a:moveTo>
                  <a:pt x="65237" y="0"/>
                </a:moveTo>
                <a:lnTo>
                  <a:pt x="2960223" y="0"/>
                </a:lnTo>
                <a:cubicBezTo>
                  <a:pt x="2968874" y="0"/>
                  <a:pt x="2977195" y="1655"/>
                  <a:pt x="2985188" y="4966"/>
                </a:cubicBezTo>
                <a:cubicBezTo>
                  <a:pt x="2993180" y="8276"/>
                  <a:pt x="3000234" y="12990"/>
                  <a:pt x="3006352" y="19107"/>
                </a:cubicBezTo>
                <a:cubicBezTo>
                  <a:pt x="3012469" y="25224"/>
                  <a:pt x="3017183" y="32278"/>
                  <a:pt x="3020493" y="40271"/>
                </a:cubicBezTo>
                <a:cubicBezTo>
                  <a:pt x="3023803" y="48263"/>
                  <a:pt x="3025459" y="56585"/>
                  <a:pt x="3025460" y="65236"/>
                </a:cubicBezTo>
                <a:lnTo>
                  <a:pt x="3025460" y="369673"/>
                </a:lnTo>
                <a:cubicBezTo>
                  <a:pt x="3025459" y="378324"/>
                  <a:pt x="3023803" y="386645"/>
                  <a:pt x="3020493" y="394638"/>
                </a:cubicBezTo>
                <a:cubicBezTo>
                  <a:pt x="3017183" y="402630"/>
                  <a:pt x="3012469" y="409685"/>
                  <a:pt x="3006352" y="415802"/>
                </a:cubicBezTo>
                <a:cubicBezTo>
                  <a:pt x="3000234" y="421919"/>
                  <a:pt x="2993180" y="426633"/>
                  <a:pt x="2985188" y="429944"/>
                </a:cubicBezTo>
                <a:cubicBezTo>
                  <a:pt x="2977195" y="433254"/>
                  <a:pt x="2968874" y="434910"/>
                  <a:pt x="2960223" y="434910"/>
                </a:cubicBezTo>
                <a:lnTo>
                  <a:pt x="65237" y="434910"/>
                </a:lnTo>
                <a:cubicBezTo>
                  <a:pt x="56585" y="434910"/>
                  <a:pt x="48264" y="433254"/>
                  <a:pt x="40271" y="429944"/>
                </a:cubicBezTo>
                <a:cubicBezTo>
                  <a:pt x="32279" y="426633"/>
                  <a:pt x="25224" y="421919"/>
                  <a:pt x="19107" y="415802"/>
                </a:cubicBezTo>
                <a:cubicBezTo>
                  <a:pt x="12990" y="409685"/>
                  <a:pt x="8276" y="402630"/>
                  <a:pt x="4966" y="394638"/>
                </a:cubicBezTo>
                <a:cubicBezTo>
                  <a:pt x="1655" y="386645"/>
                  <a:pt x="0" y="378324"/>
                  <a:pt x="0" y="369673"/>
                </a:cubicBezTo>
                <a:lnTo>
                  <a:pt x="0" y="65236"/>
                </a:lnTo>
                <a:cubicBezTo>
                  <a:pt x="0" y="56585"/>
                  <a:pt x="1655" y="48263"/>
                  <a:pt x="4966" y="40271"/>
                </a:cubicBezTo>
                <a:cubicBezTo>
                  <a:pt x="8276" y="32278"/>
                  <a:pt x="12990" y="25224"/>
                  <a:pt x="19107" y="19107"/>
                </a:cubicBezTo>
                <a:cubicBezTo>
                  <a:pt x="25224" y="12990"/>
                  <a:pt x="32279" y="8276"/>
                  <a:pt x="40271" y="4966"/>
                </a:cubicBezTo>
                <a:cubicBezTo>
                  <a:pt x="48264" y="1655"/>
                  <a:pt x="56585" y="0"/>
                  <a:pt x="65237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B4278-6C3A-45E8-9507-D72EB3B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13" y="1631640"/>
            <a:ext cx="3025460" cy="434910"/>
          </a:xfrm>
          <a:custGeom xmlns:a="http://schemas.openxmlformats.org/drawingml/2006/main">
            <a:pathLst>
              <a:path w="3025460" h="434910" fill="none">
                <a:moveTo>
                  <a:pt x="65237" y="0"/>
                </a:moveTo>
                <a:lnTo>
                  <a:pt x="2960223" y="0"/>
                </a:lnTo>
                <a:cubicBezTo>
                  <a:pt x="2968874" y="0"/>
                  <a:pt x="2977195" y="1655"/>
                  <a:pt x="2985188" y="4966"/>
                </a:cubicBezTo>
                <a:cubicBezTo>
                  <a:pt x="2993180" y="8276"/>
                  <a:pt x="3000234" y="12990"/>
                  <a:pt x="3006352" y="19107"/>
                </a:cubicBezTo>
                <a:cubicBezTo>
                  <a:pt x="3012469" y="25224"/>
                  <a:pt x="3017183" y="32278"/>
                  <a:pt x="3020493" y="40271"/>
                </a:cubicBezTo>
                <a:cubicBezTo>
                  <a:pt x="3023803" y="48263"/>
                  <a:pt x="3025459" y="56585"/>
                  <a:pt x="3025460" y="65236"/>
                </a:cubicBezTo>
                <a:lnTo>
                  <a:pt x="3025460" y="369673"/>
                </a:lnTo>
                <a:cubicBezTo>
                  <a:pt x="3025459" y="378324"/>
                  <a:pt x="3023803" y="386645"/>
                  <a:pt x="3020493" y="394638"/>
                </a:cubicBezTo>
                <a:cubicBezTo>
                  <a:pt x="3017183" y="402630"/>
                  <a:pt x="3012469" y="409685"/>
                  <a:pt x="3006352" y="415802"/>
                </a:cubicBezTo>
                <a:cubicBezTo>
                  <a:pt x="3000234" y="421919"/>
                  <a:pt x="2993180" y="426633"/>
                  <a:pt x="2985188" y="429944"/>
                </a:cubicBezTo>
                <a:cubicBezTo>
                  <a:pt x="2977195" y="433254"/>
                  <a:pt x="2968874" y="434910"/>
                  <a:pt x="2960223" y="434910"/>
                </a:cubicBezTo>
                <a:lnTo>
                  <a:pt x="65237" y="434910"/>
                </a:lnTo>
                <a:cubicBezTo>
                  <a:pt x="56585" y="434910"/>
                  <a:pt x="48264" y="433254"/>
                  <a:pt x="40271" y="429944"/>
                </a:cubicBezTo>
                <a:cubicBezTo>
                  <a:pt x="32279" y="426633"/>
                  <a:pt x="25224" y="421919"/>
                  <a:pt x="19107" y="415802"/>
                </a:cubicBezTo>
                <a:cubicBezTo>
                  <a:pt x="12990" y="409685"/>
                  <a:pt x="8276" y="402630"/>
                  <a:pt x="4966" y="394638"/>
                </a:cubicBezTo>
                <a:cubicBezTo>
                  <a:pt x="1655" y="386645"/>
                  <a:pt x="0" y="378324"/>
                  <a:pt x="0" y="369673"/>
                </a:cubicBezTo>
                <a:lnTo>
                  <a:pt x="0" y="65236"/>
                </a:lnTo>
                <a:cubicBezTo>
                  <a:pt x="0" y="56585"/>
                  <a:pt x="1655" y="48263"/>
                  <a:pt x="4966" y="40271"/>
                </a:cubicBezTo>
                <a:cubicBezTo>
                  <a:pt x="8276" y="32278"/>
                  <a:pt x="12990" y="25224"/>
                  <a:pt x="19107" y="19107"/>
                </a:cubicBezTo>
                <a:cubicBezTo>
                  <a:pt x="25224" y="12990"/>
                  <a:pt x="32279" y="8276"/>
                  <a:pt x="40271" y="4966"/>
                </a:cubicBezTo>
                <a:cubicBezTo>
                  <a:pt x="48264" y="1655"/>
                  <a:pt x="56585" y="0"/>
                  <a:pt x="6523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21" name="Text T">
            <a:extLst xmlns:a="http://schemas.openxmlformats.org/drawingml/2006/main">
              <a:ext uri="{FF2B5EF4-FFF2-40B4-BE49-F238E27FC236}">
                <a16:creationId xmlns:a16="http://schemas.microsoft.com/office/drawing/2014/main" id="{91ED787E-4863-4BA5-8EF1-50DC6C18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458" y="1737154"/>
            <a:ext cx="198103" cy="244304"/>
          </a:xfrm>
          <a:custGeom xmlns:a="http://schemas.openxmlformats.org/drawingml/2006/main">
            <a:pathLst>
              <a:path w="198103" h="244304">
                <a:moveTo>
                  <a:pt x="198103" y="0"/>
                </a:moveTo>
                <a:lnTo>
                  <a:pt x="198103" y="29250"/>
                </a:lnTo>
                <a:lnTo>
                  <a:pt x="115837" y="29250"/>
                </a:lnTo>
                <a:lnTo>
                  <a:pt x="115837" y="244304"/>
                </a:lnTo>
                <a:lnTo>
                  <a:pt x="82266" y="244304"/>
                </a:lnTo>
                <a:lnTo>
                  <a:pt x="82266" y="29250"/>
                </a:lnTo>
                <a:lnTo>
                  <a:pt x="0" y="29250"/>
                </a:lnTo>
                <a:lnTo>
                  <a:pt x="0" y="0"/>
                </a:lnTo>
                <a:lnTo>
                  <a:pt x="19810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Text alker">
            <a:extLst xmlns:a="http://schemas.openxmlformats.org/drawingml/2006/main">
              <a:ext uri="{FF2B5EF4-FFF2-40B4-BE49-F238E27FC236}">
                <a16:creationId xmlns:a16="http://schemas.microsoft.com/office/drawing/2014/main" id="{897BA3C4-74B7-4C30-BA6F-BBC077B0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784" y="1737154"/>
            <a:ext cx="719955" cy="250620"/>
          </a:xfrm>
          <a:custGeom xmlns:a="http://schemas.openxmlformats.org/drawingml/2006/main">
            <a:pathLst>
              <a:path w="719955" h="250620">
                <a:moveTo>
                  <a:pt x="31244" y="197022"/>
                </a:moveTo>
                <a:cubicBezTo>
                  <a:pt x="31244" y="205692"/>
                  <a:pt x="34402" y="212527"/>
                  <a:pt x="40717" y="217526"/>
                </a:cubicBezTo>
                <a:cubicBezTo>
                  <a:pt x="47033" y="222526"/>
                  <a:pt x="54511" y="225026"/>
                  <a:pt x="63154" y="225026"/>
                </a:cubicBezTo>
                <a:cubicBezTo>
                  <a:pt x="73679" y="225026"/>
                  <a:pt x="83872" y="222568"/>
                  <a:pt x="93733" y="217651"/>
                </a:cubicBezTo>
                <a:cubicBezTo>
                  <a:pt x="110352" y="209494"/>
                  <a:pt x="118662" y="196219"/>
                  <a:pt x="118662" y="177827"/>
                </a:cubicBezTo>
                <a:lnTo>
                  <a:pt x="118662" y="153729"/>
                </a:lnTo>
                <a:cubicBezTo>
                  <a:pt x="115006" y="156104"/>
                  <a:pt x="110297" y="158083"/>
                  <a:pt x="104536" y="159665"/>
                </a:cubicBezTo>
                <a:cubicBezTo>
                  <a:pt x="98774" y="161247"/>
                  <a:pt x="93124" y="162361"/>
                  <a:pt x="87584" y="163005"/>
                </a:cubicBezTo>
                <a:lnTo>
                  <a:pt x="69469" y="165264"/>
                </a:lnTo>
                <a:cubicBezTo>
                  <a:pt x="58611" y="166659"/>
                  <a:pt x="50467" y="168913"/>
                  <a:pt x="45038" y="172026"/>
                </a:cubicBezTo>
                <a:cubicBezTo>
                  <a:pt x="35842" y="177247"/>
                  <a:pt x="31244" y="185579"/>
                  <a:pt x="31244" y="197022"/>
                </a:cubicBezTo>
                <a:moveTo>
                  <a:pt x="103705" y="136445"/>
                </a:moveTo>
                <a:cubicBezTo>
                  <a:pt x="110574" y="135558"/>
                  <a:pt x="115172" y="132678"/>
                  <a:pt x="117499" y="127803"/>
                </a:cubicBezTo>
                <a:cubicBezTo>
                  <a:pt x="118828" y="125133"/>
                  <a:pt x="119493" y="121295"/>
                  <a:pt x="119493" y="116289"/>
                </a:cubicBezTo>
                <a:cubicBezTo>
                  <a:pt x="119493" y="106054"/>
                  <a:pt x="115865" y="98629"/>
                  <a:pt x="108607" y="94014"/>
                </a:cubicBezTo>
                <a:cubicBezTo>
                  <a:pt x="101350" y="89395"/>
                  <a:pt x="90963" y="87085"/>
                  <a:pt x="77446" y="87085"/>
                </a:cubicBezTo>
                <a:cubicBezTo>
                  <a:pt x="61824" y="87085"/>
                  <a:pt x="50744" y="91316"/>
                  <a:pt x="44207" y="99778"/>
                </a:cubicBezTo>
                <a:cubicBezTo>
                  <a:pt x="40551" y="104456"/>
                  <a:pt x="38169" y="111415"/>
                  <a:pt x="37061" y="120656"/>
                </a:cubicBezTo>
                <a:lnTo>
                  <a:pt x="9141" y="120656"/>
                </a:lnTo>
                <a:cubicBezTo>
                  <a:pt x="9695" y="98657"/>
                  <a:pt x="16813" y="83351"/>
                  <a:pt x="30496" y="74740"/>
                </a:cubicBezTo>
                <a:cubicBezTo>
                  <a:pt x="44180" y="66129"/>
                  <a:pt x="60051" y="61824"/>
                  <a:pt x="78111" y="61824"/>
                </a:cubicBezTo>
                <a:cubicBezTo>
                  <a:pt x="99051" y="61824"/>
                  <a:pt x="116058" y="65813"/>
                  <a:pt x="129132" y="73790"/>
                </a:cubicBezTo>
                <a:cubicBezTo>
                  <a:pt x="142095" y="81767"/>
                  <a:pt x="148577" y="94187"/>
                  <a:pt x="148577" y="111048"/>
                </a:cubicBezTo>
                <a:lnTo>
                  <a:pt x="148577" y="213720"/>
                </a:lnTo>
                <a:cubicBezTo>
                  <a:pt x="148577" y="216825"/>
                  <a:pt x="149214" y="219320"/>
                  <a:pt x="150488" y="221203"/>
                </a:cubicBezTo>
                <a:cubicBezTo>
                  <a:pt x="151762" y="223087"/>
                  <a:pt x="154449" y="224029"/>
                  <a:pt x="158549" y="224029"/>
                </a:cubicBezTo>
                <a:cubicBezTo>
                  <a:pt x="159878" y="224029"/>
                  <a:pt x="161374" y="223946"/>
                  <a:pt x="163036" y="223779"/>
                </a:cubicBezTo>
                <a:cubicBezTo>
                  <a:pt x="164698" y="223613"/>
                  <a:pt x="166470" y="223364"/>
                  <a:pt x="168354" y="223032"/>
                </a:cubicBezTo>
                <a:lnTo>
                  <a:pt x="168354" y="245302"/>
                </a:lnTo>
                <a:cubicBezTo>
                  <a:pt x="163701" y="246631"/>
                  <a:pt x="160155" y="247462"/>
                  <a:pt x="157718" y="247794"/>
                </a:cubicBezTo>
                <a:cubicBezTo>
                  <a:pt x="155280" y="248127"/>
                  <a:pt x="151956" y="248293"/>
                  <a:pt x="147746" y="248293"/>
                </a:cubicBezTo>
                <a:cubicBezTo>
                  <a:pt x="137442" y="248293"/>
                  <a:pt x="129963" y="244614"/>
                  <a:pt x="125310" y="237257"/>
                </a:cubicBezTo>
                <a:cubicBezTo>
                  <a:pt x="122872" y="233355"/>
                  <a:pt x="121155" y="227837"/>
                  <a:pt x="120158" y="220705"/>
                </a:cubicBezTo>
                <a:cubicBezTo>
                  <a:pt x="114064" y="228772"/>
                  <a:pt x="105311" y="235775"/>
                  <a:pt x="93899" y="241713"/>
                </a:cubicBezTo>
                <a:cubicBezTo>
                  <a:pt x="82487" y="247651"/>
                  <a:pt x="69912" y="250620"/>
                  <a:pt x="56173" y="250620"/>
                </a:cubicBezTo>
                <a:cubicBezTo>
                  <a:pt x="39665" y="250620"/>
                  <a:pt x="26175" y="245591"/>
                  <a:pt x="15705" y="235532"/>
                </a:cubicBezTo>
                <a:cubicBezTo>
                  <a:pt x="5235" y="225474"/>
                  <a:pt x="0" y="212889"/>
                  <a:pt x="0" y="197775"/>
                </a:cubicBezTo>
                <a:cubicBezTo>
                  <a:pt x="0" y="181215"/>
                  <a:pt x="5152" y="168378"/>
                  <a:pt x="15456" y="159265"/>
                </a:cubicBezTo>
                <a:cubicBezTo>
                  <a:pt x="25760" y="150152"/>
                  <a:pt x="39277" y="144540"/>
                  <a:pt x="56007" y="142428"/>
                </a:cubicBezTo>
                <a:lnTo>
                  <a:pt x="103705" y="136445"/>
                </a:lnTo>
                <a:moveTo>
                  <a:pt x="78942" y="61824"/>
                </a:moveTo>
                <a:lnTo>
                  <a:pt x="78942" y="61824"/>
                </a:lnTo>
                <a:close/>
                <a:moveTo>
                  <a:pt x="198383" y="0"/>
                </a:moveTo>
                <a:lnTo>
                  <a:pt x="228298" y="0"/>
                </a:lnTo>
                <a:lnTo>
                  <a:pt x="228298" y="244304"/>
                </a:lnTo>
                <a:lnTo>
                  <a:pt x="198383" y="244304"/>
                </a:lnTo>
                <a:lnTo>
                  <a:pt x="198383" y="0"/>
                </a:lnTo>
                <a:close/>
                <a:moveTo>
                  <a:pt x="272448" y="0"/>
                </a:moveTo>
                <a:lnTo>
                  <a:pt x="301200" y="0"/>
                </a:lnTo>
                <a:lnTo>
                  <a:pt x="301200" y="141851"/>
                </a:lnTo>
                <a:lnTo>
                  <a:pt x="377981" y="66145"/>
                </a:lnTo>
                <a:lnTo>
                  <a:pt x="416206" y="66145"/>
                </a:lnTo>
                <a:lnTo>
                  <a:pt x="348066" y="132389"/>
                </a:lnTo>
                <a:lnTo>
                  <a:pt x="420028" y="244304"/>
                </a:lnTo>
                <a:lnTo>
                  <a:pt x="381804" y="244304"/>
                </a:lnTo>
                <a:lnTo>
                  <a:pt x="326295" y="153646"/>
                </a:lnTo>
                <a:lnTo>
                  <a:pt x="301200" y="177432"/>
                </a:lnTo>
                <a:lnTo>
                  <a:pt x="301200" y="244304"/>
                </a:lnTo>
                <a:lnTo>
                  <a:pt x="272448" y="244304"/>
                </a:lnTo>
                <a:lnTo>
                  <a:pt x="272448" y="0"/>
                </a:lnTo>
                <a:close/>
                <a:moveTo>
                  <a:pt x="517418" y="62156"/>
                </a:moveTo>
                <a:cubicBezTo>
                  <a:pt x="530048" y="62156"/>
                  <a:pt x="542291" y="65120"/>
                  <a:pt x="554146" y="71048"/>
                </a:cubicBezTo>
                <a:cubicBezTo>
                  <a:pt x="566001" y="76975"/>
                  <a:pt x="575031" y="84646"/>
                  <a:pt x="581236" y="94060"/>
                </a:cubicBezTo>
                <a:cubicBezTo>
                  <a:pt x="587219" y="103035"/>
                  <a:pt x="591207" y="113503"/>
                  <a:pt x="593202" y="125466"/>
                </a:cubicBezTo>
                <a:cubicBezTo>
                  <a:pt x="594974" y="133665"/>
                  <a:pt x="595861" y="146797"/>
                  <a:pt x="595861" y="164864"/>
                </a:cubicBezTo>
                <a:lnTo>
                  <a:pt x="465399" y="164864"/>
                </a:lnTo>
                <a:cubicBezTo>
                  <a:pt x="465953" y="182924"/>
                  <a:pt x="470219" y="197410"/>
                  <a:pt x="478196" y="208324"/>
                </a:cubicBezTo>
                <a:cubicBezTo>
                  <a:pt x="486173" y="219237"/>
                  <a:pt x="498527" y="224694"/>
                  <a:pt x="515257" y="224694"/>
                </a:cubicBezTo>
                <a:cubicBezTo>
                  <a:pt x="530879" y="224694"/>
                  <a:pt x="543344" y="219588"/>
                  <a:pt x="552651" y="209378"/>
                </a:cubicBezTo>
                <a:cubicBezTo>
                  <a:pt x="557969" y="203450"/>
                  <a:pt x="561736" y="196590"/>
                  <a:pt x="563952" y="188796"/>
                </a:cubicBezTo>
                <a:lnTo>
                  <a:pt x="593368" y="188796"/>
                </a:lnTo>
                <a:cubicBezTo>
                  <a:pt x="592592" y="195298"/>
                  <a:pt x="590016" y="202545"/>
                  <a:pt x="585640" y="210536"/>
                </a:cubicBezTo>
                <a:cubicBezTo>
                  <a:pt x="581264" y="218524"/>
                  <a:pt x="576361" y="225052"/>
                  <a:pt x="570932" y="230121"/>
                </a:cubicBezTo>
                <a:cubicBezTo>
                  <a:pt x="561847" y="238939"/>
                  <a:pt x="550601" y="244891"/>
                  <a:pt x="537195" y="247976"/>
                </a:cubicBezTo>
                <a:cubicBezTo>
                  <a:pt x="529993" y="249739"/>
                  <a:pt x="521849" y="250620"/>
                  <a:pt x="512764" y="250620"/>
                </a:cubicBezTo>
                <a:cubicBezTo>
                  <a:pt x="490605" y="250620"/>
                  <a:pt x="471825" y="242552"/>
                  <a:pt x="456425" y="226418"/>
                </a:cubicBezTo>
                <a:cubicBezTo>
                  <a:pt x="441024" y="210283"/>
                  <a:pt x="433324" y="187688"/>
                  <a:pt x="433324" y="158632"/>
                </a:cubicBezTo>
                <a:cubicBezTo>
                  <a:pt x="433324" y="130022"/>
                  <a:pt x="441079" y="106791"/>
                  <a:pt x="456591" y="88939"/>
                </a:cubicBezTo>
                <a:cubicBezTo>
                  <a:pt x="472102" y="71084"/>
                  <a:pt x="492378" y="62156"/>
                  <a:pt x="517418" y="62156"/>
                </a:cubicBezTo>
                <a:moveTo>
                  <a:pt x="565115" y="140932"/>
                </a:moveTo>
                <a:cubicBezTo>
                  <a:pt x="563896" y="127927"/>
                  <a:pt x="561071" y="117535"/>
                  <a:pt x="556639" y="109755"/>
                </a:cubicBezTo>
                <a:cubicBezTo>
                  <a:pt x="548440" y="95307"/>
                  <a:pt x="534757" y="88083"/>
                  <a:pt x="515589" y="88083"/>
                </a:cubicBezTo>
                <a:cubicBezTo>
                  <a:pt x="501851" y="88083"/>
                  <a:pt x="490328" y="93056"/>
                  <a:pt x="481021" y="103004"/>
                </a:cubicBezTo>
                <a:cubicBezTo>
                  <a:pt x="471714" y="112951"/>
                  <a:pt x="466784" y="125594"/>
                  <a:pt x="466230" y="140932"/>
                </a:cubicBezTo>
                <a:lnTo>
                  <a:pt x="565115" y="140932"/>
                </a:lnTo>
                <a:moveTo>
                  <a:pt x="514592" y="61824"/>
                </a:moveTo>
                <a:lnTo>
                  <a:pt x="514592" y="61824"/>
                </a:lnTo>
                <a:close/>
                <a:moveTo>
                  <a:pt x="633368" y="66145"/>
                </a:moveTo>
                <a:lnTo>
                  <a:pt x="661788" y="66145"/>
                </a:lnTo>
                <a:lnTo>
                  <a:pt x="661788" y="97057"/>
                </a:lnTo>
                <a:cubicBezTo>
                  <a:pt x="664114" y="91046"/>
                  <a:pt x="669820" y="83727"/>
                  <a:pt x="678905" y="75099"/>
                </a:cubicBezTo>
                <a:cubicBezTo>
                  <a:pt x="687991" y="66470"/>
                  <a:pt x="698461" y="62156"/>
                  <a:pt x="710316" y="62156"/>
                </a:cubicBezTo>
                <a:cubicBezTo>
                  <a:pt x="710870" y="62156"/>
                  <a:pt x="711812" y="62224"/>
                  <a:pt x="713141" y="62359"/>
                </a:cubicBezTo>
                <a:cubicBezTo>
                  <a:pt x="714471" y="62490"/>
                  <a:pt x="716742" y="62755"/>
                  <a:pt x="719955" y="63154"/>
                </a:cubicBezTo>
                <a:lnTo>
                  <a:pt x="719955" y="94730"/>
                </a:lnTo>
                <a:cubicBezTo>
                  <a:pt x="718182" y="94332"/>
                  <a:pt x="716548" y="94067"/>
                  <a:pt x="715053" y="93936"/>
                </a:cubicBezTo>
                <a:cubicBezTo>
                  <a:pt x="713557" y="93801"/>
                  <a:pt x="711923" y="93733"/>
                  <a:pt x="710150" y="93733"/>
                </a:cubicBezTo>
                <a:cubicBezTo>
                  <a:pt x="695082" y="93733"/>
                  <a:pt x="683503" y="98608"/>
                  <a:pt x="675415" y="108358"/>
                </a:cubicBezTo>
                <a:cubicBezTo>
                  <a:pt x="667327" y="118108"/>
                  <a:pt x="663283" y="129299"/>
                  <a:pt x="663283" y="141929"/>
                </a:cubicBezTo>
                <a:lnTo>
                  <a:pt x="663283" y="244304"/>
                </a:lnTo>
                <a:lnTo>
                  <a:pt x="633368" y="244304"/>
                </a:lnTo>
                <a:lnTo>
                  <a:pt x="633368" y="661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Text Thinker-Talker">
            <a:extLst xmlns:a="http://schemas.openxmlformats.org/drawingml/2006/main">
              <a:ext uri="{FF2B5EF4-FFF2-40B4-BE49-F238E27FC236}">
                <a16:creationId xmlns:a16="http://schemas.microsoft.com/office/drawing/2014/main" id="{FFB71267-6F6A-4EC2-A5A7-195768F4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899" y="206143"/>
            <a:ext cx="2267058" cy="267756"/>
          </a:xfrm>
          <a:custGeom xmlns:a="http://schemas.openxmlformats.org/drawingml/2006/main">
            <a:pathLst>
              <a:path w="2267058" h="267756">
                <a:moveTo>
                  <a:pt x="207373" y="12188"/>
                </a:moveTo>
                <a:lnTo>
                  <a:pt x="210142" y="71094"/>
                </a:lnTo>
                <a:lnTo>
                  <a:pt x="203125" y="71094"/>
                </a:lnTo>
                <a:cubicBezTo>
                  <a:pt x="201771" y="60753"/>
                  <a:pt x="199925" y="53367"/>
                  <a:pt x="197586" y="48935"/>
                </a:cubicBezTo>
                <a:cubicBezTo>
                  <a:pt x="193769" y="41795"/>
                  <a:pt x="188691" y="36532"/>
                  <a:pt x="182351" y="33146"/>
                </a:cubicBezTo>
                <a:cubicBezTo>
                  <a:pt x="176011" y="29761"/>
                  <a:pt x="167671" y="28068"/>
                  <a:pt x="157330" y="28068"/>
                </a:cubicBezTo>
                <a:lnTo>
                  <a:pt x="122060" y="28068"/>
                </a:lnTo>
                <a:lnTo>
                  <a:pt x="122060" y="219006"/>
                </a:lnTo>
                <a:cubicBezTo>
                  <a:pt x="122060" y="234394"/>
                  <a:pt x="123722" y="243997"/>
                  <a:pt x="127046" y="247813"/>
                </a:cubicBezTo>
                <a:cubicBezTo>
                  <a:pt x="131724" y="252983"/>
                  <a:pt x="138925" y="255569"/>
                  <a:pt x="148651" y="255569"/>
                </a:cubicBezTo>
                <a:lnTo>
                  <a:pt x="157330" y="255569"/>
                </a:lnTo>
                <a:lnTo>
                  <a:pt x="157330" y="262586"/>
                </a:lnTo>
                <a:lnTo>
                  <a:pt x="51151" y="262586"/>
                </a:lnTo>
                <a:lnTo>
                  <a:pt x="51151" y="255569"/>
                </a:lnTo>
                <a:lnTo>
                  <a:pt x="60014" y="255569"/>
                </a:lnTo>
                <a:cubicBezTo>
                  <a:pt x="70601" y="255569"/>
                  <a:pt x="78111" y="252368"/>
                  <a:pt x="82543" y="245966"/>
                </a:cubicBezTo>
                <a:cubicBezTo>
                  <a:pt x="85251" y="242027"/>
                  <a:pt x="86605" y="233040"/>
                  <a:pt x="86605" y="219006"/>
                </a:cubicBezTo>
                <a:lnTo>
                  <a:pt x="86605" y="28068"/>
                </a:lnTo>
                <a:lnTo>
                  <a:pt x="56506" y="28068"/>
                </a:lnTo>
                <a:cubicBezTo>
                  <a:pt x="44811" y="28068"/>
                  <a:pt x="36501" y="28930"/>
                  <a:pt x="31577" y="30653"/>
                </a:cubicBezTo>
                <a:cubicBezTo>
                  <a:pt x="25175" y="32992"/>
                  <a:pt x="19697" y="37486"/>
                  <a:pt x="15142" y="44134"/>
                </a:cubicBezTo>
                <a:cubicBezTo>
                  <a:pt x="10587" y="50781"/>
                  <a:pt x="7879" y="59768"/>
                  <a:pt x="7017" y="71094"/>
                </a:cubicBezTo>
                <a:lnTo>
                  <a:pt x="0" y="71094"/>
                </a:lnTo>
                <a:lnTo>
                  <a:pt x="2955" y="12188"/>
                </a:lnTo>
                <a:lnTo>
                  <a:pt x="207373" y="12188"/>
                </a:lnTo>
                <a:close/>
                <a:moveTo>
                  <a:pt x="281112" y="0"/>
                </a:moveTo>
                <a:lnTo>
                  <a:pt x="281112" y="124062"/>
                </a:lnTo>
                <a:cubicBezTo>
                  <a:pt x="294777" y="108978"/>
                  <a:pt x="305610" y="99303"/>
                  <a:pt x="313612" y="95036"/>
                </a:cubicBezTo>
                <a:cubicBezTo>
                  <a:pt x="321614" y="90770"/>
                  <a:pt x="329616" y="88637"/>
                  <a:pt x="337618" y="88637"/>
                </a:cubicBezTo>
                <a:cubicBezTo>
                  <a:pt x="347220" y="88637"/>
                  <a:pt x="355469" y="91278"/>
                  <a:pt x="362362" y="96560"/>
                </a:cubicBezTo>
                <a:cubicBezTo>
                  <a:pt x="369256" y="101838"/>
                  <a:pt x="374365" y="110124"/>
                  <a:pt x="377689" y="121419"/>
                </a:cubicBezTo>
                <a:cubicBezTo>
                  <a:pt x="380028" y="129275"/>
                  <a:pt x="381198" y="143638"/>
                  <a:pt x="381198" y="164508"/>
                </a:cubicBezTo>
                <a:lnTo>
                  <a:pt x="381198" y="224177"/>
                </a:lnTo>
                <a:cubicBezTo>
                  <a:pt x="381198" y="234948"/>
                  <a:pt x="382059" y="242315"/>
                  <a:pt x="383783" y="246278"/>
                </a:cubicBezTo>
                <a:cubicBezTo>
                  <a:pt x="385014" y="249252"/>
                  <a:pt x="387107" y="251606"/>
                  <a:pt x="390061" y="253341"/>
                </a:cubicBezTo>
                <a:cubicBezTo>
                  <a:pt x="393016" y="255072"/>
                  <a:pt x="398433" y="255938"/>
                  <a:pt x="406311" y="255938"/>
                </a:cubicBezTo>
                <a:lnTo>
                  <a:pt x="406311" y="262586"/>
                </a:lnTo>
                <a:lnTo>
                  <a:pt x="323215" y="262586"/>
                </a:lnTo>
                <a:lnTo>
                  <a:pt x="323215" y="255938"/>
                </a:lnTo>
                <a:lnTo>
                  <a:pt x="327093" y="255938"/>
                </a:lnTo>
                <a:cubicBezTo>
                  <a:pt x="334971" y="255938"/>
                  <a:pt x="340450" y="254732"/>
                  <a:pt x="343527" y="252320"/>
                </a:cubicBezTo>
                <a:cubicBezTo>
                  <a:pt x="346605" y="249904"/>
                  <a:pt x="348759" y="246343"/>
                  <a:pt x="349990" y="241638"/>
                </a:cubicBezTo>
                <a:cubicBezTo>
                  <a:pt x="350360" y="239657"/>
                  <a:pt x="350544" y="233837"/>
                  <a:pt x="350544" y="224177"/>
                </a:cubicBezTo>
                <a:lnTo>
                  <a:pt x="350544" y="164641"/>
                </a:lnTo>
                <a:cubicBezTo>
                  <a:pt x="350544" y="146264"/>
                  <a:pt x="349590" y="134197"/>
                  <a:pt x="347682" y="128442"/>
                </a:cubicBezTo>
                <a:cubicBezTo>
                  <a:pt x="345774" y="122683"/>
                  <a:pt x="342727" y="118365"/>
                  <a:pt x="338541" y="115487"/>
                </a:cubicBezTo>
                <a:cubicBezTo>
                  <a:pt x="334356" y="112606"/>
                  <a:pt x="329308" y="111165"/>
                  <a:pt x="323399" y="111165"/>
                </a:cubicBezTo>
                <a:cubicBezTo>
                  <a:pt x="317367" y="111165"/>
                  <a:pt x="311089" y="112761"/>
                  <a:pt x="304564" y="115955"/>
                </a:cubicBezTo>
                <a:cubicBezTo>
                  <a:pt x="298039" y="119148"/>
                  <a:pt x="290222" y="125595"/>
                  <a:pt x="281112" y="135298"/>
                </a:cubicBezTo>
                <a:lnTo>
                  <a:pt x="281112" y="224177"/>
                </a:lnTo>
                <a:cubicBezTo>
                  <a:pt x="281112" y="235818"/>
                  <a:pt x="281759" y="243062"/>
                  <a:pt x="283051" y="245909"/>
                </a:cubicBezTo>
                <a:cubicBezTo>
                  <a:pt x="284344" y="248755"/>
                  <a:pt x="286744" y="251139"/>
                  <a:pt x="290253" y="253058"/>
                </a:cubicBezTo>
                <a:cubicBezTo>
                  <a:pt x="293761" y="254978"/>
                  <a:pt x="299824" y="255938"/>
                  <a:pt x="308442" y="255938"/>
                </a:cubicBezTo>
                <a:lnTo>
                  <a:pt x="308442" y="262586"/>
                </a:lnTo>
                <a:lnTo>
                  <a:pt x="224607" y="262586"/>
                </a:lnTo>
                <a:lnTo>
                  <a:pt x="224607" y="255938"/>
                </a:lnTo>
                <a:cubicBezTo>
                  <a:pt x="232116" y="255938"/>
                  <a:pt x="238025" y="254761"/>
                  <a:pt x="242334" y="252406"/>
                </a:cubicBezTo>
                <a:cubicBezTo>
                  <a:pt x="244796" y="251171"/>
                  <a:pt x="246766" y="248821"/>
                  <a:pt x="248243" y="245355"/>
                </a:cubicBezTo>
                <a:cubicBezTo>
                  <a:pt x="249720" y="241885"/>
                  <a:pt x="250459" y="234825"/>
                  <a:pt x="250459" y="224177"/>
                </a:cubicBezTo>
                <a:lnTo>
                  <a:pt x="250459" y="71279"/>
                </a:lnTo>
                <a:cubicBezTo>
                  <a:pt x="250459" y="52032"/>
                  <a:pt x="249997" y="40202"/>
                  <a:pt x="249074" y="35789"/>
                </a:cubicBezTo>
                <a:cubicBezTo>
                  <a:pt x="248151" y="31377"/>
                  <a:pt x="246735" y="28372"/>
                  <a:pt x="244827" y="26776"/>
                </a:cubicBezTo>
                <a:cubicBezTo>
                  <a:pt x="242919" y="25175"/>
                  <a:pt x="240364" y="24375"/>
                  <a:pt x="237163" y="24375"/>
                </a:cubicBezTo>
                <a:cubicBezTo>
                  <a:pt x="234578" y="24375"/>
                  <a:pt x="230393" y="25360"/>
                  <a:pt x="224607" y="27330"/>
                </a:cubicBezTo>
                <a:lnTo>
                  <a:pt x="222021" y="20682"/>
                </a:lnTo>
                <a:lnTo>
                  <a:pt x="272618" y="0"/>
                </a:lnTo>
                <a:lnTo>
                  <a:pt x="281112" y="0"/>
                </a:lnTo>
                <a:close/>
                <a:moveTo>
                  <a:pt x="463555" y="0"/>
                </a:moveTo>
                <a:cubicBezTo>
                  <a:pt x="468726" y="0"/>
                  <a:pt x="473127" y="1825"/>
                  <a:pt x="476759" y="5476"/>
                </a:cubicBezTo>
                <a:cubicBezTo>
                  <a:pt x="480390" y="9123"/>
                  <a:pt x="482206" y="13546"/>
                  <a:pt x="482206" y="18743"/>
                </a:cubicBezTo>
                <a:cubicBezTo>
                  <a:pt x="482206" y="23940"/>
                  <a:pt x="480390" y="28395"/>
                  <a:pt x="476759" y="32108"/>
                </a:cubicBezTo>
                <a:cubicBezTo>
                  <a:pt x="473127" y="35816"/>
                  <a:pt x="468726" y="37671"/>
                  <a:pt x="463555" y="37671"/>
                </a:cubicBezTo>
                <a:cubicBezTo>
                  <a:pt x="458385" y="37671"/>
                  <a:pt x="453953" y="35816"/>
                  <a:pt x="450260" y="32108"/>
                </a:cubicBezTo>
                <a:cubicBezTo>
                  <a:pt x="446567" y="28395"/>
                  <a:pt x="444720" y="23940"/>
                  <a:pt x="444720" y="18743"/>
                </a:cubicBezTo>
                <a:cubicBezTo>
                  <a:pt x="444720" y="13546"/>
                  <a:pt x="446536" y="9123"/>
                  <a:pt x="450168" y="5476"/>
                </a:cubicBezTo>
                <a:cubicBezTo>
                  <a:pt x="453799" y="1825"/>
                  <a:pt x="458262" y="0"/>
                  <a:pt x="463555" y="0"/>
                </a:cubicBezTo>
                <a:moveTo>
                  <a:pt x="478882" y="88637"/>
                </a:moveTo>
                <a:lnTo>
                  <a:pt x="478882" y="224177"/>
                </a:lnTo>
                <a:cubicBezTo>
                  <a:pt x="478882" y="234825"/>
                  <a:pt x="479652" y="241915"/>
                  <a:pt x="481190" y="245447"/>
                </a:cubicBezTo>
                <a:cubicBezTo>
                  <a:pt x="482729" y="248975"/>
                  <a:pt x="485007" y="251606"/>
                  <a:pt x="488023" y="253341"/>
                </a:cubicBezTo>
                <a:cubicBezTo>
                  <a:pt x="491039" y="255072"/>
                  <a:pt x="496548" y="255938"/>
                  <a:pt x="504550" y="255938"/>
                </a:cubicBezTo>
                <a:lnTo>
                  <a:pt x="504550" y="262586"/>
                </a:lnTo>
                <a:lnTo>
                  <a:pt x="422376" y="262586"/>
                </a:lnTo>
                <a:lnTo>
                  <a:pt x="422376" y="255938"/>
                </a:lnTo>
                <a:cubicBezTo>
                  <a:pt x="430625" y="255938"/>
                  <a:pt x="436164" y="255134"/>
                  <a:pt x="438996" y="253526"/>
                </a:cubicBezTo>
                <a:cubicBezTo>
                  <a:pt x="441827" y="251914"/>
                  <a:pt x="444074" y="249252"/>
                  <a:pt x="445736" y="245539"/>
                </a:cubicBezTo>
                <a:cubicBezTo>
                  <a:pt x="447398" y="241823"/>
                  <a:pt x="448229" y="234702"/>
                  <a:pt x="448229" y="224177"/>
                </a:cubicBezTo>
                <a:lnTo>
                  <a:pt x="448229" y="159546"/>
                </a:lnTo>
                <a:cubicBezTo>
                  <a:pt x="448229" y="141126"/>
                  <a:pt x="447675" y="129196"/>
                  <a:pt x="446567" y="123756"/>
                </a:cubicBezTo>
                <a:cubicBezTo>
                  <a:pt x="445705" y="119798"/>
                  <a:pt x="444351" y="117049"/>
                  <a:pt x="442504" y="115510"/>
                </a:cubicBezTo>
                <a:cubicBezTo>
                  <a:pt x="440658" y="113968"/>
                  <a:pt x="438134" y="113196"/>
                  <a:pt x="434933" y="113196"/>
                </a:cubicBezTo>
                <a:cubicBezTo>
                  <a:pt x="431486" y="113196"/>
                  <a:pt x="427301" y="114120"/>
                  <a:pt x="422376" y="115966"/>
                </a:cubicBezTo>
                <a:lnTo>
                  <a:pt x="419791" y="109318"/>
                </a:lnTo>
                <a:lnTo>
                  <a:pt x="470757" y="88637"/>
                </a:lnTo>
                <a:lnTo>
                  <a:pt x="478882" y="88637"/>
                </a:lnTo>
                <a:close/>
                <a:moveTo>
                  <a:pt x="574969" y="124276"/>
                </a:moveTo>
                <a:cubicBezTo>
                  <a:pt x="594789" y="100516"/>
                  <a:pt x="613686" y="88637"/>
                  <a:pt x="631659" y="88637"/>
                </a:cubicBezTo>
                <a:cubicBezTo>
                  <a:pt x="640892" y="88637"/>
                  <a:pt x="648833" y="90939"/>
                  <a:pt x="655480" y="95544"/>
                </a:cubicBezTo>
                <a:cubicBezTo>
                  <a:pt x="662128" y="100145"/>
                  <a:pt x="667422" y="107726"/>
                  <a:pt x="671361" y="118286"/>
                </a:cubicBezTo>
                <a:cubicBezTo>
                  <a:pt x="674069" y="125653"/>
                  <a:pt x="675424" y="136948"/>
                  <a:pt x="675424" y="152171"/>
                </a:cubicBezTo>
                <a:lnTo>
                  <a:pt x="675424" y="224177"/>
                </a:lnTo>
                <a:cubicBezTo>
                  <a:pt x="675424" y="234948"/>
                  <a:pt x="676285" y="242254"/>
                  <a:pt x="678009" y="246093"/>
                </a:cubicBezTo>
                <a:cubicBezTo>
                  <a:pt x="679363" y="249190"/>
                  <a:pt x="681548" y="251606"/>
                  <a:pt x="684564" y="253341"/>
                </a:cubicBezTo>
                <a:cubicBezTo>
                  <a:pt x="687580" y="255072"/>
                  <a:pt x="693151" y="255938"/>
                  <a:pt x="701276" y="255938"/>
                </a:cubicBezTo>
                <a:lnTo>
                  <a:pt x="701276" y="262586"/>
                </a:lnTo>
                <a:lnTo>
                  <a:pt x="617625" y="262586"/>
                </a:lnTo>
                <a:lnTo>
                  <a:pt x="617625" y="255938"/>
                </a:lnTo>
                <a:lnTo>
                  <a:pt x="621134" y="255938"/>
                </a:lnTo>
                <a:cubicBezTo>
                  <a:pt x="629012" y="255938"/>
                  <a:pt x="634521" y="254732"/>
                  <a:pt x="637661" y="252320"/>
                </a:cubicBezTo>
                <a:cubicBezTo>
                  <a:pt x="640800" y="249904"/>
                  <a:pt x="642985" y="246343"/>
                  <a:pt x="644216" y="241638"/>
                </a:cubicBezTo>
                <a:cubicBezTo>
                  <a:pt x="644709" y="239780"/>
                  <a:pt x="644955" y="233960"/>
                  <a:pt x="644955" y="224177"/>
                </a:cubicBezTo>
                <a:lnTo>
                  <a:pt x="644955" y="155045"/>
                </a:lnTo>
                <a:cubicBezTo>
                  <a:pt x="644955" y="139679"/>
                  <a:pt x="642954" y="128525"/>
                  <a:pt x="638953" y="121581"/>
                </a:cubicBezTo>
                <a:cubicBezTo>
                  <a:pt x="634952" y="114637"/>
                  <a:pt x="628212" y="111165"/>
                  <a:pt x="618733" y="111165"/>
                </a:cubicBezTo>
                <a:cubicBezTo>
                  <a:pt x="604083" y="111165"/>
                  <a:pt x="589495" y="119167"/>
                  <a:pt x="574969" y="135171"/>
                </a:cubicBezTo>
                <a:lnTo>
                  <a:pt x="574969" y="224177"/>
                </a:lnTo>
                <a:cubicBezTo>
                  <a:pt x="574969" y="235691"/>
                  <a:pt x="575646" y="242812"/>
                  <a:pt x="577000" y="245539"/>
                </a:cubicBezTo>
                <a:cubicBezTo>
                  <a:pt x="578724" y="249129"/>
                  <a:pt x="581093" y="251760"/>
                  <a:pt x="584109" y="253433"/>
                </a:cubicBezTo>
                <a:cubicBezTo>
                  <a:pt x="587126" y="255103"/>
                  <a:pt x="593250" y="255938"/>
                  <a:pt x="602483" y="255938"/>
                </a:cubicBezTo>
                <a:lnTo>
                  <a:pt x="602483" y="262586"/>
                </a:lnTo>
                <a:lnTo>
                  <a:pt x="518832" y="262586"/>
                </a:lnTo>
                <a:lnTo>
                  <a:pt x="518832" y="255938"/>
                </a:lnTo>
                <a:lnTo>
                  <a:pt x="522526" y="255938"/>
                </a:lnTo>
                <a:cubicBezTo>
                  <a:pt x="531143" y="255938"/>
                  <a:pt x="536960" y="253741"/>
                  <a:pt x="539976" y="249348"/>
                </a:cubicBezTo>
                <a:cubicBezTo>
                  <a:pt x="542992" y="244951"/>
                  <a:pt x="544500" y="236560"/>
                  <a:pt x="544500" y="224177"/>
                </a:cubicBezTo>
                <a:lnTo>
                  <a:pt x="544500" y="161762"/>
                </a:lnTo>
                <a:cubicBezTo>
                  <a:pt x="544500" y="141449"/>
                  <a:pt x="544038" y="129077"/>
                  <a:pt x="543115" y="124645"/>
                </a:cubicBezTo>
                <a:cubicBezTo>
                  <a:pt x="542192" y="120213"/>
                  <a:pt x="540776" y="117197"/>
                  <a:pt x="538868" y="115597"/>
                </a:cubicBezTo>
                <a:cubicBezTo>
                  <a:pt x="536960" y="113996"/>
                  <a:pt x="534405" y="113196"/>
                  <a:pt x="531205" y="113196"/>
                </a:cubicBezTo>
                <a:cubicBezTo>
                  <a:pt x="527758" y="113196"/>
                  <a:pt x="523633" y="114120"/>
                  <a:pt x="518832" y="115966"/>
                </a:cubicBezTo>
                <a:lnTo>
                  <a:pt x="516062" y="109318"/>
                </a:lnTo>
                <a:lnTo>
                  <a:pt x="567028" y="88637"/>
                </a:lnTo>
                <a:lnTo>
                  <a:pt x="574969" y="88637"/>
                </a:lnTo>
                <a:lnTo>
                  <a:pt x="574969" y="124276"/>
                </a:lnTo>
                <a:close/>
                <a:moveTo>
                  <a:pt x="764799" y="0"/>
                </a:moveTo>
                <a:lnTo>
                  <a:pt x="764799" y="168242"/>
                </a:lnTo>
                <a:lnTo>
                  <a:pt x="807824" y="128979"/>
                </a:lnTo>
                <a:cubicBezTo>
                  <a:pt x="816934" y="120635"/>
                  <a:pt x="822228" y="115358"/>
                  <a:pt x="823705" y="113150"/>
                </a:cubicBezTo>
                <a:cubicBezTo>
                  <a:pt x="824690" y="111677"/>
                  <a:pt x="825182" y="110205"/>
                  <a:pt x="825182" y="108736"/>
                </a:cubicBezTo>
                <a:cubicBezTo>
                  <a:pt x="825182" y="106281"/>
                  <a:pt x="824167" y="104165"/>
                  <a:pt x="822136" y="102388"/>
                </a:cubicBezTo>
                <a:cubicBezTo>
                  <a:pt x="820104" y="100607"/>
                  <a:pt x="816750" y="99593"/>
                  <a:pt x="812072" y="99347"/>
                </a:cubicBezTo>
                <a:lnTo>
                  <a:pt x="812072" y="93438"/>
                </a:lnTo>
                <a:lnTo>
                  <a:pt x="885566" y="93438"/>
                </a:lnTo>
                <a:lnTo>
                  <a:pt x="885566" y="99347"/>
                </a:lnTo>
                <a:cubicBezTo>
                  <a:pt x="875471" y="99593"/>
                  <a:pt x="867069" y="101122"/>
                  <a:pt x="860360" y="103934"/>
                </a:cubicBezTo>
                <a:cubicBezTo>
                  <a:pt x="853651" y="106743"/>
                  <a:pt x="846295" y="111754"/>
                  <a:pt x="838293" y="118967"/>
                </a:cubicBezTo>
                <a:lnTo>
                  <a:pt x="794898" y="159021"/>
                </a:lnTo>
                <a:lnTo>
                  <a:pt x="838293" y="213945"/>
                </a:lnTo>
                <a:cubicBezTo>
                  <a:pt x="850358" y="229149"/>
                  <a:pt x="858483" y="238761"/>
                  <a:pt x="862668" y="242781"/>
                </a:cubicBezTo>
                <a:cubicBezTo>
                  <a:pt x="868577" y="248586"/>
                  <a:pt x="873748" y="252354"/>
                  <a:pt x="878180" y="254086"/>
                </a:cubicBezTo>
                <a:cubicBezTo>
                  <a:pt x="881257" y="255320"/>
                  <a:pt x="886612" y="255938"/>
                  <a:pt x="894245" y="255938"/>
                </a:cubicBezTo>
                <a:lnTo>
                  <a:pt x="894245" y="262586"/>
                </a:lnTo>
                <a:lnTo>
                  <a:pt x="812072" y="262586"/>
                </a:lnTo>
                <a:lnTo>
                  <a:pt x="812072" y="255938"/>
                </a:lnTo>
                <a:cubicBezTo>
                  <a:pt x="816750" y="255815"/>
                  <a:pt x="819920" y="255105"/>
                  <a:pt x="821582" y="253809"/>
                </a:cubicBezTo>
                <a:cubicBezTo>
                  <a:pt x="823244" y="252512"/>
                  <a:pt x="824075" y="250692"/>
                  <a:pt x="824075" y="248350"/>
                </a:cubicBezTo>
                <a:cubicBezTo>
                  <a:pt x="824075" y="245510"/>
                  <a:pt x="821612" y="240944"/>
                  <a:pt x="816688" y="234650"/>
                </a:cubicBezTo>
                <a:lnTo>
                  <a:pt x="764799" y="168242"/>
                </a:lnTo>
                <a:lnTo>
                  <a:pt x="764799" y="224177"/>
                </a:lnTo>
                <a:cubicBezTo>
                  <a:pt x="764799" y="235264"/>
                  <a:pt x="765568" y="242552"/>
                  <a:pt x="767107" y="246041"/>
                </a:cubicBezTo>
                <a:cubicBezTo>
                  <a:pt x="768646" y="249527"/>
                  <a:pt x="770831" y="252018"/>
                  <a:pt x="773662" y="253514"/>
                </a:cubicBezTo>
                <a:cubicBezTo>
                  <a:pt x="776494" y="255007"/>
                  <a:pt x="782649" y="255815"/>
                  <a:pt x="792128" y="255938"/>
                </a:cubicBezTo>
                <a:lnTo>
                  <a:pt x="792128" y="262586"/>
                </a:lnTo>
                <a:lnTo>
                  <a:pt x="706077" y="262586"/>
                </a:lnTo>
                <a:lnTo>
                  <a:pt x="706077" y="255938"/>
                </a:lnTo>
                <a:cubicBezTo>
                  <a:pt x="714695" y="255938"/>
                  <a:pt x="721158" y="254886"/>
                  <a:pt x="725466" y="252781"/>
                </a:cubicBezTo>
                <a:cubicBezTo>
                  <a:pt x="728052" y="251420"/>
                  <a:pt x="730021" y="249313"/>
                  <a:pt x="731375" y="246463"/>
                </a:cubicBezTo>
                <a:cubicBezTo>
                  <a:pt x="733222" y="242377"/>
                  <a:pt x="734145" y="235318"/>
                  <a:pt x="734145" y="225284"/>
                </a:cubicBezTo>
                <a:lnTo>
                  <a:pt x="734145" y="71279"/>
                </a:lnTo>
                <a:cubicBezTo>
                  <a:pt x="734145" y="51866"/>
                  <a:pt x="733715" y="39994"/>
                  <a:pt x="732853" y="35662"/>
                </a:cubicBezTo>
                <a:cubicBezTo>
                  <a:pt x="731991" y="31327"/>
                  <a:pt x="730575" y="28332"/>
                  <a:pt x="728606" y="26678"/>
                </a:cubicBezTo>
                <a:cubicBezTo>
                  <a:pt x="726636" y="25019"/>
                  <a:pt x="724051" y="24190"/>
                  <a:pt x="720850" y="24190"/>
                </a:cubicBezTo>
                <a:cubicBezTo>
                  <a:pt x="718265" y="24190"/>
                  <a:pt x="714387" y="25237"/>
                  <a:pt x="709216" y="27330"/>
                </a:cubicBezTo>
                <a:lnTo>
                  <a:pt x="706077" y="20682"/>
                </a:lnTo>
                <a:lnTo>
                  <a:pt x="756305" y="0"/>
                </a:lnTo>
                <a:lnTo>
                  <a:pt x="764799" y="0"/>
                </a:lnTo>
                <a:close/>
                <a:moveTo>
                  <a:pt x="932285" y="157330"/>
                </a:moveTo>
                <a:cubicBezTo>
                  <a:pt x="932161" y="182328"/>
                  <a:pt x="938255" y="201935"/>
                  <a:pt x="950566" y="216150"/>
                </a:cubicBezTo>
                <a:cubicBezTo>
                  <a:pt x="962876" y="230365"/>
                  <a:pt x="977341" y="237472"/>
                  <a:pt x="993961" y="237472"/>
                </a:cubicBezTo>
                <a:cubicBezTo>
                  <a:pt x="1005040" y="237472"/>
                  <a:pt x="1014673" y="234412"/>
                  <a:pt x="1022860" y="228291"/>
                </a:cubicBezTo>
                <a:cubicBezTo>
                  <a:pt x="1031047" y="222170"/>
                  <a:pt x="1037910" y="211689"/>
                  <a:pt x="1043449" y="196847"/>
                </a:cubicBezTo>
                <a:lnTo>
                  <a:pt x="1049174" y="200557"/>
                </a:lnTo>
                <a:cubicBezTo>
                  <a:pt x="1046589" y="217511"/>
                  <a:pt x="1039079" y="232950"/>
                  <a:pt x="1026645" y="246872"/>
                </a:cubicBezTo>
                <a:cubicBezTo>
                  <a:pt x="1014212" y="260795"/>
                  <a:pt x="998639" y="267756"/>
                  <a:pt x="979927" y="267756"/>
                </a:cubicBezTo>
                <a:cubicBezTo>
                  <a:pt x="959614" y="267756"/>
                  <a:pt x="942225" y="259864"/>
                  <a:pt x="927760" y="244079"/>
                </a:cubicBezTo>
                <a:cubicBezTo>
                  <a:pt x="913295" y="228291"/>
                  <a:pt x="906063" y="207067"/>
                  <a:pt x="906063" y="180406"/>
                </a:cubicBezTo>
                <a:cubicBezTo>
                  <a:pt x="906063" y="151538"/>
                  <a:pt x="913480" y="129027"/>
                  <a:pt x="928314" y="112873"/>
                </a:cubicBezTo>
                <a:cubicBezTo>
                  <a:pt x="943149" y="96715"/>
                  <a:pt x="961768" y="88637"/>
                  <a:pt x="984174" y="88637"/>
                </a:cubicBezTo>
                <a:cubicBezTo>
                  <a:pt x="1003132" y="88637"/>
                  <a:pt x="1018705" y="94869"/>
                  <a:pt x="1030893" y="107333"/>
                </a:cubicBezTo>
                <a:cubicBezTo>
                  <a:pt x="1043080" y="119794"/>
                  <a:pt x="1049174" y="136459"/>
                  <a:pt x="1049174" y="157330"/>
                </a:cubicBezTo>
                <a:lnTo>
                  <a:pt x="932285" y="157330"/>
                </a:lnTo>
                <a:moveTo>
                  <a:pt x="932285" y="146620"/>
                </a:moveTo>
                <a:lnTo>
                  <a:pt x="1010580" y="146620"/>
                </a:lnTo>
                <a:cubicBezTo>
                  <a:pt x="1009965" y="135875"/>
                  <a:pt x="1008672" y="128306"/>
                  <a:pt x="1006702" y="123912"/>
                </a:cubicBezTo>
                <a:cubicBezTo>
                  <a:pt x="1003625" y="117072"/>
                  <a:pt x="999039" y="111700"/>
                  <a:pt x="992945" y="107795"/>
                </a:cubicBezTo>
                <a:cubicBezTo>
                  <a:pt x="986851" y="103886"/>
                  <a:pt x="980481" y="101932"/>
                  <a:pt x="973833" y="101932"/>
                </a:cubicBezTo>
                <a:cubicBezTo>
                  <a:pt x="963615" y="101932"/>
                  <a:pt x="954474" y="105869"/>
                  <a:pt x="946411" y="113744"/>
                </a:cubicBezTo>
                <a:cubicBezTo>
                  <a:pt x="938348" y="121619"/>
                  <a:pt x="933639" y="132578"/>
                  <a:pt x="932285" y="146620"/>
                </a:cubicBezTo>
                <a:close/>
                <a:moveTo>
                  <a:pt x="1121249" y="88637"/>
                </a:moveTo>
                <a:lnTo>
                  <a:pt x="1121249" y="126676"/>
                </a:lnTo>
                <a:cubicBezTo>
                  <a:pt x="1135406" y="101316"/>
                  <a:pt x="1149933" y="88637"/>
                  <a:pt x="1164829" y="88637"/>
                </a:cubicBezTo>
                <a:cubicBezTo>
                  <a:pt x="1171600" y="88637"/>
                  <a:pt x="1177201" y="90699"/>
                  <a:pt x="1181633" y="94823"/>
                </a:cubicBezTo>
                <a:cubicBezTo>
                  <a:pt x="1186065" y="98947"/>
                  <a:pt x="1188281" y="103717"/>
                  <a:pt x="1188281" y="109134"/>
                </a:cubicBezTo>
                <a:cubicBezTo>
                  <a:pt x="1188281" y="113935"/>
                  <a:pt x="1186680" y="117997"/>
                  <a:pt x="1183479" y="121321"/>
                </a:cubicBezTo>
                <a:cubicBezTo>
                  <a:pt x="1180279" y="124645"/>
                  <a:pt x="1176462" y="126307"/>
                  <a:pt x="1172031" y="126307"/>
                </a:cubicBezTo>
                <a:cubicBezTo>
                  <a:pt x="1167722" y="126307"/>
                  <a:pt x="1162890" y="124214"/>
                  <a:pt x="1157535" y="120029"/>
                </a:cubicBezTo>
                <a:cubicBezTo>
                  <a:pt x="1152180" y="115843"/>
                  <a:pt x="1148210" y="113750"/>
                  <a:pt x="1145624" y="113750"/>
                </a:cubicBezTo>
                <a:cubicBezTo>
                  <a:pt x="1143408" y="113750"/>
                  <a:pt x="1141008" y="114972"/>
                  <a:pt x="1138423" y="117415"/>
                </a:cubicBezTo>
                <a:cubicBezTo>
                  <a:pt x="1132883" y="122427"/>
                  <a:pt x="1127158" y="130677"/>
                  <a:pt x="1121249" y="142165"/>
                </a:cubicBezTo>
                <a:lnTo>
                  <a:pt x="1121249" y="223069"/>
                </a:lnTo>
                <a:cubicBezTo>
                  <a:pt x="1121249" y="232432"/>
                  <a:pt x="1122419" y="239515"/>
                  <a:pt x="1124758" y="244316"/>
                </a:cubicBezTo>
                <a:cubicBezTo>
                  <a:pt x="1126358" y="247644"/>
                  <a:pt x="1129190" y="250414"/>
                  <a:pt x="1133252" y="252626"/>
                </a:cubicBezTo>
                <a:cubicBezTo>
                  <a:pt x="1137315" y="254834"/>
                  <a:pt x="1143162" y="255938"/>
                  <a:pt x="1150795" y="255938"/>
                </a:cubicBezTo>
                <a:lnTo>
                  <a:pt x="1150795" y="262586"/>
                </a:lnTo>
                <a:lnTo>
                  <a:pt x="1064189" y="262586"/>
                </a:lnTo>
                <a:lnTo>
                  <a:pt x="1064189" y="255938"/>
                </a:lnTo>
                <a:cubicBezTo>
                  <a:pt x="1072807" y="255938"/>
                  <a:pt x="1079208" y="254568"/>
                  <a:pt x="1083394" y="251829"/>
                </a:cubicBezTo>
                <a:cubicBezTo>
                  <a:pt x="1086472" y="249836"/>
                  <a:pt x="1088626" y="246661"/>
                  <a:pt x="1089857" y="242302"/>
                </a:cubicBezTo>
                <a:cubicBezTo>
                  <a:pt x="1090473" y="240182"/>
                  <a:pt x="1090780" y="234140"/>
                  <a:pt x="1090780" y="224177"/>
                </a:cubicBezTo>
                <a:lnTo>
                  <a:pt x="1090780" y="159176"/>
                </a:lnTo>
                <a:cubicBezTo>
                  <a:pt x="1090780" y="139479"/>
                  <a:pt x="1090380" y="127754"/>
                  <a:pt x="1089580" y="123999"/>
                </a:cubicBezTo>
                <a:cubicBezTo>
                  <a:pt x="1088780" y="120244"/>
                  <a:pt x="1087303" y="117505"/>
                  <a:pt x="1085148" y="115781"/>
                </a:cubicBezTo>
                <a:cubicBezTo>
                  <a:pt x="1082994" y="114058"/>
                  <a:pt x="1080316" y="113196"/>
                  <a:pt x="1077116" y="113196"/>
                </a:cubicBezTo>
                <a:cubicBezTo>
                  <a:pt x="1073299" y="113196"/>
                  <a:pt x="1068991" y="114120"/>
                  <a:pt x="1064189" y="115966"/>
                </a:cubicBezTo>
                <a:lnTo>
                  <a:pt x="1062343" y="109318"/>
                </a:lnTo>
                <a:lnTo>
                  <a:pt x="1113494" y="88637"/>
                </a:lnTo>
                <a:lnTo>
                  <a:pt x="1121249" y="88637"/>
                </a:lnTo>
                <a:close/>
                <a:moveTo>
                  <a:pt x="1193454" y="163608"/>
                </a:moveTo>
                <a:lnTo>
                  <a:pt x="1288922" y="163608"/>
                </a:lnTo>
                <a:lnTo>
                  <a:pt x="1288922" y="191676"/>
                </a:lnTo>
                <a:lnTo>
                  <a:pt x="1193454" y="191676"/>
                </a:lnTo>
                <a:lnTo>
                  <a:pt x="1193454" y="163608"/>
                </a:lnTo>
                <a:close/>
                <a:moveTo>
                  <a:pt x="1522883" y="12188"/>
                </a:moveTo>
                <a:lnTo>
                  <a:pt x="1525653" y="71094"/>
                </a:lnTo>
                <a:lnTo>
                  <a:pt x="1518636" y="71094"/>
                </a:lnTo>
                <a:cubicBezTo>
                  <a:pt x="1517282" y="60753"/>
                  <a:pt x="1515435" y="53367"/>
                  <a:pt x="1513096" y="48935"/>
                </a:cubicBezTo>
                <a:cubicBezTo>
                  <a:pt x="1509280" y="41795"/>
                  <a:pt x="1504202" y="36532"/>
                  <a:pt x="1497862" y="33146"/>
                </a:cubicBezTo>
                <a:cubicBezTo>
                  <a:pt x="1491522" y="29761"/>
                  <a:pt x="1483182" y="28068"/>
                  <a:pt x="1472841" y="28068"/>
                </a:cubicBezTo>
                <a:lnTo>
                  <a:pt x="1437571" y="28068"/>
                </a:lnTo>
                <a:lnTo>
                  <a:pt x="1437571" y="219006"/>
                </a:lnTo>
                <a:cubicBezTo>
                  <a:pt x="1437571" y="234394"/>
                  <a:pt x="1439233" y="243997"/>
                  <a:pt x="1442557" y="247813"/>
                </a:cubicBezTo>
                <a:cubicBezTo>
                  <a:pt x="1447235" y="252983"/>
                  <a:pt x="1454436" y="255569"/>
                  <a:pt x="1464162" y="255569"/>
                </a:cubicBezTo>
                <a:lnTo>
                  <a:pt x="1472841" y="255569"/>
                </a:lnTo>
                <a:lnTo>
                  <a:pt x="1472841" y="262586"/>
                </a:lnTo>
                <a:lnTo>
                  <a:pt x="1366662" y="262586"/>
                </a:lnTo>
                <a:lnTo>
                  <a:pt x="1366662" y="255569"/>
                </a:lnTo>
                <a:lnTo>
                  <a:pt x="1375525" y="255569"/>
                </a:lnTo>
                <a:cubicBezTo>
                  <a:pt x="1386112" y="255569"/>
                  <a:pt x="1393622" y="252368"/>
                  <a:pt x="1398054" y="245966"/>
                </a:cubicBezTo>
                <a:cubicBezTo>
                  <a:pt x="1400762" y="242027"/>
                  <a:pt x="1402116" y="233040"/>
                  <a:pt x="1402116" y="219006"/>
                </a:cubicBezTo>
                <a:lnTo>
                  <a:pt x="1402116" y="28068"/>
                </a:lnTo>
                <a:lnTo>
                  <a:pt x="1372017" y="28068"/>
                </a:lnTo>
                <a:cubicBezTo>
                  <a:pt x="1360322" y="28068"/>
                  <a:pt x="1352012" y="28930"/>
                  <a:pt x="1347088" y="30653"/>
                </a:cubicBezTo>
                <a:cubicBezTo>
                  <a:pt x="1340686" y="32992"/>
                  <a:pt x="1335208" y="37486"/>
                  <a:pt x="1330653" y="44134"/>
                </a:cubicBezTo>
                <a:cubicBezTo>
                  <a:pt x="1326098" y="50781"/>
                  <a:pt x="1323390" y="59768"/>
                  <a:pt x="1322528" y="71094"/>
                </a:cubicBezTo>
                <a:lnTo>
                  <a:pt x="1315511" y="71094"/>
                </a:lnTo>
                <a:lnTo>
                  <a:pt x="1318465" y="12188"/>
                </a:lnTo>
                <a:lnTo>
                  <a:pt x="1522883" y="12188"/>
                </a:lnTo>
                <a:close/>
                <a:moveTo>
                  <a:pt x="1616324" y="238407"/>
                </a:moveTo>
                <a:cubicBezTo>
                  <a:pt x="1598966" y="251822"/>
                  <a:pt x="1588071" y="259573"/>
                  <a:pt x="1583639" y="261662"/>
                </a:cubicBezTo>
                <a:cubicBezTo>
                  <a:pt x="1576991" y="264740"/>
                  <a:pt x="1569913" y="266279"/>
                  <a:pt x="1562403" y="266279"/>
                </a:cubicBezTo>
                <a:cubicBezTo>
                  <a:pt x="1550708" y="266279"/>
                  <a:pt x="1541075" y="262278"/>
                  <a:pt x="1533504" y="254276"/>
                </a:cubicBezTo>
                <a:cubicBezTo>
                  <a:pt x="1525933" y="246274"/>
                  <a:pt x="1522147" y="235749"/>
                  <a:pt x="1522147" y="222699"/>
                </a:cubicBezTo>
                <a:cubicBezTo>
                  <a:pt x="1522147" y="214451"/>
                  <a:pt x="1523994" y="207311"/>
                  <a:pt x="1527687" y="201279"/>
                </a:cubicBezTo>
                <a:cubicBezTo>
                  <a:pt x="1532735" y="192908"/>
                  <a:pt x="1541506" y="185029"/>
                  <a:pt x="1554001" y="177642"/>
                </a:cubicBezTo>
                <a:cubicBezTo>
                  <a:pt x="1566496" y="170256"/>
                  <a:pt x="1587271" y="161269"/>
                  <a:pt x="1616324" y="150682"/>
                </a:cubicBezTo>
                <a:lnTo>
                  <a:pt x="1616324" y="144057"/>
                </a:lnTo>
                <a:cubicBezTo>
                  <a:pt x="1616324" y="127253"/>
                  <a:pt x="1613646" y="115724"/>
                  <a:pt x="1608291" y="109468"/>
                </a:cubicBezTo>
                <a:cubicBezTo>
                  <a:pt x="1602936" y="103213"/>
                  <a:pt x="1595149" y="100085"/>
                  <a:pt x="1584932" y="100085"/>
                </a:cubicBezTo>
                <a:cubicBezTo>
                  <a:pt x="1577176" y="100085"/>
                  <a:pt x="1571021" y="102178"/>
                  <a:pt x="1566466" y="106364"/>
                </a:cubicBezTo>
                <a:cubicBezTo>
                  <a:pt x="1561788" y="110549"/>
                  <a:pt x="1559449" y="115351"/>
                  <a:pt x="1559449" y="120767"/>
                </a:cubicBezTo>
                <a:lnTo>
                  <a:pt x="1559818" y="131477"/>
                </a:lnTo>
                <a:cubicBezTo>
                  <a:pt x="1559818" y="137140"/>
                  <a:pt x="1558371" y="141511"/>
                  <a:pt x="1555478" y="144588"/>
                </a:cubicBezTo>
                <a:cubicBezTo>
                  <a:pt x="1552585" y="147666"/>
                  <a:pt x="1548800" y="149205"/>
                  <a:pt x="1544122" y="149205"/>
                </a:cubicBezTo>
                <a:cubicBezTo>
                  <a:pt x="1539567" y="149205"/>
                  <a:pt x="1535843" y="147601"/>
                  <a:pt x="1532950" y="144392"/>
                </a:cubicBezTo>
                <a:cubicBezTo>
                  <a:pt x="1530057" y="141180"/>
                  <a:pt x="1528610" y="136796"/>
                  <a:pt x="1528610" y="131241"/>
                </a:cubicBezTo>
                <a:cubicBezTo>
                  <a:pt x="1528610" y="120619"/>
                  <a:pt x="1534027" y="110863"/>
                  <a:pt x="1544861" y="101972"/>
                </a:cubicBezTo>
                <a:cubicBezTo>
                  <a:pt x="1555694" y="93082"/>
                  <a:pt x="1570897" y="88637"/>
                  <a:pt x="1590471" y="88637"/>
                </a:cubicBezTo>
                <a:cubicBezTo>
                  <a:pt x="1605490" y="88637"/>
                  <a:pt x="1617801" y="91156"/>
                  <a:pt x="1627403" y="96196"/>
                </a:cubicBezTo>
                <a:cubicBezTo>
                  <a:pt x="1634667" y="100008"/>
                  <a:pt x="1640022" y="105973"/>
                  <a:pt x="1643469" y="114091"/>
                </a:cubicBezTo>
                <a:cubicBezTo>
                  <a:pt x="1645685" y="119377"/>
                  <a:pt x="1646793" y="130196"/>
                  <a:pt x="1646793" y="146550"/>
                </a:cubicBezTo>
                <a:lnTo>
                  <a:pt x="1646793" y="203910"/>
                </a:lnTo>
                <a:cubicBezTo>
                  <a:pt x="1646793" y="220018"/>
                  <a:pt x="1647100" y="229886"/>
                  <a:pt x="1647716" y="233513"/>
                </a:cubicBezTo>
                <a:cubicBezTo>
                  <a:pt x="1648331" y="237141"/>
                  <a:pt x="1649347" y="239571"/>
                  <a:pt x="1650763" y="240802"/>
                </a:cubicBezTo>
                <a:cubicBezTo>
                  <a:pt x="1652178" y="242029"/>
                  <a:pt x="1653810" y="242642"/>
                  <a:pt x="1655656" y="242642"/>
                </a:cubicBezTo>
                <a:cubicBezTo>
                  <a:pt x="1657626" y="242642"/>
                  <a:pt x="1659349" y="242212"/>
                  <a:pt x="1660827" y="241350"/>
                </a:cubicBezTo>
                <a:cubicBezTo>
                  <a:pt x="1663412" y="239749"/>
                  <a:pt x="1668398" y="235256"/>
                  <a:pt x="1675784" y="227870"/>
                </a:cubicBezTo>
                <a:lnTo>
                  <a:pt x="1675784" y="238211"/>
                </a:lnTo>
                <a:cubicBezTo>
                  <a:pt x="1661996" y="256677"/>
                  <a:pt x="1648824" y="265910"/>
                  <a:pt x="1636267" y="265910"/>
                </a:cubicBezTo>
                <a:cubicBezTo>
                  <a:pt x="1630235" y="265910"/>
                  <a:pt x="1625434" y="263832"/>
                  <a:pt x="1621863" y="259677"/>
                </a:cubicBezTo>
                <a:cubicBezTo>
                  <a:pt x="1618293" y="255519"/>
                  <a:pt x="1616447" y="248428"/>
                  <a:pt x="1616324" y="238407"/>
                </a:cubicBezTo>
                <a:moveTo>
                  <a:pt x="1616324" y="226433"/>
                </a:moveTo>
                <a:lnTo>
                  <a:pt x="1616324" y="162131"/>
                </a:lnTo>
                <a:cubicBezTo>
                  <a:pt x="1597735" y="169502"/>
                  <a:pt x="1585732" y="174722"/>
                  <a:pt x="1580315" y="177792"/>
                </a:cubicBezTo>
                <a:cubicBezTo>
                  <a:pt x="1570590" y="183198"/>
                  <a:pt x="1563634" y="188849"/>
                  <a:pt x="1559449" y="194746"/>
                </a:cubicBezTo>
                <a:cubicBezTo>
                  <a:pt x="1555263" y="200640"/>
                  <a:pt x="1553170" y="207088"/>
                  <a:pt x="1553170" y="214089"/>
                </a:cubicBezTo>
                <a:cubicBezTo>
                  <a:pt x="1553170" y="222934"/>
                  <a:pt x="1555817" y="230274"/>
                  <a:pt x="1561111" y="236110"/>
                </a:cubicBezTo>
                <a:cubicBezTo>
                  <a:pt x="1566404" y="241942"/>
                  <a:pt x="1572498" y="244858"/>
                  <a:pt x="1579392" y="244858"/>
                </a:cubicBezTo>
                <a:cubicBezTo>
                  <a:pt x="1588748" y="244858"/>
                  <a:pt x="1601059" y="238717"/>
                  <a:pt x="1616324" y="226433"/>
                </a:cubicBezTo>
                <a:close/>
                <a:moveTo>
                  <a:pt x="1746566" y="0"/>
                </a:moveTo>
                <a:lnTo>
                  <a:pt x="1746566" y="224177"/>
                </a:lnTo>
                <a:cubicBezTo>
                  <a:pt x="1746566" y="234825"/>
                  <a:pt x="1747336" y="241885"/>
                  <a:pt x="1748874" y="245355"/>
                </a:cubicBezTo>
                <a:cubicBezTo>
                  <a:pt x="1750413" y="248821"/>
                  <a:pt x="1752783" y="251452"/>
                  <a:pt x="1755984" y="253249"/>
                </a:cubicBezTo>
                <a:cubicBezTo>
                  <a:pt x="1759185" y="255042"/>
                  <a:pt x="1765155" y="255938"/>
                  <a:pt x="1773896" y="255938"/>
                </a:cubicBezTo>
                <a:lnTo>
                  <a:pt x="1773896" y="262586"/>
                </a:lnTo>
                <a:lnTo>
                  <a:pt x="1690984" y="262586"/>
                </a:lnTo>
                <a:lnTo>
                  <a:pt x="1690984" y="255938"/>
                </a:lnTo>
                <a:cubicBezTo>
                  <a:pt x="1698739" y="255938"/>
                  <a:pt x="1704033" y="255134"/>
                  <a:pt x="1706864" y="253526"/>
                </a:cubicBezTo>
                <a:cubicBezTo>
                  <a:pt x="1709696" y="251914"/>
                  <a:pt x="1711912" y="249252"/>
                  <a:pt x="1713512" y="245539"/>
                </a:cubicBezTo>
                <a:cubicBezTo>
                  <a:pt x="1715113" y="241823"/>
                  <a:pt x="1715913" y="234702"/>
                  <a:pt x="1715913" y="224177"/>
                </a:cubicBezTo>
                <a:lnTo>
                  <a:pt x="1715913" y="70909"/>
                </a:lnTo>
                <a:cubicBezTo>
                  <a:pt x="1715913" y="51828"/>
                  <a:pt x="1715482" y="40102"/>
                  <a:pt x="1714620" y="35732"/>
                </a:cubicBezTo>
                <a:cubicBezTo>
                  <a:pt x="1713758" y="31361"/>
                  <a:pt x="1712373" y="28376"/>
                  <a:pt x="1710465" y="26776"/>
                </a:cubicBezTo>
                <a:cubicBezTo>
                  <a:pt x="1708557" y="25175"/>
                  <a:pt x="1706126" y="24375"/>
                  <a:pt x="1703171" y="24375"/>
                </a:cubicBezTo>
                <a:cubicBezTo>
                  <a:pt x="1699970" y="24375"/>
                  <a:pt x="1695908" y="25360"/>
                  <a:pt x="1690984" y="27330"/>
                </a:cubicBezTo>
                <a:lnTo>
                  <a:pt x="1687844" y="20682"/>
                </a:lnTo>
                <a:lnTo>
                  <a:pt x="1738257" y="0"/>
                </a:lnTo>
                <a:lnTo>
                  <a:pt x="1746566" y="0"/>
                </a:lnTo>
                <a:close/>
                <a:moveTo>
                  <a:pt x="1843576" y="0"/>
                </a:moveTo>
                <a:lnTo>
                  <a:pt x="1843576" y="168242"/>
                </a:lnTo>
                <a:lnTo>
                  <a:pt x="1886602" y="128979"/>
                </a:lnTo>
                <a:cubicBezTo>
                  <a:pt x="1895712" y="120635"/>
                  <a:pt x="1901005" y="115358"/>
                  <a:pt x="1902482" y="113150"/>
                </a:cubicBezTo>
                <a:cubicBezTo>
                  <a:pt x="1903467" y="111677"/>
                  <a:pt x="1903960" y="110205"/>
                  <a:pt x="1903960" y="108736"/>
                </a:cubicBezTo>
                <a:cubicBezTo>
                  <a:pt x="1903960" y="106281"/>
                  <a:pt x="1902944" y="104165"/>
                  <a:pt x="1900913" y="102388"/>
                </a:cubicBezTo>
                <a:cubicBezTo>
                  <a:pt x="1898882" y="100607"/>
                  <a:pt x="1895527" y="99593"/>
                  <a:pt x="1890849" y="99347"/>
                </a:cubicBezTo>
                <a:lnTo>
                  <a:pt x="1890849" y="93438"/>
                </a:lnTo>
                <a:lnTo>
                  <a:pt x="1964343" y="93438"/>
                </a:lnTo>
                <a:lnTo>
                  <a:pt x="1964343" y="99347"/>
                </a:lnTo>
                <a:cubicBezTo>
                  <a:pt x="1954249" y="99593"/>
                  <a:pt x="1945847" y="101122"/>
                  <a:pt x="1939137" y="103934"/>
                </a:cubicBezTo>
                <a:cubicBezTo>
                  <a:pt x="1932428" y="106743"/>
                  <a:pt x="1925072" y="111754"/>
                  <a:pt x="1917070" y="118967"/>
                </a:cubicBezTo>
                <a:lnTo>
                  <a:pt x="1873675" y="159021"/>
                </a:lnTo>
                <a:lnTo>
                  <a:pt x="1917070" y="213945"/>
                </a:lnTo>
                <a:cubicBezTo>
                  <a:pt x="1929135" y="229149"/>
                  <a:pt x="1937260" y="238761"/>
                  <a:pt x="1941445" y="242781"/>
                </a:cubicBezTo>
                <a:cubicBezTo>
                  <a:pt x="1947355" y="248586"/>
                  <a:pt x="1952525" y="252354"/>
                  <a:pt x="1956957" y="254086"/>
                </a:cubicBezTo>
                <a:cubicBezTo>
                  <a:pt x="1960035" y="255320"/>
                  <a:pt x="1965390" y="255938"/>
                  <a:pt x="1973022" y="255938"/>
                </a:cubicBezTo>
                <a:lnTo>
                  <a:pt x="1973022" y="262586"/>
                </a:lnTo>
                <a:lnTo>
                  <a:pt x="1890849" y="262586"/>
                </a:lnTo>
                <a:lnTo>
                  <a:pt x="1890849" y="255938"/>
                </a:lnTo>
                <a:cubicBezTo>
                  <a:pt x="1895527" y="255815"/>
                  <a:pt x="1898697" y="255105"/>
                  <a:pt x="1900359" y="253809"/>
                </a:cubicBezTo>
                <a:cubicBezTo>
                  <a:pt x="1902021" y="252512"/>
                  <a:pt x="1902852" y="250692"/>
                  <a:pt x="1902852" y="248350"/>
                </a:cubicBezTo>
                <a:cubicBezTo>
                  <a:pt x="1902852" y="245510"/>
                  <a:pt x="1900390" y="240944"/>
                  <a:pt x="1895465" y="234650"/>
                </a:cubicBezTo>
                <a:lnTo>
                  <a:pt x="1843576" y="168242"/>
                </a:lnTo>
                <a:lnTo>
                  <a:pt x="1843576" y="224177"/>
                </a:lnTo>
                <a:cubicBezTo>
                  <a:pt x="1843576" y="235264"/>
                  <a:pt x="1844345" y="242552"/>
                  <a:pt x="1845884" y="246041"/>
                </a:cubicBezTo>
                <a:cubicBezTo>
                  <a:pt x="1847423" y="249527"/>
                  <a:pt x="1849608" y="252018"/>
                  <a:pt x="1852440" y="253514"/>
                </a:cubicBezTo>
                <a:cubicBezTo>
                  <a:pt x="1855271" y="255007"/>
                  <a:pt x="1861426" y="255815"/>
                  <a:pt x="1870906" y="255938"/>
                </a:cubicBezTo>
                <a:lnTo>
                  <a:pt x="1870906" y="262586"/>
                </a:lnTo>
                <a:lnTo>
                  <a:pt x="1784854" y="262586"/>
                </a:lnTo>
                <a:lnTo>
                  <a:pt x="1784854" y="255938"/>
                </a:lnTo>
                <a:cubicBezTo>
                  <a:pt x="1793472" y="255938"/>
                  <a:pt x="1799935" y="254886"/>
                  <a:pt x="1804244" y="252781"/>
                </a:cubicBezTo>
                <a:cubicBezTo>
                  <a:pt x="1806829" y="251420"/>
                  <a:pt x="1808799" y="249313"/>
                  <a:pt x="1810153" y="246463"/>
                </a:cubicBezTo>
                <a:cubicBezTo>
                  <a:pt x="1811999" y="242377"/>
                  <a:pt x="1812923" y="235318"/>
                  <a:pt x="1812923" y="225284"/>
                </a:cubicBezTo>
                <a:lnTo>
                  <a:pt x="1812923" y="71279"/>
                </a:lnTo>
                <a:cubicBezTo>
                  <a:pt x="1812923" y="51866"/>
                  <a:pt x="1812492" y="39994"/>
                  <a:pt x="1811630" y="35662"/>
                </a:cubicBezTo>
                <a:cubicBezTo>
                  <a:pt x="1810768" y="31327"/>
                  <a:pt x="1809352" y="28332"/>
                  <a:pt x="1807383" y="26678"/>
                </a:cubicBezTo>
                <a:cubicBezTo>
                  <a:pt x="1805413" y="25019"/>
                  <a:pt x="1802828" y="24190"/>
                  <a:pt x="1799627" y="24190"/>
                </a:cubicBezTo>
                <a:cubicBezTo>
                  <a:pt x="1797042" y="24190"/>
                  <a:pt x="1793164" y="25237"/>
                  <a:pt x="1787994" y="27330"/>
                </a:cubicBezTo>
                <a:lnTo>
                  <a:pt x="1784854" y="20682"/>
                </a:lnTo>
                <a:lnTo>
                  <a:pt x="1835082" y="0"/>
                </a:lnTo>
                <a:lnTo>
                  <a:pt x="1843576" y="0"/>
                </a:lnTo>
                <a:close/>
                <a:moveTo>
                  <a:pt x="2011062" y="157330"/>
                </a:moveTo>
                <a:cubicBezTo>
                  <a:pt x="2010939" y="182328"/>
                  <a:pt x="2017033" y="201935"/>
                  <a:pt x="2029343" y="216150"/>
                </a:cubicBezTo>
                <a:cubicBezTo>
                  <a:pt x="2041654" y="230365"/>
                  <a:pt x="2056119" y="237472"/>
                  <a:pt x="2072738" y="237472"/>
                </a:cubicBezTo>
                <a:cubicBezTo>
                  <a:pt x="2083818" y="237472"/>
                  <a:pt x="2093451" y="234412"/>
                  <a:pt x="2101637" y="228291"/>
                </a:cubicBezTo>
                <a:cubicBezTo>
                  <a:pt x="2109824" y="222170"/>
                  <a:pt x="2116687" y="211689"/>
                  <a:pt x="2122227" y="196847"/>
                </a:cubicBezTo>
                <a:lnTo>
                  <a:pt x="2127951" y="200557"/>
                </a:lnTo>
                <a:cubicBezTo>
                  <a:pt x="2125366" y="217511"/>
                  <a:pt x="2117857" y="232950"/>
                  <a:pt x="2105423" y="246872"/>
                </a:cubicBezTo>
                <a:cubicBezTo>
                  <a:pt x="2092989" y="260795"/>
                  <a:pt x="2077416" y="267756"/>
                  <a:pt x="2058704" y="267756"/>
                </a:cubicBezTo>
                <a:cubicBezTo>
                  <a:pt x="2038392" y="267756"/>
                  <a:pt x="2021003" y="259864"/>
                  <a:pt x="2006538" y="244079"/>
                </a:cubicBezTo>
                <a:cubicBezTo>
                  <a:pt x="1992073" y="228291"/>
                  <a:pt x="1984840" y="207067"/>
                  <a:pt x="1984840" y="180406"/>
                </a:cubicBezTo>
                <a:cubicBezTo>
                  <a:pt x="1984840" y="151538"/>
                  <a:pt x="1992257" y="129027"/>
                  <a:pt x="2007092" y="112873"/>
                </a:cubicBezTo>
                <a:cubicBezTo>
                  <a:pt x="2021926" y="96715"/>
                  <a:pt x="2040546" y="88637"/>
                  <a:pt x="2062951" y="88637"/>
                </a:cubicBezTo>
                <a:cubicBezTo>
                  <a:pt x="2081910" y="88637"/>
                  <a:pt x="2097483" y="94869"/>
                  <a:pt x="2109670" y="107333"/>
                </a:cubicBezTo>
                <a:cubicBezTo>
                  <a:pt x="2121858" y="119794"/>
                  <a:pt x="2127951" y="136459"/>
                  <a:pt x="2127951" y="157330"/>
                </a:cubicBezTo>
                <a:lnTo>
                  <a:pt x="2011062" y="157330"/>
                </a:lnTo>
                <a:moveTo>
                  <a:pt x="2011062" y="146620"/>
                </a:moveTo>
                <a:lnTo>
                  <a:pt x="2089358" y="146620"/>
                </a:lnTo>
                <a:cubicBezTo>
                  <a:pt x="2088742" y="135875"/>
                  <a:pt x="2087449" y="128306"/>
                  <a:pt x="2085480" y="123912"/>
                </a:cubicBezTo>
                <a:cubicBezTo>
                  <a:pt x="2082402" y="117072"/>
                  <a:pt x="2077816" y="111700"/>
                  <a:pt x="2071723" y="107795"/>
                </a:cubicBezTo>
                <a:cubicBezTo>
                  <a:pt x="2065629" y="103886"/>
                  <a:pt x="2059258" y="101932"/>
                  <a:pt x="2052610" y="101932"/>
                </a:cubicBezTo>
                <a:cubicBezTo>
                  <a:pt x="2042392" y="101932"/>
                  <a:pt x="2033252" y="105869"/>
                  <a:pt x="2025188" y="113744"/>
                </a:cubicBezTo>
                <a:cubicBezTo>
                  <a:pt x="2017125" y="121619"/>
                  <a:pt x="2012416" y="132578"/>
                  <a:pt x="2011062" y="146620"/>
                </a:cubicBezTo>
                <a:close/>
                <a:moveTo>
                  <a:pt x="2200026" y="88637"/>
                </a:moveTo>
                <a:lnTo>
                  <a:pt x="2200026" y="126676"/>
                </a:lnTo>
                <a:cubicBezTo>
                  <a:pt x="2214184" y="101316"/>
                  <a:pt x="2228710" y="88637"/>
                  <a:pt x="2243606" y="88637"/>
                </a:cubicBezTo>
                <a:cubicBezTo>
                  <a:pt x="2250377" y="88637"/>
                  <a:pt x="2255978" y="90699"/>
                  <a:pt x="2260410" y="94823"/>
                </a:cubicBezTo>
                <a:cubicBezTo>
                  <a:pt x="2264842" y="98947"/>
                  <a:pt x="2267058" y="103717"/>
                  <a:pt x="2267058" y="109134"/>
                </a:cubicBezTo>
                <a:cubicBezTo>
                  <a:pt x="2267058" y="113935"/>
                  <a:pt x="2265457" y="117997"/>
                  <a:pt x="2262257" y="121321"/>
                </a:cubicBezTo>
                <a:cubicBezTo>
                  <a:pt x="2259056" y="124645"/>
                  <a:pt x="2255240" y="126307"/>
                  <a:pt x="2250808" y="126307"/>
                </a:cubicBezTo>
                <a:cubicBezTo>
                  <a:pt x="2246499" y="126307"/>
                  <a:pt x="2241667" y="124214"/>
                  <a:pt x="2236312" y="120029"/>
                </a:cubicBezTo>
                <a:cubicBezTo>
                  <a:pt x="2230957" y="115843"/>
                  <a:pt x="2226987" y="113750"/>
                  <a:pt x="2224401" y="113750"/>
                </a:cubicBezTo>
                <a:cubicBezTo>
                  <a:pt x="2222186" y="113750"/>
                  <a:pt x="2219785" y="114972"/>
                  <a:pt x="2217200" y="117415"/>
                </a:cubicBezTo>
                <a:cubicBezTo>
                  <a:pt x="2211660" y="122427"/>
                  <a:pt x="2205935" y="130677"/>
                  <a:pt x="2200026" y="142165"/>
                </a:cubicBezTo>
                <a:lnTo>
                  <a:pt x="2200026" y="223069"/>
                </a:lnTo>
                <a:cubicBezTo>
                  <a:pt x="2200026" y="232432"/>
                  <a:pt x="2201196" y="239515"/>
                  <a:pt x="2203535" y="244316"/>
                </a:cubicBezTo>
                <a:cubicBezTo>
                  <a:pt x="2205135" y="247644"/>
                  <a:pt x="2207967" y="250414"/>
                  <a:pt x="2212029" y="252626"/>
                </a:cubicBezTo>
                <a:cubicBezTo>
                  <a:pt x="2216092" y="254834"/>
                  <a:pt x="2221939" y="255938"/>
                  <a:pt x="2229572" y="255938"/>
                </a:cubicBezTo>
                <a:lnTo>
                  <a:pt x="2229572" y="262586"/>
                </a:lnTo>
                <a:lnTo>
                  <a:pt x="2142967" y="262586"/>
                </a:lnTo>
                <a:lnTo>
                  <a:pt x="2142967" y="255938"/>
                </a:lnTo>
                <a:cubicBezTo>
                  <a:pt x="2151584" y="255938"/>
                  <a:pt x="2157986" y="254568"/>
                  <a:pt x="2162171" y="251829"/>
                </a:cubicBezTo>
                <a:cubicBezTo>
                  <a:pt x="2165249" y="249836"/>
                  <a:pt x="2167403" y="246661"/>
                  <a:pt x="2168634" y="242302"/>
                </a:cubicBezTo>
                <a:cubicBezTo>
                  <a:pt x="2169250" y="240182"/>
                  <a:pt x="2169558" y="234140"/>
                  <a:pt x="2169558" y="224177"/>
                </a:cubicBezTo>
                <a:lnTo>
                  <a:pt x="2169558" y="159176"/>
                </a:lnTo>
                <a:cubicBezTo>
                  <a:pt x="2169558" y="139479"/>
                  <a:pt x="2169157" y="127754"/>
                  <a:pt x="2168357" y="123999"/>
                </a:cubicBezTo>
                <a:cubicBezTo>
                  <a:pt x="2167557" y="120244"/>
                  <a:pt x="2166080" y="117505"/>
                  <a:pt x="2163925" y="115781"/>
                </a:cubicBezTo>
                <a:cubicBezTo>
                  <a:pt x="2161771" y="114058"/>
                  <a:pt x="2159094" y="113196"/>
                  <a:pt x="2155893" y="113196"/>
                </a:cubicBezTo>
                <a:cubicBezTo>
                  <a:pt x="2152076" y="113196"/>
                  <a:pt x="2147768" y="114120"/>
                  <a:pt x="2142967" y="115966"/>
                </a:cubicBezTo>
                <a:lnTo>
                  <a:pt x="2141120" y="109318"/>
                </a:lnTo>
                <a:lnTo>
                  <a:pt x="2192271" y="88637"/>
                </a:lnTo>
                <a:lnTo>
                  <a:pt x="2200026" y="88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Text NativeEnd-to-End">
            <a:extLst xmlns:a="http://schemas.openxmlformats.org/drawingml/2006/main">
              <a:ext uri="{FF2B5EF4-FFF2-40B4-BE49-F238E27FC236}">
                <a16:creationId xmlns:a16="http://schemas.microsoft.com/office/drawing/2014/main" id="{13EFF517-0AA5-4486-BFF3-5D999BE4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1925" y="206143"/>
            <a:ext cx="2873288" cy="267756"/>
          </a:xfrm>
          <a:custGeom xmlns:a="http://schemas.openxmlformats.org/drawingml/2006/main">
            <a:pathLst>
              <a:path w="2873288" h="267756">
                <a:moveTo>
                  <a:pt x="0" y="12188"/>
                </a:moveTo>
                <a:lnTo>
                  <a:pt x="67955" y="12188"/>
                </a:lnTo>
                <a:lnTo>
                  <a:pt x="221037" y="199986"/>
                </a:lnTo>
                <a:lnTo>
                  <a:pt x="221037" y="55767"/>
                </a:lnTo>
                <a:cubicBezTo>
                  <a:pt x="221037" y="40379"/>
                  <a:pt x="219314" y="30777"/>
                  <a:pt x="215867" y="26960"/>
                </a:cubicBezTo>
                <a:cubicBezTo>
                  <a:pt x="211312" y="21790"/>
                  <a:pt x="204110" y="19205"/>
                  <a:pt x="194262" y="19205"/>
                </a:cubicBezTo>
                <a:lnTo>
                  <a:pt x="185583" y="19205"/>
                </a:lnTo>
                <a:lnTo>
                  <a:pt x="185583" y="12188"/>
                </a:lnTo>
                <a:lnTo>
                  <a:pt x="272742" y="12188"/>
                </a:lnTo>
                <a:lnTo>
                  <a:pt x="272742" y="19205"/>
                </a:lnTo>
                <a:lnTo>
                  <a:pt x="263878" y="19205"/>
                </a:lnTo>
                <a:cubicBezTo>
                  <a:pt x="253291" y="19205"/>
                  <a:pt x="245782" y="22405"/>
                  <a:pt x="241350" y="28807"/>
                </a:cubicBezTo>
                <a:cubicBezTo>
                  <a:pt x="238642" y="32746"/>
                  <a:pt x="237287" y="41733"/>
                  <a:pt x="237287" y="55767"/>
                </a:cubicBezTo>
                <a:lnTo>
                  <a:pt x="237287" y="266648"/>
                </a:lnTo>
                <a:lnTo>
                  <a:pt x="230640" y="266648"/>
                </a:lnTo>
                <a:lnTo>
                  <a:pt x="65554" y="64919"/>
                </a:lnTo>
                <a:lnTo>
                  <a:pt x="65554" y="219006"/>
                </a:lnTo>
                <a:cubicBezTo>
                  <a:pt x="65554" y="234394"/>
                  <a:pt x="67216" y="243997"/>
                  <a:pt x="70540" y="247813"/>
                </a:cubicBezTo>
                <a:cubicBezTo>
                  <a:pt x="75218" y="252983"/>
                  <a:pt x="82420" y="255569"/>
                  <a:pt x="92145" y="255569"/>
                </a:cubicBezTo>
                <a:lnTo>
                  <a:pt x="101009" y="255569"/>
                </a:lnTo>
                <a:lnTo>
                  <a:pt x="101009" y="262586"/>
                </a:lnTo>
                <a:lnTo>
                  <a:pt x="13849" y="262586"/>
                </a:lnTo>
                <a:lnTo>
                  <a:pt x="13849" y="255569"/>
                </a:lnTo>
                <a:lnTo>
                  <a:pt x="22528" y="255569"/>
                </a:lnTo>
                <a:cubicBezTo>
                  <a:pt x="33239" y="255569"/>
                  <a:pt x="40810" y="252368"/>
                  <a:pt x="45242" y="245966"/>
                </a:cubicBezTo>
                <a:cubicBezTo>
                  <a:pt x="47950" y="242027"/>
                  <a:pt x="49304" y="233040"/>
                  <a:pt x="49304" y="219006"/>
                </a:cubicBezTo>
                <a:lnTo>
                  <a:pt x="49304" y="45057"/>
                </a:lnTo>
                <a:cubicBezTo>
                  <a:pt x="42041" y="36624"/>
                  <a:pt x="36532" y="31063"/>
                  <a:pt x="32777" y="28374"/>
                </a:cubicBezTo>
                <a:cubicBezTo>
                  <a:pt x="29022" y="25685"/>
                  <a:pt x="23513" y="23179"/>
                  <a:pt x="16250" y="20855"/>
                </a:cubicBezTo>
                <a:cubicBezTo>
                  <a:pt x="12680" y="19755"/>
                  <a:pt x="7263" y="19205"/>
                  <a:pt x="0" y="19205"/>
                </a:cubicBezTo>
                <a:lnTo>
                  <a:pt x="0" y="12188"/>
                </a:lnTo>
                <a:close/>
                <a:moveTo>
                  <a:pt x="385690" y="238407"/>
                </a:moveTo>
                <a:cubicBezTo>
                  <a:pt x="368332" y="251822"/>
                  <a:pt x="357437" y="259573"/>
                  <a:pt x="353005" y="261662"/>
                </a:cubicBezTo>
                <a:cubicBezTo>
                  <a:pt x="346357" y="264740"/>
                  <a:pt x="339278" y="266279"/>
                  <a:pt x="331769" y="266279"/>
                </a:cubicBezTo>
                <a:cubicBezTo>
                  <a:pt x="320074" y="266279"/>
                  <a:pt x="310441" y="262278"/>
                  <a:pt x="302870" y="254276"/>
                </a:cubicBezTo>
                <a:cubicBezTo>
                  <a:pt x="295299" y="246274"/>
                  <a:pt x="291513" y="235749"/>
                  <a:pt x="291513" y="222699"/>
                </a:cubicBezTo>
                <a:cubicBezTo>
                  <a:pt x="291513" y="214451"/>
                  <a:pt x="293360" y="207311"/>
                  <a:pt x="297053" y="201279"/>
                </a:cubicBezTo>
                <a:cubicBezTo>
                  <a:pt x="302100" y="192908"/>
                  <a:pt x="310872" y="185029"/>
                  <a:pt x="323367" y="177642"/>
                </a:cubicBezTo>
                <a:cubicBezTo>
                  <a:pt x="335862" y="170256"/>
                  <a:pt x="356636" y="161269"/>
                  <a:pt x="385690" y="150682"/>
                </a:cubicBezTo>
                <a:lnTo>
                  <a:pt x="385690" y="144057"/>
                </a:lnTo>
                <a:cubicBezTo>
                  <a:pt x="385690" y="127253"/>
                  <a:pt x="383012" y="115724"/>
                  <a:pt x="377657" y="109468"/>
                </a:cubicBezTo>
                <a:cubicBezTo>
                  <a:pt x="372302" y="103213"/>
                  <a:pt x="364515" y="100085"/>
                  <a:pt x="354297" y="100085"/>
                </a:cubicBezTo>
                <a:cubicBezTo>
                  <a:pt x="346542" y="100085"/>
                  <a:pt x="340386" y="102178"/>
                  <a:pt x="335831" y="106364"/>
                </a:cubicBezTo>
                <a:cubicBezTo>
                  <a:pt x="331153" y="110549"/>
                  <a:pt x="328814" y="115351"/>
                  <a:pt x="328814" y="120767"/>
                </a:cubicBezTo>
                <a:lnTo>
                  <a:pt x="329184" y="131477"/>
                </a:lnTo>
                <a:cubicBezTo>
                  <a:pt x="329184" y="137140"/>
                  <a:pt x="327737" y="141511"/>
                  <a:pt x="324844" y="144588"/>
                </a:cubicBezTo>
                <a:cubicBezTo>
                  <a:pt x="321951" y="147666"/>
                  <a:pt x="318166" y="149205"/>
                  <a:pt x="313488" y="149205"/>
                </a:cubicBezTo>
                <a:cubicBezTo>
                  <a:pt x="308933" y="149205"/>
                  <a:pt x="305209" y="147601"/>
                  <a:pt x="302316" y="144392"/>
                </a:cubicBezTo>
                <a:cubicBezTo>
                  <a:pt x="299423" y="141180"/>
                  <a:pt x="297976" y="136796"/>
                  <a:pt x="297976" y="131241"/>
                </a:cubicBezTo>
                <a:cubicBezTo>
                  <a:pt x="297976" y="120619"/>
                  <a:pt x="303393" y="110863"/>
                  <a:pt x="314226" y="101972"/>
                </a:cubicBezTo>
                <a:cubicBezTo>
                  <a:pt x="325060" y="93082"/>
                  <a:pt x="340263" y="88637"/>
                  <a:pt x="359837" y="88637"/>
                </a:cubicBezTo>
                <a:cubicBezTo>
                  <a:pt x="374856" y="88637"/>
                  <a:pt x="387167" y="91156"/>
                  <a:pt x="396769" y="96196"/>
                </a:cubicBezTo>
                <a:cubicBezTo>
                  <a:pt x="404032" y="100008"/>
                  <a:pt x="409387" y="105973"/>
                  <a:pt x="412834" y="114091"/>
                </a:cubicBezTo>
                <a:cubicBezTo>
                  <a:pt x="415050" y="119377"/>
                  <a:pt x="416158" y="130196"/>
                  <a:pt x="416158" y="146550"/>
                </a:cubicBezTo>
                <a:lnTo>
                  <a:pt x="416158" y="203910"/>
                </a:lnTo>
                <a:cubicBezTo>
                  <a:pt x="416158" y="220018"/>
                  <a:pt x="416466" y="229886"/>
                  <a:pt x="417082" y="233513"/>
                </a:cubicBezTo>
                <a:cubicBezTo>
                  <a:pt x="417697" y="237141"/>
                  <a:pt x="418713" y="239571"/>
                  <a:pt x="420128" y="240802"/>
                </a:cubicBezTo>
                <a:cubicBezTo>
                  <a:pt x="421544" y="242029"/>
                  <a:pt x="423175" y="242642"/>
                  <a:pt x="425022" y="242642"/>
                </a:cubicBezTo>
                <a:cubicBezTo>
                  <a:pt x="426992" y="242642"/>
                  <a:pt x="428715" y="242212"/>
                  <a:pt x="430192" y="241350"/>
                </a:cubicBezTo>
                <a:cubicBezTo>
                  <a:pt x="432778" y="239749"/>
                  <a:pt x="437763" y="235256"/>
                  <a:pt x="445150" y="227870"/>
                </a:cubicBezTo>
                <a:lnTo>
                  <a:pt x="445150" y="238211"/>
                </a:lnTo>
                <a:cubicBezTo>
                  <a:pt x="431362" y="256677"/>
                  <a:pt x="418190" y="265910"/>
                  <a:pt x="405633" y="265910"/>
                </a:cubicBezTo>
                <a:cubicBezTo>
                  <a:pt x="399600" y="265910"/>
                  <a:pt x="394799" y="263832"/>
                  <a:pt x="391229" y="259677"/>
                </a:cubicBezTo>
                <a:cubicBezTo>
                  <a:pt x="387659" y="255519"/>
                  <a:pt x="385813" y="248428"/>
                  <a:pt x="385690" y="238407"/>
                </a:cubicBezTo>
                <a:moveTo>
                  <a:pt x="385690" y="226433"/>
                </a:moveTo>
                <a:lnTo>
                  <a:pt x="385690" y="162131"/>
                </a:lnTo>
                <a:cubicBezTo>
                  <a:pt x="367100" y="169502"/>
                  <a:pt x="355098" y="174722"/>
                  <a:pt x="349681" y="177792"/>
                </a:cubicBezTo>
                <a:cubicBezTo>
                  <a:pt x="339956" y="183198"/>
                  <a:pt x="333000" y="188849"/>
                  <a:pt x="328814" y="194746"/>
                </a:cubicBezTo>
                <a:cubicBezTo>
                  <a:pt x="324629" y="200640"/>
                  <a:pt x="322536" y="207088"/>
                  <a:pt x="322536" y="214089"/>
                </a:cubicBezTo>
                <a:cubicBezTo>
                  <a:pt x="322536" y="222934"/>
                  <a:pt x="325183" y="230274"/>
                  <a:pt x="330476" y="236110"/>
                </a:cubicBezTo>
                <a:cubicBezTo>
                  <a:pt x="335770" y="241942"/>
                  <a:pt x="341864" y="244858"/>
                  <a:pt x="348758" y="244858"/>
                </a:cubicBezTo>
                <a:cubicBezTo>
                  <a:pt x="358114" y="244858"/>
                  <a:pt x="370424" y="238717"/>
                  <a:pt x="385690" y="226433"/>
                </a:cubicBezTo>
                <a:close/>
                <a:moveTo>
                  <a:pt x="506885" y="37671"/>
                </a:moveTo>
                <a:lnTo>
                  <a:pt x="506885" y="93438"/>
                </a:lnTo>
                <a:lnTo>
                  <a:pt x="546402" y="93438"/>
                </a:lnTo>
                <a:lnTo>
                  <a:pt x="546402" y="105995"/>
                </a:lnTo>
                <a:lnTo>
                  <a:pt x="506885" y="106364"/>
                </a:lnTo>
                <a:lnTo>
                  <a:pt x="506885" y="216202"/>
                </a:lnTo>
                <a:cubicBezTo>
                  <a:pt x="506885" y="227170"/>
                  <a:pt x="508454" y="234566"/>
                  <a:pt x="511593" y="238390"/>
                </a:cubicBezTo>
                <a:cubicBezTo>
                  <a:pt x="514733" y="242210"/>
                  <a:pt x="518764" y="244120"/>
                  <a:pt x="523689" y="244120"/>
                </a:cubicBezTo>
                <a:cubicBezTo>
                  <a:pt x="527751" y="244120"/>
                  <a:pt x="531690" y="242842"/>
                  <a:pt x="535507" y="240288"/>
                </a:cubicBezTo>
                <a:cubicBezTo>
                  <a:pt x="539323" y="237734"/>
                  <a:pt x="542278" y="233963"/>
                  <a:pt x="544370" y="228978"/>
                </a:cubicBezTo>
                <a:lnTo>
                  <a:pt x="551572" y="228978"/>
                </a:lnTo>
                <a:cubicBezTo>
                  <a:pt x="547263" y="241104"/>
                  <a:pt x="541170" y="250229"/>
                  <a:pt x="533291" y="256353"/>
                </a:cubicBezTo>
                <a:cubicBezTo>
                  <a:pt x="525412" y="262478"/>
                  <a:pt x="517287" y="265540"/>
                  <a:pt x="508916" y="265540"/>
                </a:cubicBezTo>
                <a:cubicBezTo>
                  <a:pt x="503253" y="265540"/>
                  <a:pt x="497713" y="263965"/>
                  <a:pt x="492296" y="260814"/>
                </a:cubicBezTo>
                <a:cubicBezTo>
                  <a:pt x="486880" y="257663"/>
                  <a:pt x="482879" y="253155"/>
                  <a:pt x="480294" y="247288"/>
                </a:cubicBezTo>
                <a:cubicBezTo>
                  <a:pt x="477708" y="241421"/>
                  <a:pt x="476416" y="232373"/>
                  <a:pt x="476416" y="220143"/>
                </a:cubicBezTo>
                <a:lnTo>
                  <a:pt x="476416" y="105995"/>
                </a:lnTo>
                <a:lnTo>
                  <a:pt x="449640" y="105995"/>
                </a:lnTo>
                <a:lnTo>
                  <a:pt x="449640" y="100074"/>
                </a:lnTo>
                <a:cubicBezTo>
                  <a:pt x="456411" y="97381"/>
                  <a:pt x="463336" y="92822"/>
                  <a:pt x="470414" y="86398"/>
                </a:cubicBezTo>
                <a:cubicBezTo>
                  <a:pt x="477493" y="79973"/>
                  <a:pt x="483802" y="72315"/>
                  <a:pt x="489342" y="63425"/>
                </a:cubicBezTo>
                <a:cubicBezTo>
                  <a:pt x="492173" y="58731"/>
                  <a:pt x="496113" y="50147"/>
                  <a:pt x="501160" y="37671"/>
                </a:cubicBezTo>
                <a:lnTo>
                  <a:pt x="506885" y="37671"/>
                </a:lnTo>
                <a:close/>
                <a:moveTo>
                  <a:pt x="605924" y="0"/>
                </a:moveTo>
                <a:cubicBezTo>
                  <a:pt x="611095" y="0"/>
                  <a:pt x="615496" y="1825"/>
                  <a:pt x="619128" y="5476"/>
                </a:cubicBezTo>
                <a:cubicBezTo>
                  <a:pt x="622759" y="9123"/>
                  <a:pt x="624575" y="13546"/>
                  <a:pt x="624575" y="18743"/>
                </a:cubicBezTo>
                <a:cubicBezTo>
                  <a:pt x="624575" y="23940"/>
                  <a:pt x="622759" y="28395"/>
                  <a:pt x="619128" y="32108"/>
                </a:cubicBezTo>
                <a:cubicBezTo>
                  <a:pt x="615496" y="35816"/>
                  <a:pt x="611095" y="37671"/>
                  <a:pt x="605924" y="37671"/>
                </a:cubicBezTo>
                <a:cubicBezTo>
                  <a:pt x="600754" y="37671"/>
                  <a:pt x="596322" y="35816"/>
                  <a:pt x="592629" y="32108"/>
                </a:cubicBezTo>
                <a:cubicBezTo>
                  <a:pt x="588936" y="28395"/>
                  <a:pt x="587089" y="23940"/>
                  <a:pt x="587089" y="18743"/>
                </a:cubicBezTo>
                <a:cubicBezTo>
                  <a:pt x="587089" y="13546"/>
                  <a:pt x="588905" y="9123"/>
                  <a:pt x="592537" y="5476"/>
                </a:cubicBezTo>
                <a:cubicBezTo>
                  <a:pt x="596168" y="1825"/>
                  <a:pt x="600631" y="0"/>
                  <a:pt x="605924" y="0"/>
                </a:cubicBezTo>
                <a:moveTo>
                  <a:pt x="621251" y="88637"/>
                </a:moveTo>
                <a:lnTo>
                  <a:pt x="621251" y="224177"/>
                </a:lnTo>
                <a:cubicBezTo>
                  <a:pt x="621251" y="234825"/>
                  <a:pt x="622021" y="241915"/>
                  <a:pt x="623559" y="245447"/>
                </a:cubicBezTo>
                <a:cubicBezTo>
                  <a:pt x="625098" y="248975"/>
                  <a:pt x="627376" y="251606"/>
                  <a:pt x="630392" y="253341"/>
                </a:cubicBezTo>
                <a:cubicBezTo>
                  <a:pt x="633408" y="255072"/>
                  <a:pt x="638917" y="255938"/>
                  <a:pt x="646919" y="255938"/>
                </a:cubicBezTo>
                <a:lnTo>
                  <a:pt x="646919" y="262586"/>
                </a:lnTo>
                <a:lnTo>
                  <a:pt x="564745" y="262586"/>
                </a:lnTo>
                <a:lnTo>
                  <a:pt x="564745" y="255938"/>
                </a:lnTo>
                <a:cubicBezTo>
                  <a:pt x="572994" y="255938"/>
                  <a:pt x="578533" y="255134"/>
                  <a:pt x="581365" y="253526"/>
                </a:cubicBezTo>
                <a:cubicBezTo>
                  <a:pt x="584196" y="251914"/>
                  <a:pt x="586443" y="249252"/>
                  <a:pt x="588105" y="245539"/>
                </a:cubicBezTo>
                <a:cubicBezTo>
                  <a:pt x="589767" y="241823"/>
                  <a:pt x="590598" y="234702"/>
                  <a:pt x="590598" y="224177"/>
                </a:cubicBezTo>
                <a:lnTo>
                  <a:pt x="590598" y="159546"/>
                </a:lnTo>
                <a:cubicBezTo>
                  <a:pt x="590598" y="141126"/>
                  <a:pt x="590044" y="129196"/>
                  <a:pt x="588936" y="123756"/>
                </a:cubicBezTo>
                <a:cubicBezTo>
                  <a:pt x="588074" y="119798"/>
                  <a:pt x="586720" y="117049"/>
                  <a:pt x="584873" y="115510"/>
                </a:cubicBezTo>
                <a:cubicBezTo>
                  <a:pt x="583027" y="113968"/>
                  <a:pt x="580503" y="113196"/>
                  <a:pt x="577302" y="113196"/>
                </a:cubicBezTo>
                <a:cubicBezTo>
                  <a:pt x="573855" y="113196"/>
                  <a:pt x="569670" y="114120"/>
                  <a:pt x="564745" y="115966"/>
                </a:cubicBezTo>
                <a:lnTo>
                  <a:pt x="562160" y="109318"/>
                </a:lnTo>
                <a:lnTo>
                  <a:pt x="613126" y="88637"/>
                </a:lnTo>
                <a:lnTo>
                  <a:pt x="621251" y="88637"/>
                </a:lnTo>
                <a:close/>
                <a:moveTo>
                  <a:pt x="659355" y="93438"/>
                </a:moveTo>
                <a:lnTo>
                  <a:pt x="738943" y="93438"/>
                </a:lnTo>
                <a:lnTo>
                  <a:pt x="738943" y="100085"/>
                </a:lnTo>
                <a:lnTo>
                  <a:pt x="733773" y="100085"/>
                </a:lnTo>
                <a:cubicBezTo>
                  <a:pt x="728972" y="100085"/>
                  <a:pt x="725309" y="101255"/>
                  <a:pt x="722785" y="103594"/>
                </a:cubicBezTo>
                <a:cubicBezTo>
                  <a:pt x="720262" y="105933"/>
                  <a:pt x="719000" y="109072"/>
                  <a:pt x="719000" y="113012"/>
                </a:cubicBezTo>
                <a:cubicBezTo>
                  <a:pt x="719000" y="117320"/>
                  <a:pt x="720293" y="122429"/>
                  <a:pt x="722878" y="128338"/>
                </a:cubicBezTo>
                <a:lnTo>
                  <a:pt x="762210" y="221776"/>
                </a:lnTo>
                <a:lnTo>
                  <a:pt x="801727" y="124830"/>
                </a:lnTo>
                <a:cubicBezTo>
                  <a:pt x="804559" y="117936"/>
                  <a:pt x="805975" y="112704"/>
                  <a:pt x="805975" y="109134"/>
                </a:cubicBezTo>
                <a:cubicBezTo>
                  <a:pt x="805975" y="107410"/>
                  <a:pt x="805482" y="105995"/>
                  <a:pt x="804497" y="104887"/>
                </a:cubicBezTo>
                <a:cubicBezTo>
                  <a:pt x="803143" y="103040"/>
                  <a:pt x="801420" y="101778"/>
                  <a:pt x="799327" y="101101"/>
                </a:cubicBezTo>
                <a:cubicBezTo>
                  <a:pt x="797234" y="100424"/>
                  <a:pt x="792987" y="100085"/>
                  <a:pt x="786585" y="100085"/>
                </a:cubicBezTo>
                <a:lnTo>
                  <a:pt x="786585" y="93438"/>
                </a:lnTo>
                <a:lnTo>
                  <a:pt x="841798" y="93438"/>
                </a:lnTo>
                <a:lnTo>
                  <a:pt x="841798" y="100085"/>
                </a:lnTo>
                <a:cubicBezTo>
                  <a:pt x="835397" y="100582"/>
                  <a:pt x="830965" y="101884"/>
                  <a:pt x="828503" y="103992"/>
                </a:cubicBezTo>
                <a:cubicBezTo>
                  <a:pt x="824194" y="107712"/>
                  <a:pt x="820316" y="113914"/>
                  <a:pt x="816869" y="122597"/>
                </a:cubicBezTo>
                <a:lnTo>
                  <a:pt x="756855" y="267756"/>
                </a:lnTo>
                <a:lnTo>
                  <a:pt x="749284" y="267756"/>
                </a:lnTo>
                <a:lnTo>
                  <a:pt x="688900" y="124905"/>
                </a:lnTo>
                <a:cubicBezTo>
                  <a:pt x="686192" y="118238"/>
                  <a:pt x="683607" y="113454"/>
                  <a:pt x="681145" y="110553"/>
                </a:cubicBezTo>
                <a:cubicBezTo>
                  <a:pt x="678683" y="107649"/>
                  <a:pt x="675543" y="105210"/>
                  <a:pt x="671727" y="103236"/>
                </a:cubicBezTo>
                <a:cubicBezTo>
                  <a:pt x="669634" y="102124"/>
                  <a:pt x="665510" y="101074"/>
                  <a:pt x="659355" y="100085"/>
                </a:cubicBezTo>
                <a:lnTo>
                  <a:pt x="659355" y="93438"/>
                </a:lnTo>
                <a:close/>
                <a:moveTo>
                  <a:pt x="885563" y="157330"/>
                </a:moveTo>
                <a:cubicBezTo>
                  <a:pt x="885440" y="182328"/>
                  <a:pt x="891534" y="201935"/>
                  <a:pt x="903844" y="216150"/>
                </a:cubicBezTo>
                <a:cubicBezTo>
                  <a:pt x="916155" y="230365"/>
                  <a:pt x="930620" y="237472"/>
                  <a:pt x="947239" y="237472"/>
                </a:cubicBezTo>
                <a:cubicBezTo>
                  <a:pt x="958319" y="237472"/>
                  <a:pt x="967952" y="234412"/>
                  <a:pt x="976138" y="228291"/>
                </a:cubicBezTo>
                <a:cubicBezTo>
                  <a:pt x="984325" y="222170"/>
                  <a:pt x="991188" y="211689"/>
                  <a:pt x="996728" y="196847"/>
                </a:cubicBezTo>
                <a:lnTo>
                  <a:pt x="1002452" y="200557"/>
                </a:lnTo>
                <a:cubicBezTo>
                  <a:pt x="999867" y="217511"/>
                  <a:pt x="992358" y="232950"/>
                  <a:pt x="979924" y="246872"/>
                </a:cubicBezTo>
                <a:cubicBezTo>
                  <a:pt x="967490" y="260795"/>
                  <a:pt x="951917" y="267756"/>
                  <a:pt x="933205" y="267756"/>
                </a:cubicBezTo>
                <a:cubicBezTo>
                  <a:pt x="912892" y="267756"/>
                  <a:pt x="895504" y="259864"/>
                  <a:pt x="881039" y="244079"/>
                </a:cubicBezTo>
                <a:cubicBezTo>
                  <a:pt x="866574" y="228291"/>
                  <a:pt x="859341" y="207067"/>
                  <a:pt x="859341" y="180406"/>
                </a:cubicBezTo>
                <a:cubicBezTo>
                  <a:pt x="859341" y="151538"/>
                  <a:pt x="866758" y="129027"/>
                  <a:pt x="881593" y="112873"/>
                </a:cubicBezTo>
                <a:cubicBezTo>
                  <a:pt x="896427" y="96715"/>
                  <a:pt x="915047" y="88637"/>
                  <a:pt x="937452" y="88637"/>
                </a:cubicBezTo>
                <a:cubicBezTo>
                  <a:pt x="956411" y="88637"/>
                  <a:pt x="971983" y="94869"/>
                  <a:pt x="984171" y="107333"/>
                </a:cubicBezTo>
                <a:cubicBezTo>
                  <a:pt x="996359" y="119794"/>
                  <a:pt x="1002452" y="136459"/>
                  <a:pt x="1002452" y="157330"/>
                </a:cubicBezTo>
                <a:lnTo>
                  <a:pt x="885563" y="157330"/>
                </a:lnTo>
                <a:moveTo>
                  <a:pt x="885563" y="146620"/>
                </a:moveTo>
                <a:lnTo>
                  <a:pt x="963858" y="146620"/>
                </a:lnTo>
                <a:cubicBezTo>
                  <a:pt x="963243" y="135875"/>
                  <a:pt x="961950" y="128306"/>
                  <a:pt x="959981" y="123912"/>
                </a:cubicBezTo>
                <a:cubicBezTo>
                  <a:pt x="956903" y="117072"/>
                  <a:pt x="952317" y="111700"/>
                  <a:pt x="946223" y="107795"/>
                </a:cubicBezTo>
                <a:cubicBezTo>
                  <a:pt x="940130" y="103886"/>
                  <a:pt x="933759" y="101932"/>
                  <a:pt x="927111" y="101932"/>
                </a:cubicBezTo>
                <a:cubicBezTo>
                  <a:pt x="916893" y="101932"/>
                  <a:pt x="907753" y="105869"/>
                  <a:pt x="899689" y="113744"/>
                </a:cubicBezTo>
                <a:cubicBezTo>
                  <a:pt x="891626" y="121619"/>
                  <a:pt x="886917" y="132578"/>
                  <a:pt x="885563" y="146620"/>
                </a:cubicBezTo>
                <a:close/>
                <a:moveTo>
                  <a:pt x="1186800" y="25852"/>
                </a:moveTo>
                <a:lnTo>
                  <a:pt x="1186800" y="124460"/>
                </a:lnTo>
                <a:lnTo>
                  <a:pt x="1241828" y="124460"/>
                </a:lnTo>
                <a:cubicBezTo>
                  <a:pt x="1256109" y="124460"/>
                  <a:pt x="1265649" y="122295"/>
                  <a:pt x="1270451" y="117963"/>
                </a:cubicBezTo>
                <a:cubicBezTo>
                  <a:pt x="1276852" y="112273"/>
                  <a:pt x="1280422" y="102251"/>
                  <a:pt x="1281161" y="87898"/>
                </a:cubicBezTo>
                <a:lnTo>
                  <a:pt x="1287993" y="87898"/>
                </a:lnTo>
                <a:lnTo>
                  <a:pt x="1287993" y="175426"/>
                </a:lnTo>
                <a:lnTo>
                  <a:pt x="1281161" y="175426"/>
                </a:lnTo>
                <a:cubicBezTo>
                  <a:pt x="1279437" y="163239"/>
                  <a:pt x="1277714" y="155422"/>
                  <a:pt x="1275990" y="151975"/>
                </a:cubicBezTo>
                <a:cubicBezTo>
                  <a:pt x="1273774" y="147666"/>
                  <a:pt x="1270143" y="144281"/>
                  <a:pt x="1265095" y="141818"/>
                </a:cubicBezTo>
                <a:cubicBezTo>
                  <a:pt x="1260048" y="139356"/>
                  <a:pt x="1252292" y="138125"/>
                  <a:pt x="1241828" y="138125"/>
                </a:cubicBezTo>
                <a:lnTo>
                  <a:pt x="1186800" y="138125"/>
                </a:lnTo>
                <a:lnTo>
                  <a:pt x="1186800" y="220806"/>
                </a:lnTo>
                <a:cubicBezTo>
                  <a:pt x="1186800" y="231905"/>
                  <a:pt x="1187292" y="238657"/>
                  <a:pt x="1188277" y="241061"/>
                </a:cubicBezTo>
                <a:cubicBezTo>
                  <a:pt x="1189262" y="243466"/>
                  <a:pt x="1190985" y="245378"/>
                  <a:pt x="1193448" y="246797"/>
                </a:cubicBezTo>
                <a:cubicBezTo>
                  <a:pt x="1195910" y="248213"/>
                  <a:pt x="1200588" y="248921"/>
                  <a:pt x="1207482" y="248921"/>
                </a:cubicBezTo>
                <a:lnTo>
                  <a:pt x="1249953" y="248921"/>
                </a:lnTo>
                <a:cubicBezTo>
                  <a:pt x="1264111" y="248921"/>
                  <a:pt x="1274390" y="247936"/>
                  <a:pt x="1280791" y="245966"/>
                </a:cubicBezTo>
                <a:cubicBezTo>
                  <a:pt x="1287193" y="243997"/>
                  <a:pt x="1293348" y="240119"/>
                  <a:pt x="1299257" y="234333"/>
                </a:cubicBezTo>
                <a:cubicBezTo>
                  <a:pt x="1306890" y="226700"/>
                  <a:pt x="1314707" y="215190"/>
                  <a:pt x="1322709" y="199801"/>
                </a:cubicBezTo>
                <a:lnTo>
                  <a:pt x="1330096" y="199801"/>
                </a:lnTo>
                <a:lnTo>
                  <a:pt x="1308490" y="262586"/>
                </a:lnTo>
                <a:lnTo>
                  <a:pt x="1115521" y="262586"/>
                </a:lnTo>
                <a:lnTo>
                  <a:pt x="1115521" y="255569"/>
                </a:lnTo>
                <a:lnTo>
                  <a:pt x="1124385" y="255569"/>
                </a:lnTo>
                <a:cubicBezTo>
                  <a:pt x="1130294" y="255569"/>
                  <a:pt x="1135895" y="254153"/>
                  <a:pt x="1141189" y="251321"/>
                </a:cubicBezTo>
                <a:cubicBezTo>
                  <a:pt x="1145128" y="249352"/>
                  <a:pt x="1147806" y="246397"/>
                  <a:pt x="1149222" y="242458"/>
                </a:cubicBezTo>
                <a:cubicBezTo>
                  <a:pt x="1150637" y="238518"/>
                  <a:pt x="1151345" y="230455"/>
                  <a:pt x="1151345" y="218267"/>
                </a:cubicBezTo>
                <a:lnTo>
                  <a:pt x="1151345" y="55767"/>
                </a:lnTo>
                <a:cubicBezTo>
                  <a:pt x="1151345" y="39967"/>
                  <a:pt x="1149745" y="30230"/>
                  <a:pt x="1146544" y="26556"/>
                </a:cubicBezTo>
                <a:cubicBezTo>
                  <a:pt x="1142112" y="21655"/>
                  <a:pt x="1134726" y="19205"/>
                  <a:pt x="1124385" y="19205"/>
                </a:cubicBezTo>
                <a:lnTo>
                  <a:pt x="1115521" y="19205"/>
                </a:lnTo>
                <a:lnTo>
                  <a:pt x="1115521" y="12188"/>
                </a:lnTo>
                <a:lnTo>
                  <a:pt x="1308490" y="12188"/>
                </a:lnTo>
                <a:lnTo>
                  <a:pt x="1311260" y="67216"/>
                </a:lnTo>
                <a:lnTo>
                  <a:pt x="1304059" y="67216"/>
                </a:lnTo>
                <a:cubicBezTo>
                  <a:pt x="1301473" y="53986"/>
                  <a:pt x="1298611" y="44897"/>
                  <a:pt x="1295472" y="39950"/>
                </a:cubicBezTo>
                <a:cubicBezTo>
                  <a:pt x="1292333" y="35003"/>
                  <a:pt x="1287685" y="31231"/>
                  <a:pt x="1281530" y="28634"/>
                </a:cubicBezTo>
                <a:cubicBezTo>
                  <a:pt x="1276606" y="26779"/>
                  <a:pt x="1267927" y="25852"/>
                  <a:pt x="1255493" y="25852"/>
                </a:cubicBezTo>
                <a:lnTo>
                  <a:pt x="1186800" y="25852"/>
                </a:lnTo>
                <a:close/>
                <a:moveTo>
                  <a:pt x="1399958" y="124276"/>
                </a:moveTo>
                <a:cubicBezTo>
                  <a:pt x="1419778" y="100516"/>
                  <a:pt x="1438675" y="88637"/>
                  <a:pt x="1456648" y="88637"/>
                </a:cubicBezTo>
                <a:cubicBezTo>
                  <a:pt x="1465881" y="88637"/>
                  <a:pt x="1473821" y="90939"/>
                  <a:pt x="1480469" y="95544"/>
                </a:cubicBezTo>
                <a:cubicBezTo>
                  <a:pt x="1487117" y="100145"/>
                  <a:pt x="1492410" y="107726"/>
                  <a:pt x="1496350" y="118286"/>
                </a:cubicBezTo>
                <a:cubicBezTo>
                  <a:pt x="1499058" y="125653"/>
                  <a:pt x="1500412" y="136948"/>
                  <a:pt x="1500412" y="152171"/>
                </a:cubicBezTo>
                <a:lnTo>
                  <a:pt x="1500412" y="224177"/>
                </a:lnTo>
                <a:cubicBezTo>
                  <a:pt x="1500412" y="234948"/>
                  <a:pt x="1501274" y="242254"/>
                  <a:pt x="1502998" y="246093"/>
                </a:cubicBezTo>
                <a:cubicBezTo>
                  <a:pt x="1504352" y="249190"/>
                  <a:pt x="1506537" y="251606"/>
                  <a:pt x="1509553" y="253341"/>
                </a:cubicBezTo>
                <a:cubicBezTo>
                  <a:pt x="1512569" y="255072"/>
                  <a:pt x="1518140" y="255938"/>
                  <a:pt x="1526265" y="255938"/>
                </a:cubicBezTo>
                <a:lnTo>
                  <a:pt x="1526265" y="262586"/>
                </a:lnTo>
                <a:lnTo>
                  <a:pt x="1442614" y="262586"/>
                </a:lnTo>
                <a:lnTo>
                  <a:pt x="1442614" y="255938"/>
                </a:lnTo>
                <a:lnTo>
                  <a:pt x="1446122" y="255938"/>
                </a:lnTo>
                <a:cubicBezTo>
                  <a:pt x="1454001" y="255938"/>
                  <a:pt x="1459510" y="254732"/>
                  <a:pt x="1462649" y="252320"/>
                </a:cubicBezTo>
                <a:cubicBezTo>
                  <a:pt x="1465789" y="249904"/>
                  <a:pt x="1467974" y="246343"/>
                  <a:pt x="1469205" y="241638"/>
                </a:cubicBezTo>
                <a:cubicBezTo>
                  <a:pt x="1469697" y="239780"/>
                  <a:pt x="1469944" y="233960"/>
                  <a:pt x="1469944" y="224177"/>
                </a:cubicBezTo>
                <a:lnTo>
                  <a:pt x="1469944" y="155045"/>
                </a:lnTo>
                <a:cubicBezTo>
                  <a:pt x="1469944" y="139679"/>
                  <a:pt x="1467943" y="128525"/>
                  <a:pt x="1463942" y="121581"/>
                </a:cubicBezTo>
                <a:cubicBezTo>
                  <a:pt x="1459941" y="114637"/>
                  <a:pt x="1453201" y="111165"/>
                  <a:pt x="1443722" y="111165"/>
                </a:cubicBezTo>
                <a:cubicBezTo>
                  <a:pt x="1429072" y="111165"/>
                  <a:pt x="1414484" y="119167"/>
                  <a:pt x="1399958" y="135171"/>
                </a:cubicBezTo>
                <a:lnTo>
                  <a:pt x="1399958" y="224177"/>
                </a:lnTo>
                <a:cubicBezTo>
                  <a:pt x="1399958" y="235691"/>
                  <a:pt x="1400635" y="242812"/>
                  <a:pt x="1401989" y="245539"/>
                </a:cubicBezTo>
                <a:cubicBezTo>
                  <a:pt x="1403712" y="249129"/>
                  <a:pt x="1406082" y="251760"/>
                  <a:pt x="1409098" y="253433"/>
                </a:cubicBezTo>
                <a:cubicBezTo>
                  <a:pt x="1412114" y="255103"/>
                  <a:pt x="1418239" y="255938"/>
                  <a:pt x="1427472" y="255938"/>
                </a:cubicBezTo>
                <a:lnTo>
                  <a:pt x="1427472" y="262586"/>
                </a:lnTo>
                <a:lnTo>
                  <a:pt x="1343821" y="262586"/>
                </a:lnTo>
                <a:lnTo>
                  <a:pt x="1343821" y="255938"/>
                </a:lnTo>
                <a:lnTo>
                  <a:pt x="1347514" y="255938"/>
                </a:lnTo>
                <a:cubicBezTo>
                  <a:pt x="1356132" y="255938"/>
                  <a:pt x="1361949" y="253741"/>
                  <a:pt x="1364965" y="249348"/>
                </a:cubicBezTo>
                <a:cubicBezTo>
                  <a:pt x="1367981" y="244951"/>
                  <a:pt x="1369489" y="236560"/>
                  <a:pt x="1369489" y="224177"/>
                </a:cubicBezTo>
                <a:lnTo>
                  <a:pt x="1369489" y="161762"/>
                </a:lnTo>
                <a:cubicBezTo>
                  <a:pt x="1369489" y="141449"/>
                  <a:pt x="1369027" y="129077"/>
                  <a:pt x="1368104" y="124645"/>
                </a:cubicBezTo>
                <a:cubicBezTo>
                  <a:pt x="1367181" y="120213"/>
                  <a:pt x="1365765" y="117197"/>
                  <a:pt x="1363857" y="115597"/>
                </a:cubicBezTo>
                <a:cubicBezTo>
                  <a:pt x="1361949" y="113996"/>
                  <a:pt x="1359394" y="113196"/>
                  <a:pt x="1356193" y="113196"/>
                </a:cubicBezTo>
                <a:cubicBezTo>
                  <a:pt x="1352746" y="113196"/>
                  <a:pt x="1348622" y="114120"/>
                  <a:pt x="1343821" y="115966"/>
                </a:cubicBezTo>
                <a:lnTo>
                  <a:pt x="1341051" y="109318"/>
                </a:lnTo>
                <a:lnTo>
                  <a:pt x="1392017" y="88637"/>
                </a:lnTo>
                <a:lnTo>
                  <a:pt x="1399958" y="88637"/>
                </a:lnTo>
                <a:lnTo>
                  <a:pt x="1399958" y="124276"/>
                </a:lnTo>
                <a:close/>
                <a:moveTo>
                  <a:pt x="1659220" y="243577"/>
                </a:moveTo>
                <a:cubicBezTo>
                  <a:pt x="1650971" y="252191"/>
                  <a:pt x="1642908" y="258375"/>
                  <a:pt x="1635029" y="262130"/>
                </a:cubicBezTo>
                <a:cubicBezTo>
                  <a:pt x="1627150" y="265881"/>
                  <a:pt x="1618656" y="267756"/>
                  <a:pt x="1609546" y="267756"/>
                </a:cubicBezTo>
                <a:cubicBezTo>
                  <a:pt x="1591080" y="267756"/>
                  <a:pt x="1574953" y="260049"/>
                  <a:pt x="1561165" y="244633"/>
                </a:cubicBezTo>
                <a:cubicBezTo>
                  <a:pt x="1547378" y="229214"/>
                  <a:pt x="1540484" y="209402"/>
                  <a:pt x="1540484" y="185196"/>
                </a:cubicBezTo>
                <a:cubicBezTo>
                  <a:pt x="1540484" y="160994"/>
                  <a:pt x="1548116" y="138850"/>
                  <a:pt x="1563381" y="118765"/>
                </a:cubicBezTo>
                <a:cubicBezTo>
                  <a:pt x="1578646" y="98679"/>
                  <a:pt x="1598282" y="88637"/>
                  <a:pt x="1622288" y="88637"/>
                </a:cubicBezTo>
                <a:cubicBezTo>
                  <a:pt x="1637184" y="88637"/>
                  <a:pt x="1649494" y="93374"/>
                  <a:pt x="1659220" y="102850"/>
                </a:cubicBezTo>
                <a:lnTo>
                  <a:pt x="1659220" y="71279"/>
                </a:lnTo>
                <a:cubicBezTo>
                  <a:pt x="1659220" y="52032"/>
                  <a:pt x="1658758" y="40202"/>
                  <a:pt x="1657835" y="35789"/>
                </a:cubicBezTo>
                <a:cubicBezTo>
                  <a:pt x="1656911" y="31377"/>
                  <a:pt x="1655465" y="28372"/>
                  <a:pt x="1653495" y="26776"/>
                </a:cubicBezTo>
                <a:cubicBezTo>
                  <a:pt x="1651525" y="25175"/>
                  <a:pt x="1649063" y="24375"/>
                  <a:pt x="1646109" y="24375"/>
                </a:cubicBezTo>
                <a:cubicBezTo>
                  <a:pt x="1642908" y="24375"/>
                  <a:pt x="1638661" y="25360"/>
                  <a:pt x="1633367" y="27330"/>
                </a:cubicBezTo>
                <a:lnTo>
                  <a:pt x="1630967" y="20682"/>
                </a:lnTo>
                <a:lnTo>
                  <a:pt x="1681379" y="0"/>
                </a:lnTo>
                <a:lnTo>
                  <a:pt x="1689688" y="0"/>
                </a:lnTo>
                <a:lnTo>
                  <a:pt x="1689688" y="195739"/>
                </a:lnTo>
                <a:cubicBezTo>
                  <a:pt x="1689688" y="215478"/>
                  <a:pt x="1690150" y="227523"/>
                  <a:pt x="1691073" y="231874"/>
                </a:cubicBezTo>
                <a:cubicBezTo>
                  <a:pt x="1691997" y="236226"/>
                  <a:pt x="1693474" y="239263"/>
                  <a:pt x="1695505" y="240986"/>
                </a:cubicBezTo>
                <a:cubicBezTo>
                  <a:pt x="1697536" y="242706"/>
                  <a:pt x="1699906" y="243566"/>
                  <a:pt x="1702615" y="243566"/>
                </a:cubicBezTo>
                <a:cubicBezTo>
                  <a:pt x="1705938" y="243566"/>
                  <a:pt x="1710370" y="242519"/>
                  <a:pt x="1715910" y="240427"/>
                </a:cubicBezTo>
                <a:lnTo>
                  <a:pt x="1717941" y="247074"/>
                </a:lnTo>
                <a:lnTo>
                  <a:pt x="1667714" y="267756"/>
                </a:lnTo>
                <a:lnTo>
                  <a:pt x="1659220" y="267756"/>
                </a:lnTo>
                <a:lnTo>
                  <a:pt x="1659220" y="243577"/>
                </a:lnTo>
                <a:moveTo>
                  <a:pt x="1659220" y="230680"/>
                </a:moveTo>
                <a:lnTo>
                  <a:pt x="1659220" y="143740"/>
                </a:lnTo>
                <a:cubicBezTo>
                  <a:pt x="1658481" y="135388"/>
                  <a:pt x="1656265" y="127775"/>
                  <a:pt x="1652572" y="120900"/>
                </a:cubicBezTo>
                <a:cubicBezTo>
                  <a:pt x="1648879" y="114021"/>
                  <a:pt x="1643985" y="108834"/>
                  <a:pt x="1637891" y="105337"/>
                </a:cubicBezTo>
                <a:cubicBezTo>
                  <a:pt x="1631798" y="101836"/>
                  <a:pt x="1625858" y="100085"/>
                  <a:pt x="1620072" y="100085"/>
                </a:cubicBezTo>
                <a:cubicBezTo>
                  <a:pt x="1609238" y="100085"/>
                  <a:pt x="1599575" y="104937"/>
                  <a:pt x="1591080" y="114639"/>
                </a:cubicBezTo>
                <a:cubicBezTo>
                  <a:pt x="1579878" y="127407"/>
                  <a:pt x="1574276" y="146071"/>
                  <a:pt x="1574276" y="170631"/>
                </a:cubicBezTo>
                <a:cubicBezTo>
                  <a:pt x="1574276" y="195437"/>
                  <a:pt x="1579693" y="214441"/>
                  <a:pt x="1590526" y="227645"/>
                </a:cubicBezTo>
                <a:cubicBezTo>
                  <a:pt x="1601360" y="240844"/>
                  <a:pt x="1613424" y="247444"/>
                  <a:pt x="1626719" y="247444"/>
                </a:cubicBezTo>
                <a:cubicBezTo>
                  <a:pt x="1637922" y="247444"/>
                  <a:pt x="1648756" y="241856"/>
                  <a:pt x="1659220" y="230680"/>
                </a:cubicBezTo>
                <a:close/>
                <a:moveTo>
                  <a:pt x="1732345" y="163608"/>
                </a:moveTo>
                <a:lnTo>
                  <a:pt x="1827813" y="163608"/>
                </a:lnTo>
                <a:lnTo>
                  <a:pt x="1827813" y="191676"/>
                </a:lnTo>
                <a:lnTo>
                  <a:pt x="1732345" y="191676"/>
                </a:lnTo>
                <a:lnTo>
                  <a:pt x="1732345" y="163608"/>
                </a:lnTo>
                <a:close/>
                <a:moveTo>
                  <a:pt x="1903891" y="37671"/>
                </a:moveTo>
                <a:lnTo>
                  <a:pt x="1903891" y="93438"/>
                </a:lnTo>
                <a:lnTo>
                  <a:pt x="1943408" y="93438"/>
                </a:lnTo>
                <a:lnTo>
                  <a:pt x="1943408" y="105995"/>
                </a:lnTo>
                <a:lnTo>
                  <a:pt x="1903891" y="106364"/>
                </a:lnTo>
                <a:lnTo>
                  <a:pt x="1903891" y="216202"/>
                </a:lnTo>
                <a:cubicBezTo>
                  <a:pt x="1903891" y="227170"/>
                  <a:pt x="1905460" y="234566"/>
                  <a:pt x="1908599" y="238390"/>
                </a:cubicBezTo>
                <a:cubicBezTo>
                  <a:pt x="1911739" y="242210"/>
                  <a:pt x="1915770" y="244120"/>
                  <a:pt x="1920695" y="244120"/>
                </a:cubicBezTo>
                <a:cubicBezTo>
                  <a:pt x="1924757" y="244120"/>
                  <a:pt x="1928696" y="242842"/>
                  <a:pt x="1932513" y="240288"/>
                </a:cubicBezTo>
                <a:cubicBezTo>
                  <a:pt x="1936329" y="237734"/>
                  <a:pt x="1939284" y="233963"/>
                  <a:pt x="1941376" y="228978"/>
                </a:cubicBezTo>
                <a:lnTo>
                  <a:pt x="1948578" y="228978"/>
                </a:lnTo>
                <a:cubicBezTo>
                  <a:pt x="1944269" y="241104"/>
                  <a:pt x="1938176" y="250229"/>
                  <a:pt x="1930297" y="256353"/>
                </a:cubicBezTo>
                <a:cubicBezTo>
                  <a:pt x="1922418" y="262478"/>
                  <a:pt x="1914293" y="265540"/>
                  <a:pt x="1905922" y="265540"/>
                </a:cubicBezTo>
                <a:cubicBezTo>
                  <a:pt x="1900259" y="265540"/>
                  <a:pt x="1894719" y="263965"/>
                  <a:pt x="1889302" y="260814"/>
                </a:cubicBezTo>
                <a:cubicBezTo>
                  <a:pt x="1883886" y="257663"/>
                  <a:pt x="1879885" y="253155"/>
                  <a:pt x="1877300" y="247288"/>
                </a:cubicBezTo>
                <a:cubicBezTo>
                  <a:pt x="1874714" y="241421"/>
                  <a:pt x="1873422" y="232373"/>
                  <a:pt x="1873422" y="220143"/>
                </a:cubicBezTo>
                <a:lnTo>
                  <a:pt x="1873422" y="105995"/>
                </a:lnTo>
                <a:lnTo>
                  <a:pt x="1846646" y="105995"/>
                </a:lnTo>
                <a:lnTo>
                  <a:pt x="1846646" y="100074"/>
                </a:lnTo>
                <a:cubicBezTo>
                  <a:pt x="1853417" y="97381"/>
                  <a:pt x="1860342" y="92822"/>
                  <a:pt x="1867420" y="86398"/>
                </a:cubicBezTo>
                <a:cubicBezTo>
                  <a:pt x="1874499" y="79973"/>
                  <a:pt x="1880808" y="72315"/>
                  <a:pt x="1886348" y="63425"/>
                </a:cubicBezTo>
                <a:cubicBezTo>
                  <a:pt x="1889179" y="58731"/>
                  <a:pt x="1893119" y="50147"/>
                  <a:pt x="1898166" y="37671"/>
                </a:cubicBezTo>
                <a:lnTo>
                  <a:pt x="1903891" y="37671"/>
                </a:lnTo>
                <a:close/>
                <a:moveTo>
                  <a:pt x="2042632" y="88637"/>
                </a:moveTo>
                <a:cubicBezTo>
                  <a:pt x="2068238" y="88637"/>
                  <a:pt x="2088797" y="98352"/>
                  <a:pt x="2104309" y="117784"/>
                </a:cubicBezTo>
                <a:cubicBezTo>
                  <a:pt x="2117481" y="134384"/>
                  <a:pt x="2124067" y="153446"/>
                  <a:pt x="2124067" y="174971"/>
                </a:cubicBezTo>
                <a:cubicBezTo>
                  <a:pt x="2124067" y="190097"/>
                  <a:pt x="2120435" y="205409"/>
                  <a:pt x="2113172" y="220905"/>
                </a:cubicBezTo>
                <a:cubicBezTo>
                  <a:pt x="2105909" y="236397"/>
                  <a:pt x="2095907" y="248078"/>
                  <a:pt x="2083165" y="255949"/>
                </a:cubicBezTo>
                <a:cubicBezTo>
                  <a:pt x="2070424" y="263821"/>
                  <a:pt x="2056236" y="267756"/>
                  <a:pt x="2040601" y="267756"/>
                </a:cubicBezTo>
                <a:cubicBezTo>
                  <a:pt x="2015118" y="267756"/>
                  <a:pt x="1994867" y="257609"/>
                  <a:pt x="1979848" y="237316"/>
                </a:cubicBezTo>
                <a:cubicBezTo>
                  <a:pt x="1967168" y="220224"/>
                  <a:pt x="1960828" y="201040"/>
                  <a:pt x="1960828" y="179766"/>
                </a:cubicBezTo>
                <a:cubicBezTo>
                  <a:pt x="1960828" y="164270"/>
                  <a:pt x="1964675" y="148866"/>
                  <a:pt x="1972369" y="133555"/>
                </a:cubicBezTo>
                <a:cubicBezTo>
                  <a:pt x="1980064" y="118244"/>
                  <a:pt x="1990189" y="106929"/>
                  <a:pt x="2002746" y="99612"/>
                </a:cubicBezTo>
                <a:cubicBezTo>
                  <a:pt x="2015303" y="92295"/>
                  <a:pt x="2028598" y="88637"/>
                  <a:pt x="2042632" y="88637"/>
                </a:cubicBezTo>
                <a:moveTo>
                  <a:pt x="2036908" y="100824"/>
                </a:moveTo>
                <a:cubicBezTo>
                  <a:pt x="2030383" y="100824"/>
                  <a:pt x="2023828" y="102757"/>
                  <a:pt x="2017242" y="106623"/>
                </a:cubicBezTo>
                <a:cubicBezTo>
                  <a:pt x="2010655" y="110486"/>
                  <a:pt x="2005331" y="117263"/>
                  <a:pt x="2001269" y="126953"/>
                </a:cubicBezTo>
                <a:cubicBezTo>
                  <a:pt x="1997206" y="136644"/>
                  <a:pt x="1995175" y="149093"/>
                  <a:pt x="1995175" y="164301"/>
                </a:cubicBezTo>
                <a:cubicBezTo>
                  <a:pt x="1995175" y="188833"/>
                  <a:pt x="2000068" y="209994"/>
                  <a:pt x="2009855" y="227783"/>
                </a:cubicBezTo>
                <a:cubicBezTo>
                  <a:pt x="2019642" y="245568"/>
                  <a:pt x="2032538" y="254461"/>
                  <a:pt x="2048541" y="254461"/>
                </a:cubicBezTo>
                <a:cubicBezTo>
                  <a:pt x="2060483" y="254461"/>
                  <a:pt x="2070331" y="249554"/>
                  <a:pt x="2078087" y="239740"/>
                </a:cubicBezTo>
                <a:cubicBezTo>
                  <a:pt x="2085843" y="229926"/>
                  <a:pt x="2089720" y="213060"/>
                  <a:pt x="2089720" y="189143"/>
                </a:cubicBezTo>
                <a:cubicBezTo>
                  <a:pt x="2089720" y="159213"/>
                  <a:pt x="2083257" y="135661"/>
                  <a:pt x="2070331" y="118488"/>
                </a:cubicBezTo>
                <a:cubicBezTo>
                  <a:pt x="2061591" y="106712"/>
                  <a:pt x="2050450" y="100824"/>
                  <a:pt x="2036908" y="100824"/>
                </a:cubicBezTo>
                <a:close/>
                <a:moveTo>
                  <a:pt x="2152505" y="163608"/>
                </a:moveTo>
                <a:lnTo>
                  <a:pt x="2247974" y="163608"/>
                </a:lnTo>
                <a:lnTo>
                  <a:pt x="2247974" y="191676"/>
                </a:lnTo>
                <a:lnTo>
                  <a:pt x="2152505" y="191676"/>
                </a:lnTo>
                <a:lnTo>
                  <a:pt x="2152505" y="163608"/>
                </a:lnTo>
                <a:close/>
                <a:moveTo>
                  <a:pt x="2342147" y="25852"/>
                </a:moveTo>
                <a:lnTo>
                  <a:pt x="2342147" y="124460"/>
                </a:lnTo>
                <a:lnTo>
                  <a:pt x="2397176" y="124460"/>
                </a:lnTo>
                <a:cubicBezTo>
                  <a:pt x="2411456" y="124460"/>
                  <a:pt x="2420997" y="122295"/>
                  <a:pt x="2425798" y="117963"/>
                </a:cubicBezTo>
                <a:cubicBezTo>
                  <a:pt x="2432199" y="112273"/>
                  <a:pt x="2435769" y="102251"/>
                  <a:pt x="2436508" y="87898"/>
                </a:cubicBezTo>
                <a:lnTo>
                  <a:pt x="2443340" y="87898"/>
                </a:lnTo>
                <a:lnTo>
                  <a:pt x="2443340" y="175426"/>
                </a:lnTo>
                <a:lnTo>
                  <a:pt x="2436508" y="175426"/>
                </a:lnTo>
                <a:cubicBezTo>
                  <a:pt x="2434785" y="163239"/>
                  <a:pt x="2433061" y="155422"/>
                  <a:pt x="2431338" y="151975"/>
                </a:cubicBezTo>
                <a:cubicBezTo>
                  <a:pt x="2429122" y="147666"/>
                  <a:pt x="2425490" y="144281"/>
                  <a:pt x="2420443" y="141818"/>
                </a:cubicBezTo>
                <a:cubicBezTo>
                  <a:pt x="2415395" y="139356"/>
                  <a:pt x="2407640" y="138125"/>
                  <a:pt x="2397176" y="138125"/>
                </a:cubicBezTo>
                <a:lnTo>
                  <a:pt x="2342147" y="138125"/>
                </a:lnTo>
                <a:lnTo>
                  <a:pt x="2342147" y="220806"/>
                </a:lnTo>
                <a:cubicBezTo>
                  <a:pt x="2342147" y="231905"/>
                  <a:pt x="2342640" y="238657"/>
                  <a:pt x="2343624" y="241061"/>
                </a:cubicBezTo>
                <a:cubicBezTo>
                  <a:pt x="2344609" y="243466"/>
                  <a:pt x="2346333" y="245378"/>
                  <a:pt x="2348795" y="246797"/>
                </a:cubicBezTo>
                <a:cubicBezTo>
                  <a:pt x="2351257" y="248213"/>
                  <a:pt x="2355935" y="248921"/>
                  <a:pt x="2362829" y="248921"/>
                </a:cubicBezTo>
                <a:lnTo>
                  <a:pt x="2405301" y="248921"/>
                </a:lnTo>
                <a:cubicBezTo>
                  <a:pt x="2419458" y="248921"/>
                  <a:pt x="2429737" y="247936"/>
                  <a:pt x="2436139" y="245966"/>
                </a:cubicBezTo>
                <a:cubicBezTo>
                  <a:pt x="2442540" y="243997"/>
                  <a:pt x="2448696" y="240119"/>
                  <a:pt x="2454605" y="234333"/>
                </a:cubicBezTo>
                <a:cubicBezTo>
                  <a:pt x="2462237" y="226700"/>
                  <a:pt x="2470055" y="215190"/>
                  <a:pt x="2478056" y="199801"/>
                </a:cubicBezTo>
                <a:lnTo>
                  <a:pt x="2485443" y="199801"/>
                </a:lnTo>
                <a:lnTo>
                  <a:pt x="2463838" y="262586"/>
                </a:lnTo>
                <a:lnTo>
                  <a:pt x="2270869" y="262586"/>
                </a:lnTo>
                <a:lnTo>
                  <a:pt x="2270869" y="255569"/>
                </a:lnTo>
                <a:lnTo>
                  <a:pt x="2279732" y="255569"/>
                </a:lnTo>
                <a:cubicBezTo>
                  <a:pt x="2285641" y="255569"/>
                  <a:pt x="2291243" y="254153"/>
                  <a:pt x="2296536" y="251321"/>
                </a:cubicBezTo>
                <a:cubicBezTo>
                  <a:pt x="2300476" y="249352"/>
                  <a:pt x="2303153" y="246397"/>
                  <a:pt x="2304569" y="242458"/>
                </a:cubicBezTo>
                <a:cubicBezTo>
                  <a:pt x="2305985" y="238518"/>
                  <a:pt x="2306693" y="230455"/>
                  <a:pt x="2306693" y="218267"/>
                </a:cubicBezTo>
                <a:lnTo>
                  <a:pt x="2306693" y="55767"/>
                </a:lnTo>
                <a:cubicBezTo>
                  <a:pt x="2306693" y="39967"/>
                  <a:pt x="2305092" y="30230"/>
                  <a:pt x="2301891" y="26556"/>
                </a:cubicBezTo>
                <a:cubicBezTo>
                  <a:pt x="2297460" y="21655"/>
                  <a:pt x="2290073" y="19205"/>
                  <a:pt x="2279732" y="19205"/>
                </a:cubicBezTo>
                <a:lnTo>
                  <a:pt x="2270869" y="19205"/>
                </a:lnTo>
                <a:lnTo>
                  <a:pt x="2270869" y="12188"/>
                </a:lnTo>
                <a:lnTo>
                  <a:pt x="2463838" y="12188"/>
                </a:lnTo>
                <a:lnTo>
                  <a:pt x="2466608" y="67216"/>
                </a:lnTo>
                <a:lnTo>
                  <a:pt x="2459406" y="67216"/>
                </a:lnTo>
                <a:cubicBezTo>
                  <a:pt x="2456821" y="53986"/>
                  <a:pt x="2453958" y="44897"/>
                  <a:pt x="2450819" y="39950"/>
                </a:cubicBezTo>
                <a:cubicBezTo>
                  <a:pt x="2447680" y="35003"/>
                  <a:pt x="2443033" y="31231"/>
                  <a:pt x="2436877" y="28634"/>
                </a:cubicBezTo>
                <a:cubicBezTo>
                  <a:pt x="2431953" y="26779"/>
                  <a:pt x="2423274" y="25852"/>
                  <a:pt x="2410840" y="25852"/>
                </a:cubicBezTo>
                <a:lnTo>
                  <a:pt x="2342147" y="25852"/>
                </a:lnTo>
                <a:close/>
                <a:moveTo>
                  <a:pt x="2555305" y="124276"/>
                </a:moveTo>
                <a:cubicBezTo>
                  <a:pt x="2575125" y="100516"/>
                  <a:pt x="2594022" y="88637"/>
                  <a:pt x="2611995" y="88637"/>
                </a:cubicBezTo>
                <a:cubicBezTo>
                  <a:pt x="2621228" y="88637"/>
                  <a:pt x="2629168" y="90939"/>
                  <a:pt x="2635816" y="95544"/>
                </a:cubicBezTo>
                <a:cubicBezTo>
                  <a:pt x="2642464" y="100145"/>
                  <a:pt x="2647757" y="107726"/>
                  <a:pt x="2651697" y="118286"/>
                </a:cubicBezTo>
                <a:cubicBezTo>
                  <a:pt x="2654405" y="125653"/>
                  <a:pt x="2655759" y="136948"/>
                  <a:pt x="2655759" y="152171"/>
                </a:cubicBezTo>
                <a:lnTo>
                  <a:pt x="2655759" y="224177"/>
                </a:lnTo>
                <a:cubicBezTo>
                  <a:pt x="2655759" y="234948"/>
                  <a:pt x="2656621" y="242254"/>
                  <a:pt x="2658345" y="246093"/>
                </a:cubicBezTo>
                <a:cubicBezTo>
                  <a:pt x="2659699" y="249190"/>
                  <a:pt x="2661884" y="251606"/>
                  <a:pt x="2664900" y="253341"/>
                </a:cubicBezTo>
                <a:cubicBezTo>
                  <a:pt x="2667916" y="255072"/>
                  <a:pt x="2673487" y="255938"/>
                  <a:pt x="2681612" y="255938"/>
                </a:cubicBezTo>
                <a:lnTo>
                  <a:pt x="2681612" y="262586"/>
                </a:lnTo>
                <a:lnTo>
                  <a:pt x="2597961" y="262586"/>
                </a:lnTo>
                <a:lnTo>
                  <a:pt x="2597961" y="255938"/>
                </a:lnTo>
                <a:lnTo>
                  <a:pt x="2601469" y="255938"/>
                </a:lnTo>
                <a:cubicBezTo>
                  <a:pt x="2609348" y="255938"/>
                  <a:pt x="2614857" y="254732"/>
                  <a:pt x="2617996" y="252320"/>
                </a:cubicBezTo>
                <a:cubicBezTo>
                  <a:pt x="2621136" y="249904"/>
                  <a:pt x="2623321" y="246343"/>
                  <a:pt x="2624552" y="241638"/>
                </a:cubicBezTo>
                <a:cubicBezTo>
                  <a:pt x="2625044" y="239780"/>
                  <a:pt x="2625291" y="233960"/>
                  <a:pt x="2625291" y="224177"/>
                </a:cubicBezTo>
                <a:lnTo>
                  <a:pt x="2625291" y="155045"/>
                </a:lnTo>
                <a:cubicBezTo>
                  <a:pt x="2625291" y="139679"/>
                  <a:pt x="2623290" y="128525"/>
                  <a:pt x="2619289" y="121581"/>
                </a:cubicBezTo>
                <a:cubicBezTo>
                  <a:pt x="2615288" y="114637"/>
                  <a:pt x="2608548" y="111165"/>
                  <a:pt x="2599069" y="111165"/>
                </a:cubicBezTo>
                <a:cubicBezTo>
                  <a:pt x="2584419" y="111165"/>
                  <a:pt x="2569831" y="119167"/>
                  <a:pt x="2555305" y="135171"/>
                </a:cubicBezTo>
                <a:lnTo>
                  <a:pt x="2555305" y="224177"/>
                </a:lnTo>
                <a:cubicBezTo>
                  <a:pt x="2555305" y="235691"/>
                  <a:pt x="2555982" y="242812"/>
                  <a:pt x="2557336" y="245539"/>
                </a:cubicBezTo>
                <a:cubicBezTo>
                  <a:pt x="2559059" y="249129"/>
                  <a:pt x="2561429" y="251760"/>
                  <a:pt x="2564445" y="253433"/>
                </a:cubicBezTo>
                <a:cubicBezTo>
                  <a:pt x="2567461" y="255103"/>
                  <a:pt x="2573586" y="255938"/>
                  <a:pt x="2582819" y="255938"/>
                </a:cubicBezTo>
                <a:lnTo>
                  <a:pt x="2582819" y="262586"/>
                </a:lnTo>
                <a:lnTo>
                  <a:pt x="2499168" y="262586"/>
                </a:lnTo>
                <a:lnTo>
                  <a:pt x="2499168" y="255938"/>
                </a:lnTo>
                <a:lnTo>
                  <a:pt x="2502861" y="255938"/>
                </a:lnTo>
                <a:cubicBezTo>
                  <a:pt x="2511479" y="255938"/>
                  <a:pt x="2517296" y="253741"/>
                  <a:pt x="2520312" y="249348"/>
                </a:cubicBezTo>
                <a:cubicBezTo>
                  <a:pt x="2523328" y="244951"/>
                  <a:pt x="2524836" y="236560"/>
                  <a:pt x="2524836" y="224177"/>
                </a:cubicBezTo>
                <a:lnTo>
                  <a:pt x="2524836" y="161762"/>
                </a:lnTo>
                <a:cubicBezTo>
                  <a:pt x="2524836" y="141449"/>
                  <a:pt x="2524374" y="129077"/>
                  <a:pt x="2523451" y="124645"/>
                </a:cubicBezTo>
                <a:cubicBezTo>
                  <a:pt x="2522528" y="120213"/>
                  <a:pt x="2521112" y="117197"/>
                  <a:pt x="2519204" y="115597"/>
                </a:cubicBezTo>
                <a:cubicBezTo>
                  <a:pt x="2517296" y="113996"/>
                  <a:pt x="2514741" y="113196"/>
                  <a:pt x="2511540" y="113196"/>
                </a:cubicBezTo>
                <a:cubicBezTo>
                  <a:pt x="2508093" y="113196"/>
                  <a:pt x="2503969" y="114120"/>
                  <a:pt x="2499168" y="115966"/>
                </a:cubicBezTo>
                <a:lnTo>
                  <a:pt x="2496398" y="109318"/>
                </a:lnTo>
                <a:lnTo>
                  <a:pt x="2547364" y="88637"/>
                </a:lnTo>
                <a:lnTo>
                  <a:pt x="2555305" y="88637"/>
                </a:lnTo>
                <a:lnTo>
                  <a:pt x="2555305" y="124276"/>
                </a:lnTo>
                <a:close/>
                <a:moveTo>
                  <a:pt x="2814567" y="243577"/>
                </a:moveTo>
                <a:cubicBezTo>
                  <a:pt x="2806318" y="252191"/>
                  <a:pt x="2798255" y="258375"/>
                  <a:pt x="2790376" y="262130"/>
                </a:cubicBezTo>
                <a:cubicBezTo>
                  <a:pt x="2782497" y="265881"/>
                  <a:pt x="2774003" y="267756"/>
                  <a:pt x="2764893" y="267756"/>
                </a:cubicBezTo>
                <a:cubicBezTo>
                  <a:pt x="2746427" y="267756"/>
                  <a:pt x="2730300" y="260049"/>
                  <a:pt x="2716512" y="244633"/>
                </a:cubicBezTo>
                <a:cubicBezTo>
                  <a:pt x="2702724" y="229214"/>
                  <a:pt x="2695831" y="209402"/>
                  <a:pt x="2695831" y="185196"/>
                </a:cubicBezTo>
                <a:cubicBezTo>
                  <a:pt x="2695831" y="160994"/>
                  <a:pt x="2703463" y="138850"/>
                  <a:pt x="2718728" y="118765"/>
                </a:cubicBezTo>
                <a:cubicBezTo>
                  <a:pt x="2733993" y="98679"/>
                  <a:pt x="2753629" y="88637"/>
                  <a:pt x="2777635" y="88637"/>
                </a:cubicBezTo>
                <a:cubicBezTo>
                  <a:pt x="2792531" y="88637"/>
                  <a:pt x="2804841" y="93374"/>
                  <a:pt x="2814567" y="102850"/>
                </a:cubicBezTo>
                <a:lnTo>
                  <a:pt x="2814567" y="71279"/>
                </a:lnTo>
                <a:cubicBezTo>
                  <a:pt x="2814567" y="52032"/>
                  <a:pt x="2814105" y="40202"/>
                  <a:pt x="2813182" y="35789"/>
                </a:cubicBezTo>
                <a:cubicBezTo>
                  <a:pt x="2812258" y="31377"/>
                  <a:pt x="2810812" y="28372"/>
                  <a:pt x="2808842" y="26776"/>
                </a:cubicBezTo>
                <a:cubicBezTo>
                  <a:pt x="2806872" y="25175"/>
                  <a:pt x="2804410" y="24375"/>
                  <a:pt x="2801456" y="24375"/>
                </a:cubicBezTo>
                <a:cubicBezTo>
                  <a:pt x="2798255" y="24375"/>
                  <a:pt x="2794008" y="25360"/>
                  <a:pt x="2788714" y="27330"/>
                </a:cubicBezTo>
                <a:lnTo>
                  <a:pt x="2786314" y="20682"/>
                </a:lnTo>
                <a:lnTo>
                  <a:pt x="2836726" y="0"/>
                </a:lnTo>
                <a:lnTo>
                  <a:pt x="2845035" y="0"/>
                </a:lnTo>
                <a:lnTo>
                  <a:pt x="2845035" y="195739"/>
                </a:lnTo>
                <a:cubicBezTo>
                  <a:pt x="2845035" y="215478"/>
                  <a:pt x="2845497" y="227523"/>
                  <a:pt x="2846420" y="231874"/>
                </a:cubicBezTo>
                <a:cubicBezTo>
                  <a:pt x="2847344" y="236226"/>
                  <a:pt x="2848821" y="239263"/>
                  <a:pt x="2850852" y="240986"/>
                </a:cubicBezTo>
                <a:cubicBezTo>
                  <a:pt x="2852883" y="242706"/>
                  <a:pt x="2855253" y="243566"/>
                  <a:pt x="2857961" y="243566"/>
                </a:cubicBezTo>
                <a:cubicBezTo>
                  <a:pt x="2861285" y="243566"/>
                  <a:pt x="2865717" y="242519"/>
                  <a:pt x="2871257" y="240427"/>
                </a:cubicBezTo>
                <a:lnTo>
                  <a:pt x="2873288" y="247074"/>
                </a:lnTo>
                <a:lnTo>
                  <a:pt x="2823061" y="267756"/>
                </a:lnTo>
                <a:lnTo>
                  <a:pt x="2814567" y="267756"/>
                </a:lnTo>
                <a:lnTo>
                  <a:pt x="2814567" y="243577"/>
                </a:lnTo>
                <a:moveTo>
                  <a:pt x="2814567" y="230680"/>
                </a:moveTo>
                <a:lnTo>
                  <a:pt x="2814567" y="143740"/>
                </a:lnTo>
                <a:cubicBezTo>
                  <a:pt x="2813828" y="135388"/>
                  <a:pt x="2811612" y="127775"/>
                  <a:pt x="2807919" y="120900"/>
                </a:cubicBezTo>
                <a:cubicBezTo>
                  <a:pt x="2804226" y="114021"/>
                  <a:pt x="2799332" y="108834"/>
                  <a:pt x="2793238" y="105337"/>
                </a:cubicBezTo>
                <a:cubicBezTo>
                  <a:pt x="2787145" y="101836"/>
                  <a:pt x="2781205" y="100085"/>
                  <a:pt x="2775419" y="100085"/>
                </a:cubicBezTo>
                <a:cubicBezTo>
                  <a:pt x="2764585" y="100085"/>
                  <a:pt x="2754922" y="104937"/>
                  <a:pt x="2746427" y="114639"/>
                </a:cubicBezTo>
                <a:cubicBezTo>
                  <a:pt x="2735225" y="127407"/>
                  <a:pt x="2729623" y="146071"/>
                  <a:pt x="2729623" y="170631"/>
                </a:cubicBezTo>
                <a:cubicBezTo>
                  <a:pt x="2729623" y="195437"/>
                  <a:pt x="2735040" y="214441"/>
                  <a:pt x="2745873" y="227645"/>
                </a:cubicBezTo>
                <a:cubicBezTo>
                  <a:pt x="2756707" y="240844"/>
                  <a:pt x="2768771" y="247444"/>
                  <a:pt x="2782066" y="247444"/>
                </a:cubicBezTo>
                <a:cubicBezTo>
                  <a:pt x="2793269" y="247444"/>
                  <a:pt x="2804102" y="241856"/>
                  <a:pt x="2814567" y="23068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E219AE-2D32-442F-93EE-7C63942B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001" y="147274"/>
            <a:ext cx="37818" cy="5559282"/>
          </a:xfrm>
          <a:custGeom xmlns:a="http://schemas.openxmlformats.org/drawingml/2006/main">
            <a:pathLst>
              <a:path w="37818" h="5559282">
                <a:moveTo>
                  <a:pt x="0" y="5559282"/>
                </a:moveTo>
                <a:lnTo>
                  <a:pt x="0" y="5445827"/>
                </a:lnTo>
                <a:lnTo>
                  <a:pt x="37818" y="5445827"/>
                </a:lnTo>
                <a:lnTo>
                  <a:pt x="37818" y="5559282"/>
                </a:lnTo>
                <a:moveTo>
                  <a:pt x="0" y="5332373"/>
                </a:moveTo>
                <a:lnTo>
                  <a:pt x="0" y="5218918"/>
                </a:lnTo>
                <a:lnTo>
                  <a:pt x="37818" y="5218918"/>
                </a:lnTo>
                <a:lnTo>
                  <a:pt x="37818" y="5332373"/>
                </a:lnTo>
                <a:moveTo>
                  <a:pt x="0" y="5105463"/>
                </a:moveTo>
                <a:lnTo>
                  <a:pt x="0" y="4992008"/>
                </a:lnTo>
                <a:lnTo>
                  <a:pt x="37818" y="4992008"/>
                </a:lnTo>
                <a:lnTo>
                  <a:pt x="37818" y="5105463"/>
                </a:lnTo>
                <a:moveTo>
                  <a:pt x="0" y="4878554"/>
                </a:moveTo>
                <a:lnTo>
                  <a:pt x="0" y="4765099"/>
                </a:lnTo>
                <a:lnTo>
                  <a:pt x="37818" y="4765099"/>
                </a:lnTo>
                <a:lnTo>
                  <a:pt x="37818" y="4878554"/>
                </a:lnTo>
                <a:moveTo>
                  <a:pt x="0" y="4651644"/>
                </a:moveTo>
                <a:lnTo>
                  <a:pt x="0" y="4538189"/>
                </a:lnTo>
                <a:lnTo>
                  <a:pt x="37818" y="4538189"/>
                </a:lnTo>
                <a:lnTo>
                  <a:pt x="37818" y="4651644"/>
                </a:lnTo>
                <a:moveTo>
                  <a:pt x="0" y="4424735"/>
                </a:moveTo>
                <a:lnTo>
                  <a:pt x="0" y="4311280"/>
                </a:lnTo>
                <a:lnTo>
                  <a:pt x="37818" y="4311280"/>
                </a:lnTo>
                <a:lnTo>
                  <a:pt x="37818" y="4424735"/>
                </a:lnTo>
                <a:moveTo>
                  <a:pt x="0" y="4197825"/>
                </a:moveTo>
                <a:lnTo>
                  <a:pt x="0" y="4084370"/>
                </a:lnTo>
                <a:lnTo>
                  <a:pt x="37818" y="4084370"/>
                </a:lnTo>
                <a:lnTo>
                  <a:pt x="37818" y="4197825"/>
                </a:lnTo>
                <a:moveTo>
                  <a:pt x="0" y="3970916"/>
                </a:moveTo>
                <a:lnTo>
                  <a:pt x="0" y="3857461"/>
                </a:lnTo>
                <a:lnTo>
                  <a:pt x="37818" y="3857461"/>
                </a:lnTo>
                <a:lnTo>
                  <a:pt x="37818" y="3970916"/>
                </a:lnTo>
                <a:moveTo>
                  <a:pt x="0" y="3744006"/>
                </a:moveTo>
                <a:lnTo>
                  <a:pt x="0" y="3630552"/>
                </a:lnTo>
                <a:lnTo>
                  <a:pt x="37818" y="3630552"/>
                </a:lnTo>
                <a:lnTo>
                  <a:pt x="37818" y="3744006"/>
                </a:lnTo>
                <a:moveTo>
                  <a:pt x="0" y="3517097"/>
                </a:moveTo>
                <a:lnTo>
                  <a:pt x="0" y="3403642"/>
                </a:lnTo>
                <a:lnTo>
                  <a:pt x="37818" y="3403642"/>
                </a:lnTo>
                <a:lnTo>
                  <a:pt x="37818" y="3517097"/>
                </a:lnTo>
                <a:moveTo>
                  <a:pt x="0" y="3290187"/>
                </a:moveTo>
                <a:lnTo>
                  <a:pt x="0" y="3176733"/>
                </a:lnTo>
                <a:lnTo>
                  <a:pt x="37818" y="3176733"/>
                </a:lnTo>
                <a:lnTo>
                  <a:pt x="37818" y="3290187"/>
                </a:lnTo>
                <a:moveTo>
                  <a:pt x="0" y="3063278"/>
                </a:moveTo>
                <a:lnTo>
                  <a:pt x="0" y="2949823"/>
                </a:lnTo>
                <a:lnTo>
                  <a:pt x="37818" y="2949823"/>
                </a:lnTo>
                <a:lnTo>
                  <a:pt x="37818" y="3063278"/>
                </a:lnTo>
                <a:moveTo>
                  <a:pt x="0" y="2836368"/>
                </a:moveTo>
                <a:lnTo>
                  <a:pt x="0" y="2722914"/>
                </a:lnTo>
                <a:lnTo>
                  <a:pt x="37818" y="2722914"/>
                </a:lnTo>
                <a:lnTo>
                  <a:pt x="37818" y="2836368"/>
                </a:lnTo>
                <a:moveTo>
                  <a:pt x="0" y="2609459"/>
                </a:moveTo>
                <a:lnTo>
                  <a:pt x="0" y="2496004"/>
                </a:lnTo>
                <a:lnTo>
                  <a:pt x="37818" y="2496004"/>
                </a:lnTo>
                <a:lnTo>
                  <a:pt x="37818" y="2609459"/>
                </a:lnTo>
                <a:moveTo>
                  <a:pt x="0" y="2382549"/>
                </a:moveTo>
                <a:lnTo>
                  <a:pt x="0" y="2269095"/>
                </a:lnTo>
                <a:lnTo>
                  <a:pt x="37818" y="2269095"/>
                </a:lnTo>
                <a:lnTo>
                  <a:pt x="37818" y="2382549"/>
                </a:lnTo>
                <a:moveTo>
                  <a:pt x="0" y="2155640"/>
                </a:moveTo>
                <a:lnTo>
                  <a:pt x="0" y="2042185"/>
                </a:lnTo>
                <a:lnTo>
                  <a:pt x="37818" y="2042185"/>
                </a:lnTo>
                <a:lnTo>
                  <a:pt x="37818" y="2155640"/>
                </a:lnTo>
                <a:moveTo>
                  <a:pt x="0" y="1928730"/>
                </a:moveTo>
                <a:lnTo>
                  <a:pt x="0" y="1815276"/>
                </a:lnTo>
                <a:lnTo>
                  <a:pt x="37818" y="1815276"/>
                </a:lnTo>
                <a:lnTo>
                  <a:pt x="37818" y="1928730"/>
                </a:lnTo>
                <a:moveTo>
                  <a:pt x="0" y="1701821"/>
                </a:moveTo>
                <a:lnTo>
                  <a:pt x="0" y="1588366"/>
                </a:lnTo>
                <a:lnTo>
                  <a:pt x="37818" y="1588366"/>
                </a:lnTo>
                <a:lnTo>
                  <a:pt x="37818" y="1701821"/>
                </a:lnTo>
                <a:moveTo>
                  <a:pt x="0" y="1474912"/>
                </a:moveTo>
                <a:lnTo>
                  <a:pt x="0" y="1361457"/>
                </a:lnTo>
                <a:lnTo>
                  <a:pt x="37818" y="1361457"/>
                </a:lnTo>
                <a:lnTo>
                  <a:pt x="37818" y="1474912"/>
                </a:lnTo>
                <a:moveTo>
                  <a:pt x="0" y="1248002"/>
                </a:moveTo>
                <a:lnTo>
                  <a:pt x="0" y="1134547"/>
                </a:lnTo>
                <a:lnTo>
                  <a:pt x="37818" y="1134547"/>
                </a:lnTo>
                <a:lnTo>
                  <a:pt x="37818" y="1248002"/>
                </a:lnTo>
                <a:moveTo>
                  <a:pt x="0" y="1021093"/>
                </a:moveTo>
                <a:lnTo>
                  <a:pt x="0" y="907638"/>
                </a:lnTo>
                <a:lnTo>
                  <a:pt x="37818" y="907638"/>
                </a:lnTo>
                <a:lnTo>
                  <a:pt x="37818" y="1021093"/>
                </a:lnTo>
                <a:moveTo>
                  <a:pt x="0" y="794183"/>
                </a:moveTo>
                <a:lnTo>
                  <a:pt x="0" y="680728"/>
                </a:lnTo>
                <a:lnTo>
                  <a:pt x="37818" y="680728"/>
                </a:lnTo>
                <a:lnTo>
                  <a:pt x="37818" y="794183"/>
                </a:lnTo>
                <a:moveTo>
                  <a:pt x="0" y="567274"/>
                </a:moveTo>
                <a:lnTo>
                  <a:pt x="0" y="453819"/>
                </a:lnTo>
                <a:lnTo>
                  <a:pt x="37818" y="453819"/>
                </a:lnTo>
                <a:lnTo>
                  <a:pt x="37818" y="567274"/>
                </a:lnTo>
                <a:moveTo>
                  <a:pt x="0" y="340364"/>
                </a:moveTo>
                <a:lnTo>
                  <a:pt x="0" y="226909"/>
                </a:lnTo>
                <a:lnTo>
                  <a:pt x="37818" y="226909"/>
                </a:lnTo>
                <a:lnTo>
                  <a:pt x="37818" y="340364"/>
                </a:lnTo>
                <a:moveTo>
                  <a:pt x="0" y="113455"/>
                </a:moveTo>
                <a:lnTo>
                  <a:pt x="0" y="0"/>
                </a:lnTo>
                <a:lnTo>
                  <a:pt x="37818" y="0"/>
                </a:lnTo>
                <a:lnTo>
                  <a:pt x="37818" y="113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1CE2E1-5CFE-488C-BC95-1B73532A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6099" y="147274"/>
            <a:ext cx="37818" cy="5559282"/>
          </a:xfrm>
          <a:custGeom xmlns:a="http://schemas.openxmlformats.org/drawingml/2006/main">
            <a:pathLst>
              <a:path w="37818" h="5559282">
                <a:moveTo>
                  <a:pt x="0" y="5559282"/>
                </a:moveTo>
                <a:lnTo>
                  <a:pt x="0" y="5445827"/>
                </a:lnTo>
                <a:lnTo>
                  <a:pt x="37818" y="5445827"/>
                </a:lnTo>
                <a:lnTo>
                  <a:pt x="37818" y="5559282"/>
                </a:lnTo>
                <a:moveTo>
                  <a:pt x="0" y="5332373"/>
                </a:moveTo>
                <a:lnTo>
                  <a:pt x="0" y="5218918"/>
                </a:lnTo>
                <a:lnTo>
                  <a:pt x="37818" y="5218918"/>
                </a:lnTo>
                <a:lnTo>
                  <a:pt x="37818" y="5332373"/>
                </a:lnTo>
                <a:moveTo>
                  <a:pt x="0" y="5105463"/>
                </a:moveTo>
                <a:lnTo>
                  <a:pt x="0" y="4992008"/>
                </a:lnTo>
                <a:lnTo>
                  <a:pt x="37818" y="4992008"/>
                </a:lnTo>
                <a:lnTo>
                  <a:pt x="37818" y="5105463"/>
                </a:lnTo>
                <a:moveTo>
                  <a:pt x="0" y="4878554"/>
                </a:moveTo>
                <a:lnTo>
                  <a:pt x="0" y="4765099"/>
                </a:lnTo>
                <a:lnTo>
                  <a:pt x="37818" y="4765099"/>
                </a:lnTo>
                <a:lnTo>
                  <a:pt x="37818" y="4878554"/>
                </a:lnTo>
                <a:moveTo>
                  <a:pt x="0" y="4651644"/>
                </a:moveTo>
                <a:lnTo>
                  <a:pt x="0" y="4538189"/>
                </a:lnTo>
                <a:lnTo>
                  <a:pt x="37818" y="4538189"/>
                </a:lnTo>
                <a:lnTo>
                  <a:pt x="37818" y="4651644"/>
                </a:lnTo>
                <a:moveTo>
                  <a:pt x="0" y="4424735"/>
                </a:moveTo>
                <a:lnTo>
                  <a:pt x="0" y="4311280"/>
                </a:lnTo>
                <a:lnTo>
                  <a:pt x="37818" y="4311280"/>
                </a:lnTo>
                <a:lnTo>
                  <a:pt x="37818" y="4424735"/>
                </a:lnTo>
                <a:moveTo>
                  <a:pt x="0" y="4197825"/>
                </a:moveTo>
                <a:lnTo>
                  <a:pt x="0" y="4084370"/>
                </a:lnTo>
                <a:lnTo>
                  <a:pt x="37818" y="4084370"/>
                </a:lnTo>
                <a:lnTo>
                  <a:pt x="37818" y="4197825"/>
                </a:lnTo>
                <a:moveTo>
                  <a:pt x="0" y="3970916"/>
                </a:moveTo>
                <a:lnTo>
                  <a:pt x="0" y="3857461"/>
                </a:lnTo>
                <a:lnTo>
                  <a:pt x="37818" y="3857461"/>
                </a:lnTo>
                <a:lnTo>
                  <a:pt x="37818" y="3970916"/>
                </a:lnTo>
                <a:moveTo>
                  <a:pt x="0" y="3744006"/>
                </a:moveTo>
                <a:lnTo>
                  <a:pt x="0" y="3630552"/>
                </a:lnTo>
                <a:lnTo>
                  <a:pt x="37818" y="3630552"/>
                </a:lnTo>
                <a:lnTo>
                  <a:pt x="37818" y="3744006"/>
                </a:lnTo>
                <a:moveTo>
                  <a:pt x="0" y="3517097"/>
                </a:moveTo>
                <a:lnTo>
                  <a:pt x="0" y="3403642"/>
                </a:lnTo>
                <a:lnTo>
                  <a:pt x="37818" y="3403642"/>
                </a:lnTo>
                <a:lnTo>
                  <a:pt x="37818" y="3517097"/>
                </a:lnTo>
                <a:moveTo>
                  <a:pt x="0" y="3290187"/>
                </a:moveTo>
                <a:lnTo>
                  <a:pt x="0" y="3176733"/>
                </a:lnTo>
                <a:lnTo>
                  <a:pt x="37818" y="3176733"/>
                </a:lnTo>
                <a:lnTo>
                  <a:pt x="37818" y="3290187"/>
                </a:lnTo>
                <a:moveTo>
                  <a:pt x="0" y="3063278"/>
                </a:moveTo>
                <a:lnTo>
                  <a:pt x="0" y="2949823"/>
                </a:lnTo>
                <a:lnTo>
                  <a:pt x="37818" y="2949823"/>
                </a:lnTo>
                <a:lnTo>
                  <a:pt x="37818" y="3063278"/>
                </a:lnTo>
                <a:moveTo>
                  <a:pt x="0" y="2836368"/>
                </a:moveTo>
                <a:lnTo>
                  <a:pt x="0" y="2722914"/>
                </a:lnTo>
                <a:lnTo>
                  <a:pt x="37818" y="2722914"/>
                </a:lnTo>
                <a:lnTo>
                  <a:pt x="37818" y="2836368"/>
                </a:lnTo>
                <a:moveTo>
                  <a:pt x="0" y="2609459"/>
                </a:moveTo>
                <a:lnTo>
                  <a:pt x="0" y="2496004"/>
                </a:lnTo>
                <a:lnTo>
                  <a:pt x="37818" y="2496004"/>
                </a:lnTo>
                <a:lnTo>
                  <a:pt x="37818" y="2609459"/>
                </a:lnTo>
                <a:moveTo>
                  <a:pt x="0" y="2382549"/>
                </a:moveTo>
                <a:lnTo>
                  <a:pt x="0" y="2269095"/>
                </a:lnTo>
                <a:lnTo>
                  <a:pt x="37818" y="2269095"/>
                </a:lnTo>
                <a:lnTo>
                  <a:pt x="37818" y="2382549"/>
                </a:lnTo>
                <a:moveTo>
                  <a:pt x="0" y="2155640"/>
                </a:moveTo>
                <a:lnTo>
                  <a:pt x="0" y="2042185"/>
                </a:lnTo>
                <a:lnTo>
                  <a:pt x="37818" y="2042185"/>
                </a:lnTo>
                <a:lnTo>
                  <a:pt x="37818" y="2155640"/>
                </a:lnTo>
                <a:moveTo>
                  <a:pt x="0" y="1928730"/>
                </a:moveTo>
                <a:lnTo>
                  <a:pt x="0" y="1815276"/>
                </a:lnTo>
                <a:lnTo>
                  <a:pt x="37818" y="1815276"/>
                </a:lnTo>
                <a:lnTo>
                  <a:pt x="37818" y="1928730"/>
                </a:lnTo>
                <a:moveTo>
                  <a:pt x="0" y="1701821"/>
                </a:moveTo>
                <a:lnTo>
                  <a:pt x="0" y="1588366"/>
                </a:lnTo>
                <a:lnTo>
                  <a:pt x="37818" y="1588366"/>
                </a:lnTo>
                <a:lnTo>
                  <a:pt x="37818" y="1701821"/>
                </a:lnTo>
                <a:moveTo>
                  <a:pt x="0" y="1474912"/>
                </a:moveTo>
                <a:lnTo>
                  <a:pt x="0" y="1361457"/>
                </a:lnTo>
                <a:lnTo>
                  <a:pt x="37818" y="1361457"/>
                </a:lnTo>
                <a:lnTo>
                  <a:pt x="37818" y="1474912"/>
                </a:lnTo>
                <a:moveTo>
                  <a:pt x="0" y="1248002"/>
                </a:moveTo>
                <a:lnTo>
                  <a:pt x="0" y="1134547"/>
                </a:lnTo>
                <a:lnTo>
                  <a:pt x="37818" y="1134547"/>
                </a:lnTo>
                <a:lnTo>
                  <a:pt x="37818" y="1248002"/>
                </a:lnTo>
                <a:moveTo>
                  <a:pt x="0" y="1021093"/>
                </a:moveTo>
                <a:lnTo>
                  <a:pt x="0" y="907638"/>
                </a:lnTo>
                <a:lnTo>
                  <a:pt x="37818" y="907638"/>
                </a:lnTo>
                <a:lnTo>
                  <a:pt x="37818" y="1021093"/>
                </a:lnTo>
                <a:moveTo>
                  <a:pt x="0" y="794183"/>
                </a:moveTo>
                <a:lnTo>
                  <a:pt x="0" y="680728"/>
                </a:lnTo>
                <a:lnTo>
                  <a:pt x="37818" y="680728"/>
                </a:lnTo>
                <a:lnTo>
                  <a:pt x="37818" y="794183"/>
                </a:lnTo>
                <a:moveTo>
                  <a:pt x="0" y="567274"/>
                </a:moveTo>
                <a:lnTo>
                  <a:pt x="0" y="453819"/>
                </a:lnTo>
                <a:lnTo>
                  <a:pt x="37818" y="453819"/>
                </a:lnTo>
                <a:lnTo>
                  <a:pt x="37818" y="567274"/>
                </a:lnTo>
                <a:moveTo>
                  <a:pt x="0" y="340364"/>
                </a:moveTo>
                <a:lnTo>
                  <a:pt x="0" y="226909"/>
                </a:lnTo>
                <a:lnTo>
                  <a:pt x="37818" y="226909"/>
                </a:lnTo>
                <a:lnTo>
                  <a:pt x="37818" y="340364"/>
                </a:lnTo>
                <a:moveTo>
                  <a:pt x="0" y="113455"/>
                </a:moveTo>
                <a:lnTo>
                  <a:pt x="0" y="0"/>
                </a:lnTo>
                <a:lnTo>
                  <a:pt x="37818" y="0"/>
                </a:lnTo>
                <a:lnTo>
                  <a:pt x="37818" y="1134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Text L">
            <a:extLst xmlns:a="http://schemas.openxmlformats.org/drawingml/2006/main">
              <a:ext uri="{FF2B5EF4-FFF2-40B4-BE49-F238E27FC236}">
                <a16:creationId xmlns:a16="http://schemas.microsoft.com/office/drawing/2014/main" id="{D54795C2-BD0F-4561-B71D-0D59534B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405" y="193032"/>
            <a:ext cx="204547" cy="237878"/>
          </a:xfrm>
          <a:custGeom xmlns:a="http://schemas.openxmlformats.org/drawingml/2006/main">
            <a:pathLst>
              <a:path w="204547" h="237878">
                <a:moveTo>
                  <a:pt x="198758" y="171918"/>
                </a:moveTo>
                <a:lnTo>
                  <a:pt x="204547" y="173151"/>
                </a:lnTo>
                <a:lnTo>
                  <a:pt x="184198" y="237878"/>
                </a:lnTo>
                <a:lnTo>
                  <a:pt x="0" y="237878"/>
                </a:lnTo>
                <a:lnTo>
                  <a:pt x="0" y="231212"/>
                </a:lnTo>
                <a:lnTo>
                  <a:pt x="8947" y="231212"/>
                </a:lnTo>
                <a:cubicBezTo>
                  <a:pt x="19005" y="231212"/>
                  <a:pt x="26197" y="227970"/>
                  <a:pt x="30524" y="221487"/>
                </a:cubicBezTo>
                <a:cubicBezTo>
                  <a:pt x="32980" y="217781"/>
                  <a:pt x="34208" y="209211"/>
                  <a:pt x="34208" y="195776"/>
                </a:cubicBezTo>
                <a:lnTo>
                  <a:pt x="34208" y="42102"/>
                </a:lnTo>
                <a:cubicBezTo>
                  <a:pt x="34208" y="27323"/>
                  <a:pt x="32571" y="18071"/>
                  <a:pt x="29296" y="14347"/>
                </a:cubicBezTo>
                <a:cubicBezTo>
                  <a:pt x="24735" y="9226"/>
                  <a:pt x="17952" y="6666"/>
                  <a:pt x="8947" y="6666"/>
                </a:cubicBezTo>
                <a:lnTo>
                  <a:pt x="0" y="6666"/>
                </a:lnTo>
                <a:lnTo>
                  <a:pt x="0" y="0"/>
                </a:lnTo>
                <a:lnTo>
                  <a:pt x="107712" y="0"/>
                </a:lnTo>
                <a:lnTo>
                  <a:pt x="107712" y="6666"/>
                </a:lnTo>
                <a:cubicBezTo>
                  <a:pt x="95081" y="6549"/>
                  <a:pt x="86222" y="7708"/>
                  <a:pt x="81135" y="10142"/>
                </a:cubicBezTo>
                <a:cubicBezTo>
                  <a:pt x="76047" y="12576"/>
                  <a:pt x="72568" y="15648"/>
                  <a:pt x="70697" y="19357"/>
                </a:cubicBezTo>
                <a:cubicBezTo>
                  <a:pt x="68826" y="23067"/>
                  <a:pt x="67890" y="31935"/>
                  <a:pt x="67890" y="45962"/>
                </a:cubicBezTo>
                <a:lnTo>
                  <a:pt x="67890" y="195573"/>
                </a:lnTo>
                <a:cubicBezTo>
                  <a:pt x="67890" y="205291"/>
                  <a:pt x="68826" y="211964"/>
                  <a:pt x="70697" y="215594"/>
                </a:cubicBezTo>
                <a:cubicBezTo>
                  <a:pt x="72100" y="218050"/>
                  <a:pt x="74264" y="219864"/>
                  <a:pt x="77188" y="221037"/>
                </a:cubicBezTo>
                <a:cubicBezTo>
                  <a:pt x="80111" y="222207"/>
                  <a:pt x="89234" y="222792"/>
                  <a:pt x="104554" y="222792"/>
                </a:cubicBezTo>
                <a:lnTo>
                  <a:pt x="121921" y="222792"/>
                </a:lnTo>
                <a:cubicBezTo>
                  <a:pt x="140166" y="222792"/>
                  <a:pt x="152972" y="221443"/>
                  <a:pt x="160340" y="218746"/>
                </a:cubicBezTo>
                <a:cubicBezTo>
                  <a:pt x="167708" y="216045"/>
                  <a:pt x="174432" y="211263"/>
                  <a:pt x="180514" y="204399"/>
                </a:cubicBezTo>
                <a:cubicBezTo>
                  <a:pt x="186595" y="197532"/>
                  <a:pt x="192677" y="186705"/>
                  <a:pt x="198758" y="17191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Text ychee-FD(Ours)">
            <a:extLst xmlns:a="http://schemas.openxmlformats.org/drawingml/2006/main">
              <a:ext uri="{FF2B5EF4-FFF2-40B4-BE49-F238E27FC236}">
                <a16:creationId xmlns:a16="http://schemas.microsoft.com/office/drawing/2014/main" id="{9449A8E7-DF24-4C26-838D-F2F95C6C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954" y="181454"/>
            <a:ext cx="2427299" cy="326995"/>
          </a:xfrm>
          <a:custGeom xmlns:a="http://schemas.openxmlformats.org/drawingml/2006/main">
            <a:pathLst>
              <a:path w="2427299" h="326995">
                <a:moveTo>
                  <a:pt x="0" y="88766"/>
                </a:moveTo>
                <a:lnTo>
                  <a:pt x="74907" y="88766"/>
                </a:lnTo>
                <a:lnTo>
                  <a:pt x="74907" y="95081"/>
                </a:lnTo>
                <a:lnTo>
                  <a:pt x="71223" y="95081"/>
                </a:lnTo>
                <a:cubicBezTo>
                  <a:pt x="65960" y="95081"/>
                  <a:pt x="62013" y="96227"/>
                  <a:pt x="59382" y="98518"/>
                </a:cubicBezTo>
                <a:cubicBezTo>
                  <a:pt x="56750" y="100810"/>
                  <a:pt x="55435" y="103659"/>
                  <a:pt x="55435" y="107065"/>
                </a:cubicBezTo>
                <a:cubicBezTo>
                  <a:pt x="55435" y="111648"/>
                  <a:pt x="57364" y="117993"/>
                  <a:pt x="61224" y="126099"/>
                </a:cubicBezTo>
                <a:lnTo>
                  <a:pt x="100344" y="207354"/>
                </a:lnTo>
                <a:lnTo>
                  <a:pt x="136306" y="118385"/>
                </a:lnTo>
                <a:cubicBezTo>
                  <a:pt x="138294" y="113561"/>
                  <a:pt x="139289" y="108794"/>
                  <a:pt x="139289" y="104083"/>
                </a:cubicBezTo>
                <a:cubicBezTo>
                  <a:pt x="139289" y="101967"/>
                  <a:pt x="138879" y="100379"/>
                  <a:pt x="138061" y="99319"/>
                </a:cubicBezTo>
                <a:cubicBezTo>
                  <a:pt x="137125" y="98025"/>
                  <a:pt x="135663" y="96996"/>
                  <a:pt x="133675" y="96232"/>
                </a:cubicBezTo>
                <a:cubicBezTo>
                  <a:pt x="131687" y="95465"/>
                  <a:pt x="128178" y="95081"/>
                  <a:pt x="123149" y="95081"/>
                </a:cubicBezTo>
                <a:lnTo>
                  <a:pt x="123149" y="88766"/>
                </a:lnTo>
                <a:lnTo>
                  <a:pt x="175426" y="88766"/>
                </a:lnTo>
                <a:lnTo>
                  <a:pt x="175426" y="95081"/>
                </a:lnTo>
                <a:cubicBezTo>
                  <a:pt x="171099" y="95549"/>
                  <a:pt x="167766" y="96488"/>
                  <a:pt x="165427" y="97899"/>
                </a:cubicBezTo>
                <a:cubicBezTo>
                  <a:pt x="163088" y="99306"/>
                  <a:pt x="160515" y="101947"/>
                  <a:pt x="157708" y="105821"/>
                </a:cubicBezTo>
                <a:cubicBezTo>
                  <a:pt x="156656" y="107465"/>
                  <a:pt x="154668" y="111984"/>
                  <a:pt x="151744" y="119378"/>
                </a:cubicBezTo>
                <a:lnTo>
                  <a:pt x="86310" y="279641"/>
                </a:lnTo>
                <a:cubicBezTo>
                  <a:pt x="79994" y="295250"/>
                  <a:pt x="71720" y="307044"/>
                  <a:pt x="61487" y="315022"/>
                </a:cubicBezTo>
                <a:cubicBezTo>
                  <a:pt x="51254" y="323004"/>
                  <a:pt x="41401" y="326995"/>
                  <a:pt x="31928" y="326995"/>
                </a:cubicBezTo>
                <a:cubicBezTo>
                  <a:pt x="25028" y="326995"/>
                  <a:pt x="19355" y="324996"/>
                  <a:pt x="14911" y="320997"/>
                </a:cubicBezTo>
                <a:cubicBezTo>
                  <a:pt x="10467" y="317003"/>
                  <a:pt x="8245" y="312422"/>
                  <a:pt x="8245" y="307254"/>
                </a:cubicBezTo>
                <a:cubicBezTo>
                  <a:pt x="8245" y="302316"/>
                  <a:pt x="9853" y="298349"/>
                  <a:pt x="13069" y="295352"/>
                </a:cubicBezTo>
                <a:cubicBezTo>
                  <a:pt x="16285" y="292355"/>
                  <a:pt x="20700" y="290857"/>
                  <a:pt x="26314" y="290857"/>
                </a:cubicBezTo>
                <a:cubicBezTo>
                  <a:pt x="30173" y="290857"/>
                  <a:pt x="35436" y="292109"/>
                  <a:pt x="42102" y="294612"/>
                </a:cubicBezTo>
                <a:cubicBezTo>
                  <a:pt x="46780" y="296319"/>
                  <a:pt x="49704" y="297172"/>
                  <a:pt x="50874" y="297172"/>
                </a:cubicBezTo>
                <a:cubicBezTo>
                  <a:pt x="54382" y="297172"/>
                  <a:pt x="58212" y="295372"/>
                  <a:pt x="62364" y="291773"/>
                </a:cubicBezTo>
                <a:cubicBezTo>
                  <a:pt x="66516" y="288173"/>
                  <a:pt x="70697" y="281207"/>
                  <a:pt x="74907" y="270875"/>
                </a:cubicBezTo>
                <a:lnTo>
                  <a:pt x="86310" y="242807"/>
                </a:lnTo>
                <a:lnTo>
                  <a:pt x="28595" y="121905"/>
                </a:lnTo>
                <a:cubicBezTo>
                  <a:pt x="26840" y="118258"/>
                  <a:pt x="24033" y="113727"/>
                  <a:pt x="20174" y="108315"/>
                </a:cubicBezTo>
                <a:cubicBezTo>
                  <a:pt x="17250" y="104200"/>
                  <a:pt x="14853" y="101435"/>
                  <a:pt x="12982" y="100020"/>
                </a:cubicBezTo>
                <a:cubicBezTo>
                  <a:pt x="10292" y="98138"/>
                  <a:pt x="5964" y="96492"/>
                  <a:pt x="0" y="95081"/>
                </a:cubicBezTo>
                <a:lnTo>
                  <a:pt x="0" y="88766"/>
                </a:lnTo>
                <a:close/>
                <a:moveTo>
                  <a:pt x="325241" y="188408"/>
                </a:moveTo>
                <a:cubicBezTo>
                  <a:pt x="320913" y="209576"/>
                  <a:pt x="312435" y="225862"/>
                  <a:pt x="299804" y="237264"/>
                </a:cubicBezTo>
                <a:cubicBezTo>
                  <a:pt x="287173" y="248667"/>
                  <a:pt x="273197" y="254368"/>
                  <a:pt x="257877" y="254368"/>
                </a:cubicBezTo>
                <a:cubicBezTo>
                  <a:pt x="239633" y="254368"/>
                  <a:pt x="223727" y="246717"/>
                  <a:pt x="210161" y="231415"/>
                </a:cubicBezTo>
                <a:cubicBezTo>
                  <a:pt x="196595" y="216109"/>
                  <a:pt x="189811" y="195429"/>
                  <a:pt x="189811" y="169374"/>
                </a:cubicBezTo>
                <a:cubicBezTo>
                  <a:pt x="189811" y="144138"/>
                  <a:pt x="197326" y="123635"/>
                  <a:pt x="212354" y="107865"/>
                </a:cubicBezTo>
                <a:cubicBezTo>
                  <a:pt x="227382" y="92092"/>
                  <a:pt x="245422" y="84205"/>
                  <a:pt x="266473" y="84205"/>
                </a:cubicBezTo>
                <a:cubicBezTo>
                  <a:pt x="282261" y="84205"/>
                  <a:pt x="295243" y="88400"/>
                  <a:pt x="305417" y="96792"/>
                </a:cubicBezTo>
                <a:cubicBezTo>
                  <a:pt x="315592" y="105179"/>
                  <a:pt x="320680" y="113890"/>
                  <a:pt x="320680" y="122925"/>
                </a:cubicBezTo>
                <a:cubicBezTo>
                  <a:pt x="320680" y="127383"/>
                  <a:pt x="319247" y="130992"/>
                  <a:pt x="316382" y="133752"/>
                </a:cubicBezTo>
                <a:cubicBezTo>
                  <a:pt x="313516" y="136507"/>
                  <a:pt x="309511" y="137885"/>
                  <a:pt x="304365" y="137885"/>
                </a:cubicBezTo>
                <a:cubicBezTo>
                  <a:pt x="297465" y="137885"/>
                  <a:pt x="292261" y="135645"/>
                  <a:pt x="288752" y="131164"/>
                </a:cubicBezTo>
                <a:cubicBezTo>
                  <a:pt x="286764" y="128686"/>
                  <a:pt x="285448" y="123968"/>
                  <a:pt x="284805" y="117009"/>
                </a:cubicBezTo>
                <a:cubicBezTo>
                  <a:pt x="284162" y="110051"/>
                  <a:pt x="281793" y="104744"/>
                  <a:pt x="277700" y="101089"/>
                </a:cubicBezTo>
                <a:cubicBezTo>
                  <a:pt x="273607" y="97552"/>
                  <a:pt x="267935" y="95783"/>
                  <a:pt x="260684" y="95783"/>
                </a:cubicBezTo>
                <a:cubicBezTo>
                  <a:pt x="248989" y="95783"/>
                  <a:pt x="239574" y="100110"/>
                  <a:pt x="232440" y="108764"/>
                </a:cubicBezTo>
                <a:cubicBezTo>
                  <a:pt x="222967" y="120226"/>
                  <a:pt x="218231" y="135371"/>
                  <a:pt x="218231" y="154200"/>
                </a:cubicBezTo>
                <a:cubicBezTo>
                  <a:pt x="218231" y="173380"/>
                  <a:pt x="222938" y="190308"/>
                  <a:pt x="232352" y="204986"/>
                </a:cubicBezTo>
                <a:cubicBezTo>
                  <a:pt x="241767" y="219663"/>
                  <a:pt x="254485" y="227002"/>
                  <a:pt x="270508" y="227002"/>
                </a:cubicBezTo>
                <a:cubicBezTo>
                  <a:pt x="281969" y="227002"/>
                  <a:pt x="292261" y="223084"/>
                  <a:pt x="301383" y="215248"/>
                </a:cubicBezTo>
                <a:cubicBezTo>
                  <a:pt x="307815" y="209868"/>
                  <a:pt x="314072" y="200103"/>
                  <a:pt x="320153" y="185952"/>
                </a:cubicBezTo>
                <a:lnTo>
                  <a:pt x="325241" y="188408"/>
                </a:lnTo>
                <a:close/>
                <a:moveTo>
                  <a:pt x="395465" y="0"/>
                </a:moveTo>
                <a:lnTo>
                  <a:pt x="395465" y="117859"/>
                </a:lnTo>
                <a:cubicBezTo>
                  <a:pt x="408447" y="103529"/>
                  <a:pt x="418739" y="94337"/>
                  <a:pt x="426340" y="90284"/>
                </a:cubicBezTo>
                <a:cubicBezTo>
                  <a:pt x="433942" y="86231"/>
                  <a:pt x="441544" y="84205"/>
                  <a:pt x="449146" y="84205"/>
                </a:cubicBezTo>
                <a:cubicBezTo>
                  <a:pt x="458268" y="84205"/>
                  <a:pt x="466104" y="86714"/>
                  <a:pt x="472653" y="91732"/>
                </a:cubicBezTo>
                <a:cubicBezTo>
                  <a:pt x="479202" y="96746"/>
                  <a:pt x="484056" y="104618"/>
                  <a:pt x="487213" y="115348"/>
                </a:cubicBezTo>
                <a:cubicBezTo>
                  <a:pt x="489436" y="122811"/>
                  <a:pt x="490547" y="136456"/>
                  <a:pt x="490547" y="156283"/>
                </a:cubicBezTo>
                <a:lnTo>
                  <a:pt x="490547" y="212968"/>
                </a:lnTo>
                <a:cubicBezTo>
                  <a:pt x="490547" y="223201"/>
                  <a:pt x="491365" y="230200"/>
                  <a:pt x="493003" y="233964"/>
                </a:cubicBezTo>
                <a:cubicBezTo>
                  <a:pt x="494172" y="236789"/>
                  <a:pt x="496160" y="239026"/>
                  <a:pt x="498967" y="240674"/>
                </a:cubicBezTo>
                <a:cubicBezTo>
                  <a:pt x="501774" y="242319"/>
                  <a:pt x="506920" y="243141"/>
                  <a:pt x="514405" y="243141"/>
                </a:cubicBezTo>
                <a:lnTo>
                  <a:pt x="514405" y="249456"/>
                </a:lnTo>
                <a:lnTo>
                  <a:pt x="435463" y="249456"/>
                </a:lnTo>
                <a:lnTo>
                  <a:pt x="435463" y="243141"/>
                </a:lnTo>
                <a:lnTo>
                  <a:pt x="439147" y="243141"/>
                </a:lnTo>
                <a:cubicBezTo>
                  <a:pt x="446631" y="243141"/>
                  <a:pt x="451836" y="241995"/>
                  <a:pt x="454760" y="239704"/>
                </a:cubicBezTo>
                <a:cubicBezTo>
                  <a:pt x="457683" y="237409"/>
                  <a:pt x="459730" y="234026"/>
                  <a:pt x="460899" y="229556"/>
                </a:cubicBezTo>
                <a:cubicBezTo>
                  <a:pt x="461250" y="227674"/>
                  <a:pt x="461426" y="222145"/>
                  <a:pt x="461426" y="212968"/>
                </a:cubicBezTo>
                <a:lnTo>
                  <a:pt x="461426" y="156409"/>
                </a:lnTo>
                <a:cubicBezTo>
                  <a:pt x="461426" y="138951"/>
                  <a:pt x="460519" y="127488"/>
                  <a:pt x="458707" y="122020"/>
                </a:cubicBezTo>
                <a:cubicBezTo>
                  <a:pt x="456894" y="116549"/>
                  <a:pt x="453999" y="112447"/>
                  <a:pt x="450023" y="109713"/>
                </a:cubicBezTo>
                <a:cubicBezTo>
                  <a:pt x="446047" y="106975"/>
                  <a:pt x="441252" y="105607"/>
                  <a:pt x="435638" y="105607"/>
                </a:cubicBezTo>
                <a:cubicBezTo>
                  <a:pt x="429907" y="105607"/>
                  <a:pt x="423943" y="107123"/>
                  <a:pt x="417745" y="110157"/>
                </a:cubicBezTo>
                <a:cubicBezTo>
                  <a:pt x="411546" y="113190"/>
                  <a:pt x="404120" y="119316"/>
                  <a:pt x="395465" y="128533"/>
                </a:cubicBezTo>
                <a:lnTo>
                  <a:pt x="395465" y="212968"/>
                </a:lnTo>
                <a:cubicBezTo>
                  <a:pt x="395465" y="224027"/>
                  <a:pt x="396079" y="230909"/>
                  <a:pt x="397307" y="233613"/>
                </a:cubicBezTo>
                <a:cubicBezTo>
                  <a:pt x="398535" y="236318"/>
                  <a:pt x="400816" y="238582"/>
                  <a:pt x="404149" y="240405"/>
                </a:cubicBezTo>
                <a:cubicBezTo>
                  <a:pt x="407482" y="242229"/>
                  <a:pt x="413242" y="243141"/>
                  <a:pt x="421429" y="243141"/>
                </a:cubicBezTo>
                <a:lnTo>
                  <a:pt x="421429" y="249456"/>
                </a:lnTo>
                <a:lnTo>
                  <a:pt x="341785" y="249456"/>
                </a:lnTo>
                <a:lnTo>
                  <a:pt x="341785" y="243141"/>
                </a:lnTo>
                <a:cubicBezTo>
                  <a:pt x="348919" y="243141"/>
                  <a:pt x="354533" y="242023"/>
                  <a:pt x="358626" y="239786"/>
                </a:cubicBezTo>
                <a:cubicBezTo>
                  <a:pt x="360965" y="238613"/>
                  <a:pt x="362836" y="236380"/>
                  <a:pt x="364240" y="233087"/>
                </a:cubicBezTo>
                <a:cubicBezTo>
                  <a:pt x="365643" y="229790"/>
                  <a:pt x="366345" y="223084"/>
                  <a:pt x="366345" y="212968"/>
                </a:cubicBezTo>
                <a:lnTo>
                  <a:pt x="366345" y="67715"/>
                </a:lnTo>
                <a:cubicBezTo>
                  <a:pt x="366345" y="49430"/>
                  <a:pt x="365906" y="38192"/>
                  <a:pt x="365029" y="34000"/>
                </a:cubicBezTo>
                <a:cubicBezTo>
                  <a:pt x="364152" y="29808"/>
                  <a:pt x="362807" y="26954"/>
                  <a:pt x="360994" y="25437"/>
                </a:cubicBezTo>
                <a:cubicBezTo>
                  <a:pt x="359181" y="23916"/>
                  <a:pt x="356755" y="23156"/>
                  <a:pt x="353714" y="23156"/>
                </a:cubicBezTo>
                <a:cubicBezTo>
                  <a:pt x="351258" y="23156"/>
                  <a:pt x="347282" y="24092"/>
                  <a:pt x="341785" y="25963"/>
                </a:cubicBezTo>
                <a:lnTo>
                  <a:pt x="339329" y="19648"/>
                </a:lnTo>
                <a:lnTo>
                  <a:pt x="387396" y="0"/>
                </a:lnTo>
                <a:lnTo>
                  <a:pt x="395465" y="0"/>
                </a:lnTo>
                <a:close/>
                <a:moveTo>
                  <a:pt x="554928" y="149463"/>
                </a:moveTo>
                <a:cubicBezTo>
                  <a:pt x="554811" y="173212"/>
                  <a:pt x="560600" y="191838"/>
                  <a:pt x="572295" y="205342"/>
                </a:cubicBezTo>
                <a:cubicBezTo>
                  <a:pt x="583990" y="218846"/>
                  <a:pt x="597732" y="225598"/>
                  <a:pt x="613521" y="225598"/>
                </a:cubicBezTo>
                <a:cubicBezTo>
                  <a:pt x="624046" y="225598"/>
                  <a:pt x="633198" y="222691"/>
                  <a:pt x="640975" y="216876"/>
                </a:cubicBezTo>
                <a:cubicBezTo>
                  <a:pt x="648752" y="211062"/>
                  <a:pt x="655272" y="201104"/>
                  <a:pt x="660535" y="187005"/>
                </a:cubicBezTo>
                <a:lnTo>
                  <a:pt x="665973" y="190530"/>
                </a:lnTo>
                <a:cubicBezTo>
                  <a:pt x="663517" y="206636"/>
                  <a:pt x="656383" y="221302"/>
                  <a:pt x="644571" y="234529"/>
                </a:cubicBezTo>
                <a:cubicBezTo>
                  <a:pt x="632759" y="247755"/>
                  <a:pt x="617965" y="254368"/>
                  <a:pt x="600188" y="254368"/>
                </a:cubicBezTo>
                <a:cubicBezTo>
                  <a:pt x="580891" y="254368"/>
                  <a:pt x="564372" y="246871"/>
                  <a:pt x="550630" y="231875"/>
                </a:cubicBezTo>
                <a:cubicBezTo>
                  <a:pt x="536888" y="216876"/>
                  <a:pt x="530018" y="196713"/>
                  <a:pt x="530018" y="171386"/>
                </a:cubicBezTo>
                <a:cubicBezTo>
                  <a:pt x="530018" y="143961"/>
                  <a:pt x="537064" y="122576"/>
                  <a:pt x="551156" y="107229"/>
                </a:cubicBezTo>
                <a:cubicBezTo>
                  <a:pt x="565249" y="91880"/>
                  <a:pt x="582938" y="84205"/>
                  <a:pt x="604223" y="84205"/>
                </a:cubicBezTo>
                <a:cubicBezTo>
                  <a:pt x="622233" y="84205"/>
                  <a:pt x="637028" y="90125"/>
                  <a:pt x="648606" y="101967"/>
                </a:cubicBezTo>
                <a:cubicBezTo>
                  <a:pt x="660184" y="113804"/>
                  <a:pt x="665973" y="129636"/>
                  <a:pt x="665973" y="149463"/>
                </a:cubicBezTo>
                <a:lnTo>
                  <a:pt x="554928" y="149463"/>
                </a:lnTo>
                <a:moveTo>
                  <a:pt x="554928" y="139289"/>
                </a:moveTo>
                <a:lnTo>
                  <a:pt x="629309" y="139289"/>
                </a:lnTo>
                <a:cubicBezTo>
                  <a:pt x="628724" y="129081"/>
                  <a:pt x="627496" y="121890"/>
                  <a:pt x="625625" y="117717"/>
                </a:cubicBezTo>
                <a:cubicBezTo>
                  <a:pt x="622701" y="111219"/>
                  <a:pt x="618345" y="106115"/>
                  <a:pt x="612556" y="102405"/>
                </a:cubicBezTo>
                <a:cubicBezTo>
                  <a:pt x="606767" y="98692"/>
                  <a:pt x="600714" y="96835"/>
                  <a:pt x="594399" y="96835"/>
                </a:cubicBezTo>
                <a:cubicBezTo>
                  <a:pt x="584692" y="96835"/>
                  <a:pt x="576009" y="100576"/>
                  <a:pt x="568348" y="108057"/>
                </a:cubicBezTo>
                <a:cubicBezTo>
                  <a:pt x="560688" y="115538"/>
                  <a:pt x="556215" y="125949"/>
                  <a:pt x="554928" y="139289"/>
                </a:cubicBezTo>
                <a:close/>
                <a:moveTo>
                  <a:pt x="714445" y="149463"/>
                </a:moveTo>
                <a:cubicBezTo>
                  <a:pt x="714328" y="173212"/>
                  <a:pt x="720117" y="191838"/>
                  <a:pt x="731812" y="205342"/>
                </a:cubicBezTo>
                <a:cubicBezTo>
                  <a:pt x="743508" y="218846"/>
                  <a:pt x="757249" y="225598"/>
                  <a:pt x="773038" y="225598"/>
                </a:cubicBezTo>
                <a:cubicBezTo>
                  <a:pt x="783563" y="225598"/>
                  <a:pt x="792715" y="222691"/>
                  <a:pt x="800492" y="216876"/>
                </a:cubicBezTo>
                <a:cubicBezTo>
                  <a:pt x="808269" y="211062"/>
                  <a:pt x="814789" y="201104"/>
                  <a:pt x="820052" y="187005"/>
                </a:cubicBezTo>
                <a:lnTo>
                  <a:pt x="825490" y="190530"/>
                </a:lnTo>
                <a:cubicBezTo>
                  <a:pt x="823034" y="206636"/>
                  <a:pt x="815900" y="221302"/>
                  <a:pt x="804088" y="234529"/>
                </a:cubicBezTo>
                <a:cubicBezTo>
                  <a:pt x="792276" y="247755"/>
                  <a:pt x="777482" y="254368"/>
                  <a:pt x="759705" y="254368"/>
                </a:cubicBezTo>
                <a:cubicBezTo>
                  <a:pt x="740408" y="254368"/>
                  <a:pt x="723889" y="246871"/>
                  <a:pt x="710147" y="231875"/>
                </a:cubicBezTo>
                <a:cubicBezTo>
                  <a:pt x="696406" y="216876"/>
                  <a:pt x="689535" y="196713"/>
                  <a:pt x="689535" y="171386"/>
                </a:cubicBezTo>
                <a:cubicBezTo>
                  <a:pt x="689535" y="143961"/>
                  <a:pt x="696581" y="122576"/>
                  <a:pt x="710674" y="107229"/>
                </a:cubicBezTo>
                <a:cubicBezTo>
                  <a:pt x="724766" y="91880"/>
                  <a:pt x="742455" y="84205"/>
                  <a:pt x="763740" y="84205"/>
                </a:cubicBezTo>
                <a:cubicBezTo>
                  <a:pt x="781750" y="84205"/>
                  <a:pt x="796545" y="90125"/>
                  <a:pt x="808123" y="101967"/>
                </a:cubicBezTo>
                <a:cubicBezTo>
                  <a:pt x="819701" y="113804"/>
                  <a:pt x="825490" y="129636"/>
                  <a:pt x="825490" y="149463"/>
                </a:cubicBezTo>
                <a:lnTo>
                  <a:pt x="714445" y="149463"/>
                </a:lnTo>
                <a:moveTo>
                  <a:pt x="714445" y="139289"/>
                </a:moveTo>
                <a:lnTo>
                  <a:pt x="788826" y="139289"/>
                </a:lnTo>
                <a:cubicBezTo>
                  <a:pt x="788241" y="129081"/>
                  <a:pt x="787013" y="121890"/>
                  <a:pt x="785142" y="117717"/>
                </a:cubicBezTo>
                <a:cubicBezTo>
                  <a:pt x="782218" y="111219"/>
                  <a:pt x="777862" y="106115"/>
                  <a:pt x="772073" y="102405"/>
                </a:cubicBezTo>
                <a:cubicBezTo>
                  <a:pt x="766284" y="98692"/>
                  <a:pt x="760231" y="96835"/>
                  <a:pt x="753916" y="96835"/>
                </a:cubicBezTo>
                <a:cubicBezTo>
                  <a:pt x="744209" y="96835"/>
                  <a:pt x="735526" y="100576"/>
                  <a:pt x="727865" y="108057"/>
                </a:cubicBezTo>
                <a:cubicBezTo>
                  <a:pt x="720205" y="115538"/>
                  <a:pt x="715732" y="125949"/>
                  <a:pt x="714445" y="139289"/>
                </a:cubicBezTo>
                <a:close/>
                <a:moveTo>
                  <a:pt x="850280" y="155428"/>
                </a:moveTo>
                <a:lnTo>
                  <a:pt x="940975" y="155428"/>
                </a:lnTo>
                <a:lnTo>
                  <a:pt x="940975" y="182093"/>
                </a:lnTo>
                <a:lnTo>
                  <a:pt x="850280" y="182093"/>
                </a:lnTo>
                <a:lnTo>
                  <a:pt x="850280" y="155428"/>
                </a:lnTo>
                <a:close/>
                <a:moveTo>
                  <a:pt x="1028861" y="24560"/>
                </a:moveTo>
                <a:lnTo>
                  <a:pt x="1028861" y="117887"/>
                </a:lnTo>
                <a:lnTo>
                  <a:pt x="1072191" y="117887"/>
                </a:lnTo>
                <a:cubicBezTo>
                  <a:pt x="1082132" y="117887"/>
                  <a:pt x="1089412" y="115707"/>
                  <a:pt x="1094032" y="111346"/>
                </a:cubicBezTo>
                <a:cubicBezTo>
                  <a:pt x="1098652" y="106983"/>
                  <a:pt x="1101722" y="98286"/>
                  <a:pt x="1103242" y="85257"/>
                </a:cubicBezTo>
                <a:lnTo>
                  <a:pt x="1109733" y="85257"/>
                </a:lnTo>
                <a:lnTo>
                  <a:pt x="1109733" y="165953"/>
                </a:lnTo>
                <a:lnTo>
                  <a:pt x="1103242" y="165953"/>
                </a:lnTo>
                <a:cubicBezTo>
                  <a:pt x="1103125" y="156714"/>
                  <a:pt x="1101926" y="149931"/>
                  <a:pt x="1099646" y="145604"/>
                </a:cubicBezTo>
                <a:cubicBezTo>
                  <a:pt x="1097365" y="141277"/>
                  <a:pt x="1094207" y="138031"/>
                  <a:pt x="1090173" y="135868"/>
                </a:cubicBezTo>
                <a:cubicBezTo>
                  <a:pt x="1086138" y="133704"/>
                  <a:pt x="1080144" y="132622"/>
                  <a:pt x="1072191" y="132622"/>
                </a:cubicBezTo>
                <a:lnTo>
                  <a:pt x="1028861" y="132622"/>
                </a:lnTo>
                <a:lnTo>
                  <a:pt x="1028861" y="207354"/>
                </a:lnTo>
                <a:cubicBezTo>
                  <a:pt x="1028861" y="219342"/>
                  <a:pt x="1029621" y="227256"/>
                  <a:pt x="1031142" y="231097"/>
                </a:cubicBezTo>
                <a:cubicBezTo>
                  <a:pt x="1032311" y="234006"/>
                  <a:pt x="1034767" y="236508"/>
                  <a:pt x="1038510" y="238602"/>
                </a:cubicBezTo>
                <a:cubicBezTo>
                  <a:pt x="1043655" y="241394"/>
                  <a:pt x="1049035" y="242790"/>
                  <a:pt x="1054649" y="242790"/>
                </a:cubicBezTo>
                <a:lnTo>
                  <a:pt x="1063245" y="242790"/>
                </a:lnTo>
                <a:lnTo>
                  <a:pt x="1063245" y="249456"/>
                </a:lnTo>
                <a:lnTo>
                  <a:pt x="961146" y="249456"/>
                </a:lnTo>
                <a:lnTo>
                  <a:pt x="961146" y="242790"/>
                </a:lnTo>
                <a:lnTo>
                  <a:pt x="969567" y="242790"/>
                </a:lnTo>
                <a:cubicBezTo>
                  <a:pt x="979391" y="242790"/>
                  <a:pt x="986525" y="239939"/>
                  <a:pt x="990969" y="234238"/>
                </a:cubicBezTo>
                <a:cubicBezTo>
                  <a:pt x="993776" y="230514"/>
                  <a:pt x="995179" y="221553"/>
                  <a:pt x="995179" y="207354"/>
                </a:cubicBezTo>
                <a:lnTo>
                  <a:pt x="995179" y="53680"/>
                </a:lnTo>
                <a:cubicBezTo>
                  <a:pt x="995179" y="41693"/>
                  <a:pt x="994419" y="33779"/>
                  <a:pt x="992899" y="29938"/>
                </a:cubicBezTo>
                <a:cubicBezTo>
                  <a:pt x="991729" y="27028"/>
                  <a:pt x="989332" y="24527"/>
                  <a:pt x="985706" y="22433"/>
                </a:cubicBezTo>
                <a:cubicBezTo>
                  <a:pt x="980677" y="19640"/>
                  <a:pt x="975298" y="18244"/>
                  <a:pt x="969567" y="18244"/>
                </a:cubicBezTo>
                <a:lnTo>
                  <a:pt x="961146" y="18244"/>
                </a:lnTo>
                <a:lnTo>
                  <a:pt x="961146" y="11578"/>
                </a:lnTo>
                <a:lnTo>
                  <a:pt x="1138152" y="11578"/>
                </a:lnTo>
                <a:lnTo>
                  <a:pt x="1140432" y="63855"/>
                </a:lnTo>
                <a:lnTo>
                  <a:pt x="1134292" y="63855"/>
                </a:lnTo>
                <a:cubicBezTo>
                  <a:pt x="1131252" y="52745"/>
                  <a:pt x="1127714" y="44588"/>
                  <a:pt x="1123679" y="39383"/>
                </a:cubicBezTo>
                <a:cubicBezTo>
                  <a:pt x="1119644" y="34179"/>
                  <a:pt x="1114674" y="30407"/>
                  <a:pt x="1108768" y="28068"/>
                </a:cubicBezTo>
                <a:cubicBezTo>
                  <a:pt x="1102862" y="25729"/>
                  <a:pt x="1093710" y="24560"/>
                  <a:pt x="1081314" y="24560"/>
                </a:cubicBezTo>
                <a:lnTo>
                  <a:pt x="1028861" y="24560"/>
                </a:lnTo>
                <a:close/>
                <a:moveTo>
                  <a:pt x="1161254" y="249456"/>
                </a:moveTo>
                <a:lnTo>
                  <a:pt x="1161254" y="242790"/>
                </a:lnTo>
                <a:lnTo>
                  <a:pt x="1170200" y="242790"/>
                </a:lnTo>
                <a:cubicBezTo>
                  <a:pt x="1180258" y="242790"/>
                  <a:pt x="1187392" y="239590"/>
                  <a:pt x="1191602" y="233191"/>
                </a:cubicBezTo>
                <a:cubicBezTo>
                  <a:pt x="1194175" y="229350"/>
                  <a:pt x="1195462" y="220738"/>
                  <a:pt x="1195462" y="207354"/>
                </a:cubicBezTo>
                <a:lnTo>
                  <a:pt x="1195462" y="53680"/>
                </a:lnTo>
                <a:cubicBezTo>
                  <a:pt x="1195462" y="38901"/>
                  <a:pt x="1193825" y="29649"/>
                  <a:pt x="1190550" y="25925"/>
                </a:cubicBezTo>
                <a:cubicBezTo>
                  <a:pt x="1185989" y="20804"/>
                  <a:pt x="1179206" y="18244"/>
                  <a:pt x="1170200" y="18244"/>
                </a:cubicBezTo>
                <a:lnTo>
                  <a:pt x="1161254" y="18244"/>
                </a:lnTo>
                <a:lnTo>
                  <a:pt x="1161254" y="11578"/>
                </a:lnTo>
                <a:lnTo>
                  <a:pt x="1258089" y="11578"/>
                </a:lnTo>
                <a:cubicBezTo>
                  <a:pt x="1293642" y="11578"/>
                  <a:pt x="1320687" y="15613"/>
                  <a:pt x="1339224" y="23683"/>
                </a:cubicBezTo>
                <a:cubicBezTo>
                  <a:pt x="1357761" y="31752"/>
                  <a:pt x="1372672" y="45202"/>
                  <a:pt x="1383958" y="64031"/>
                </a:cubicBezTo>
                <a:cubicBezTo>
                  <a:pt x="1395243" y="82860"/>
                  <a:pt x="1400886" y="104613"/>
                  <a:pt x="1400886" y="129289"/>
                </a:cubicBezTo>
                <a:cubicBezTo>
                  <a:pt x="1400886" y="162386"/>
                  <a:pt x="1390828" y="190045"/>
                  <a:pt x="1370713" y="212266"/>
                </a:cubicBezTo>
                <a:cubicBezTo>
                  <a:pt x="1348141" y="237060"/>
                  <a:pt x="1313758" y="249456"/>
                  <a:pt x="1267562" y="249456"/>
                </a:cubicBezTo>
                <a:lnTo>
                  <a:pt x="1161254" y="249456"/>
                </a:lnTo>
                <a:moveTo>
                  <a:pt x="1229144" y="231919"/>
                </a:moveTo>
                <a:cubicBezTo>
                  <a:pt x="1243997" y="235190"/>
                  <a:pt x="1256452" y="236826"/>
                  <a:pt x="1266510" y="236826"/>
                </a:cubicBezTo>
                <a:cubicBezTo>
                  <a:pt x="1293642" y="236826"/>
                  <a:pt x="1316155" y="227311"/>
                  <a:pt x="1334049" y="208281"/>
                </a:cubicBezTo>
                <a:cubicBezTo>
                  <a:pt x="1351942" y="189247"/>
                  <a:pt x="1360889" y="163443"/>
                  <a:pt x="1360889" y="130868"/>
                </a:cubicBezTo>
                <a:cubicBezTo>
                  <a:pt x="1360889" y="98060"/>
                  <a:pt x="1351942" y="72199"/>
                  <a:pt x="1334049" y="53286"/>
                </a:cubicBezTo>
                <a:cubicBezTo>
                  <a:pt x="1316155" y="34369"/>
                  <a:pt x="1293174" y="24911"/>
                  <a:pt x="1265106" y="24911"/>
                </a:cubicBezTo>
                <a:cubicBezTo>
                  <a:pt x="1254581" y="24911"/>
                  <a:pt x="1242593" y="26603"/>
                  <a:pt x="1229144" y="29987"/>
                </a:cubicBezTo>
                <a:lnTo>
                  <a:pt x="1229144" y="231919"/>
                </a:lnTo>
                <a:close/>
                <a:moveTo>
                  <a:pt x="1615899" y="319627"/>
                </a:moveTo>
                <a:lnTo>
                  <a:pt x="1615899" y="326293"/>
                </a:lnTo>
                <a:cubicBezTo>
                  <a:pt x="1598239" y="317405"/>
                  <a:pt x="1583504" y="306996"/>
                  <a:pt x="1571691" y="295067"/>
                </a:cubicBezTo>
                <a:cubicBezTo>
                  <a:pt x="1554851" y="278109"/>
                  <a:pt x="1541869" y="258111"/>
                  <a:pt x="1532747" y="235071"/>
                </a:cubicBezTo>
                <a:cubicBezTo>
                  <a:pt x="1523625" y="212032"/>
                  <a:pt x="1519064" y="188116"/>
                  <a:pt x="1519064" y="163322"/>
                </a:cubicBezTo>
                <a:cubicBezTo>
                  <a:pt x="1519064" y="127067"/>
                  <a:pt x="1528010" y="93999"/>
                  <a:pt x="1545904" y="64118"/>
                </a:cubicBezTo>
                <a:cubicBezTo>
                  <a:pt x="1563797" y="34237"/>
                  <a:pt x="1587129" y="12865"/>
                  <a:pt x="1615899" y="0"/>
                </a:cubicBezTo>
                <a:lnTo>
                  <a:pt x="1615899" y="7368"/>
                </a:lnTo>
                <a:cubicBezTo>
                  <a:pt x="1601514" y="15317"/>
                  <a:pt x="1589702" y="26188"/>
                  <a:pt x="1580463" y="39981"/>
                </a:cubicBezTo>
                <a:cubicBezTo>
                  <a:pt x="1571224" y="53774"/>
                  <a:pt x="1564324" y="71249"/>
                  <a:pt x="1559762" y="92406"/>
                </a:cubicBezTo>
                <a:cubicBezTo>
                  <a:pt x="1555201" y="113559"/>
                  <a:pt x="1552921" y="135650"/>
                  <a:pt x="1552921" y="158679"/>
                </a:cubicBezTo>
                <a:cubicBezTo>
                  <a:pt x="1552921" y="183692"/>
                  <a:pt x="1554851" y="206426"/>
                  <a:pt x="1558710" y="226881"/>
                </a:cubicBezTo>
                <a:cubicBezTo>
                  <a:pt x="1561751" y="243009"/>
                  <a:pt x="1565435" y="255953"/>
                  <a:pt x="1569762" y="265711"/>
                </a:cubicBezTo>
                <a:cubicBezTo>
                  <a:pt x="1574089" y="275472"/>
                  <a:pt x="1579907" y="284852"/>
                  <a:pt x="1587217" y="293850"/>
                </a:cubicBezTo>
                <a:cubicBezTo>
                  <a:pt x="1594526" y="302852"/>
                  <a:pt x="1604087" y="311444"/>
                  <a:pt x="1615899" y="319627"/>
                </a:cubicBezTo>
                <a:close/>
                <a:moveTo>
                  <a:pt x="1755361" y="6315"/>
                </a:moveTo>
                <a:cubicBezTo>
                  <a:pt x="1786236" y="6315"/>
                  <a:pt x="1812988" y="18023"/>
                  <a:pt x="1835618" y="41439"/>
                </a:cubicBezTo>
                <a:cubicBezTo>
                  <a:pt x="1858248" y="64855"/>
                  <a:pt x="1869563" y="94080"/>
                  <a:pt x="1869563" y="129114"/>
                </a:cubicBezTo>
                <a:cubicBezTo>
                  <a:pt x="1869563" y="165201"/>
                  <a:pt x="1858161" y="195156"/>
                  <a:pt x="1835355" y="218982"/>
                </a:cubicBezTo>
                <a:cubicBezTo>
                  <a:pt x="1812550" y="242807"/>
                  <a:pt x="1784949" y="254719"/>
                  <a:pt x="1752554" y="254719"/>
                </a:cubicBezTo>
                <a:cubicBezTo>
                  <a:pt x="1719808" y="254719"/>
                  <a:pt x="1692295" y="243099"/>
                  <a:pt x="1670016" y="219859"/>
                </a:cubicBezTo>
                <a:cubicBezTo>
                  <a:pt x="1647737" y="196618"/>
                  <a:pt x="1636597" y="166545"/>
                  <a:pt x="1636597" y="129640"/>
                </a:cubicBezTo>
                <a:cubicBezTo>
                  <a:pt x="1636597" y="91920"/>
                  <a:pt x="1649462" y="61147"/>
                  <a:pt x="1675191" y="37322"/>
                </a:cubicBezTo>
                <a:cubicBezTo>
                  <a:pt x="1697529" y="16651"/>
                  <a:pt x="1724252" y="6315"/>
                  <a:pt x="1755361" y="6315"/>
                </a:cubicBezTo>
                <a:moveTo>
                  <a:pt x="1752028" y="18946"/>
                </a:moveTo>
                <a:cubicBezTo>
                  <a:pt x="1730743" y="18946"/>
                  <a:pt x="1713668" y="26827"/>
                  <a:pt x="1700803" y="42590"/>
                </a:cubicBezTo>
                <a:cubicBezTo>
                  <a:pt x="1684781" y="62209"/>
                  <a:pt x="1676770" y="90935"/>
                  <a:pt x="1676770" y="128768"/>
                </a:cubicBezTo>
                <a:cubicBezTo>
                  <a:pt x="1676770" y="167534"/>
                  <a:pt x="1685073" y="197368"/>
                  <a:pt x="1701680" y="218269"/>
                </a:cubicBezTo>
                <a:cubicBezTo>
                  <a:pt x="1714428" y="234149"/>
                  <a:pt x="1731269" y="242088"/>
                  <a:pt x="1752203" y="242088"/>
                </a:cubicBezTo>
                <a:cubicBezTo>
                  <a:pt x="1774541" y="242088"/>
                  <a:pt x="1792990" y="233390"/>
                  <a:pt x="1807550" y="215994"/>
                </a:cubicBezTo>
                <a:cubicBezTo>
                  <a:pt x="1822111" y="198594"/>
                  <a:pt x="1829391" y="171152"/>
                  <a:pt x="1829391" y="133669"/>
                </a:cubicBezTo>
                <a:cubicBezTo>
                  <a:pt x="1829391" y="93036"/>
                  <a:pt x="1821380" y="62735"/>
                  <a:pt x="1805357" y="42766"/>
                </a:cubicBezTo>
                <a:cubicBezTo>
                  <a:pt x="1792493" y="26886"/>
                  <a:pt x="1774716" y="18946"/>
                  <a:pt x="1752028" y="18946"/>
                </a:cubicBezTo>
                <a:close/>
                <a:moveTo>
                  <a:pt x="2035456" y="88766"/>
                </a:moveTo>
                <a:lnTo>
                  <a:pt x="2035456" y="186654"/>
                </a:lnTo>
                <a:cubicBezTo>
                  <a:pt x="2035456" y="205019"/>
                  <a:pt x="2035895" y="216251"/>
                  <a:pt x="2036772" y="220352"/>
                </a:cubicBezTo>
                <a:cubicBezTo>
                  <a:pt x="2037649" y="224449"/>
                  <a:pt x="2039053" y="227312"/>
                  <a:pt x="2040982" y="228942"/>
                </a:cubicBezTo>
                <a:cubicBezTo>
                  <a:pt x="2042912" y="230572"/>
                  <a:pt x="2045163" y="231387"/>
                  <a:pt x="2047736" y="231387"/>
                </a:cubicBezTo>
                <a:cubicBezTo>
                  <a:pt x="2051362" y="231387"/>
                  <a:pt x="2055455" y="230393"/>
                  <a:pt x="2060016" y="228405"/>
                </a:cubicBezTo>
                <a:lnTo>
                  <a:pt x="2062472" y="234721"/>
                </a:lnTo>
                <a:lnTo>
                  <a:pt x="2014405" y="254368"/>
                </a:lnTo>
                <a:lnTo>
                  <a:pt x="2006511" y="254368"/>
                </a:lnTo>
                <a:lnTo>
                  <a:pt x="2006511" y="220495"/>
                </a:lnTo>
                <a:cubicBezTo>
                  <a:pt x="1992711" y="235395"/>
                  <a:pt x="1982185" y="244766"/>
                  <a:pt x="1974934" y="248607"/>
                </a:cubicBezTo>
                <a:cubicBezTo>
                  <a:pt x="1967683" y="252448"/>
                  <a:pt x="1960023" y="254368"/>
                  <a:pt x="1951953" y="254368"/>
                </a:cubicBezTo>
                <a:cubicBezTo>
                  <a:pt x="1942948" y="254368"/>
                  <a:pt x="1935142" y="251766"/>
                  <a:pt x="1928534" y="246562"/>
                </a:cubicBezTo>
                <a:cubicBezTo>
                  <a:pt x="1921926" y="241358"/>
                  <a:pt x="1917336" y="234662"/>
                  <a:pt x="1914763" y="226476"/>
                </a:cubicBezTo>
                <a:cubicBezTo>
                  <a:pt x="1912190" y="218289"/>
                  <a:pt x="1910904" y="206711"/>
                  <a:pt x="1910904" y="191741"/>
                </a:cubicBezTo>
                <a:lnTo>
                  <a:pt x="1910904" y="119992"/>
                </a:lnTo>
                <a:cubicBezTo>
                  <a:pt x="1910904" y="112335"/>
                  <a:pt x="1910085" y="107036"/>
                  <a:pt x="1908448" y="104094"/>
                </a:cubicBezTo>
                <a:cubicBezTo>
                  <a:pt x="1906810" y="101148"/>
                  <a:pt x="1904384" y="98880"/>
                  <a:pt x="1901167" y="97290"/>
                </a:cubicBezTo>
                <a:cubicBezTo>
                  <a:pt x="1897951" y="95701"/>
                  <a:pt x="1892133" y="94964"/>
                  <a:pt x="1883713" y="95081"/>
                </a:cubicBezTo>
                <a:lnTo>
                  <a:pt x="1883713" y="88766"/>
                </a:lnTo>
                <a:lnTo>
                  <a:pt x="1940024" y="88766"/>
                </a:lnTo>
                <a:lnTo>
                  <a:pt x="1940024" y="196434"/>
                </a:lnTo>
                <a:cubicBezTo>
                  <a:pt x="1940024" y="211422"/>
                  <a:pt x="1942627" y="221258"/>
                  <a:pt x="1947831" y="225944"/>
                </a:cubicBezTo>
                <a:cubicBezTo>
                  <a:pt x="1953035" y="230625"/>
                  <a:pt x="1959321" y="232966"/>
                  <a:pt x="1966689" y="232966"/>
                </a:cubicBezTo>
                <a:cubicBezTo>
                  <a:pt x="1971718" y="232966"/>
                  <a:pt x="1977419" y="231386"/>
                  <a:pt x="1983793" y="228224"/>
                </a:cubicBezTo>
                <a:cubicBezTo>
                  <a:pt x="1990167" y="225063"/>
                  <a:pt x="1997740" y="219033"/>
                  <a:pt x="2006511" y="210133"/>
                </a:cubicBezTo>
                <a:lnTo>
                  <a:pt x="2006511" y="119290"/>
                </a:lnTo>
                <a:cubicBezTo>
                  <a:pt x="2006511" y="109967"/>
                  <a:pt x="2004844" y="103661"/>
                  <a:pt x="2001511" y="100371"/>
                </a:cubicBezTo>
                <a:cubicBezTo>
                  <a:pt x="1998178" y="97082"/>
                  <a:pt x="1991249" y="95319"/>
                  <a:pt x="1980723" y="95081"/>
                </a:cubicBezTo>
                <a:lnTo>
                  <a:pt x="1980723" y="88766"/>
                </a:lnTo>
                <a:lnTo>
                  <a:pt x="2035456" y="88766"/>
                </a:lnTo>
                <a:close/>
                <a:moveTo>
                  <a:pt x="2121240" y="84205"/>
                </a:moveTo>
                <a:lnTo>
                  <a:pt x="2121240" y="120343"/>
                </a:lnTo>
                <a:cubicBezTo>
                  <a:pt x="2134689" y="96251"/>
                  <a:pt x="2148490" y="84205"/>
                  <a:pt x="2162641" y="84205"/>
                </a:cubicBezTo>
                <a:cubicBezTo>
                  <a:pt x="2169073" y="84205"/>
                  <a:pt x="2174394" y="86164"/>
                  <a:pt x="2178604" y="90081"/>
                </a:cubicBezTo>
                <a:cubicBezTo>
                  <a:pt x="2182815" y="93999"/>
                  <a:pt x="2184920" y="98531"/>
                  <a:pt x="2184920" y="103677"/>
                </a:cubicBezTo>
                <a:cubicBezTo>
                  <a:pt x="2184920" y="108238"/>
                  <a:pt x="2183399" y="112097"/>
                  <a:pt x="2180359" y="115255"/>
                </a:cubicBezTo>
                <a:cubicBezTo>
                  <a:pt x="2177318" y="118413"/>
                  <a:pt x="2173692" y="119992"/>
                  <a:pt x="2169482" y="119992"/>
                </a:cubicBezTo>
                <a:cubicBezTo>
                  <a:pt x="2165389" y="119992"/>
                  <a:pt x="2160799" y="118004"/>
                  <a:pt x="2155711" y="114027"/>
                </a:cubicBezTo>
                <a:cubicBezTo>
                  <a:pt x="2150624" y="110051"/>
                  <a:pt x="2146852" y="108063"/>
                  <a:pt x="2144396" y="108063"/>
                </a:cubicBezTo>
                <a:cubicBezTo>
                  <a:pt x="2142291" y="108063"/>
                  <a:pt x="2140011" y="109223"/>
                  <a:pt x="2137555" y="111544"/>
                </a:cubicBezTo>
                <a:cubicBezTo>
                  <a:pt x="2132292" y="116306"/>
                  <a:pt x="2126854" y="124143"/>
                  <a:pt x="2121240" y="135056"/>
                </a:cubicBezTo>
                <a:lnTo>
                  <a:pt x="2121240" y="211915"/>
                </a:lnTo>
                <a:cubicBezTo>
                  <a:pt x="2121240" y="220811"/>
                  <a:pt x="2122351" y="227539"/>
                  <a:pt x="2124573" y="232100"/>
                </a:cubicBezTo>
                <a:cubicBezTo>
                  <a:pt x="2126093" y="235261"/>
                  <a:pt x="2128783" y="237893"/>
                  <a:pt x="2132643" y="239994"/>
                </a:cubicBezTo>
                <a:cubicBezTo>
                  <a:pt x="2136502" y="242092"/>
                  <a:pt x="2142057" y="243141"/>
                  <a:pt x="2149308" y="243141"/>
                </a:cubicBezTo>
                <a:lnTo>
                  <a:pt x="2149308" y="249456"/>
                </a:lnTo>
                <a:lnTo>
                  <a:pt x="2067033" y="249456"/>
                </a:lnTo>
                <a:lnTo>
                  <a:pt x="2067033" y="243141"/>
                </a:lnTo>
                <a:cubicBezTo>
                  <a:pt x="2075220" y="243141"/>
                  <a:pt x="2081301" y="241840"/>
                  <a:pt x="2085278" y="239238"/>
                </a:cubicBezTo>
                <a:cubicBezTo>
                  <a:pt x="2088201" y="237345"/>
                  <a:pt x="2090248" y="234328"/>
                  <a:pt x="2091417" y="230187"/>
                </a:cubicBezTo>
                <a:cubicBezTo>
                  <a:pt x="2092002" y="228173"/>
                  <a:pt x="2092295" y="222433"/>
                  <a:pt x="2092295" y="212968"/>
                </a:cubicBezTo>
                <a:lnTo>
                  <a:pt x="2092295" y="151218"/>
                </a:lnTo>
                <a:cubicBezTo>
                  <a:pt x="2092295" y="132505"/>
                  <a:pt x="2091915" y="121366"/>
                  <a:pt x="2091154" y="117799"/>
                </a:cubicBezTo>
                <a:cubicBezTo>
                  <a:pt x="2090394" y="114232"/>
                  <a:pt x="2088991" y="111630"/>
                  <a:pt x="2086944" y="109992"/>
                </a:cubicBezTo>
                <a:cubicBezTo>
                  <a:pt x="2084897" y="108355"/>
                  <a:pt x="2082354" y="107536"/>
                  <a:pt x="2079313" y="107536"/>
                </a:cubicBezTo>
                <a:cubicBezTo>
                  <a:pt x="2075688" y="107536"/>
                  <a:pt x="2071594" y="108414"/>
                  <a:pt x="2067033" y="110168"/>
                </a:cubicBezTo>
                <a:lnTo>
                  <a:pt x="2065279" y="103852"/>
                </a:lnTo>
                <a:lnTo>
                  <a:pt x="2113872" y="84205"/>
                </a:lnTo>
                <a:lnTo>
                  <a:pt x="2121240" y="84205"/>
                </a:lnTo>
                <a:close/>
                <a:moveTo>
                  <a:pt x="2297716" y="84205"/>
                </a:moveTo>
                <a:lnTo>
                  <a:pt x="2297716" y="138938"/>
                </a:lnTo>
                <a:lnTo>
                  <a:pt x="2291927" y="138938"/>
                </a:lnTo>
                <a:cubicBezTo>
                  <a:pt x="2287483" y="121815"/>
                  <a:pt x="2281782" y="110168"/>
                  <a:pt x="2274823" y="103995"/>
                </a:cubicBezTo>
                <a:cubicBezTo>
                  <a:pt x="2267865" y="97819"/>
                  <a:pt x="2259005" y="94730"/>
                  <a:pt x="2248246" y="94730"/>
                </a:cubicBezTo>
                <a:cubicBezTo>
                  <a:pt x="2240059" y="94730"/>
                  <a:pt x="2233452" y="96887"/>
                  <a:pt x="2228423" y="101199"/>
                </a:cubicBezTo>
                <a:cubicBezTo>
                  <a:pt x="2223394" y="105512"/>
                  <a:pt x="2220879" y="110290"/>
                  <a:pt x="2220879" y="115535"/>
                </a:cubicBezTo>
                <a:cubicBezTo>
                  <a:pt x="2220879" y="122058"/>
                  <a:pt x="2222751" y="127652"/>
                  <a:pt x="2226493" y="132315"/>
                </a:cubicBezTo>
                <a:cubicBezTo>
                  <a:pt x="2230119" y="137092"/>
                  <a:pt x="2237487" y="142161"/>
                  <a:pt x="2248597" y="147523"/>
                </a:cubicBezTo>
                <a:lnTo>
                  <a:pt x="2274209" y="159934"/>
                </a:lnTo>
                <a:cubicBezTo>
                  <a:pt x="2297950" y="171498"/>
                  <a:pt x="2309821" y="186740"/>
                  <a:pt x="2309821" y="205660"/>
                </a:cubicBezTo>
                <a:cubicBezTo>
                  <a:pt x="2309821" y="220261"/>
                  <a:pt x="2304295" y="232029"/>
                  <a:pt x="2293243" y="240965"/>
                </a:cubicBezTo>
                <a:cubicBezTo>
                  <a:pt x="2282191" y="249900"/>
                  <a:pt x="2269823" y="254368"/>
                  <a:pt x="2256140" y="254368"/>
                </a:cubicBezTo>
                <a:cubicBezTo>
                  <a:pt x="2246316" y="254368"/>
                  <a:pt x="2235089" y="252702"/>
                  <a:pt x="2222458" y="249369"/>
                </a:cubicBezTo>
                <a:cubicBezTo>
                  <a:pt x="2218599" y="248258"/>
                  <a:pt x="2215441" y="247702"/>
                  <a:pt x="2212985" y="247702"/>
                </a:cubicBezTo>
                <a:cubicBezTo>
                  <a:pt x="2210295" y="247702"/>
                  <a:pt x="2208190" y="249106"/>
                  <a:pt x="2206670" y="251912"/>
                </a:cubicBezTo>
                <a:lnTo>
                  <a:pt x="2200881" y="251912"/>
                </a:lnTo>
                <a:lnTo>
                  <a:pt x="2200881" y="194372"/>
                </a:lnTo>
                <a:lnTo>
                  <a:pt x="2206670" y="194372"/>
                </a:lnTo>
                <a:cubicBezTo>
                  <a:pt x="2209945" y="210746"/>
                  <a:pt x="2216201" y="223084"/>
                  <a:pt x="2225441" y="231387"/>
                </a:cubicBezTo>
                <a:cubicBezTo>
                  <a:pt x="2234680" y="239691"/>
                  <a:pt x="2245030" y="243843"/>
                  <a:pt x="2256491" y="243843"/>
                </a:cubicBezTo>
                <a:cubicBezTo>
                  <a:pt x="2264561" y="243843"/>
                  <a:pt x="2271139" y="241487"/>
                  <a:pt x="2276227" y="236776"/>
                </a:cubicBezTo>
                <a:cubicBezTo>
                  <a:pt x="2281314" y="232062"/>
                  <a:pt x="2283858" y="226388"/>
                  <a:pt x="2283858" y="219754"/>
                </a:cubicBezTo>
                <a:cubicBezTo>
                  <a:pt x="2283858" y="211725"/>
                  <a:pt x="2281021" y="204977"/>
                  <a:pt x="2275349" y="199509"/>
                </a:cubicBezTo>
                <a:cubicBezTo>
                  <a:pt x="2269677" y="194038"/>
                  <a:pt x="2258362" y="187129"/>
                  <a:pt x="2241404" y="178781"/>
                </a:cubicBezTo>
                <a:cubicBezTo>
                  <a:pt x="2224446" y="170430"/>
                  <a:pt x="2213336" y="162858"/>
                  <a:pt x="2208073" y="156064"/>
                </a:cubicBezTo>
                <a:cubicBezTo>
                  <a:pt x="2202811" y="149387"/>
                  <a:pt x="2200179" y="140953"/>
                  <a:pt x="2200179" y="130764"/>
                </a:cubicBezTo>
                <a:cubicBezTo>
                  <a:pt x="2200179" y="117527"/>
                  <a:pt x="2204711" y="106458"/>
                  <a:pt x="2213775" y="97559"/>
                </a:cubicBezTo>
                <a:cubicBezTo>
                  <a:pt x="2222838" y="88656"/>
                  <a:pt x="2234563" y="84205"/>
                  <a:pt x="2248948" y="84205"/>
                </a:cubicBezTo>
                <a:cubicBezTo>
                  <a:pt x="2255263" y="84205"/>
                  <a:pt x="2262923" y="85550"/>
                  <a:pt x="2271929" y="88239"/>
                </a:cubicBezTo>
                <a:cubicBezTo>
                  <a:pt x="2277893" y="89994"/>
                  <a:pt x="2281869" y="90871"/>
                  <a:pt x="2283858" y="90871"/>
                </a:cubicBezTo>
                <a:cubicBezTo>
                  <a:pt x="2285729" y="90871"/>
                  <a:pt x="2287191" y="90462"/>
                  <a:pt x="2288243" y="89643"/>
                </a:cubicBezTo>
                <a:cubicBezTo>
                  <a:pt x="2289296" y="88824"/>
                  <a:pt x="2290524" y="87012"/>
                  <a:pt x="2291927" y="84205"/>
                </a:cubicBezTo>
                <a:lnTo>
                  <a:pt x="2297716" y="84205"/>
                </a:lnTo>
                <a:close/>
                <a:moveTo>
                  <a:pt x="2330463" y="7368"/>
                </a:moveTo>
                <a:lnTo>
                  <a:pt x="2330463" y="0"/>
                </a:lnTo>
                <a:cubicBezTo>
                  <a:pt x="2348240" y="8771"/>
                  <a:pt x="2363034" y="19121"/>
                  <a:pt x="2374846" y="31050"/>
                </a:cubicBezTo>
                <a:cubicBezTo>
                  <a:pt x="2391570" y="48125"/>
                  <a:pt x="2404493" y="68153"/>
                  <a:pt x="2413615" y="91134"/>
                </a:cubicBezTo>
                <a:cubicBezTo>
                  <a:pt x="2422738" y="114115"/>
                  <a:pt x="2427299" y="138061"/>
                  <a:pt x="2427299" y="162971"/>
                </a:cubicBezTo>
                <a:cubicBezTo>
                  <a:pt x="2427299" y="199226"/>
                  <a:pt x="2418381" y="232294"/>
                  <a:pt x="2400546" y="262175"/>
                </a:cubicBezTo>
                <a:cubicBezTo>
                  <a:pt x="2382711" y="292056"/>
                  <a:pt x="2359350" y="313429"/>
                  <a:pt x="2330463" y="326293"/>
                </a:cubicBezTo>
                <a:lnTo>
                  <a:pt x="2330463" y="319627"/>
                </a:lnTo>
                <a:cubicBezTo>
                  <a:pt x="2344848" y="311561"/>
                  <a:pt x="2356690" y="300661"/>
                  <a:pt x="2365987" y="286926"/>
                </a:cubicBezTo>
                <a:cubicBezTo>
                  <a:pt x="2375285" y="273192"/>
                  <a:pt x="2382185" y="255719"/>
                  <a:pt x="2386687" y="234507"/>
                </a:cubicBezTo>
                <a:cubicBezTo>
                  <a:pt x="2391190" y="213291"/>
                  <a:pt x="2393441" y="191171"/>
                  <a:pt x="2393441" y="168146"/>
                </a:cubicBezTo>
                <a:cubicBezTo>
                  <a:pt x="2393441" y="143247"/>
                  <a:pt x="2391512" y="120512"/>
                  <a:pt x="2387652" y="99944"/>
                </a:cubicBezTo>
                <a:cubicBezTo>
                  <a:pt x="2384729" y="83812"/>
                  <a:pt x="2381074" y="70896"/>
                  <a:pt x="2376688" y="61196"/>
                </a:cubicBezTo>
                <a:cubicBezTo>
                  <a:pt x="2372303" y="51493"/>
                  <a:pt x="2366484" y="42143"/>
                  <a:pt x="2359233" y="33145"/>
                </a:cubicBezTo>
                <a:cubicBezTo>
                  <a:pt x="2351982" y="24143"/>
                  <a:pt x="2342392" y="15551"/>
                  <a:pt x="2330463" y="73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083DAB-D4AF-4A77-8BE0-A7935096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3049824"/>
            <a:ext cx="10" cy="378182"/>
          </a:xfrm>
          <a:custGeom xmlns:a="http://schemas.openxmlformats.org/drawingml/2006/main">
            <a:pathLst>
              <a:path w="1" h="378182" fill="none">
                <a:moveTo>
                  <a:pt x="0" y="378182"/>
                </a:moveTo>
                <a:lnTo>
                  <a:pt x="0" y="0"/>
                </a:lnTo>
                <a:lnTo>
                  <a:pt x="0" y="359273"/>
                </a:lnTo>
                <a:lnTo>
                  <a:pt x="0" y="101542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AD2EC4-0D3F-4109-8C63-E0F6EF77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830" y="305209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E3355-9353-4477-873B-BE5ECA92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830" y="305209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714C7-65B3-45F9-8DFD-AB656EE0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553" y="3428006"/>
            <a:ext cx="3970916" cy="614546"/>
          </a:xfrm>
          <a:custGeom xmlns:a="http://schemas.openxmlformats.org/drawingml/2006/main">
            <a:pathLst>
              <a:path w="3970916" h="614546">
                <a:moveTo>
                  <a:pt x="92277" y="0"/>
                </a:moveTo>
                <a:lnTo>
                  <a:pt x="3878640" y="0"/>
                </a:lnTo>
                <a:cubicBezTo>
                  <a:pt x="3890876" y="0"/>
                  <a:pt x="3902647" y="2342"/>
                  <a:pt x="3913951" y="7024"/>
                </a:cubicBezTo>
                <a:cubicBezTo>
                  <a:pt x="3925257" y="11707"/>
                  <a:pt x="3935237" y="18374"/>
                  <a:pt x="3943890" y="27027"/>
                </a:cubicBezTo>
                <a:cubicBezTo>
                  <a:pt x="3952541" y="35679"/>
                  <a:pt x="3959208" y="45658"/>
                  <a:pt x="3963890" y="56963"/>
                </a:cubicBezTo>
                <a:cubicBezTo>
                  <a:pt x="3968574" y="68269"/>
                  <a:pt x="3970916" y="80040"/>
                  <a:pt x="3970916" y="92277"/>
                </a:cubicBezTo>
                <a:lnTo>
                  <a:pt x="3970916" y="522270"/>
                </a:lnTo>
                <a:cubicBezTo>
                  <a:pt x="3970916" y="534507"/>
                  <a:pt x="3968574" y="546277"/>
                  <a:pt x="3963892" y="557582"/>
                </a:cubicBezTo>
                <a:cubicBezTo>
                  <a:pt x="3959208" y="568887"/>
                  <a:pt x="3952541" y="578866"/>
                  <a:pt x="3943890" y="587519"/>
                </a:cubicBezTo>
                <a:cubicBezTo>
                  <a:pt x="3935237" y="596171"/>
                  <a:pt x="3925257" y="602839"/>
                  <a:pt x="3913951" y="607522"/>
                </a:cubicBezTo>
                <a:cubicBezTo>
                  <a:pt x="3902647" y="612205"/>
                  <a:pt x="3890876" y="614546"/>
                  <a:pt x="3878640" y="614546"/>
                </a:cubicBezTo>
                <a:lnTo>
                  <a:pt x="92277" y="614546"/>
                </a:lnTo>
                <a:cubicBezTo>
                  <a:pt x="80041" y="614546"/>
                  <a:pt x="68268" y="612205"/>
                  <a:pt x="56963" y="607522"/>
                </a:cubicBezTo>
                <a:cubicBezTo>
                  <a:pt x="45658" y="602839"/>
                  <a:pt x="35680" y="596171"/>
                  <a:pt x="27027" y="587519"/>
                </a:cubicBezTo>
                <a:cubicBezTo>
                  <a:pt x="18375" y="578866"/>
                  <a:pt x="11706" y="568887"/>
                  <a:pt x="7023" y="557582"/>
                </a:cubicBezTo>
                <a:cubicBezTo>
                  <a:pt x="2340" y="546277"/>
                  <a:pt x="0" y="534507"/>
                  <a:pt x="1" y="522270"/>
                </a:cubicBezTo>
                <a:lnTo>
                  <a:pt x="1" y="92277"/>
                </a:lnTo>
                <a:cubicBezTo>
                  <a:pt x="0" y="80040"/>
                  <a:pt x="2340" y="68269"/>
                  <a:pt x="7023" y="56963"/>
                </a:cubicBezTo>
                <a:cubicBezTo>
                  <a:pt x="11706" y="45658"/>
                  <a:pt x="18375" y="35679"/>
                  <a:pt x="27027" y="27027"/>
                </a:cubicBezTo>
                <a:cubicBezTo>
                  <a:pt x="35680" y="18374"/>
                  <a:pt x="45658" y="11706"/>
                  <a:pt x="56964" y="7024"/>
                </a:cubicBezTo>
                <a:cubicBezTo>
                  <a:pt x="68268" y="2341"/>
                  <a:pt x="80041" y="0"/>
                  <a:pt x="92277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34094-026E-469A-9FEA-92D9A1F4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553" y="3428006"/>
            <a:ext cx="3970916" cy="614546"/>
          </a:xfrm>
          <a:custGeom xmlns:a="http://schemas.openxmlformats.org/drawingml/2006/main">
            <a:pathLst>
              <a:path w="3970916" h="614546" fill="none">
                <a:moveTo>
                  <a:pt x="92277" y="0"/>
                </a:moveTo>
                <a:lnTo>
                  <a:pt x="3878640" y="0"/>
                </a:lnTo>
                <a:cubicBezTo>
                  <a:pt x="3890876" y="0"/>
                  <a:pt x="3902647" y="2342"/>
                  <a:pt x="3913951" y="7024"/>
                </a:cubicBezTo>
                <a:cubicBezTo>
                  <a:pt x="3925257" y="11707"/>
                  <a:pt x="3935237" y="18374"/>
                  <a:pt x="3943890" y="27027"/>
                </a:cubicBezTo>
                <a:cubicBezTo>
                  <a:pt x="3952541" y="35679"/>
                  <a:pt x="3959208" y="45658"/>
                  <a:pt x="3963890" y="56963"/>
                </a:cubicBezTo>
                <a:cubicBezTo>
                  <a:pt x="3968574" y="68269"/>
                  <a:pt x="3970916" y="80040"/>
                  <a:pt x="3970916" y="92277"/>
                </a:cubicBezTo>
                <a:lnTo>
                  <a:pt x="3970916" y="522270"/>
                </a:lnTo>
                <a:cubicBezTo>
                  <a:pt x="3970916" y="534507"/>
                  <a:pt x="3968574" y="546277"/>
                  <a:pt x="3963892" y="557582"/>
                </a:cubicBezTo>
                <a:cubicBezTo>
                  <a:pt x="3959208" y="568887"/>
                  <a:pt x="3952541" y="578866"/>
                  <a:pt x="3943890" y="587519"/>
                </a:cubicBezTo>
                <a:cubicBezTo>
                  <a:pt x="3935237" y="596171"/>
                  <a:pt x="3925257" y="602839"/>
                  <a:pt x="3913951" y="607522"/>
                </a:cubicBezTo>
                <a:cubicBezTo>
                  <a:pt x="3902647" y="612205"/>
                  <a:pt x="3890876" y="614546"/>
                  <a:pt x="3878640" y="614546"/>
                </a:cubicBezTo>
                <a:lnTo>
                  <a:pt x="92277" y="614546"/>
                </a:lnTo>
                <a:cubicBezTo>
                  <a:pt x="80041" y="614546"/>
                  <a:pt x="68268" y="612205"/>
                  <a:pt x="56963" y="607522"/>
                </a:cubicBezTo>
                <a:cubicBezTo>
                  <a:pt x="45658" y="602839"/>
                  <a:pt x="35680" y="596171"/>
                  <a:pt x="27027" y="587519"/>
                </a:cubicBezTo>
                <a:cubicBezTo>
                  <a:pt x="18375" y="578866"/>
                  <a:pt x="11706" y="568887"/>
                  <a:pt x="7023" y="557582"/>
                </a:cubicBezTo>
                <a:cubicBezTo>
                  <a:pt x="2340" y="546277"/>
                  <a:pt x="0" y="534507"/>
                  <a:pt x="1" y="522270"/>
                </a:cubicBezTo>
                <a:lnTo>
                  <a:pt x="1" y="92277"/>
                </a:lnTo>
                <a:cubicBezTo>
                  <a:pt x="0" y="80040"/>
                  <a:pt x="2340" y="68269"/>
                  <a:pt x="7023" y="56963"/>
                </a:cubicBezTo>
                <a:cubicBezTo>
                  <a:pt x="11706" y="45658"/>
                  <a:pt x="18375" y="35679"/>
                  <a:pt x="27027" y="27027"/>
                </a:cubicBezTo>
                <a:cubicBezTo>
                  <a:pt x="35680" y="18374"/>
                  <a:pt x="45658" y="11706"/>
                  <a:pt x="56964" y="7024"/>
                </a:cubicBezTo>
                <a:cubicBezTo>
                  <a:pt x="68268" y="2341"/>
                  <a:pt x="80041" y="0"/>
                  <a:pt x="92277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34" name="Text Transformers">
            <a:extLst xmlns:a="http://schemas.openxmlformats.org/drawingml/2006/main">
              <a:ext uri="{FF2B5EF4-FFF2-40B4-BE49-F238E27FC236}">
                <a16:creationId xmlns:a16="http://schemas.microsoft.com/office/drawing/2014/main" id="{FF9B0EF5-3BE3-487F-934C-2E70D137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12" y="3606166"/>
            <a:ext cx="1993165" cy="254276"/>
          </a:xfrm>
          <a:custGeom xmlns:a="http://schemas.openxmlformats.org/drawingml/2006/main">
            <a:pathLst>
              <a:path w="1993165" h="254276">
                <a:moveTo>
                  <a:pt x="198103" y="2991"/>
                </a:moveTo>
                <a:lnTo>
                  <a:pt x="198103" y="32242"/>
                </a:lnTo>
                <a:lnTo>
                  <a:pt x="115837" y="32242"/>
                </a:lnTo>
                <a:lnTo>
                  <a:pt x="115837" y="247296"/>
                </a:lnTo>
                <a:lnTo>
                  <a:pt x="82266" y="247296"/>
                </a:lnTo>
                <a:lnTo>
                  <a:pt x="82266" y="32242"/>
                </a:lnTo>
                <a:lnTo>
                  <a:pt x="0" y="32242"/>
                </a:lnTo>
                <a:lnTo>
                  <a:pt x="0" y="2991"/>
                </a:lnTo>
                <a:lnTo>
                  <a:pt x="198103" y="2991"/>
                </a:lnTo>
                <a:close/>
                <a:moveTo>
                  <a:pt x="212727" y="69136"/>
                </a:moveTo>
                <a:lnTo>
                  <a:pt x="241146" y="69136"/>
                </a:lnTo>
                <a:lnTo>
                  <a:pt x="241146" y="100048"/>
                </a:lnTo>
                <a:cubicBezTo>
                  <a:pt x="243473" y="94038"/>
                  <a:pt x="249179" y="86718"/>
                  <a:pt x="258264" y="78090"/>
                </a:cubicBezTo>
                <a:cubicBezTo>
                  <a:pt x="267350" y="69462"/>
                  <a:pt x="277820" y="65148"/>
                  <a:pt x="289675" y="65148"/>
                </a:cubicBezTo>
                <a:cubicBezTo>
                  <a:pt x="290229" y="65148"/>
                  <a:pt x="291171" y="65215"/>
                  <a:pt x="292500" y="65350"/>
                </a:cubicBezTo>
                <a:cubicBezTo>
                  <a:pt x="293830" y="65482"/>
                  <a:pt x="296101" y="65747"/>
                  <a:pt x="299314" y="66145"/>
                </a:cubicBezTo>
                <a:lnTo>
                  <a:pt x="299314" y="97722"/>
                </a:lnTo>
                <a:cubicBezTo>
                  <a:pt x="297541" y="97324"/>
                  <a:pt x="295907" y="97059"/>
                  <a:pt x="294411" y="96927"/>
                </a:cubicBezTo>
                <a:cubicBezTo>
                  <a:pt x="292916" y="96792"/>
                  <a:pt x="291282" y="96725"/>
                  <a:pt x="289509" y="96725"/>
                </a:cubicBezTo>
                <a:cubicBezTo>
                  <a:pt x="274441" y="96725"/>
                  <a:pt x="262862" y="101600"/>
                  <a:pt x="254774" y="111350"/>
                </a:cubicBezTo>
                <a:cubicBezTo>
                  <a:pt x="246686" y="121100"/>
                  <a:pt x="242642" y="132290"/>
                  <a:pt x="242642" y="144921"/>
                </a:cubicBezTo>
                <a:lnTo>
                  <a:pt x="242642" y="247296"/>
                </a:lnTo>
                <a:lnTo>
                  <a:pt x="212727" y="247296"/>
                </a:lnTo>
                <a:lnTo>
                  <a:pt x="212727" y="69136"/>
                </a:lnTo>
                <a:close/>
                <a:moveTo>
                  <a:pt x="348174" y="200014"/>
                </a:moveTo>
                <a:cubicBezTo>
                  <a:pt x="348174" y="208684"/>
                  <a:pt x="351331" y="215518"/>
                  <a:pt x="357647" y="220518"/>
                </a:cubicBezTo>
                <a:cubicBezTo>
                  <a:pt x="363962" y="225518"/>
                  <a:pt x="371441" y="228017"/>
                  <a:pt x="380083" y="228017"/>
                </a:cubicBezTo>
                <a:cubicBezTo>
                  <a:pt x="390608" y="228017"/>
                  <a:pt x="400802" y="225559"/>
                  <a:pt x="410662" y="220643"/>
                </a:cubicBezTo>
                <a:cubicBezTo>
                  <a:pt x="427282" y="212485"/>
                  <a:pt x="435591" y="199211"/>
                  <a:pt x="435591" y="180818"/>
                </a:cubicBezTo>
                <a:lnTo>
                  <a:pt x="435591" y="156720"/>
                </a:lnTo>
                <a:cubicBezTo>
                  <a:pt x="431935" y="159096"/>
                  <a:pt x="427226" y="161074"/>
                  <a:pt x="421465" y="162657"/>
                </a:cubicBezTo>
                <a:cubicBezTo>
                  <a:pt x="415704" y="164239"/>
                  <a:pt x="410053" y="165352"/>
                  <a:pt x="404513" y="165996"/>
                </a:cubicBezTo>
                <a:lnTo>
                  <a:pt x="386398" y="168255"/>
                </a:lnTo>
                <a:cubicBezTo>
                  <a:pt x="375540" y="169651"/>
                  <a:pt x="367397" y="171905"/>
                  <a:pt x="361968" y="175017"/>
                </a:cubicBezTo>
                <a:cubicBezTo>
                  <a:pt x="352772" y="180239"/>
                  <a:pt x="348174" y="188571"/>
                  <a:pt x="348174" y="200014"/>
                </a:cubicBezTo>
                <a:moveTo>
                  <a:pt x="420634" y="139436"/>
                </a:moveTo>
                <a:cubicBezTo>
                  <a:pt x="427503" y="138550"/>
                  <a:pt x="432101" y="135669"/>
                  <a:pt x="434428" y="130794"/>
                </a:cubicBezTo>
                <a:cubicBezTo>
                  <a:pt x="435758" y="128125"/>
                  <a:pt x="436422" y="124287"/>
                  <a:pt x="436422" y="119280"/>
                </a:cubicBezTo>
                <a:cubicBezTo>
                  <a:pt x="436422" y="109045"/>
                  <a:pt x="432794" y="101620"/>
                  <a:pt x="425537" y="97005"/>
                </a:cubicBezTo>
                <a:cubicBezTo>
                  <a:pt x="418280" y="92386"/>
                  <a:pt x="407892" y="90077"/>
                  <a:pt x="394375" y="90077"/>
                </a:cubicBezTo>
                <a:cubicBezTo>
                  <a:pt x="378753" y="90077"/>
                  <a:pt x="367674" y="94308"/>
                  <a:pt x="361137" y="102770"/>
                </a:cubicBezTo>
                <a:cubicBezTo>
                  <a:pt x="357480" y="107448"/>
                  <a:pt x="355098" y="114407"/>
                  <a:pt x="353990" y="123648"/>
                </a:cubicBezTo>
                <a:lnTo>
                  <a:pt x="326070" y="123648"/>
                </a:lnTo>
                <a:cubicBezTo>
                  <a:pt x="326624" y="101648"/>
                  <a:pt x="333742" y="86343"/>
                  <a:pt x="347426" y="77732"/>
                </a:cubicBezTo>
                <a:cubicBezTo>
                  <a:pt x="361109" y="69121"/>
                  <a:pt x="376980" y="64815"/>
                  <a:pt x="395040" y="64815"/>
                </a:cubicBezTo>
                <a:cubicBezTo>
                  <a:pt x="415981" y="64815"/>
                  <a:pt x="432988" y="68804"/>
                  <a:pt x="446062" y="76781"/>
                </a:cubicBezTo>
                <a:cubicBezTo>
                  <a:pt x="459025" y="84759"/>
                  <a:pt x="465506" y="97178"/>
                  <a:pt x="465506" y="114040"/>
                </a:cubicBezTo>
                <a:lnTo>
                  <a:pt x="465506" y="216711"/>
                </a:lnTo>
                <a:cubicBezTo>
                  <a:pt x="465506" y="219817"/>
                  <a:pt x="466143" y="222311"/>
                  <a:pt x="467417" y="224195"/>
                </a:cubicBezTo>
                <a:cubicBezTo>
                  <a:pt x="468692" y="226078"/>
                  <a:pt x="471378" y="227020"/>
                  <a:pt x="475478" y="227020"/>
                </a:cubicBezTo>
                <a:cubicBezTo>
                  <a:pt x="476807" y="227020"/>
                  <a:pt x="478303" y="226937"/>
                  <a:pt x="479965" y="226771"/>
                </a:cubicBezTo>
                <a:cubicBezTo>
                  <a:pt x="481627" y="226605"/>
                  <a:pt x="483400" y="226355"/>
                  <a:pt x="485283" y="226023"/>
                </a:cubicBezTo>
                <a:lnTo>
                  <a:pt x="485283" y="248293"/>
                </a:lnTo>
                <a:cubicBezTo>
                  <a:pt x="480630" y="249623"/>
                  <a:pt x="477084" y="250454"/>
                  <a:pt x="474647" y="250786"/>
                </a:cubicBezTo>
                <a:cubicBezTo>
                  <a:pt x="472209" y="251118"/>
                  <a:pt x="468885" y="251285"/>
                  <a:pt x="464675" y="251285"/>
                </a:cubicBezTo>
                <a:cubicBezTo>
                  <a:pt x="454371" y="251285"/>
                  <a:pt x="446892" y="247606"/>
                  <a:pt x="442239" y="240248"/>
                </a:cubicBezTo>
                <a:cubicBezTo>
                  <a:pt x="439802" y="236346"/>
                  <a:pt x="438084" y="230829"/>
                  <a:pt x="437087" y="223696"/>
                </a:cubicBezTo>
                <a:cubicBezTo>
                  <a:pt x="430993" y="231764"/>
                  <a:pt x="422240" y="238766"/>
                  <a:pt x="410829" y="244704"/>
                </a:cubicBezTo>
                <a:cubicBezTo>
                  <a:pt x="399417" y="250642"/>
                  <a:pt x="386841" y="253611"/>
                  <a:pt x="373103" y="253611"/>
                </a:cubicBezTo>
                <a:cubicBezTo>
                  <a:pt x="356594" y="253611"/>
                  <a:pt x="343105" y="248582"/>
                  <a:pt x="332634" y="238524"/>
                </a:cubicBezTo>
                <a:cubicBezTo>
                  <a:pt x="322164" y="228466"/>
                  <a:pt x="316929" y="215880"/>
                  <a:pt x="316929" y="200767"/>
                </a:cubicBezTo>
                <a:cubicBezTo>
                  <a:pt x="316929" y="184206"/>
                  <a:pt x="322081" y="171370"/>
                  <a:pt x="332385" y="162257"/>
                </a:cubicBezTo>
                <a:cubicBezTo>
                  <a:pt x="342689" y="153144"/>
                  <a:pt x="356206" y="147531"/>
                  <a:pt x="372936" y="145419"/>
                </a:cubicBezTo>
                <a:lnTo>
                  <a:pt x="420634" y="139436"/>
                </a:lnTo>
                <a:moveTo>
                  <a:pt x="395871" y="64815"/>
                </a:moveTo>
                <a:lnTo>
                  <a:pt x="395871" y="64815"/>
                </a:lnTo>
                <a:close/>
                <a:moveTo>
                  <a:pt x="514482" y="69136"/>
                </a:moveTo>
                <a:lnTo>
                  <a:pt x="542901" y="69136"/>
                </a:lnTo>
                <a:lnTo>
                  <a:pt x="542901" y="94398"/>
                </a:lnTo>
                <a:cubicBezTo>
                  <a:pt x="551322" y="83983"/>
                  <a:pt x="560241" y="76504"/>
                  <a:pt x="569658" y="71962"/>
                </a:cubicBezTo>
                <a:cubicBezTo>
                  <a:pt x="579076" y="67419"/>
                  <a:pt x="589546" y="65148"/>
                  <a:pt x="601069" y="65148"/>
                </a:cubicBezTo>
                <a:cubicBezTo>
                  <a:pt x="626330" y="65148"/>
                  <a:pt x="643393" y="73965"/>
                  <a:pt x="652256" y="91599"/>
                </a:cubicBezTo>
                <a:cubicBezTo>
                  <a:pt x="657131" y="101245"/>
                  <a:pt x="659569" y="115051"/>
                  <a:pt x="659569" y="133017"/>
                </a:cubicBezTo>
                <a:lnTo>
                  <a:pt x="659569" y="247296"/>
                </a:lnTo>
                <a:lnTo>
                  <a:pt x="629155" y="247296"/>
                </a:lnTo>
                <a:lnTo>
                  <a:pt x="629155" y="134996"/>
                </a:lnTo>
                <a:cubicBezTo>
                  <a:pt x="629155" y="124124"/>
                  <a:pt x="627549" y="115361"/>
                  <a:pt x="624336" y="108706"/>
                </a:cubicBezTo>
                <a:cubicBezTo>
                  <a:pt x="619018" y="97616"/>
                  <a:pt x="609378" y="92071"/>
                  <a:pt x="595418" y="92071"/>
                </a:cubicBezTo>
                <a:cubicBezTo>
                  <a:pt x="588327" y="92071"/>
                  <a:pt x="582510" y="92791"/>
                  <a:pt x="577968" y="94232"/>
                </a:cubicBezTo>
                <a:cubicBezTo>
                  <a:pt x="569769" y="96673"/>
                  <a:pt x="562567" y="101553"/>
                  <a:pt x="556363" y="108872"/>
                </a:cubicBezTo>
                <a:cubicBezTo>
                  <a:pt x="551377" y="114751"/>
                  <a:pt x="548136" y="120824"/>
                  <a:pt x="546640" y="127091"/>
                </a:cubicBezTo>
                <a:cubicBezTo>
                  <a:pt x="545145" y="133358"/>
                  <a:pt x="544397" y="142314"/>
                  <a:pt x="544397" y="153957"/>
                </a:cubicBezTo>
                <a:lnTo>
                  <a:pt x="544397" y="247296"/>
                </a:lnTo>
                <a:lnTo>
                  <a:pt x="514482" y="247296"/>
                </a:lnTo>
                <a:lnTo>
                  <a:pt x="514482" y="69136"/>
                </a:lnTo>
                <a:moveTo>
                  <a:pt x="584782" y="64815"/>
                </a:moveTo>
                <a:lnTo>
                  <a:pt x="584782" y="64815"/>
                </a:lnTo>
                <a:close/>
                <a:moveTo>
                  <a:pt x="721506" y="191455"/>
                </a:moveTo>
                <a:cubicBezTo>
                  <a:pt x="722392" y="201471"/>
                  <a:pt x="724885" y="209151"/>
                  <a:pt x="728985" y="214493"/>
                </a:cubicBezTo>
                <a:cubicBezTo>
                  <a:pt x="736519" y="224174"/>
                  <a:pt x="749593" y="229015"/>
                  <a:pt x="768206" y="229015"/>
                </a:cubicBezTo>
                <a:cubicBezTo>
                  <a:pt x="779286" y="229015"/>
                  <a:pt x="789036" y="226600"/>
                  <a:pt x="797456" y="221770"/>
                </a:cubicBezTo>
                <a:cubicBezTo>
                  <a:pt x="805877" y="216936"/>
                  <a:pt x="810087" y="209464"/>
                  <a:pt x="810087" y="199354"/>
                </a:cubicBezTo>
                <a:cubicBezTo>
                  <a:pt x="810087" y="191689"/>
                  <a:pt x="806708" y="185856"/>
                  <a:pt x="799949" y="181857"/>
                </a:cubicBezTo>
                <a:cubicBezTo>
                  <a:pt x="795628" y="179413"/>
                  <a:pt x="787097" y="176582"/>
                  <a:pt x="774356" y="173366"/>
                </a:cubicBezTo>
                <a:lnTo>
                  <a:pt x="750590" y="167372"/>
                </a:lnTo>
                <a:cubicBezTo>
                  <a:pt x="735411" y="163598"/>
                  <a:pt x="724221" y="159381"/>
                  <a:pt x="717019" y="154721"/>
                </a:cubicBezTo>
                <a:cubicBezTo>
                  <a:pt x="704167" y="146619"/>
                  <a:pt x="697740" y="135408"/>
                  <a:pt x="697740" y="121088"/>
                </a:cubicBezTo>
                <a:cubicBezTo>
                  <a:pt x="697740" y="104219"/>
                  <a:pt x="703806" y="90569"/>
                  <a:pt x="715939" y="80136"/>
                </a:cubicBezTo>
                <a:cubicBezTo>
                  <a:pt x="728071" y="69701"/>
                  <a:pt x="744385" y="64483"/>
                  <a:pt x="764883" y="64483"/>
                </a:cubicBezTo>
                <a:cubicBezTo>
                  <a:pt x="791695" y="64483"/>
                  <a:pt x="811029" y="72350"/>
                  <a:pt x="822884" y="88083"/>
                </a:cubicBezTo>
                <a:cubicBezTo>
                  <a:pt x="830307" y="98054"/>
                  <a:pt x="833908" y="108801"/>
                  <a:pt x="833687" y="120324"/>
                </a:cubicBezTo>
                <a:lnTo>
                  <a:pt x="805434" y="120324"/>
                </a:lnTo>
                <a:cubicBezTo>
                  <a:pt x="804880" y="113638"/>
                  <a:pt x="802498" y="107557"/>
                  <a:pt x="798287" y="102079"/>
                </a:cubicBezTo>
                <a:cubicBezTo>
                  <a:pt x="791418" y="94299"/>
                  <a:pt x="779508" y="90409"/>
                  <a:pt x="762556" y="90409"/>
                </a:cubicBezTo>
                <a:cubicBezTo>
                  <a:pt x="751255" y="90409"/>
                  <a:pt x="742696" y="92561"/>
                  <a:pt x="736879" y="96865"/>
                </a:cubicBezTo>
                <a:cubicBezTo>
                  <a:pt x="731062" y="101165"/>
                  <a:pt x="728154" y="106845"/>
                  <a:pt x="728154" y="113905"/>
                </a:cubicBezTo>
                <a:cubicBezTo>
                  <a:pt x="728154" y="121626"/>
                  <a:pt x="731976" y="127803"/>
                  <a:pt x="739621" y="132435"/>
                </a:cubicBezTo>
                <a:cubicBezTo>
                  <a:pt x="744053" y="135191"/>
                  <a:pt x="750590" y="137624"/>
                  <a:pt x="759232" y="139732"/>
                </a:cubicBezTo>
                <a:lnTo>
                  <a:pt x="779009" y="144562"/>
                </a:lnTo>
                <a:cubicBezTo>
                  <a:pt x="800503" y="149780"/>
                  <a:pt x="814907" y="154830"/>
                  <a:pt x="822219" y="159712"/>
                </a:cubicBezTo>
                <a:cubicBezTo>
                  <a:pt x="833853" y="167371"/>
                  <a:pt x="839670" y="179413"/>
                  <a:pt x="839670" y="195838"/>
                </a:cubicBezTo>
                <a:cubicBezTo>
                  <a:pt x="839670" y="211710"/>
                  <a:pt x="833659" y="225417"/>
                  <a:pt x="821638" y="236961"/>
                </a:cubicBezTo>
                <a:cubicBezTo>
                  <a:pt x="809616" y="248504"/>
                  <a:pt x="791307" y="254276"/>
                  <a:pt x="766711" y="254276"/>
                </a:cubicBezTo>
                <a:cubicBezTo>
                  <a:pt x="740230" y="254276"/>
                  <a:pt x="721478" y="248250"/>
                  <a:pt x="710454" y="236197"/>
                </a:cubicBezTo>
                <a:cubicBezTo>
                  <a:pt x="699430" y="224145"/>
                  <a:pt x="693530" y="209231"/>
                  <a:pt x="692755" y="191455"/>
                </a:cubicBezTo>
                <a:lnTo>
                  <a:pt x="721506" y="191455"/>
                </a:lnTo>
                <a:moveTo>
                  <a:pt x="765713" y="64815"/>
                </a:moveTo>
                <a:lnTo>
                  <a:pt x="765713" y="64815"/>
                </a:lnTo>
                <a:close/>
                <a:moveTo>
                  <a:pt x="881384" y="42343"/>
                </a:moveTo>
                <a:cubicBezTo>
                  <a:pt x="881827" y="29993"/>
                  <a:pt x="883987" y="20951"/>
                  <a:pt x="887865" y="15217"/>
                </a:cubicBezTo>
                <a:cubicBezTo>
                  <a:pt x="894845" y="5072"/>
                  <a:pt x="908307" y="0"/>
                  <a:pt x="928250" y="0"/>
                </a:cubicBezTo>
                <a:cubicBezTo>
                  <a:pt x="930134" y="0"/>
                  <a:pt x="932073" y="55"/>
                  <a:pt x="934067" y="166"/>
                </a:cubicBezTo>
                <a:cubicBezTo>
                  <a:pt x="936061" y="277"/>
                  <a:pt x="938333" y="443"/>
                  <a:pt x="940881" y="665"/>
                </a:cubicBezTo>
                <a:lnTo>
                  <a:pt x="940881" y="27920"/>
                </a:lnTo>
                <a:cubicBezTo>
                  <a:pt x="937779" y="27772"/>
                  <a:pt x="935535" y="27680"/>
                  <a:pt x="934150" y="27645"/>
                </a:cubicBezTo>
                <a:cubicBezTo>
                  <a:pt x="932765" y="27607"/>
                  <a:pt x="931463" y="27588"/>
                  <a:pt x="930244" y="27588"/>
                </a:cubicBezTo>
                <a:cubicBezTo>
                  <a:pt x="921159" y="27588"/>
                  <a:pt x="915730" y="29915"/>
                  <a:pt x="913958" y="34568"/>
                </a:cubicBezTo>
                <a:cubicBezTo>
                  <a:pt x="912185" y="39222"/>
                  <a:pt x="911298" y="51077"/>
                  <a:pt x="911298" y="70134"/>
                </a:cubicBezTo>
                <a:lnTo>
                  <a:pt x="940881" y="70134"/>
                </a:lnTo>
                <a:lnTo>
                  <a:pt x="940881" y="93733"/>
                </a:lnTo>
                <a:lnTo>
                  <a:pt x="910966" y="93733"/>
                </a:lnTo>
                <a:lnTo>
                  <a:pt x="910966" y="247296"/>
                </a:lnTo>
                <a:lnTo>
                  <a:pt x="881384" y="247296"/>
                </a:lnTo>
                <a:lnTo>
                  <a:pt x="881384" y="93733"/>
                </a:lnTo>
                <a:lnTo>
                  <a:pt x="856621" y="93733"/>
                </a:lnTo>
                <a:lnTo>
                  <a:pt x="856621" y="70134"/>
                </a:lnTo>
                <a:lnTo>
                  <a:pt x="881384" y="70134"/>
                </a:lnTo>
                <a:lnTo>
                  <a:pt x="881384" y="42343"/>
                </a:lnTo>
                <a:close/>
                <a:moveTo>
                  <a:pt x="1039159" y="227685"/>
                </a:moveTo>
                <a:cubicBezTo>
                  <a:pt x="1058992" y="227685"/>
                  <a:pt x="1072592" y="220170"/>
                  <a:pt x="1079960" y="205140"/>
                </a:cubicBezTo>
                <a:cubicBezTo>
                  <a:pt x="1087328" y="190110"/>
                  <a:pt x="1091012" y="173387"/>
                  <a:pt x="1091012" y="154970"/>
                </a:cubicBezTo>
                <a:cubicBezTo>
                  <a:pt x="1091012" y="138330"/>
                  <a:pt x="1088352" y="124797"/>
                  <a:pt x="1083034" y="114372"/>
                </a:cubicBezTo>
                <a:cubicBezTo>
                  <a:pt x="1074614" y="97954"/>
                  <a:pt x="1060100" y="89744"/>
                  <a:pt x="1039492" y="89744"/>
                </a:cubicBezTo>
                <a:cubicBezTo>
                  <a:pt x="1021210" y="89744"/>
                  <a:pt x="1007915" y="96733"/>
                  <a:pt x="999605" y="110711"/>
                </a:cubicBezTo>
                <a:cubicBezTo>
                  <a:pt x="991296" y="124688"/>
                  <a:pt x="987141" y="141550"/>
                  <a:pt x="987141" y="161296"/>
                </a:cubicBezTo>
                <a:cubicBezTo>
                  <a:pt x="987141" y="180263"/>
                  <a:pt x="991296" y="196070"/>
                  <a:pt x="999605" y="208718"/>
                </a:cubicBezTo>
                <a:cubicBezTo>
                  <a:pt x="1007915" y="221363"/>
                  <a:pt x="1021100" y="227685"/>
                  <a:pt x="1039159" y="227685"/>
                </a:cubicBezTo>
                <a:moveTo>
                  <a:pt x="1040323" y="63818"/>
                </a:moveTo>
                <a:cubicBezTo>
                  <a:pt x="1063257" y="63818"/>
                  <a:pt x="1082647" y="71470"/>
                  <a:pt x="1098490" y="86774"/>
                </a:cubicBezTo>
                <a:cubicBezTo>
                  <a:pt x="1114334" y="102077"/>
                  <a:pt x="1122256" y="124588"/>
                  <a:pt x="1122256" y="154305"/>
                </a:cubicBezTo>
                <a:cubicBezTo>
                  <a:pt x="1122256" y="183029"/>
                  <a:pt x="1115276" y="206762"/>
                  <a:pt x="1101316" y="225504"/>
                </a:cubicBezTo>
                <a:cubicBezTo>
                  <a:pt x="1087355" y="244242"/>
                  <a:pt x="1065695" y="253611"/>
                  <a:pt x="1036334" y="253611"/>
                </a:cubicBezTo>
                <a:cubicBezTo>
                  <a:pt x="1011848" y="253611"/>
                  <a:pt x="992403" y="245322"/>
                  <a:pt x="978000" y="228745"/>
                </a:cubicBezTo>
                <a:cubicBezTo>
                  <a:pt x="963597" y="212167"/>
                  <a:pt x="956395" y="189905"/>
                  <a:pt x="956395" y="161961"/>
                </a:cubicBezTo>
                <a:cubicBezTo>
                  <a:pt x="956395" y="132018"/>
                  <a:pt x="963984" y="108176"/>
                  <a:pt x="979163" y="90435"/>
                </a:cubicBezTo>
                <a:cubicBezTo>
                  <a:pt x="994342" y="72691"/>
                  <a:pt x="1014729" y="63818"/>
                  <a:pt x="1040323" y="63818"/>
                </a:cubicBezTo>
                <a:moveTo>
                  <a:pt x="1039325" y="64815"/>
                </a:moveTo>
                <a:lnTo>
                  <a:pt x="1039325" y="64815"/>
                </a:lnTo>
                <a:close/>
                <a:moveTo>
                  <a:pt x="1158601" y="69136"/>
                </a:moveTo>
                <a:lnTo>
                  <a:pt x="1187020" y="69136"/>
                </a:lnTo>
                <a:lnTo>
                  <a:pt x="1187020" y="100048"/>
                </a:lnTo>
                <a:cubicBezTo>
                  <a:pt x="1189347" y="94038"/>
                  <a:pt x="1195053" y="86718"/>
                  <a:pt x="1204138" y="78090"/>
                </a:cubicBezTo>
                <a:cubicBezTo>
                  <a:pt x="1213223" y="69462"/>
                  <a:pt x="1223693" y="65148"/>
                  <a:pt x="1235549" y="65148"/>
                </a:cubicBezTo>
                <a:cubicBezTo>
                  <a:pt x="1236103" y="65148"/>
                  <a:pt x="1237044" y="65215"/>
                  <a:pt x="1238374" y="65350"/>
                </a:cubicBezTo>
                <a:cubicBezTo>
                  <a:pt x="1239703" y="65482"/>
                  <a:pt x="1241975" y="65747"/>
                  <a:pt x="1245188" y="66145"/>
                </a:cubicBezTo>
                <a:lnTo>
                  <a:pt x="1245188" y="97722"/>
                </a:lnTo>
                <a:cubicBezTo>
                  <a:pt x="1243415" y="97324"/>
                  <a:pt x="1241781" y="97059"/>
                  <a:pt x="1240285" y="96927"/>
                </a:cubicBezTo>
                <a:cubicBezTo>
                  <a:pt x="1238789" y="96792"/>
                  <a:pt x="1237155" y="96725"/>
                  <a:pt x="1235382" y="96725"/>
                </a:cubicBezTo>
                <a:cubicBezTo>
                  <a:pt x="1220314" y="96725"/>
                  <a:pt x="1208736" y="101600"/>
                  <a:pt x="1200648" y="111350"/>
                </a:cubicBezTo>
                <a:cubicBezTo>
                  <a:pt x="1192560" y="121100"/>
                  <a:pt x="1188516" y="132290"/>
                  <a:pt x="1188516" y="144921"/>
                </a:cubicBezTo>
                <a:lnTo>
                  <a:pt x="1188516" y="247296"/>
                </a:lnTo>
                <a:lnTo>
                  <a:pt x="1158601" y="247296"/>
                </a:lnTo>
                <a:lnTo>
                  <a:pt x="1158601" y="69136"/>
                </a:lnTo>
                <a:close/>
                <a:moveTo>
                  <a:pt x="1271111" y="69136"/>
                </a:moveTo>
                <a:lnTo>
                  <a:pt x="1300693" y="69136"/>
                </a:lnTo>
                <a:lnTo>
                  <a:pt x="1300693" y="94398"/>
                </a:lnTo>
                <a:cubicBezTo>
                  <a:pt x="1307784" y="85645"/>
                  <a:pt x="1314210" y="79274"/>
                  <a:pt x="1319972" y="75286"/>
                </a:cubicBezTo>
                <a:cubicBezTo>
                  <a:pt x="1329833" y="68527"/>
                  <a:pt x="1341023" y="65148"/>
                  <a:pt x="1353543" y="65148"/>
                </a:cubicBezTo>
                <a:cubicBezTo>
                  <a:pt x="1367725" y="65148"/>
                  <a:pt x="1379137" y="68638"/>
                  <a:pt x="1387779" y="75618"/>
                </a:cubicBezTo>
                <a:cubicBezTo>
                  <a:pt x="1392654" y="79607"/>
                  <a:pt x="1397085" y="85479"/>
                  <a:pt x="1401074" y="93235"/>
                </a:cubicBezTo>
                <a:cubicBezTo>
                  <a:pt x="1407722" y="83706"/>
                  <a:pt x="1415533" y="76643"/>
                  <a:pt x="1424507" y="72045"/>
                </a:cubicBezTo>
                <a:cubicBezTo>
                  <a:pt x="1433482" y="67447"/>
                  <a:pt x="1443564" y="65148"/>
                  <a:pt x="1454755" y="65148"/>
                </a:cubicBezTo>
                <a:cubicBezTo>
                  <a:pt x="1478686" y="65148"/>
                  <a:pt x="1494973" y="73799"/>
                  <a:pt x="1503615" y="91100"/>
                </a:cubicBezTo>
                <a:cubicBezTo>
                  <a:pt x="1508269" y="100414"/>
                  <a:pt x="1510596" y="112944"/>
                  <a:pt x="1510596" y="128691"/>
                </a:cubicBezTo>
                <a:lnTo>
                  <a:pt x="1510596" y="247296"/>
                </a:lnTo>
                <a:lnTo>
                  <a:pt x="1479517" y="247296"/>
                </a:lnTo>
                <a:lnTo>
                  <a:pt x="1479517" y="123513"/>
                </a:lnTo>
                <a:cubicBezTo>
                  <a:pt x="1479517" y="111647"/>
                  <a:pt x="1476554" y="103497"/>
                  <a:pt x="1470626" y="99062"/>
                </a:cubicBezTo>
                <a:cubicBezTo>
                  <a:pt x="1464698" y="94623"/>
                  <a:pt x="1457469" y="92404"/>
                  <a:pt x="1448938" y="92404"/>
                </a:cubicBezTo>
                <a:cubicBezTo>
                  <a:pt x="1437193" y="92404"/>
                  <a:pt x="1427083" y="96342"/>
                  <a:pt x="1418608" y="104219"/>
                </a:cubicBezTo>
                <a:cubicBezTo>
                  <a:pt x="1410132" y="112092"/>
                  <a:pt x="1405894" y="125235"/>
                  <a:pt x="1405894" y="143648"/>
                </a:cubicBezTo>
                <a:lnTo>
                  <a:pt x="1405894" y="247296"/>
                </a:lnTo>
                <a:lnTo>
                  <a:pt x="1375480" y="247296"/>
                </a:lnTo>
                <a:lnTo>
                  <a:pt x="1375480" y="131002"/>
                </a:lnTo>
                <a:cubicBezTo>
                  <a:pt x="1375480" y="118911"/>
                  <a:pt x="1374040" y="110095"/>
                  <a:pt x="1371159" y="104551"/>
                </a:cubicBezTo>
                <a:cubicBezTo>
                  <a:pt x="1366617" y="96231"/>
                  <a:pt x="1358141" y="92071"/>
                  <a:pt x="1345732" y="92071"/>
                </a:cubicBezTo>
                <a:cubicBezTo>
                  <a:pt x="1334431" y="92071"/>
                  <a:pt x="1324154" y="96453"/>
                  <a:pt x="1314903" y="105216"/>
                </a:cubicBezTo>
                <a:cubicBezTo>
                  <a:pt x="1305651" y="113976"/>
                  <a:pt x="1301026" y="129835"/>
                  <a:pt x="1301026" y="152794"/>
                </a:cubicBezTo>
                <a:lnTo>
                  <a:pt x="1301026" y="247296"/>
                </a:lnTo>
                <a:lnTo>
                  <a:pt x="1271111" y="247296"/>
                </a:lnTo>
                <a:lnTo>
                  <a:pt x="1271111" y="69136"/>
                </a:lnTo>
                <a:close/>
                <a:moveTo>
                  <a:pt x="1628758" y="65148"/>
                </a:moveTo>
                <a:cubicBezTo>
                  <a:pt x="1641388" y="65148"/>
                  <a:pt x="1653631" y="68112"/>
                  <a:pt x="1665486" y="74039"/>
                </a:cubicBezTo>
                <a:cubicBezTo>
                  <a:pt x="1677342" y="79967"/>
                  <a:pt x="1686371" y="87638"/>
                  <a:pt x="1692576" y="97052"/>
                </a:cubicBezTo>
                <a:cubicBezTo>
                  <a:pt x="1698559" y="106026"/>
                  <a:pt x="1702548" y="116495"/>
                  <a:pt x="1704542" y="128457"/>
                </a:cubicBezTo>
                <a:cubicBezTo>
                  <a:pt x="1706315" y="136656"/>
                  <a:pt x="1707201" y="149789"/>
                  <a:pt x="1707201" y="167855"/>
                </a:cubicBezTo>
                <a:lnTo>
                  <a:pt x="1576739" y="167855"/>
                </a:lnTo>
                <a:cubicBezTo>
                  <a:pt x="1577293" y="185915"/>
                  <a:pt x="1581559" y="200402"/>
                  <a:pt x="1589536" y="211315"/>
                </a:cubicBezTo>
                <a:cubicBezTo>
                  <a:pt x="1597513" y="222228"/>
                  <a:pt x="1609867" y="227685"/>
                  <a:pt x="1626597" y="227685"/>
                </a:cubicBezTo>
                <a:cubicBezTo>
                  <a:pt x="1642219" y="227685"/>
                  <a:pt x="1654684" y="222580"/>
                  <a:pt x="1663991" y="212369"/>
                </a:cubicBezTo>
                <a:cubicBezTo>
                  <a:pt x="1669309" y="206442"/>
                  <a:pt x="1673076" y="199581"/>
                  <a:pt x="1675292" y="191787"/>
                </a:cubicBezTo>
                <a:lnTo>
                  <a:pt x="1704708" y="191787"/>
                </a:lnTo>
                <a:cubicBezTo>
                  <a:pt x="1703933" y="198290"/>
                  <a:pt x="1701357" y="205536"/>
                  <a:pt x="1696980" y="213527"/>
                </a:cubicBezTo>
                <a:cubicBezTo>
                  <a:pt x="1692604" y="221515"/>
                  <a:pt x="1687701" y="228043"/>
                  <a:pt x="1682272" y="233112"/>
                </a:cubicBezTo>
                <a:cubicBezTo>
                  <a:pt x="1673187" y="241931"/>
                  <a:pt x="1661941" y="247883"/>
                  <a:pt x="1648535" y="250968"/>
                </a:cubicBezTo>
                <a:cubicBezTo>
                  <a:pt x="1641333" y="252730"/>
                  <a:pt x="1633190" y="253611"/>
                  <a:pt x="1624104" y="253611"/>
                </a:cubicBezTo>
                <a:cubicBezTo>
                  <a:pt x="1601945" y="253611"/>
                  <a:pt x="1583165" y="245544"/>
                  <a:pt x="1567765" y="229409"/>
                </a:cubicBezTo>
                <a:cubicBezTo>
                  <a:pt x="1552364" y="213275"/>
                  <a:pt x="1544664" y="190679"/>
                  <a:pt x="1544664" y="161623"/>
                </a:cubicBezTo>
                <a:cubicBezTo>
                  <a:pt x="1544664" y="133014"/>
                  <a:pt x="1552419" y="109783"/>
                  <a:pt x="1567931" y="91931"/>
                </a:cubicBezTo>
                <a:cubicBezTo>
                  <a:pt x="1583442" y="74076"/>
                  <a:pt x="1603718" y="65148"/>
                  <a:pt x="1628758" y="65148"/>
                </a:cubicBezTo>
                <a:moveTo>
                  <a:pt x="1676455" y="143924"/>
                </a:moveTo>
                <a:cubicBezTo>
                  <a:pt x="1675236" y="130919"/>
                  <a:pt x="1672411" y="120527"/>
                  <a:pt x="1667979" y="112747"/>
                </a:cubicBezTo>
                <a:cubicBezTo>
                  <a:pt x="1659780" y="98298"/>
                  <a:pt x="1646097" y="91074"/>
                  <a:pt x="1626930" y="91074"/>
                </a:cubicBezTo>
                <a:cubicBezTo>
                  <a:pt x="1613191" y="91074"/>
                  <a:pt x="1601668" y="96048"/>
                  <a:pt x="1592361" y="105995"/>
                </a:cubicBezTo>
                <a:cubicBezTo>
                  <a:pt x="1583054" y="115942"/>
                  <a:pt x="1578124" y="128585"/>
                  <a:pt x="1577570" y="143924"/>
                </a:cubicBezTo>
                <a:lnTo>
                  <a:pt x="1676455" y="143924"/>
                </a:lnTo>
                <a:moveTo>
                  <a:pt x="1625932" y="64815"/>
                </a:moveTo>
                <a:lnTo>
                  <a:pt x="1625932" y="64815"/>
                </a:lnTo>
                <a:close/>
                <a:moveTo>
                  <a:pt x="1744707" y="69136"/>
                </a:moveTo>
                <a:lnTo>
                  <a:pt x="1773127" y="69136"/>
                </a:lnTo>
                <a:lnTo>
                  <a:pt x="1773127" y="100048"/>
                </a:lnTo>
                <a:cubicBezTo>
                  <a:pt x="1775453" y="94038"/>
                  <a:pt x="1781159" y="86718"/>
                  <a:pt x="1790244" y="78090"/>
                </a:cubicBezTo>
                <a:cubicBezTo>
                  <a:pt x="1799330" y="69462"/>
                  <a:pt x="1809800" y="65148"/>
                  <a:pt x="1821655" y="65148"/>
                </a:cubicBezTo>
                <a:cubicBezTo>
                  <a:pt x="1822209" y="65148"/>
                  <a:pt x="1823151" y="65215"/>
                  <a:pt x="1824480" y="65350"/>
                </a:cubicBezTo>
                <a:cubicBezTo>
                  <a:pt x="1825810" y="65482"/>
                  <a:pt x="1828081" y="65747"/>
                  <a:pt x="1831294" y="66145"/>
                </a:cubicBezTo>
                <a:lnTo>
                  <a:pt x="1831294" y="97722"/>
                </a:lnTo>
                <a:cubicBezTo>
                  <a:pt x="1829522" y="97324"/>
                  <a:pt x="1827887" y="97059"/>
                  <a:pt x="1826392" y="96927"/>
                </a:cubicBezTo>
                <a:cubicBezTo>
                  <a:pt x="1824896" y="96792"/>
                  <a:pt x="1823262" y="96725"/>
                  <a:pt x="1821489" y="96725"/>
                </a:cubicBezTo>
                <a:cubicBezTo>
                  <a:pt x="1806421" y="96725"/>
                  <a:pt x="1794842" y="101600"/>
                  <a:pt x="1786754" y="111350"/>
                </a:cubicBezTo>
                <a:cubicBezTo>
                  <a:pt x="1778666" y="121100"/>
                  <a:pt x="1774622" y="132290"/>
                  <a:pt x="1774622" y="144921"/>
                </a:cubicBezTo>
                <a:lnTo>
                  <a:pt x="1774622" y="247296"/>
                </a:lnTo>
                <a:lnTo>
                  <a:pt x="1744707" y="247296"/>
                </a:lnTo>
                <a:lnTo>
                  <a:pt x="1744707" y="69136"/>
                </a:lnTo>
                <a:close/>
                <a:moveTo>
                  <a:pt x="1875002" y="191455"/>
                </a:moveTo>
                <a:cubicBezTo>
                  <a:pt x="1875888" y="201471"/>
                  <a:pt x="1878381" y="209151"/>
                  <a:pt x="1882481" y="214493"/>
                </a:cubicBezTo>
                <a:cubicBezTo>
                  <a:pt x="1890015" y="224174"/>
                  <a:pt x="1903089" y="229015"/>
                  <a:pt x="1921702" y="229015"/>
                </a:cubicBezTo>
                <a:cubicBezTo>
                  <a:pt x="1932782" y="229015"/>
                  <a:pt x="1942532" y="226600"/>
                  <a:pt x="1950952" y="221770"/>
                </a:cubicBezTo>
                <a:cubicBezTo>
                  <a:pt x="1959373" y="216936"/>
                  <a:pt x="1963583" y="209464"/>
                  <a:pt x="1963583" y="199354"/>
                </a:cubicBezTo>
                <a:cubicBezTo>
                  <a:pt x="1963583" y="191689"/>
                  <a:pt x="1960204" y="185856"/>
                  <a:pt x="1953445" y="181857"/>
                </a:cubicBezTo>
                <a:cubicBezTo>
                  <a:pt x="1949124" y="179413"/>
                  <a:pt x="1940593" y="176582"/>
                  <a:pt x="1927851" y="173366"/>
                </a:cubicBezTo>
                <a:lnTo>
                  <a:pt x="1904086" y="167372"/>
                </a:lnTo>
                <a:cubicBezTo>
                  <a:pt x="1888907" y="163598"/>
                  <a:pt x="1877716" y="159381"/>
                  <a:pt x="1870515" y="154721"/>
                </a:cubicBezTo>
                <a:cubicBezTo>
                  <a:pt x="1857662" y="146619"/>
                  <a:pt x="1851236" y="135408"/>
                  <a:pt x="1851236" y="121088"/>
                </a:cubicBezTo>
                <a:cubicBezTo>
                  <a:pt x="1851236" y="104219"/>
                  <a:pt x="1857302" y="90569"/>
                  <a:pt x="1869434" y="80136"/>
                </a:cubicBezTo>
                <a:cubicBezTo>
                  <a:pt x="1881567" y="69701"/>
                  <a:pt x="1897881" y="64483"/>
                  <a:pt x="1918378" y="64483"/>
                </a:cubicBezTo>
                <a:cubicBezTo>
                  <a:pt x="1945191" y="64483"/>
                  <a:pt x="1964525" y="72350"/>
                  <a:pt x="1976380" y="88083"/>
                </a:cubicBezTo>
                <a:cubicBezTo>
                  <a:pt x="1983803" y="98054"/>
                  <a:pt x="1987404" y="108801"/>
                  <a:pt x="1987183" y="120324"/>
                </a:cubicBezTo>
                <a:lnTo>
                  <a:pt x="1958930" y="120324"/>
                </a:lnTo>
                <a:cubicBezTo>
                  <a:pt x="1958376" y="113638"/>
                  <a:pt x="1955994" y="107557"/>
                  <a:pt x="1951783" y="102079"/>
                </a:cubicBezTo>
                <a:cubicBezTo>
                  <a:pt x="1944914" y="94299"/>
                  <a:pt x="1933003" y="90409"/>
                  <a:pt x="1916052" y="90409"/>
                </a:cubicBezTo>
                <a:cubicBezTo>
                  <a:pt x="1904751" y="90409"/>
                  <a:pt x="1896192" y="92561"/>
                  <a:pt x="1890375" y="96865"/>
                </a:cubicBezTo>
                <a:cubicBezTo>
                  <a:pt x="1884558" y="101165"/>
                  <a:pt x="1881650" y="106845"/>
                  <a:pt x="1881650" y="113905"/>
                </a:cubicBezTo>
                <a:cubicBezTo>
                  <a:pt x="1881650" y="121626"/>
                  <a:pt x="1885472" y="127803"/>
                  <a:pt x="1893117" y="132435"/>
                </a:cubicBezTo>
                <a:cubicBezTo>
                  <a:pt x="1897549" y="135191"/>
                  <a:pt x="1904086" y="137624"/>
                  <a:pt x="1912728" y="139732"/>
                </a:cubicBezTo>
                <a:lnTo>
                  <a:pt x="1932505" y="144562"/>
                </a:lnTo>
                <a:cubicBezTo>
                  <a:pt x="1953999" y="149780"/>
                  <a:pt x="1968403" y="154830"/>
                  <a:pt x="1975715" y="159712"/>
                </a:cubicBezTo>
                <a:cubicBezTo>
                  <a:pt x="1987349" y="167371"/>
                  <a:pt x="1993165" y="179413"/>
                  <a:pt x="1993165" y="195838"/>
                </a:cubicBezTo>
                <a:cubicBezTo>
                  <a:pt x="1993165" y="211710"/>
                  <a:pt x="1987155" y="225417"/>
                  <a:pt x="1975133" y="236961"/>
                </a:cubicBezTo>
                <a:cubicBezTo>
                  <a:pt x="1963112" y="248504"/>
                  <a:pt x="1944803" y="254276"/>
                  <a:pt x="1920207" y="254276"/>
                </a:cubicBezTo>
                <a:cubicBezTo>
                  <a:pt x="1893726" y="254276"/>
                  <a:pt x="1874974" y="248250"/>
                  <a:pt x="1863950" y="236197"/>
                </a:cubicBezTo>
                <a:cubicBezTo>
                  <a:pt x="1852926" y="224145"/>
                  <a:pt x="1847026" y="209231"/>
                  <a:pt x="1846250" y="191455"/>
                </a:cubicBezTo>
                <a:lnTo>
                  <a:pt x="1875002" y="191455"/>
                </a:lnTo>
                <a:moveTo>
                  <a:pt x="1919209" y="64815"/>
                </a:moveTo>
                <a:lnTo>
                  <a:pt x="1919209" y="648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F8D63-5FBC-4F87-90E9-FB24AB60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464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7005D-80F6-4AAD-8C1E-47CD2E9A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464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52C76E-EF8E-433A-87A6-4D75C7E8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101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FC88D0-D91C-456F-9A43-B54524B2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101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3879FE-347D-4D19-960B-EFB728B9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738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5F325-37A3-4FA2-AC79-DF6CBBEE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738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7541D-72B0-4B65-8E76-4D3A565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375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22124A-5520-4232-AE8D-F752E9DA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375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EEB64-6BB8-4457-A541-40089D75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F1C68-E003-44A2-B609-743CD7AE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1DCAA-CCE1-49BA-834D-A3DD48D8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649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8979FB-8715-4BAD-A000-0A5240BE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649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F55AC3-4E94-4CEA-821C-3BDE7276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285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298AC5-E23E-4CED-B960-FC39BEB2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285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27B35-2FE3-4068-8DF1-87981F93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922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2D823-6338-4E86-8921-A48A422E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922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09EC9-1FB3-4D13-AB0F-C695E30C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559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39AFE-91EB-4F1D-BC97-B40C20DC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559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11C06-B97F-4DCA-A764-E11A4AD7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196" y="4420735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5FCB6-2564-4AD8-848D-0C5DC10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196" y="4420735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EC0C0-4E4A-423E-805F-1F58D1C6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464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8BFCC-FA3B-458D-9A88-2E2E5205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010" y="478946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B1DF9-268F-45B9-856B-EAD9E07A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101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99801-9E21-440D-9073-A6197251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647" y="478946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6EEF3-6A7C-46CF-943C-ECD5AE03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738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BEF2C7-AE0D-448C-AE32-0A2636B0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284" y="478946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D77DC-DA55-45BC-8C0F-58211088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375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75498B-5A91-49F2-A780-39DF540F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920" y="478946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3178A3-3AA8-46FB-9EDF-B3751E65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3BF93-F63B-4A4B-8CB2-4156178B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479891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3DDB32-9260-4739-AB2E-B3EFC9DA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649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17B576-EF06-487F-87B1-A784513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649" y="4798918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94309-44C9-4090-B7FF-6E84C77F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285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FD9F7-D060-48C8-B69C-D059F95C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831" y="478946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9DE6DB-6452-49E7-AAA3-174F9232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922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B11F9F-0477-4EA7-9A67-45DF4B53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468" y="478946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EED4B-BE86-4AD7-829F-8C334BB2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559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0D594-80E4-4171-803F-381FBD2F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105" y="478946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8EA37-10F9-4F8F-A99D-ABEDE1E5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196" y="4798918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DB1C4-3280-4B15-A177-8DC62A6D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741" y="478946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84632-D366-4395-8CC7-0E4289C3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101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28E81-A126-486C-AAB5-B8815658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647" y="516764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89D84-96D1-46FF-85B1-1AF9CFA8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738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8448A-7C53-4022-AE72-BCAC3258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284" y="516764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81E90-D947-4775-9330-A7FABBAA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375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BFF620-50B2-4A40-B8FE-3180A402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375" y="5177100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CFB68-7C24-4B4C-9A57-038B32F1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E2608-29D2-47FE-B1B2-39AD0C46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557" y="516764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A4B4CD-3EB5-4F7F-A98C-9BE66C67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649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FDCBA-D77A-4852-BC5D-430F5131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3194" y="516764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89D649-B3D4-4DDB-B503-007A3A3A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285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F6D96-495F-478F-9E7C-89A94A60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6831" y="516764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CDF454-A8F6-4003-9F59-A5EDDC9B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922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8B3092-AC8A-49FB-9C21-29FC37C4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0468" y="516764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C91D5-7C04-4013-A302-FC7D77ED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559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14736-7799-40CF-A2D6-D97E6E5C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559" y="5177100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D79B00"/>
            </a:solidFill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CE9CC8-FB9B-4712-B66B-C84CED34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196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36A6B0-9907-4BA9-9EC8-E127B173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741" y="516764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AE8C4-4741-40B5-B47E-293E2EE8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464" y="517710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E2C2A0-B0E9-4E31-AB6E-03C44DC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010" y="516764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3254BC-21C1-4E18-B93C-74805331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557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02E2C-C85E-4389-B396-D68F5ABA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375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3079E-6507-411D-910D-52E48CAE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375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B8FB3-DD20-416E-8F51-C8D46228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194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6CBDC-767C-4A5E-980F-5862CAB5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012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E53ED-02C5-4FC8-B289-E163D4CB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1012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E941F-622D-4D11-A982-A5AD7750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31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2785D-45CD-4BD7-8E1E-DAC0A189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49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7B717-71C2-4ABA-A2AC-6C0C0F7E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649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15230-3F43-43AE-87B0-03488E88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468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FD4ED-454D-4C68-9857-1837C90C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286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9E0010-D582-43B6-AFBE-216943D0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286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40DEC-03B0-4844-B9B5-9DF6130E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468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5EC26B-6CCC-4F72-A9A3-38A3E1DB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286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D73C5-A596-466A-AD4E-F3B5525D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8286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2F98F8-4CF7-421B-A116-0FE5BCD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05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0A51F-92B5-4D26-843B-86B227BF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923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473F7B-16CD-4FEF-B080-E7CA967F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923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56D04-8B80-4420-93CD-C40CCD53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742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EF9F8-2341-4A74-B13F-81DF8AEC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560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D104F-9BA8-4549-AEFF-031A46E3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5560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46F10-5688-42F2-990A-C7CECF7C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7308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9B4FB-908D-4F95-B76C-FE77A596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126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66D18-11C3-46A4-BA5E-8F398836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1126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163D3E-E73B-47F0-830F-F3F62FA6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945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0C564A-EEA3-46EE-A878-8C7EAEFF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63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3414D-B1C6-4D58-8F07-D13F2827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4763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23858-4292-412E-BC05-645E215C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6284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F4310D-D09A-4413-A522-18DABFC9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102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670066-44F4-478D-A3ED-85E1464C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102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9E159-A75D-4534-830C-243ED41B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921" y="4163004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DD356-DA3D-46E6-9033-FF5C2BFD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739" y="406373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A8A2C-0476-4673-ACC4-BD2017CD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739" y="406373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0C9E6-5FD6-420D-B7D7-D033328D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464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A01BB-48F4-4B6D-86CF-6E9EAB4A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010" y="5517464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3DEF1-495B-4E42-AD8C-96DD0437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101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FF64C-7482-4EAC-8EB5-DCC2F25A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8647" y="5517464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5C8E2-D146-4D9C-9802-21AC985B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1738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DC8087-63F1-43BC-A4FF-CE0C7391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284" y="5517464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F9F5C-C050-4E08-8810-C8E08A2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375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693B6-5A78-4A1F-90B6-33D8812B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920" y="5517464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763F0-45D6-47D8-A041-086B7236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3EF75-4375-4303-B984-FBA153C2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5526919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5BB26-EDDC-4902-BC31-BC0B657B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649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BE288-1568-499D-B380-75539759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2649" y="5526919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073DC-33C4-43F4-AFA1-DC5C9F957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285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7F2F93-6844-489A-99BB-A170E9A5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6285" y="5526919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F42F0-6EC7-4C77-AC73-1BA57B63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922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80173-7E34-41B0-A61A-A8BDC53E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9922" y="5526919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E3085-430D-4C42-93C0-FFE4E34B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3559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B0E93-27A0-4579-99CE-CF56D567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105" y="5517464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25EE8-4A5C-4E7E-BC4D-EF1AC9C5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7196" y="552691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5BDFA-C8DD-458B-8CA4-550F6546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741" y="5517464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9740F-D928-49F2-A569-D88755EB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646" y="4297826"/>
            <a:ext cx="340364" cy="340364"/>
          </a:xfrm>
          <a:custGeom xmlns:a="http://schemas.openxmlformats.org/drawingml/2006/main">
            <a:pathLst>
              <a:path w="340364" h="340364">
                <a:moveTo>
                  <a:pt x="243928" y="0"/>
                </a:moveTo>
                <a:lnTo>
                  <a:pt x="96437" y="0"/>
                </a:lnTo>
                <a:cubicBezTo>
                  <a:pt x="43113" y="0"/>
                  <a:pt x="0" y="43113"/>
                  <a:pt x="0" y="96437"/>
                </a:cubicBezTo>
                <a:lnTo>
                  <a:pt x="0" y="243928"/>
                </a:lnTo>
                <a:cubicBezTo>
                  <a:pt x="0" y="297251"/>
                  <a:pt x="43113" y="340364"/>
                  <a:pt x="96437" y="340364"/>
                </a:cubicBezTo>
                <a:lnTo>
                  <a:pt x="243928" y="340364"/>
                </a:lnTo>
                <a:cubicBezTo>
                  <a:pt x="297251" y="340364"/>
                  <a:pt x="340364" y="297251"/>
                  <a:pt x="340364" y="243928"/>
                </a:cubicBezTo>
                <a:lnTo>
                  <a:pt x="340364" y="96437"/>
                </a:lnTo>
                <a:cubicBezTo>
                  <a:pt x="340364" y="43113"/>
                  <a:pt x="297251" y="0"/>
                  <a:pt x="243928" y="0"/>
                </a:cubicBezTo>
                <a:close/>
                <a:moveTo>
                  <a:pt x="293848" y="217833"/>
                </a:moveTo>
                <a:cubicBezTo>
                  <a:pt x="293848" y="235986"/>
                  <a:pt x="279099" y="249600"/>
                  <a:pt x="262080" y="249600"/>
                </a:cubicBezTo>
                <a:lnTo>
                  <a:pt x="239389" y="249600"/>
                </a:lnTo>
                <a:cubicBezTo>
                  <a:pt x="234851" y="249600"/>
                  <a:pt x="231448" y="247331"/>
                  <a:pt x="230313" y="242793"/>
                </a:cubicBezTo>
                <a:cubicBezTo>
                  <a:pt x="229179" y="241659"/>
                  <a:pt x="229179" y="239390"/>
                  <a:pt x="229179" y="238255"/>
                </a:cubicBezTo>
                <a:lnTo>
                  <a:pt x="229179" y="172451"/>
                </a:lnTo>
                <a:cubicBezTo>
                  <a:pt x="229179" y="139549"/>
                  <a:pt x="203084" y="112320"/>
                  <a:pt x="171317" y="112320"/>
                </a:cubicBezTo>
                <a:cubicBezTo>
                  <a:pt x="139549" y="112320"/>
                  <a:pt x="113455" y="139549"/>
                  <a:pt x="113455" y="172451"/>
                </a:cubicBezTo>
                <a:lnTo>
                  <a:pt x="113455" y="241659"/>
                </a:lnTo>
                <a:cubicBezTo>
                  <a:pt x="111186" y="246197"/>
                  <a:pt x="106647" y="249600"/>
                  <a:pt x="102109" y="249600"/>
                </a:cubicBezTo>
                <a:lnTo>
                  <a:pt x="79418" y="249600"/>
                </a:lnTo>
                <a:cubicBezTo>
                  <a:pt x="61266" y="249600"/>
                  <a:pt x="47651" y="234851"/>
                  <a:pt x="47651" y="217833"/>
                </a:cubicBezTo>
                <a:lnTo>
                  <a:pt x="47651" y="203084"/>
                </a:lnTo>
                <a:cubicBezTo>
                  <a:pt x="47651" y="184931"/>
                  <a:pt x="62400" y="171317"/>
                  <a:pt x="79418" y="171317"/>
                </a:cubicBezTo>
                <a:lnTo>
                  <a:pt x="91898" y="171317"/>
                </a:lnTo>
                <a:cubicBezTo>
                  <a:pt x="91898" y="127069"/>
                  <a:pt x="127069" y="90764"/>
                  <a:pt x="170182" y="90764"/>
                </a:cubicBezTo>
                <a:cubicBezTo>
                  <a:pt x="213295" y="90764"/>
                  <a:pt x="248466" y="127069"/>
                  <a:pt x="248466" y="171317"/>
                </a:cubicBezTo>
                <a:lnTo>
                  <a:pt x="260946" y="171317"/>
                </a:lnTo>
                <a:cubicBezTo>
                  <a:pt x="279099" y="171317"/>
                  <a:pt x="292713" y="186066"/>
                  <a:pt x="292713" y="203084"/>
                </a:cubicBezTo>
                <a:lnTo>
                  <a:pt x="292713" y="217833"/>
                </a:lnTo>
                <a:lnTo>
                  <a:pt x="293848" y="217833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E9CABB-8771-4321-B5DD-50AA605C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922" y="4713827"/>
            <a:ext cx="264719" cy="331666"/>
          </a:xfrm>
          <a:custGeom xmlns:a="http://schemas.openxmlformats.org/drawingml/2006/main">
            <a:pathLst>
              <a:path w="264719" h="331666">
                <a:moveTo>
                  <a:pt x="236482" y="23690"/>
                </a:moveTo>
                <a:cubicBezTo>
                  <a:pt x="242835" y="29584"/>
                  <a:pt x="247895" y="34475"/>
                  <a:pt x="251659" y="38364"/>
                </a:cubicBezTo>
                <a:cubicBezTo>
                  <a:pt x="255424" y="42254"/>
                  <a:pt x="258307" y="45554"/>
                  <a:pt x="260307" y="48265"/>
                </a:cubicBezTo>
                <a:cubicBezTo>
                  <a:pt x="262307" y="50976"/>
                  <a:pt x="263542" y="53274"/>
                  <a:pt x="264013" y="55160"/>
                </a:cubicBezTo>
                <a:cubicBezTo>
                  <a:pt x="264484" y="57046"/>
                  <a:pt x="264719" y="58696"/>
                  <a:pt x="264719" y="60110"/>
                </a:cubicBezTo>
                <a:lnTo>
                  <a:pt x="264719" y="65767"/>
                </a:lnTo>
                <a:lnTo>
                  <a:pt x="212481" y="65767"/>
                </a:lnTo>
                <a:cubicBezTo>
                  <a:pt x="210128" y="65767"/>
                  <a:pt x="208069" y="64884"/>
                  <a:pt x="206304" y="63116"/>
                </a:cubicBezTo>
                <a:cubicBezTo>
                  <a:pt x="204539" y="61348"/>
                  <a:pt x="203069" y="59285"/>
                  <a:pt x="201892" y="56928"/>
                </a:cubicBezTo>
                <a:cubicBezTo>
                  <a:pt x="200716" y="54571"/>
                  <a:pt x="199833" y="52154"/>
                  <a:pt x="199245" y="49679"/>
                </a:cubicBezTo>
                <a:cubicBezTo>
                  <a:pt x="198657" y="47204"/>
                  <a:pt x="198363" y="45259"/>
                  <a:pt x="198363" y="43845"/>
                </a:cubicBezTo>
                <a:lnTo>
                  <a:pt x="198363" y="0"/>
                </a:lnTo>
                <a:lnTo>
                  <a:pt x="199422" y="0"/>
                </a:lnTo>
                <a:cubicBezTo>
                  <a:pt x="201304" y="0"/>
                  <a:pt x="203245" y="295"/>
                  <a:pt x="205245" y="884"/>
                </a:cubicBezTo>
                <a:cubicBezTo>
                  <a:pt x="207246" y="1473"/>
                  <a:pt x="209540" y="2593"/>
                  <a:pt x="212128" y="4243"/>
                </a:cubicBezTo>
                <a:cubicBezTo>
                  <a:pt x="214716" y="5893"/>
                  <a:pt x="217952" y="8250"/>
                  <a:pt x="221834" y="11315"/>
                </a:cubicBezTo>
                <a:cubicBezTo>
                  <a:pt x="225717" y="14379"/>
                  <a:pt x="230600" y="18504"/>
                  <a:pt x="236482" y="23690"/>
                </a:cubicBezTo>
                <a:lnTo>
                  <a:pt x="236482" y="23690"/>
                </a:lnTo>
                <a:close/>
                <a:moveTo>
                  <a:pt x="176126" y="44199"/>
                </a:moveTo>
                <a:cubicBezTo>
                  <a:pt x="176126" y="48913"/>
                  <a:pt x="176832" y="53804"/>
                  <a:pt x="178244" y="58873"/>
                </a:cubicBezTo>
                <a:cubicBezTo>
                  <a:pt x="179656" y="63941"/>
                  <a:pt x="181891" y="68655"/>
                  <a:pt x="184950" y="73016"/>
                </a:cubicBezTo>
                <a:cubicBezTo>
                  <a:pt x="188009" y="77377"/>
                  <a:pt x="191892" y="80972"/>
                  <a:pt x="196598" y="83801"/>
                </a:cubicBezTo>
                <a:cubicBezTo>
                  <a:pt x="201304" y="86629"/>
                  <a:pt x="206834" y="88044"/>
                  <a:pt x="213187" y="88044"/>
                </a:cubicBezTo>
                <a:lnTo>
                  <a:pt x="264719" y="88044"/>
                </a:lnTo>
                <a:lnTo>
                  <a:pt x="264719" y="287468"/>
                </a:lnTo>
                <a:cubicBezTo>
                  <a:pt x="264719" y="294304"/>
                  <a:pt x="263366" y="300432"/>
                  <a:pt x="260660" y="305854"/>
                </a:cubicBezTo>
                <a:cubicBezTo>
                  <a:pt x="257954" y="311276"/>
                  <a:pt x="254365" y="315873"/>
                  <a:pt x="249895" y="319644"/>
                </a:cubicBezTo>
                <a:cubicBezTo>
                  <a:pt x="245424" y="323416"/>
                  <a:pt x="240482" y="326362"/>
                  <a:pt x="235070" y="328484"/>
                </a:cubicBezTo>
                <a:cubicBezTo>
                  <a:pt x="229658" y="330605"/>
                  <a:pt x="224364" y="331666"/>
                  <a:pt x="219187" y="331666"/>
                </a:cubicBezTo>
                <a:lnTo>
                  <a:pt x="45532" y="331666"/>
                </a:lnTo>
                <a:cubicBezTo>
                  <a:pt x="41061" y="331666"/>
                  <a:pt x="36178" y="330370"/>
                  <a:pt x="30884" y="327777"/>
                </a:cubicBezTo>
                <a:cubicBezTo>
                  <a:pt x="25589" y="325184"/>
                  <a:pt x="20648" y="321766"/>
                  <a:pt x="16060" y="317523"/>
                </a:cubicBezTo>
                <a:cubicBezTo>
                  <a:pt x="11471" y="313280"/>
                  <a:pt x="7647" y="308447"/>
                  <a:pt x="4588" y="303025"/>
                </a:cubicBezTo>
                <a:cubicBezTo>
                  <a:pt x="1529" y="297604"/>
                  <a:pt x="0" y="291946"/>
                  <a:pt x="0" y="286053"/>
                </a:cubicBezTo>
                <a:lnTo>
                  <a:pt x="0" y="45613"/>
                </a:lnTo>
                <a:cubicBezTo>
                  <a:pt x="0" y="40663"/>
                  <a:pt x="1118" y="35536"/>
                  <a:pt x="3353" y="30232"/>
                </a:cubicBezTo>
                <a:cubicBezTo>
                  <a:pt x="5589" y="24928"/>
                  <a:pt x="8647" y="20037"/>
                  <a:pt x="12530" y="15558"/>
                </a:cubicBezTo>
                <a:cubicBezTo>
                  <a:pt x="16413" y="11079"/>
                  <a:pt x="20825" y="7366"/>
                  <a:pt x="25766" y="4420"/>
                </a:cubicBezTo>
                <a:cubicBezTo>
                  <a:pt x="30707" y="1473"/>
                  <a:pt x="35884" y="0"/>
                  <a:pt x="41296" y="0"/>
                </a:cubicBezTo>
                <a:lnTo>
                  <a:pt x="176126" y="0"/>
                </a:lnTo>
                <a:lnTo>
                  <a:pt x="176126" y="44199"/>
                </a:lnTo>
                <a:lnTo>
                  <a:pt x="176126" y="44199"/>
                </a:lnTo>
                <a:close/>
                <a:moveTo>
                  <a:pt x="198363" y="264838"/>
                </a:moveTo>
                <a:cubicBezTo>
                  <a:pt x="204481" y="264838"/>
                  <a:pt x="209657" y="262657"/>
                  <a:pt x="213893" y="258297"/>
                </a:cubicBezTo>
                <a:cubicBezTo>
                  <a:pt x="218128" y="253936"/>
                  <a:pt x="220246" y="248691"/>
                  <a:pt x="220246" y="242562"/>
                </a:cubicBezTo>
                <a:cubicBezTo>
                  <a:pt x="220246" y="236433"/>
                  <a:pt x="218128" y="231247"/>
                  <a:pt x="213893" y="227004"/>
                </a:cubicBezTo>
                <a:cubicBezTo>
                  <a:pt x="209657" y="222761"/>
                  <a:pt x="204481" y="220639"/>
                  <a:pt x="198363" y="220639"/>
                </a:cubicBezTo>
                <a:lnTo>
                  <a:pt x="66003" y="220639"/>
                </a:lnTo>
                <a:cubicBezTo>
                  <a:pt x="59885" y="220639"/>
                  <a:pt x="54709" y="222761"/>
                  <a:pt x="50473" y="227004"/>
                </a:cubicBezTo>
                <a:cubicBezTo>
                  <a:pt x="46238" y="231247"/>
                  <a:pt x="44120" y="236433"/>
                  <a:pt x="44120" y="242562"/>
                </a:cubicBezTo>
                <a:cubicBezTo>
                  <a:pt x="44120" y="248691"/>
                  <a:pt x="46238" y="253936"/>
                  <a:pt x="50473" y="258297"/>
                </a:cubicBezTo>
                <a:cubicBezTo>
                  <a:pt x="54709" y="262657"/>
                  <a:pt x="59885" y="264838"/>
                  <a:pt x="66003" y="264838"/>
                </a:cubicBezTo>
                <a:lnTo>
                  <a:pt x="198363" y="264838"/>
                </a:lnTo>
                <a:lnTo>
                  <a:pt x="198363" y="264838"/>
                </a:lnTo>
                <a:close/>
                <a:moveTo>
                  <a:pt x="220246" y="154518"/>
                </a:moveTo>
                <a:cubicBezTo>
                  <a:pt x="220246" y="148389"/>
                  <a:pt x="218128" y="143144"/>
                  <a:pt x="213893" y="138784"/>
                </a:cubicBezTo>
                <a:cubicBezTo>
                  <a:pt x="209657" y="134423"/>
                  <a:pt x="204481" y="132242"/>
                  <a:pt x="198363" y="132242"/>
                </a:cubicBezTo>
                <a:lnTo>
                  <a:pt x="66003" y="132242"/>
                </a:lnTo>
                <a:cubicBezTo>
                  <a:pt x="59885" y="132242"/>
                  <a:pt x="54709" y="134423"/>
                  <a:pt x="50473" y="138784"/>
                </a:cubicBezTo>
                <a:cubicBezTo>
                  <a:pt x="46238" y="143144"/>
                  <a:pt x="44120" y="148389"/>
                  <a:pt x="44120" y="154518"/>
                </a:cubicBezTo>
                <a:cubicBezTo>
                  <a:pt x="44120" y="160647"/>
                  <a:pt x="46238" y="165833"/>
                  <a:pt x="50473" y="170076"/>
                </a:cubicBezTo>
                <a:cubicBezTo>
                  <a:pt x="54709" y="174319"/>
                  <a:pt x="59885" y="176441"/>
                  <a:pt x="66003" y="176441"/>
                </a:cubicBezTo>
                <a:lnTo>
                  <a:pt x="198363" y="176441"/>
                </a:lnTo>
                <a:cubicBezTo>
                  <a:pt x="204481" y="176441"/>
                  <a:pt x="209657" y="174319"/>
                  <a:pt x="213893" y="170076"/>
                </a:cubicBezTo>
                <a:cubicBezTo>
                  <a:pt x="218128" y="165833"/>
                  <a:pt x="220246" y="160647"/>
                  <a:pt x="220246" y="154518"/>
                </a:cubicBez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541A14-5C26-4518-9C35-EA8B416A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101" y="5129827"/>
            <a:ext cx="340364" cy="340364"/>
          </a:xfrm>
          <a:custGeom xmlns:a="http://schemas.openxmlformats.org/drawingml/2006/main">
            <a:pathLst>
              <a:path w="340364" h="340364">
                <a:moveTo>
                  <a:pt x="170182" y="0"/>
                </a:moveTo>
                <a:cubicBezTo>
                  <a:pt x="76193" y="0"/>
                  <a:pt x="0" y="76193"/>
                  <a:pt x="0" y="170182"/>
                </a:cubicBezTo>
                <a:cubicBezTo>
                  <a:pt x="0" y="264171"/>
                  <a:pt x="76193" y="340364"/>
                  <a:pt x="170182" y="340364"/>
                </a:cubicBezTo>
                <a:cubicBezTo>
                  <a:pt x="264171" y="340364"/>
                  <a:pt x="340364" y="264171"/>
                  <a:pt x="340364" y="170182"/>
                </a:cubicBezTo>
                <a:cubicBezTo>
                  <a:pt x="340364" y="76193"/>
                  <a:pt x="264171" y="0"/>
                  <a:pt x="170182" y="0"/>
                </a:cubicBezTo>
                <a:close/>
                <a:moveTo>
                  <a:pt x="106870" y="226506"/>
                </a:moveTo>
                <a:lnTo>
                  <a:pt x="106870" y="262047"/>
                </a:lnTo>
                <a:cubicBezTo>
                  <a:pt x="106870" y="266810"/>
                  <a:pt x="102896" y="270784"/>
                  <a:pt x="98133" y="270784"/>
                </a:cubicBezTo>
                <a:cubicBezTo>
                  <a:pt x="93370" y="270784"/>
                  <a:pt x="89396" y="266810"/>
                  <a:pt x="89396" y="262047"/>
                </a:cubicBezTo>
                <a:lnTo>
                  <a:pt x="89396" y="247166"/>
                </a:lnTo>
                <a:lnTo>
                  <a:pt x="89396" y="226506"/>
                </a:lnTo>
                <a:cubicBezTo>
                  <a:pt x="76884" y="222752"/>
                  <a:pt x="67764" y="211153"/>
                  <a:pt x="67764" y="197418"/>
                </a:cubicBezTo>
                <a:cubicBezTo>
                  <a:pt x="67764" y="183684"/>
                  <a:pt x="76884" y="172085"/>
                  <a:pt x="89396" y="168331"/>
                </a:cubicBezTo>
                <a:lnTo>
                  <a:pt x="89396" y="112188"/>
                </a:lnTo>
                <a:lnTo>
                  <a:pt x="89396" y="78080"/>
                </a:lnTo>
                <a:cubicBezTo>
                  <a:pt x="89396" y="73317"/>
                  <a:pt x="93370" y="69343"/>
                  <a:pt x="98133" y="69343"/>
                </a:cubicBezTo>
                <a:cubicBezTo>
                  <a:pt x="102896" y="69343"/>
                  <a:pt x="106870" y="73317"/>
                  <a:pt x="106870" y="78080"/>
                </a:cubicBezTo>
                <a:lnTo>
                  <a:pt x="106870" y="168331"/>
                </a:lnTo>
                <a:cubicBezTo>
                  <a:pt x="119382" y="172085"/>
                  <a:pt x="128502" y="183684"/>
                  <a:pt x="128502" y="197418"/>
                </a:cubicBezTo>
                <a:cubicBezTo>
                  <a:pt x="128502" y="211153"/>
                  <a:pt x="119382" y="222753"/>
                  <a:pt x="106870" y="226506"/>
                </a:cubicBezTo>
                <a:close/>
                <a:moveTo>
                  <a:pt x="178923" y="148664"/>
                </a:moveTo>
                <a:lnTo>
                  <a:pt x="178923" y="262937"/>
                </a:lnTo>
                <a:cubicBezTo>
                  <a:pt x="178923" y="267700"/>
                  <a:pt x="174949" y="271674"/>
                  <a:pt x="170186" y="271674"/>
                </a:cubicBezTo>
                <a:cubicBezTo>
                  <a:pt x="165423" y="271674"/>
                  <a:pt x="161449" y="267700"/>
                  <a:pt x="161449" y="262937"/>
                </a:cubicBezTo>
                <a:lnTo>
                  <a:pt x="161449" y="248056"/>
                </a:lnTo>
                <a:lnTo>
                  <a:pt x="161449" y="184761"/>
                </a:lnTo>
                <a:lnTo>
                  <a:pt x="161449" y="148195"/>
                </a:lnTo>
                <a:cubicBezTo>
                  <a:pt x="149340" y="144201"/>
                  <a:pt x="140596" y="132803"/>
                  <a:pt x="140596" y="119355"/>
                </a:cubicBezTo>
                <a:cubicBezTo>
                  <a:pt x="140596" y="105908"/>
                  <a:pt x="149340" y="94510"/>
                  <a:pt x="161449" y="90516"/>
                </a:cubicBezTo>
                <a:lnTo>
                  <a:pt x="161449" y="78969"/>
                </a:lnTo>
                <a:cubicBezTo>
                  <a:pt x="161449" y="74207"/>
                  <a:pt x="165423" y="70232"/>
                  <a:pt x="170186" y="70232"/>
                </a:cubicBezTo>
                <a:cubicBezTo>
                  <a:pt x="174949" y="70232"/>
                  <a:pt x="178923" y="74207"/>
                  <a:pt x="178923" y="78969"/>
                </a:cubicBezTo>
                <a:lnTo>
                  <a:pt x="178923" y="90047"/>
                </a:lnTo>
                <a:cubicBezTo>
                  <a:pt x="191834" y="93545"/>
                  <a:pt x="201334" y="105337"/>
                  <a:pt x="201334" y="119355"/>
                </a:cubicBezTo>
                <a:cubicBezTo>
                  <a:pt x="201334" y="133373"/>
                  <a:pt x="191834" y="145166"/>
                  <a:pt x="178923" y="148664"/>
                </a:cubicBezTo>
                <a:lnTo>
                  <a:pt x="178923" y="148664"/>
                </a:lnTo>
                <a:close/>
                <a:moveTo>
                  <a:pt x="250600" y="249878"/>
                </a:moveTo>
                <a:lnTo>
                  <a:pt x="250600" y="262047"/>
                </a:lnTo>
                <a:cubicBezTo>
                  <a:pt x="250600" y="266810"/>
                  <a:pt x="246625" y="270784"/>
                  <a:pt x="241863" y="270784"/>
                </a:cubicBezTo>
                <a:cubicBezTo>
                  <a:pt x="237100" y="270784"/>
                  <a:pt x="233126" y="266810"/>
                  <a:pt x="233126" y="262047"/>
                </a:cubicBezTo>
                <a:lnTo>
                  <a:pt x="233126" y="249857"/>
                </a:lnTo>
                <a:cubicBezTo>
                  <a:pt x="220632" y="246092"/>
                  <a:pt x="211531" y="234501"/>
                  <a:pt x="211531" y="220780"/>
                </a:cubicBezTo>
                <a:cubicBezTo>
                  <a:pt x="211531" y="207059"/>
                  <a:pt x="220632" y="195469"/>
                  <a:pt x="233126" y="191703"/>
                </a:cubicBezTo>
                <a:lnTo>
                  <a:pt x="233126" y="183871"/>
                </a:lnTo>
                <a:lnTo>
                  <a:pt x="233126" y="112188"/>
                </a:lnTo>
                <a:lnTo>
                  <a:pt x="233126" y="78080"/>
                </a:lnTo>
                <a:cubicBezTo>
                  <a:pt x="233126" y="73317"/>
                  <a:pt x="237100" y="69343"/>
                  <a:pt x="241863" y="69343"/>
                </a:cubicBezTo>
                <a:cubicBezTo>
                  <a:pt x="246625" y="69343"/>
                  <a:pt x="250600" y="73317"/>
                  <a:pt x="250600" y="78080"/>
                </a:cubicBezTo>
                <a:lnTo>
                  <a:pt x="250600" y="191682"/>
                </a:lnTo>
                <a:cubicBezTo>
                  <a:pt x="263131" y="195424"/>
                  <a:pt x="272269" y="207032"/>
                  <a:pt x="272269" y="220780"/>
                </a:cubicBezTo>
                <a:cubicBezTo>
                  <a:pt x="272269" y="234528"/>
                  <a:pt x="263131" y="246136"/>
                  <a:pt x="250600" y="249878"/>
                </a:cubicBezTo>
                <a:lnTo>
                  <a:pt x="250600" y="249878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623AD-FD8E-4DF0-A74A-6A045227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101" y="5536374"/>
            <a:ext cx="340364" cy="340364"/>
          </a:xfrm>
          <a:custGeom xmlns:a="http://schemas.openxmlformats.org/drawingml/2006/main">
            <a:pathLst>
              <a:path w="340364" h="340364">
                <a:moveTo>
                  <a:pt x="168786" y="6"/>
                </a:moveTo>
                <a:lnTo>
                  <a:pt x="167391" y="23"/>
                </a:lnTo>
                <a:lnTo>
                  <a:pt x="165997" y="51"/>
                </a:lnTo>
                <a:lnTo>
                  <a:pt x="164604" y="91"/>
                </a:lnTo>
                <a:lnTo>
                  <a:pt x="163212" y="142"/>
                </a:lnTo>
                <a:lnTo>
                  <a:pt x="161822" y="204"/>
                </a:lnTo>
                <a:lnTo>
                  <a:pt x="160432" y="278"/>
                </a:lnTo>
                <a:lnTo>
                  <a:pt x="159044" y="363"/>
                </a:lnTo>
                <a:lnTo>
                  <a:pt x="157656" y="460"/>
                </a:lnTo>
                <a:lnTo>
                  <a:pt x="156270" y="568"/>
                </a:lnTo>
                <a:lnTo>
                  <a:pt x="154885" y="687"/>
                </a:lnTo>
                <a:lnTo>
                  <a:pt x="153501" y="818"/>
                </a:lnTo>
                <a:lnTo>
                  <a:pt x="152118" y="959"/>
                </a:lnTo>
                <a:lnTo>
                  <a:pt x="150737" y="1113"/>
                </a:lnTo>
                <a:lnTo>
                  <a:pt x="149356" y="1277"/>
                </a:lnTo>
                <a:lnTo>
                  <a:pt x="147977" y="1453"/>
                </a:lnTo>
                <a:lnTo>
                  <a:pt x="146598" y="1641"/>
                </a:lnTo>
                <a:lnTo>
                  <a:pt x="145221" y="1839"/>
                </a:lnTo>
                <a:lnTo>
                  <a:pt x="143845" y="2049"/>
                </a:lnTo>
                <a:lnTo>
                  <a:pt x="142470" y="2271"/>
                </a:lnTo>
                <a:lnTo>
                  <a:pt x="141096" y="2504"/>
                </a:lnTo>
                <a:lnTo>
                  <a:pt x="139723" y="2748"/>
                </a:lnTo>
                <a:lnTo>
                  <a:pt x="138352" y="3003"/>
                </a:lnTo>
                <a:lnTo>
                  <a:pt x="136981" y="3270"/>
                </a:lnTo>
                <a:lnTo>
                  <a:pt x="135613" y="3548"/>
                </a:lnTo>
                <a:lnTo>
                  <a:pt x="134248" y="3837"/>
                </a:lnTo>
                <a:lnTo>
                  <a:pt x="132886" y="4137"/>
                </a:lnTo>
                <a:lnTo>
                  <a:pt x="131528" y="4447"/>
                </a:lnTo>
                <a:lnTo>
                  <a:pt x="130173" y="4769"/>
                </a:lnTo>
                <a:lnTo>
                  <a:pt x="128821" y="5102"/>
                </a:lnTo>
                <a:lnTo>
                  <a:pt x="127473" y="5445"/>
                </a:lnTo>
                <a:lnTo>
                  <a:pt x="126128" y="5799"/>
                </a:lnTo>
                <a:lnTo>
                  <a:pt x="124786" y="6165"/>
                </a:lnTo>
                <a:lnTo>
                  <a:pt x="123447" y="6541"/>
                </a:lnTo>
                <a:lnTo>
                  <a:pt x="122112" y="6928"/>
                </a:lnTo>
                <a:lnTo>
                  <a:pt x="120780" y="7326"/>
                </a:lnTo>
                <a:lnTo>
                  <a:pt x="119452" y="7735"/>
                </a:lnTo>
                <a:lnTo>
                  <a:pt x="118126" y="8155"/>
                </a:lnTo>
                <a:lnTo>
                  <a:pt x="116805" y="8586"/>
                </a:lnTo>
                <a:lnTo>
                  <a:pt x="115486" y="9027"/>
                </a:lnTo>
                <a:lnTo>
                  <a:pt x="114171" y="9480"/>
                </a:lnTo>
                <a:lnTo>
                  <a:pt x="112859" y="9944"/>
                </a:lnTo>
                <a:lnTo>
                  <a:pt x="111550" y="10418"/>
                </a:lnTo>
                <a:lnTo>
                  <a:pt x="110245" y="10904"/>
                </a:lnTo>
                <a:lnTo>
                  <a:pt x="108943" y="11400"/>
                </a:lnTo>
                <a:lnTo>
                  <a:pt x="107644" y="11907"/>
                </a:lnTo>
                <a:lnTo>
                  <a:pt x="106348" y="12425"/>
                </a:lnTo>
                <a:lnTo>
                  <a:pt x="105056" y="12954"/>
                </a:lnTo>
                <a:lnTo>
                  <a:pt x="103768" y="13494"/>
                </a:lnTo>
                <a:lnTo>
                  <a:pt x="102486" y="14044"/>
                </a:lnTo>
                <a:lnTo>
                  <a:pt x="101209" y="14603"/>
                </a:lnTo>
                <a:lnTo>
                  <a:pt x="99937" y="15173"/>
                </a:lnTo>
                <a:lnTo>
                  <a:pt x="98671" y="15753"/>
                </a:lnTo>
                <a:lnTo>
                  <a:pt x="97410" y="16343"/>
                </a:lnTo>
                <a:lnTo>
                  <a:pt x="96155" y="16943"/>
                </a:lnTo>
                <a:lnTo>
                  <a:pt x="94905" y="17553"/>
                </a:lnTo>
                <a:lnTo>
                  <a:pt x="93660" y="18173"/>
                </a:lnTo>
                <a:lnTo>
                  <a:pt x="92420" y="18803"/>
                </a:lnTo>
                <a:lnTo>
                  <a:pt x="91186" y="19443"/>
                </a:lnTo>
                <a:lnTo>
                  <a:pt x="89958" y="20093"/>
                </a:lnTo>
                <a:lnTo>
                  <a:pt x="88735" y="20753"/>
                </a:lnTo>
                <a:lnTo>
                  <a:pt x="87517" y="21424"/>
                </a:lnTo>
                <a:lnTo>
                  <a:pt x="86304" y="22104"/>
                </a:lnTo>
                <a:lnTo>
                  <a:pt x="85097" y="22795"/>
                </a:lnTo>
                <a:lnTo>
                  <a:pt x="83895" y="23495"/>
                </a:lnTo>
                <a:lnTo>
                  <a:pt x="82699" y="24206"/>
                </a:lnTo>
                <a:lnTo>
                  <a:pt x="81508" y="24927"/>
                </a:lnTo>
                <a:lnTo>
                  <a:pt x="80323" y="25657"/>
                </a:lnTo>
                <a:lnTo>
                  <a:pt x="79142" y="26398"/>
                </a:lnTo>
                <a:lnTo>
                  <a:pt x="77968" y="27149"/>
                </a:lnTo>
                <a:lnTo>
                  <a:pt x="76798" y="27910"/>
                </a:lnTo>
                <a:lnTo>
                  <a:pt x="75634" y="28681"/>
                </a:lnTo>
                <a:lnTo>
                  <a:pt x="74476" y="29461"/>
                </a:lnTo>
                <a:lnTo>
                  <a:pt x="73326" y="30251"/>
                </a:lnTo>
                <a:lnTo>
                  <a:pt x="72182" y="31049"/>
                </a:lnTo>
                <a:lnTo>
                  <a:pt x="71046" y="31855"/>
                </a:lnTo>
                <a:lnTo>
                  <a:pt x="69918" y="32671"/>
                </a:lnTo>
                <a:lnTo>
                  <a:pt x="68796" y="33496"/>
                </a:lnTo>
                <a:lnTo>
                  <a:pt x="67682" y="34329"/>
                </a:lnTo>
                <a:lnTo>
                  <a:pt x="66574" y="35171"/>
                </a:lnTo>
                <a:lnTo>
                  <a:pt x="65475" y="36022"/>
                </a:lnTo>
                <a:lnTo>
                  <a:pt x="64382" y="36882"/>
                </a:lnTo>
                <a:lnTo>
                  <a:pt x="63297" y="37751"/>
                </a:lnTo>
                <a:lnTo>
                  <a:pt x="62218" y="38628"/>
                </a:lnTo>
                <a:lnTo>
                  <a:pt x="61148" y="39514"/>
                </a:lnTo>
                <a:lnTo>
                  <a:pt x="60084" y="40409"/>
                </a:lnTo>
                <a:lnTo>
                  <a:pt x="59027" y="41313"/>
                </a:lnTo>
                <a:lnTo>
                  <a:pt x="57978" y="42226"/>
                </a:lnTo>
                <a:lnTo>
                  <a:pt x="56936" y="43148"/>
                </a:lnTo>
                <a:lnTo>
                  <a:pt x="55902" y="44078"/>
                </a:lnTo>
                <a:lnTo>
                  <a:pt x="54874" y="45017"/>
                </a:lnTo>
                <a:lnTo>
                  <a:pt x="53854" y="45965"/>
                </a:lnTo>
                <a:lnTo>
                  <a:pt x="52841" y="46922"/>
                </a:lnTo>
                <a:lnTo>
                  <a:pt x="51835" y="47887"/>
                </a:lnTo>
                <a:lnTo>
                  <a:pt x="50836" y="48862"/>
                </a:lnTo>
                <a:lnTo>
                  <a:pt x="49845" y="49845"/>
                </a:lnTo>
                <a:lnTo>
                  <a:pt x="48862" y="50836"/>
                </a:lnTo>
                <a:lnTo>
                  <a:pt x="47887" y="51835"/>
                </a:lnTo>
                <a:lnTo>
                  <a:pt x="46922" y="52841"/>
                </a:lnTo>
                <a:lnTo>
                  <a:pt x="45965" y="53854"/>
                </a:lnTo>
                <a:lnTo>
                  <a:pt x="45017" y="54874"/>
                </a:lnTo>
                <a:lnTo>
                  <a:pt x="44078" y="55902"/>
                </a:lnTo>
                <a:lnTo>
                  <a:pt x="43148" y="56936"/>
                </a:lnTo>
                <a:lnTo>
                  <a:pt x="42226" y="57978"/>
                </a:lnTo>
                <a:lnTo>
                  <a:pt x="41313" y="59027"/>
                </a:lnTo>
                <a:lnTo>
                  <a:pt x="40409" y="60084"/>
                </a:lnTo>
                <a:lnTo>
                  <a:pt x="39514" y="61148"/>
                </a:lnTo>
                <a:lnTo>
                  <a:pt x="38628" y="62218"/>
                </a:lnTo>
                <a:lnTo>
                  <a:pt x="37751" y="63297"/>
                </a:lnTo>
                <a:lnTo>
                  <a:pt x="36882" y="64382"/>
                </a:lnTo>
                <a:lnTo>
                  <a:pt x="36022" y="65475"/>
                </a:lnTo>
                <a:lnTo>
                  <a:pt x="35171" y="66574"/>
                </a:lnTo>
                <a:lnTo>
                  <a:pt x="34329" y="67682"/>
                </a:lnTo>
                <a:lnTo>
                  <a:pt x="33496" y="68796"/>
                </a:lnTo>
                <a:lnTo>
                  <a:pt x="32671" y="69918"/>
                </a:lnTo>
                <a:lnTo>
                  <a:pt x="31855" y="71046"/>
                </a:lnTo>
                <a:lnTo>
                  <a:pt x="31049" y="72182"/>
                </a:lnTo>
                <a:lnTo>
                  <a:pt x="30251" y="73326"/>
                </a:lnTo>
                <a:lnTo>
                  <a:pt x="29461" y="74476"/>
                </a:lnTo>
                <a:lnTo>
                  <a:pt x="28681" y="75634"/>
                </a:lnTo>
                <a:lnTo>
                  <a:pt x="27910" y="76798"/>
                </a:lnTo>
                <a:lnTo>
                  <a:pt x="27149" y="77968"/>
                </a:lnTo>
                <a:lnTo>
                  <a:pt x="26398" y="79142"/>
                </a:lnTo>
                <a:lnTo>
                  <a:pt x="25657" y="80323"/>
                </a:lnTo>
                <a:lnTo>
                  <a:pt x="24927" y="81508"/>
                </a:lnTo>
                <a:lnTo>
                  <a:pt x="24206" y="82699"/>
                </a:lnTo>
                <a:lnTo>
                  <a:pt x="23495" y="83895"/>
                </a:lnTo>
                <a:lnTo>
                  <a:pt x="22795" y="85097"/>
                </a:lnTo>
                <a:lnTo>
                  <a:pt x="22104" y="86304"/>
                </a:lnTo>
                <a:lnTo>
                  <a:pt x="21424" y="87517"/>
                </a:lnTo>
                <a:lnTo>
                  <a:pt x="20753" y="88735"/>
                </a:lnTo>
                <a:lnTo>
                  <a:pt x="20093" y="89958"/>
                </a:lnTo>
                <a:lnTo>
                  <a:pt x="19443" y="91186"/>
                </a:lnTo>
                <a:lnTo>
                  <a:pt x="18803" y="92420"/>
                </a:lnTo>
                <a:lnTo>
                  <a:pt x="18173" y="93660"/>
                </a:lnTo>
                <a:lnTo>
                  <a:pt x="17553" y="94905"/>
                </a:lnTo>
                <a:lnTo>
                  <a:pt x="16943" y="96155"/>
                </a:lnTo>
                <a:lnTo>
                  <a:pt x="16343" y="97410"/>
                </a:lnTo>
                <a:lnTo>
                  <a:pt x="15753" y="98671"/>
                </a:lnTo>
                <a:lnTo>
                  <a:pt x="15173" y="99937"/>
                </a:lnTo>
                <a:lnTo>
                  <a:pt x="14603" y="101209"/>
                </a:lnTo>
                <a:lnTo>
                  <a:pt x="14044" y="102486"/>
                </a:lnTo>
                <a:lnTo>
                  <a:pt x="13494" y="103768"/>
                </a:lnTo>
                <a:lnTo>
                  <a:pt x="12954" y="105056"/>
                </a:lnTo>
                <a:lnTo>
                  <a:pt x="12425" y="106348"/>
                </a:lnTo>
                <a:lnTo>
                  <a:pt x="11907" y="107644"/>
                </a:lnTo>
                <a:lnTo>
                  <a:pt x="11400" y="108943"/>
                </a:lnTo>
                <a:lnTo>
                  <a:pt x="10904" y="110245"/>
                </a:lnTo>
                <a:lnTo>
                  <a:pt x="10418" y="111550"/>
                </a:lnTo>
                <a:lnTo>
                  <a:pt x="9944" y="112859"/>
                </a:lnTo>
                <a:lnTo>
                  <a:pt x="9480" y="114171"/>
                </a:lnTo>
                <a:lnTo>
                  <a:pt x="9027" y="115486"/>
                </a:lnTo>
                <a:lnTo>
                  <a:pt x="8586" y="116805"/>
                </a:lnTo>
                <a:lnTo>
                  <a:pt x="8155" y="118126"/>
                </a:lnTo>
                <a:lnTo>
                  <a:pt x="7735" y="119452"/>
                </a:lnTo>
                <a:lnTo>
                  <a:pt x="7326" y="120780"/>
                </a:lnTo>
                <a:lnTo>
                  <a:pt x="6928" y="122112"/>
                </a:lnTo>
                <a:lnTo>
                  <a:pt x="6541" y="123447"/>
                </a:lnTo>
                <a:lnTo>
                  <a:pt x="6165" y="124786"/>
                </a:lnTo>
                <a:lnTo>
                  <a:pt x="5799" y="126128"/>
                </a:lnTo>
                <a:lnTo>
                  <a:pt x="5445" y="127473"/>
                </a:lnTo>
                <a:lnTo>
                  <a:pt x="5102" y="128821"/>
                </a:lnTo>
                <a:lnTo>
                  <a:pt x="4769" y="130173"/>
                </a:lnTo>
                <a:lnTo>
                  <a:pt x="4447" y="131528"/>
                </a:lnTo>
                <a:lnTo>
                  <a:pt x="4137" y="132886"/>
                </a:lnTo>
                <a:lnTo>
                  <a:pt x="3837" y="134248"/>
                </a:lnTo>
                <a:lnTo>
                  <a:pt x="3548" y="135613"/>
                </a:lnTo>
                <a:lnTo>
                  <a:pt x="3270" y="136981"/>
                </a:lnTo>
                <a:lnTo>
                  <a:pt x="3003" y="138352"/>
                </a:lnTo>
                <a:lnTo>
                  <a:pt x="2748" y="139723"/>
                </a:lnTo>
                <a:lnTo>
                  <a:pt x="2504" y="141096"/>
                </a:lnTo>
                <a:lnTo>
                  <a:pt x="2271" y="142470"/>
                </a:lnTo>
                <a:lnTo>
                  <a:pt x="2049" y="143845"/>
                </a:lnTo>
                <a:lnTo>
                  <a:pt x="1839" y="145221"/>
                </a:lnTo>
                <a:lnTo>
                  <a:pt x="1641" y="146598"/>
                </a:lnTo>
                <a:lnTo>
                  <a:pt x="1453" y="147977"/>
                </a:lnTo>
                <a:lnTo>
                  <a:pt x="1277" y="149356"/>
                </a:lnTo>
                <a:lnTo>
                  <a:pt x="1113" y="150737"/>
                </a:lnTo>
                <a:lnTo>
                  <a:pt x="959" y="152118"/>
                </a:lnTo>
                <a:lnTo>
                  <a:pt x="818" y="153501"/>
                </a:lnTo>
                <a:lnTo>
                  <a:pt x="687" y="154885"/>
                </a:lnTo>
                <a:lnTo>
                  <a:pt x="568" y="156270"/>
                </a:lnTo>
                <a:lnTo>
                  <a:pt x="460" y="157656"/>
                </a:lnTo>
                <a:lnTo>
                  <a:pt x="363" y="159044"/>
                </a:lnTo>
                <a:lnTo>
                  <a:pt x="278" y="160432"/>
                </a:lnTo>
                <a:lnTo>
                  <a:pt x="204" y="161822"/>
                </a:lnTo>
                <a:lnTo>
                  <a:pt x="142" y="163212"/>
                </a:lnTo>
                <a:lnTo>
                  <a:pt x="91" y="164604"/>
                </a:lnTo>
                <a:lnTo>
                  <a:pt x="51" y="165997"/>
                </a:lnTo>
                <a:lnTo>
                  <a:pt x="23" y="167391"/>
                </a:lnTo>
                <a:lnTo>
                  <a:pt x="6" y="168786"/>
                </a:lnTo>
                <a:lnTo>
                  <a:pt x="0" y="170182"/>
                </a:lnTo>
                <a:lnTo>
                  <a:pt x="6" y="171578"/>
                </a:lnTo>
                <a:lnTo>
                  <a:pt x="23" y="172973"/>
                </a:lnTo>
                <a:lnTo>
                  <a:pt x="51" y="174367"/>
                </a:lnTo>
                <a:lnTo>
                  <a:pt x="91" y="175760"/>
                </a:lnTo>
                <a:lnTo>
                  <a:pt x="142" y="177152"/>
                </a:lnTo>
                <a:lnTo>
                  <a:pt x="204" y="178543"/>
                </a:lnTo>
                <a:lnTo>
                  <a:pt x="278" y="179932"/>
                </a:lnTo>
                <a:lnTo>
                  <a:pt x="363" y="181321"/>
                </a:lnTo>
                <a:lnTo>
                  <a:pt x="460" y="182708"/>
                </a:lnTo>
                <a:lnTo>
                  <a:pt x="568" y="184094"/>
                </a:lnTo>
                <a:lnTo>
                  <a:pt x="687" y="185479"/>
                </a:lnTo>
                <a:lnTo>
                  <a:pt x="818" y="186863"/>
                </a:lnTo>
                <a:lnTo>
                  <a:pt x="959" y="188246"/>
                </a:lnTo>
                <a:lnTo>
                  <a:pt x="1113" y="189628"/>
                </a:lnTo>
                <a:lnTo>
                  <a:pt x="1277" y="191008"/>
                </a:lnTo>
                <a:lnTo>
                  <a:pt x="1453" y="192388"/>
                </a:lnTo>
                <a:lnTo>
                  <a:pt x="1641" y="193766"/>
                </a:lnTo>
                <a:lnTo>
                  <a:pt x="1839" y="195143"/>
                </a:lnTo>
                <a:lnTo>
                  <a:pt x="2049" y="196519"/>
                </a:lnTo>
                <a:lnTo>
                  <a:pt x="2271" y="197894"/>
                </a:lnTo>
                <a:lnTo>
                  <a:pt x="2504" y="199268"/>
                </a:lnTo>
                <a:lnTo>
                  <a:pt x="2748" y="200641"/>
                </a:lnTo>
                <a:lnTo>
                  <a:pt x="3003" y="202012"/>
                </a:lnTo>
                <a:lnTo>
                  <a:pt x="3270" y="203383"/>
                </a:lnTo>
                <a:lnTo>
                  <a:pt x="3548" y="204751"/>
                </a:lnTo>
                <a:lnTo>
                  <a:pt x="3837" y="206116"/>
                </a:lnTo>
                <a:lnTo>
                  <a:pt x="4137" y="207478"/>
                </a:lnTo>
                <a:lnTo>
                  <a:pt x="4447" y="208836"/>
                </a:lnTo>
                <a:lnTo>
                  <a:pt x="4769" y="210191"/>
                </a:lnTo>
                <a:lnTo>
                  <a:pt x="5102" y="211543"/>
                </a:lnTo>
                <a:lnTo>
                  <a:pt x="5445" y="212892"/>
                </a:lnTo>
                <a:lnTo>
                  <a:pt x="5799" y="214237"/>
                </a:lnTo>
                <a:lnTo>
                  <a:pt x="6165" y="215578"/>
                </a:lnTo>
                <a:lnTo>
                  <a:pt x="6541" y="216917"/>
                </a:lnTo>
                <a:lnTo>
                  <a:pt x="6928" y="218252"/>
                </a:lnTo>
                <a:lnTo>
                  <a:pt x="7326" y="219584"/>
                </a:lnTo>
                <a:lnTo>
                  <a:pt x="7735" y="220912"/>
                </a:lnTo>
                <a:lnTo>
                  <a:pt x="8155" y="222238"/>
                </a:lnTo>
                <a:lnTo>
                  <a:pt x="8586" y="223560"/>
                </a:lnTo>
                <a:lnTo>
                  <a:pt x="9027" y="224878"/>
                </a:lnTo>
                <a:lnTo>
                  <a:pt x="9480" y="226194"/>
                </a:lnTo>
                <a:lnTo>
                  <a:pt x="9944" y="227506"/>
                </a:lnTo>
                <a:lnTo>
                  <a:pt x="10418" y="228814"/>
                </a:lnTo>
                <a:lnTo>
                  <a:pt x="10904" y="230120"/>
                </a:lnTo>
                <a:lnTo>
                  <a:pt x="11400" y="231422"/>
                </a:lnTo>
                <a:lnTo>
                  <a:pt x="11907" y="232720"/>
                </a:lnTo>
                <a:lnTo>
                  <a:pt x="12425" y="234016"/>
                </a:lnTo>
                <a:lnTo>
                  <a:pt x="12954" y="235308"/>
                </a:lnTo>
                <a:lnTo>
                  <a:pt x="13494" y="236596"/>
                </a:lnTo>
                <a:lnTo>
                  <a:pt x="14044" y="237878"/>
                </a:lnTo>
                <a:lnTo>
                  <a:pt x="14603" y="239155"/>
                </a:lnTo>
                <a:lnTo>
                  <a:pt x="15173" y="240427"/>
                </a:lnTo>
                <a:lnTo>
                  <a:pt x="15753" y="241693"/>
                </a:lnTo>
                <a:lnTo>
                  <a:pt x="16343" y="242954"/>
                </a:lnTo>
                <a:lnTo>
                  <a:pt x="16943" y="244209"/>
                </a:lnTo>
                <a:lnTo>
                  <a:pt x="17553" y="245460"/>
                </a:lnTo>
                <a:lnTo>
                  <a:pt x="18173" y="246704"/>
                </a:lnTo>
                <a:lnTo>
                  <a:pt x="18803" y="247944"/>
                </a:lnTo>
                <a:lnTo>
                  <a:pt x="19443" y="249178"/>
                </a:lnTo>
                <a:lnTo>
                  <a:pt x="20093" y="250406"/>
                </a:lnTo>
                <a:lnTo>
                  <a:pt x="20753" y="251630"/>
                </a:lnTo>
                <a:lnTo>
                  <a:pt x="21424" y="252847"/>
                </a:lnTo>
                <a:lnTo>
                  <a:pt x="22104" y="254060"/>
                </a:lnTo>
                <a:lnTo>
                  <a:pt x="22795" y="255267"/>
                </a:lnTo>
                <a:lnTo>
                  <a:pt x="23495" y="256469"/>
                </a:lnTo>
                <a:lnTo>
                  <a:pt x="24206" y="257665"/>
                </a:lnTo>
                <a:lnTo>
                  <a:pt x="24927" y="258856"/>
                </a:lnTo>
                <a:lnTo>
                  <a:pt x="25657" y="260042"/>
                </a:lnTo>
                <a:lnTo>
                  <a:pt x="26398" y="261222"/>
                </a:lnTo>
                <a:lnTo>
                  <a:pt x="27149" y="262397"/>
                </a:lnTo>
                <a:lnTo>
                  <a:pt x="27910" y="263566"/>
                </a:lnTo>
                <a:lnTo>
                  <a:pt x="28681" y="264730"/>
                </a:lnTo>
                <a:lnTo>
                  <a:pt x="29461" y="265888"/>
                </a:lnTo>
                <a:lnTo>
                  <a:pt x="30251" y="267039"/>
                </a:lnTo>
                <a:lnTo>
                  <a:pt x="31049" y="268182"/>
                </a:lnTo>
                <a:lnTo>
                  <a:pt x="31855" y="269318"/>
                </a:lnTo>
                <a:lnTo>
                  <a:pt x="32671" y="270447"/>
                </a:lnTo>
                <a:lnTo>
                  <a:pt x="33496" y="271568"/>
                </a:lnTo>
                <a:lnTo>
                  <a:pt x="34329" y="272683"/>
                </a:lnTo>
                <a:lnTo>
                  <a:pt x="35171" y="273790"/>
                </a:lnTo>
                <a:lnTo>
                  <a:pt x="36022" y="274890"/>
                </a:lnTo>
                <a:lnTo>
                  <a:pt x="36882" y="275982"/>
                </a:lnTo>
                <a:lnTo>
                  <a:pt x="37751" y="277068"/>
                </a:lnTo>
                <a:lnTo>
                  <a:pt x="38628" y="278146"/>
                </a:lnTo>
                <a:lnTo>
                  <a:pt x="39514" y="279217"/>
                </a:lnTo>
                <a:lnTo>
                  <a:pt x="40409" y="280280"/>
                </a:lnTo>
                <a:lnTo>
                  <a:pt x="41313" y="281337"/>
                </a:lnTo>
                <a:lnTo>
                  <a:pt x="42226" y="282386"/>
                </a:lnTo>
                <a:lnTo>
                  <a:pt x="43148" y="283428"/>
                </a:lnTo>
                <a:lnTo>
                  <a:pt x="44078" y="284463"/>
                </a:lnTo>
                <a:lnTo>
                  <a:pt x="45017" y="285490"/>
                </a:lnTo>
                <a:lnTo>
                  <a:pt x="45965" y="286510"/>
                </a:lnTo>
                <a:lnTo>
                  <a:pt x="46922" y="287523"/>
                </a:lnTo>
                <a:lnTo>
                  <a:pt x="47887" y="288529"/>
                </a:lnTo>
                <a:lnTo>
                  <a:pt x="48862" y="289528"/>
                </a:lnTo>
                <a:lnTo>
                  <a:pt x="49845" y="290519"/>
                </a:lnTo>
                <a:lnTo>
                  <a:pt x="50836" y="291502"/>
                </a:lnTo>
                <a:lnTo>
                  <a:pt x="51835" y="292477"/>
                </a:lnTo>
                <a:lnTo>
                  <a:pt x="52841" y="293442"/>
                </a:lnTo>
                <a:lnTo>
                  <a:pt x="53854" y="294399"/>
                </a:lnTo>
                <a:lnTo>
                  <a:pt x="54874" y="295347"/>
                </a:lnTo>
                <a:lnTo>
                  <a:pt x="55902" y="296286"/>
                </a:lnTo>
                <a:lnTo>
                  <a:pt x="56936" y="297217"/>
                </a:lnTo>
                <a:lnTo>
                  <a:pt x="57978" y="298138"/>
                </a:lnTo>
                <a:lnTo>
                  <a:pt x="59027" y="299051"/>
                </a:lnTo>
                <a:lnTo>
                  <a:pt x="60084" y="299955"/>
                </a:lnTo>
                <a:lnTo>
                  <a:pt x="61148" y="300850"/>
                </a:lnTo>
                <a:lnTo>
                  <a:pt x="62218" y="301736"/>
                </a:lnTo>
                <a:lnTo>
                  <a:pt x="63297" y="302614"/>
                </a:lnTo>
                <a:lnTo>
                  <a:pt x="64382" y="303482"/>
                </a:lnTo>
                <a:lnTo>
                  <a:pt x="65475" y="304342"/>
                </a:lnTo>
                <a:lnTo>
                  <a:pt x="66574" y="305193"/>
                </a:lnTo>
                <a:lnTo>
                  <a:pt x="67682" y="306035"/>
                </a:lnTo>
                <a:lnTo>
                  <a:pt x="68796" y="306869"/>
                </a:lnTo>
                <a:lnTo>
                  <a:pt x="69918" y="307693"/>
                </a:lnTo>
                <a:lnTo>
                  <a:pt x="71046" y="308509"/>
                </a:lnTo>
                <a:lnTo>
                  <a:pt x="72182" y="309316"/>
                </a:lnTo>
                <a:lnTo>
                  <a:pt x="73326" y="310114"/>
                </a:lnTo>
                <a:lnTo>
                  <a:pt x="74476" y="310903"/>
                </a:lnTo>
                <a:lnTo>
                  <a:pt x="75634" y="311683"/>
                </a:lnTo>
                <a:lnTo>
                  <a:pt x="76798" y="312454"/>
                </a:lnTo>
                <a:lnTo>
                  <a:pt x="77968" y="313215"/>
                </a:lnTo>
                <a:lnTo>
                  <a:pt x="79142" y="313966"/>
                </a:lnTo>
                <a:lnTo>
                  <a:pt x="80323" y="314707"/>
                </a:lnTo>
                <a:lnTo>
                  <a:pt x="81508" y="315438"/>
                </a:lnTo>
                <a:lnTo>
                  <a:pt x="82699" y="316158"/>
                </a:lnTo>
                <a:lnTo>
                  <a:pt x="83895" y="316869"/>
                </a:lnTo>
                <a:lnTo>
                  <a:pt x="85097" y="317569"/>
                </a:lnTo>
                <a:lnTo>
                  <a:pt x="86304" y="318260"/>
                </a:lnTo>
                <a:lnTo>
                  <a:pt x="87517" y="318940"/>
                </a:lnTo>
                <a:lnTo>
                  <a:pt x="88735" y="319611"/>
                </a:lnTo>
                <a:lnTo>
                  <a:pt x="89958" y="320271"/>
                </a:lnTo>
                <a:lnTo>
                  <a:pt x="91186" y="320921"/>
                </a:lnTo>
                <a:lnTo>
                  <a:pt x="92420" y="321561"/>
                </a:lnTo>
                <a:lnTo>
                  <a:pt x="93660" y="322192"/>
                </a:lnTo>
                <a:lnTo>
                  <a:pt x="94905" y="322812"/>
                </a:lnTo>
                <a:lnTo>
                  <a:pt x="96155" y="323422"/>
                </a:lnTo>
                <a:lnTo>
                  <a:pt x="97410" y="324022"/>
                </a:lnTo>
                <a:lnTo>
                  <a:pt x="98671" y="324611"/>
                </a:lnTo>
                <a:lnTo>
                  <a:pt x="99937" y="325191"/>
                </a:lnTo>
                <a:lnTo>
                  <a:pt x="101209" y="325761"/>
                </a:lnTo>
                <a:lnTo>
                  <a:pt x="102486" y="326321"/>
                </a:lnTo>
                <a:lnTo>
                  <a:pt x="103768" y="326870"/>
                </a:lnTo>
                <a:lnTo>
                  <a:pt x="105056" y="327410"/>
                </a:lnTo>
                <a:lnTo>
                  <a:pt x="106348" y="327939"/>
                </a:lnTo>
                <a:lnTo>
                  <a:pt x="107644" y="328457"/>
                </a:lnTo>
                <a:lnTo>
                  <a:pt x="108943" y="328964"/>
                </a:lnTo>
                <a:lnTo>
                  <a:pt x="110245" y="329461"/>
                </a:lnTo>
                <a:lnTo>
                  <a:pt x="111550" y="329946"/>
                </a:lnTo>
                <a:lnTo>
                  <a:pt x="112859" y="330420"/>
                </a:lnTo>
                <a:lnTo>
                  <a:pt x="114171" y="330884"/>
                </a:lnTo>
                <a:lnTo>
                  <a:pt x="115486" y="331337"/>
                </a:lnTo>
                <a:lnTo>
                  <a:pt x="116805" y="331778"/>
                </a:lnTo>
                <a:lnTo>
                  <a:pt x="118126" y="332209"/>
                </a:lnTo>
                <a:lnTo>
                  <a:pt x="119452" y="332629"/>
                </a:lnTo>
                <a:lnTo>
                  <a:pt x="120780" y="333038"/>
                </a:lnTo>
                <a:lnTo>
                  <a:pt x="122112" y="333436"/>
                </a:lnTo>
                <a:lnTo>
                  <a:pt x="123447" y="333823"/>
                </a:lnTo>
                <a:lnTo>
                  <a:pt x="124786" y="334200"/>
                </a:lnTo>
                <a:lnTo>
                  <a:pt x="126128" y="334565"/>
                </a:lnTo>
                <a:lnTo>
                  <a:pt x="127473" y="334919"/>
                </a:lnTo>
                <a:lnTo>
                  <a:pt x="128821" y="335263"/>
                </a:lnTo>
                <a:lnTo>
                  <a:pt x="130173" y="335595"/>
                </a:lnTo>
                <a:lnTo>
                  <a:pt x="131528" y="335917"/>
                </a:lnTo>
                <a:lnTo>
                  <a:pt x="132886" y="336228"/>
                </a:lnTo>
                <a:lnTo>
                  <a:pt x="134248" y="336527"/>
                </a:lnTo>
                <a:lnTo>
                  <a:pt x="135613" y="336816"/>
                </a:lnTo>
                <a:lnTo>
                  <a:pt x="136981" y="337094"/>
                </a:lnTo>
                <a:lnTo>
                  <a:pt x="138352" y="337361"/>
                </a:lnTo>
                <a:lnTo>
                  <a:pt x="139723" y="337616"/>
                </a:lnTo>
                <a:lnTo>
                  <a:pt x="141096" y="337861"/>
                </a:lnTo>
                <a:lnTo>
                  <a:pt x="142470" y="338093"/>
                </a:lnTo>
                <a:lnTo>
                  <a:pt x="143845" y="338315"/>
                </a:lnTo>
                <a:lnTo>
                  <a:pt x="145221" y="338525"/>
                </a:lnTo>
                <a:lnTo>
                  <a:pt x="146598" y="338724"/>
                </a:lnTo>
                <a:lnTo>
                  <a:pt x="147977" y="338911"/>
                </a:lnTo>
                <a:lnTo>
                  <a:pt x="149356" y="339087"/>
                </a:lnTo>
                <a:lnTo>
                  <a:pt x="150737" y="339252"/>
                </a:lnTo>
                <a:lnTo>
                  <a:pt x="152118" y="339405"/>
                </a:lnTo>
                <a:lnTo>
                  <a:pt x="153501" y="339547"/>
                </a:lnTo>
                <a:lnTo>
                  <a:pt x="154885" y="339677"/>
                </a:lnTo>
                <a:lnTo>
                  <a:pt x="156270" y="339797"/>
                </a:lnTo>
                <a:lnTo>
                  <a:pt x="157656" y="339904"/>
                </a:lnTo>
                <a:lnTo>
                  <a:pt x="159044" y="340001"/>
                </a:lnTo>
                <a:lnTo>
                  <a:pt x="160432" y="340086"/>
                </a:lnTo>
                <a:lnTo>
                  <a:pt x="161822" y="340160"/>
                </a:lnTo>
                <a:lnTo>
                  <a:pt x="163212" y="340222"/>
                </a:lnTo>
                <a:lnTo>
                  <a:pt x="164604" y="340273"/>
                </a:lnTo>
                <a:lnTo>
                  <a:pt x="165997" y="340313"/>
                </a:lnTo>
                <a:lnTo>
                  <a:pt x="167391" y="340342"/>
                </a:lnTo>
                <a:lnTo>
                  <a:pt x="168786" y="340359"/>
                </a:lnTo>
                <a:lnTo>
                  <a:pt x="170182" y="340364"/>
                </a:lnTo>
                <a:lnTo>
                  <a:pt x="171578" y="340359"/>
                </a:lnTo>
                <a:lnTo>
                  <a:pt x="172973" y="340342"/>
                </a:lnTo>
                <a:lnTo>
                  <a:pt x="174367" y="340313"/>
                </a:lnTo>
                <a:lnTo>
                  <a:pt x="175760" y="340273"/>
                </a:lnTo>
                <a:lnTo>
                  <a:pt x="177152" y="340222"/>
                </a:lnTo>
                <a:lnTo>
                  <a:pt x="178543" y="340160"/>
                </a:lnTo>
                <a:lnTo>
                  <a:pt x="179932" y="340086"/>
                </a:lnTo>
                <a:lnTo>
                  <a:pt x="181321" y="340001"/>
                </a:lnTo>
                <a:lnTo>
                  <a:pt x="182708" y="339904"/>
                </a:lnTo>
                <a:lnTo>
                  <a:pt x="184094" y="339797"/>
                </a:lnTo>
                <a:lnTo>
                  <a:pt x="185479" y="339677"/>
                </a:lnTo>
                <a:lnTo>
                  <a:pt x="186863" y="339547"/>
                </a:lnTo>
                <a:lnTo>
                  <a:pt x="188246" y="339405"/>
                </a:lnTo>
                <a:lnTo>
                  <a:pt x="189628" y="339251"/>
                </a:lnTo>
                <a:lnTo>
                  <a:pt x="191008" y="339087"/>
                </a:lnTo>
                <a:lnTo>
                  <a:pt x="192388" y="338911"/>
                </a:lnTo>
                <a:lnTo>
                  <a:pt x="193766" y="338724"/>
                </a:lnTo>
                <a:lnTo>
                  <a:pt x="195143" y="338525"/>
                </a:lnTo>
                <a:lnTo>
                  <a:pt x="196519" y="338315"/>
                </a:lnTo>
                <a:lnTo>
                  <a:pt x="197894" y="338093"/>
                </a:lnTo>
                <a:lnTo>
                  <a:pt x="199268" y="337861"/>
                </a:lnTo>
                <a:lnTo>
                  <a:pt x="200641" y="337616"/>
                </a:lnTo>
                <a:lnTo>
                  <a:pt x="202012" y="337361"/>
                </a:lnTo>
                <a:lnTo>
                  <a:pt x="203383" y="337094"/>
                </a:lnTo>
                <a:lnTo>
                  <a:pt x="204751" y="336816"/>
                </a:lnTo>
                <a:lnTo>
                  <a:pt x="206116" y="336527"/>
                </a:lnTo>
                <a:lnTo>
                  <a:pt x="207478" y="336228"/>
                </a:lnTo>
                <a:lnTo>
                  <a:pt x="208836" y="335917"/>
                </a:lnTo>
                <a:lnTo>
                  <a:pt x="210191" y="335595"/>
                </a:lnTo>
                <a:lnTo>
                  <a:pt x="211543" y="335263"/>
                </a:lnTo>
                <a:lnTo>
                  <a:pt x="212892" y="334919"/>
                </a:lnTo>
                <a:lnTo>
                  <a:pt x="214237" y="334565"/>
                </a:lnTo>
                <a:lnTo>
                  <a:pt x="215578" y="334200"/>
                </a:lnTo>
                <a:lnTo>
                  <a:pt x="216917" y="333823"/>
                </a:lnTo>
                <a:lnTo>
                  <a:pt x="218252" y="333436"/>
                </a:lnTo>
                <a:lnTo>
                  <a:pt x="219584" y="333038"/>
                </a:lnTo>
                <a:lnTo>
                  <a:pt x="220912" y="332629"/>
                </a:lnTo>
                <a:lnTo>
                  <a:pt x="222238" y="332209"/>
                </a:lnTo>
                <a:lnTo>
                  <a:pt x="223560" y="331778"/>
                </a:lnTo>
                <a:lnTo>
                  <a:pt x="224878" y="331337"/>
                </a:lnTo>
                <a:lnTo>
                  <a:pt x="226194" y="330884"/>
                </a:lnTo>
                <a:lnTo>
                  <a:pt x="227506" y="330420"/>
                </a:lnTo>
                <a:lnTo>
                  <a:pt x="228814" y="329946"/>
                </a:lnTo>
                <a:lnTo>
                  <a:pt x="230120" y="329461"/>
                </a:lnTo>
                <a:lnTo>
                  <a:pt x="231422" y="328964"/>
                </a:lnTo>
                <a:lnTo>
                  <a:pt x="232720" y="328457"/>
                </a:lnTo>
                <a:lnTo>
                  <a:pt x="234016" y="327939"/>
                </a:lnTo>
                <a:lnTo>
                  <a:pt x="235308" y="327410"/>
                </a:lnTo>
                <a:lnTo>
                  <a:pt x="236596" y="326870"/>
                </a:lnTo>
                <a:lnTo>
                  <a:pt x="237878" y="326321"/>
                </a:lnTo>
                <a:lnTo>
                  <a:pt x="239155" y="325761"/>
                </a:lnTo>
                <a:lnTo>
                  <a:pt x="240427" y="325191"/>
                </a:lnTo>
                <a:lnTo>
                  <a:pt x="241693" y="324611"/>
                </a:lnTo>
                <a:lnTo>
                  <a:pt x="242954" y="324022"/>
                </a:lnTo>
                <a:lnTo>
                  <a:pt x="244209" y="323422"/>
                </a:lnTo>
                <a:lnTo>
                  <a:pt x="245460" y="322812"/>
                </a:lnTo>
                <a:lnTo>
                  <a:pt x="246704" y="322192"/>
                </a:lnTo>
                <a:lnTo>
                  <a:pt x="247944" y="321561"/>
                </a:lnTo>
                <a:lnTo>
                  <a:pt x="249178" y="320921"/>
                </a:lnTo>
                <a:lnTo>
                  <a:pt x="250406" y="320271"/>
                </a:lnTo>
                <a:lnTo>
                  <a:pt x="251630" y="319611"/>
                </a:lnTo>
                <a:lnTo>
                  <a:pt x="252847" y="318940"/>
                </a:lnTo>
                <a:lnTo>
                  <a:pt x="254060" y="318260"/>
                </a:lnTo>
                <a:lnTo>
                  <a:pt x="255267" y="317569"/>
                </a:lnTo>
                <a:lnTo>
                  <a:pt x="256469" y="316869"/>
                </a:lnTo>
                <a:lnTo>
                  <a:pt x="257665" y="316158"/>
                </a:lnTo>
                <a:lnTo>
                  <a:pt x="258856" y="315438"/>
                </a:lnTo>
                <a:lnTo>
                  <a:pt x="260042" y="314707"/>
                </a:lnTo>
                <a:lnTo>
                  <a:pt x="261222" y="313966"/>
                </a:lnTo>
                <a:lnTo>
                  <a:pt x="262397" y="313215"/>
                </a:lnTo>
                <a:lnTo>
                  <a:pt x="263566" y="312454"/>
                </a:lnTo>
                <a:lnTo>
                  <a:pt x="264730" y="311683"/>
                </a:lnTo>
                <a:lnTo>
                  <a:pt x="265888" y="310903"/>
                </a:lnTo>
                <a:lnTo>
                  <a:pt x="267039" y="310114"/>
                </a:lnTo>
                <a:lnTo>
                  <a:pt x="268182" y="309316"/>
                </a:lnTo>
                <a:lnTo>
                  <a:pt x="269318" y="308509"/>
                </a:lnTo>
                <a:lnTo>
                  <a:pt x="270447" y="307693"/>
                </a:lnTo>
                <a:lnTo>
                  <a:pt x="271568" y="306869"/>
                </a:lnTo>
                <a:lnTo>
                  <a:pt x="272683" y="306035"/>
                </a:lnTo>
                <a:lnTo>
                  <a:pt x="273790" y="305193"/>
                </a:lnTo>
                <a:lnTo>
                  <a:pt x="274890" y="304342"/>
                </a:lnTo>
                <a:lnTo>
                  <a:pt x="275982" y="303482"/>
                </a:lnTo>
                <a:lnTo>
                  <a:pt x="277068" y="302614"/>
                </a:lnTo>
                <a:lnTo>
                  <a:pt x="278146" y="301736"/>
                </a:lnTo>
                <a:lnTo>
                  <a:pt x="279217" y="300850"/>
                </a:lnTo>
                <a:lnTo>
                  <a:pt x="280280" y="299955"/>
                </a:lnTo>
                <a:lnTo>
                  <a:pt x="281337" y="299051"/>
                </a:lnTo>
                <a:lnTo>
                  <a:pt x="282386" y="298138"/>
                </a:lnTo>
                <a:lnTo>
                  <a:pt x="283428" y="297217"/>
                </a:lnTo>
                <a:lnTo>
                  <a:pt x="284463" y="296286"/>
                </a:lnTo>
                <a:lnTo>
                  <a:pt x="285490" y="295347"/>
                </a:lnTo>
                <a:lnTo>
                  <a:pt x="286510" y="294399"/>
                </a:lnTo>
                <a:lnTo>
                  <a:pt x="287523" y="293442"/>
                </a:lnTo>
                <a:lnTo>
                  <a:pt x="288529" y="292477"/>
                </a:lnTo>
                <a:lnTo>
                  <a:pt x="289528" y="291502"/>
                </a:lnTo>
                <a:lnTo>
                  <a:pt x="290519" y="290519"/>
                </a:lnTo>
                <a:lnTo>
                  <a:pt x="291502" y="289528"/>
                </a:lnTo>
                <a:lnTo>
                  <a:pt x="292477" y="288529"/>
                </a:lnTo>
                <a:lnTo>
                  <a:pt x="293442" y="287523"/>
                </a:lnTo>
                <a:lnTo>
                  <a:pt x="294399" y="286510"/>
                </a:lnTo>
                <a:lnTo>
                  <a:pt x="295347" y="285490"/>
                </a:lnTo>
                <a:lnTo>
                  <a:pt x="296286" y="284463"/>
                </a:lnTo>
                <a:lnTo>
                  <a:pt x="297217" y="283428"/>
                </a:lnTo>
                <a:lnTo>
                  <a:pt x="298138" y="282386"/>
                </a:lnTo>
                <a:lnTo>
                  <a:pt x="299051" y="281337"/>
                </a:lnTo>
                <a:lnTo>
                  <a:pt x="299955" y="280280"/>
                </a:lnTo>
                <a:lnTo>
                  <a:pt x="300850" y="279217"/>
                </a:lnTo>
                <a:lnTo>
                  <a:pt x="301736" y="278146"/>
                </a:lnTo>
                <a:lnTo>
                  <a:pt x="302614" y="277068"/>
                </a:lnTo>
                <a:lnTo>
                  <a:pt x="303482" y="275982"/>
                </a:lnTo>
                <a:lnTo>
                  <a:pt x="304342" y="274890"/>
                </a:lnTo>
                <a:lnTo>
                  <a:pt x="305193" y="273790"/>
                </a:lnTo>
                <a:lnTo>
                  <a:pt x="306035" y="272683"/>
                </a:lnTo>
                <a:lnTo>
                  <a:pt x="306869" y="271568"/>
                </a:lnTo>
                <a:lnTo>
                  <a:pt x="307693" y="270447"/>
                </a:lnTo>
                <a:lnTo>
                  <a:pt x="308509" y="269318"/>
                </a:lnTo>
                <a:lnTo>
                  <a:pt x="309316" y="268182"/>
                </a:lnTo>
                <a:lnTo>
                  <a:pt x="310114" y="267039"/>
                </a:lnTo>
                <a:lnTo>
                  <a:pt x="310903" y="265888"/>
                </a:lnTo>
                <a:lnTo>
                  <a:pt x="311683" y="264730"/>
                </a:lnTo>
                <a:lnTo>
                  <a:pt x="312454" y="263566"/>
                </a:lnTo>
                <a:lnTo>
                  <a:pt x="313215" y="262397"/>
                </a:lnTo>
                <a:lnTo>
                  <a:pt x="313966" y="261222"/>
                </a:lnTo>
                <a:lnTo>
                  <a:pt x="314707" y="260042"/>
                </a:lnTo>
                <a:lnTo>
                  <a:pt x="315438" y="258856"/>
                </a:lnTo>
                <a:lnTo>
                  <a:pt x="316158" y="257665"/>
                </a:lnTo>
                <a:lnTo>
                  <a:pt x="316869" y="256469"/>
                </a:lnTo>
                <a:lnTo>
                  <a:pt x="317569" y="255267"/>
                </a:lnTo>
                <a:lnTo>
                  <a:pt x="318260" y="254060"/>
                </a:lnTo>
                <a:lnTo>
                  <a:pt x="318940" y="252847"/>
                </a:lnTo>
                <a:lnTo>
                  <a:pt x="319611" y="251630"/>
                </a:lnTo>
                <a:lnTo>
                  <a:pt x="320271" y="250406"/>
                </a:lnTo>
                <a:lnTo>
                  <a:pt x="320921" y="249178"/>
                </a:lnTo>
                <a:lnTo>
                  <a:pt x="321561" y="247944"/>
                </a:lnTo>
                <a:lnTo>
                  <a:pt x="322192" y="246704"/>
                </a:lnTo>
                <a:lnTo>
                  <a:pt x="322812" y="245460"/>
                </a:lnTo>
                <a:lnTo>
                  <a:pt x="323422" y="244209"/>
                </a:lnTo>
                <a:lnTo>
                  <a:pt x="324022" y="242954"/>
                </a:lnTo>
                <a:lnTo>
                  <a:pt x="324611" y="241693"/>
                </a:lnTo>
                <a:lnTo>
                  <a:pt x="325191" y="240427"/>
                </a:lnTo>
                <a:lnTo>
                  <a:pt x="325761" y="239155"/>
                </a:lnTo>
                <a:lnTo>
                  <a:pt x="326321" y="237878"/>
                </a:lnTo>
                <a:lnTo>
                  <a:pt x="326870" y="236596"/>
                </a:lnTo>
                <a:lnTo>
                  <a:pt x="327410" y="235308"/>
                </a:lnTo>
                <a:lnTo>
                  <a:pt x="327939" y="234016"/>
                </a:lnTo>
                <a:lnTo>
                  <a:pt x="328457" y="232720"/>
                </a:lnTo>
                <a:lnTo>
                  <a:pt x="328964" y="231422"/>
                </a:lnTo>
                <a:lnTo>
                  <a:pt x="329461" y="230120"/>
                </a:lnTo>
                <a:lnTo>
                  <a:pt x="329946" y="228814"/>
                </a:lnTo>
                <a:lnTo>
                  <a:pt x="330420" y="227506"/>
                </a:lnTo>
                <a:lnTo>
                  <a:pt x="330884" y="226194"/>
                </a:lnTo>
                <a:lnTo>
                  <a:pt x="331337" y="224878"/>
                </a:lnTo>
                <a:lnTo>
                  <a:pt x="331778" y="223560"/>
                </a:lnTo>
                <a:lnTo>
                  <a:pt x="332209" y="222238"/>
                </a:lnTo>
                <a:lnTo>
                  <a:pt x="332629" y="220912"/>
                </a:lnTo>
                <a:lnTo>
                  <a:pt x="333038" y="219584"/>
                </a:lnTo>
                <a:lnTo>
                  <a:pt x="333436" y="218252"/>
                </a:lnTo>
                <a:lnTo>
                  <a:pt x="333823" y="216917"/>
                </a:lnTo>
                <a:lnTo>
                  <a:pt x="334200" y="215578"/>
                </a:lnTo>
                <a:lnTo>
                  <a:pt x="334565" y="214237"/>
                </a:lnTo>
                <a:lnTo>
                  <a:pt x="334919" y="212892"/>
                </a:lnTo>
                <a:lnTo>
                  <a:pt x="335263" y="211543"/>
                </a:lnTo>
                <a:lnTo>
                  <a:pt x="335595" y="210191"/>
                </a:lnTo>
                <a:lnTo>
                  <a:pt x="335917" y="208836"/>
                </a:lnTo>
                <a:lnTo>
                  <a:pt x="336228" y="207478"/>
                </a:lnTo>
                <a:lnTo>
                  <a:pt x="336527" y="206116"/>
                </a:lnTo>
                <a:lnTo>
                  <a:pt x="336816" y="204751"/>
                </a:lnTo>
                <a:lnTo>
                  <a:pt x="337094" y="203383"/>
                </a:lnTo>
                <a:lnTo>
                  <a:pt x="337361" y="202012"/>
                </a:lnTo>
                <a:lnTo>
                  <a:pt x="337616" y="200641"/>
                </a:lnTo>
                <a:lnTo>
                  <a:pt x="337861" y="199268"/>
                </a:lnTo>
                <a:lnTo>
                  <a:pt x="338093" y="197894"/>
                </a:lnTo>
                <a:lnTo>
                  <a:pt x="338315" y="196519"/>
                </a:lnTo>
                <a:lnTo>
                  <a:pt x="338525" y="195143"/>
                </a:lnTo>
                <a:lnTo>
                  <a:pt x="338724" y="193766"/>
                </a:lnTo>
                <a:lnTo>
                  <a:pt x="338911" y="192388"/>
                </a:lnTo>
                <a:lnTo>
                  <a:pt x="339087" y="191008"/>
                </a:lnTo>
                <a:lnTo>
                  <a:pt x="339252" y="189628"/>
                </a:lnTo>
                <a:lnTo>
                  <a:pt x="339405" y="188246"/>
                </a:lnTo>
                <a:lnTo>
                  <a:pt x="339547" y="186863"/>
                </a:lnTo>
                <a:lnTo>
                  <a:pt x="339677" y="185479"/>
                </a:lnTo>
                <a:lnTo>
                  <a:pt x="339797" y="184094"/>
                </a:lnTo>
                <a:lnTo>
                  <a:pt x="339904" y="182708"/>
                </a:lnTo>
                <a:lnTo>
                  <a:pt x="340001" y="181321"/>
                </a:lnTo>
                <a:lnTo>
                  <a:pt x="340086" y="179932"/>
                </a:lnTo>
                <a:lnTo>
                  <a:pt x="340160" y="178543"/>
                </a:lnTo>
                <a:lnTo>
                  <a:pt x="340222" y="177152"/>
                </a:lnTo>
                <a:lnTo>
                  <a:pt x="340273" y="175760"/>
                </a:lnTo>
                <a:lnTo>
                  <a:pt x="340313" y="174367"/>
                </a:lnTo>
                <a:lnTo>
                  <a:pt x="340342" y="172973"/>
                </a:lnTo>
                <a:lnTo>
                  <a:pt x="340359" y="171578"/>
                </a:lnTo>
                <a:lnTo>
                  <a:pt x="340364" y="170182"/>
                </a:lnTo>
                <a:lnTo>
                  <a:pt x="340359" y="168786"/>
                </a:lnTo>
                <a:lnTo>
                  <a:pt x="340342" y="167391"/>
                </a:lnTo>
                <a:lnTo>
                  <a:pt x="340313" y="165997"/>
                </a:lnTo>
                <a:lnTo>
                  <a:pt x="340273" y="164604"/>
                </a:lnTo>
                <a:lnTo>
                  <a:pt x="340222" y="163212"/>
                </a:lnTo>
                <a:lnTo>
                  <a:pt x="340160" y="161822"/>
                </a:lnTo>
                <a:lnTo>
                  <a:pt x="340086" y="160432"/>
                </a:lnTo>
                <a:lnTo>
                  <a:pt x="340001" y="159044"/>
                </a:lnTo>
                <a:lnTo>
                  <a:pt x="339904" y="157656"/>
                </a:lnTo>
                <a:lnTo>
                  <a:pt x="339797" y="156270"/>
                </a:lnTo>
                <a:lnTo>
                  <a:pt x="339677" y="154885"/>
                </a:lnTo>
                <a:lnTo>
                  <a:pt x="339547" y="153501"/>
                </a:lnTo>
                <a:lnTo>
                  <a:pt x="339405" y="152118"/>
                </a:lnTo>
                <a:lnTo>
                  <a:pt x="339251" y="150737"/>
                </a:lnTo>
                <a:lnTo>
                  <a:pt x="339087" y="149356"/>
                </a:lnTo>
                <a:lnTo>
                  <a:pt x="338911" y="147977"/>
                </a:lnTo>
                <a:lnTo>
                  <a:pt x="338724" y="146598"/>
                </a:lnTo>
                <a:lnTo>
                  <a:pt x="338525" y="145221"/>
                </a:lnTo>
                <a:lnTo>
                  <a:pt x="338315" y="143845"/>
                </a:lnTo>
                <a:lnTo>
                  <a:pt x="338093" y="142470"/>
                </a:lnTo>
                <a:lnTo>
                  <a:pt x="337861" y="141096"/>
                </a:lnTo>
                <a:lnTo>
                  <a:pt x="337616" y="139723"/>
                </a:lnTo>
                <a:lnTo>
                  <a:pt x="337361" y="138352"/>
                </a:lnTo>
                <a:lnTo>
                  <a:pt x="337094" y="136981"/>
                </a:lnTo>
                <a:lnTo>
                  <a:pt x="336816" y="135613"/>
                </a:lnTo>
                <a:lnTo>
                  <a:pt x="336527" y="134248"/>
                </a:lnTo>
                <a:lnTo>
                  <a:pt x="336228" y="132886"/>
                </a:lnTo>
                <a:lnTo>
                  <a:pt x="335917" y="131528"/>
                </a:lnTo>
                <a:lnTo>
                  <a:pt x="335595" y="130173"/>
                </a:lnTo>
                <a:lnTo>
                  <a:pt x="335263" y="128821"/>
                </a:lnTo>
                <a:lnTo>
                  <a:pt x="334919" y="127473"/>
                </a:lnTo>
                <a:lnTo>
                  <a:pt x="334565" y="126128"/>
                </a:lnTo>
                <a:lnTo>
                  <a:pt x="334200" y="124786"/>
                </a:lnTo>
                <a:lnTo>
                  <a:pt x="333823" y="123447"/>
                </a:lnTo>
                <a:lnTo>
                  <a:pt x="333436" y="122112"/>
                </a:lnTo>
                <a:lnTo>
                  <a:pt x="333038" y="120780"/>
                </a:lnTo>
                <a:lnTo>
                  <a:pt x="332629" y="119452"/>
                </a:lnTo>
                <a:lnTo>
                  <a:pt x="332209" y="118126"/>
                </a:lnTo>
                <a:lnTo>
                  <a:pt x="331778" y="116805"/>
                </a:lnTo>
                <a:lnTo>
                  <a:pt x="331337" y="115486"/>
                </a:lnTo>
                <a:lnTo>
                  <a:pt x="330884" y="114171"/>
                </a:lnTo>
                <a:lnTo>
                  <a:pt x="330420" y="112859"/>
                </a:lnTo>
                <a:lnTo>
                  <a:pt x="329946" y="111550"/>
                </a:lnTo>
                <a:lnTo>
                  <a:pt x="329461" y="110245"/>
                </a:lnTo>
                <a:lnTo>
                  <a:pt x="328964" y="108943"/>
                </a:lnTo>
                <a:lnTo>
                  <a:pt x="328457" y="107644"/>
                </a:lnTo>
                <a:lnTo>
                  <a:pt x="327939" y="106348"/>
                </a:lnTo>
                <a:lnTo>
                  <a:pt x="327410" y="105056"/>
                </a:lnTo>
                <a:lnTo>
                  <a:pt x="326870" y="103768"/>
                </a:lnTo>
                <a:lnTo>
                  <a:pt x="326321" y="102486"/>
                </a:lnTo>
                <a:lnTo>
                  <a:pt x="325761" y="101209"/>
                </a:lnTo>
                <a:lnTo>
                  <a:pt x="325191" y="99937"/>
                </a:lnTo>
                <a:lnTo>
                  <a:pt x="324611" y="98671"/>
                </a:lnTo>
                <a:lnTo>
                  <a:pt x="324022" y="97410"/>
                </a:lnTo>
                <a:lnTo>
                  <a:pt x="323422" y="96155"/>
                </a:lnTo>
                <a:lnTo>
                  <a:pt x="322812" y="94905"/>
                </a:lnTo>
                <a:lnTo>
                  <a:pt x="322192" y="93660"/>
                </a:lnTo>
                <a:lnTo>
                  <a:pt x="321561" y="92420"/>
                </a:lnTo>
                <a:lnTo>
                  <a:pt x="320921" y="91186"/>
                </a:lnTo>
                <a:lnTo>
                  <a:pt x="320271" y="89958"/>
                </a:lnTo>
                <a:lnTo>
                  <a:pt x="319611" y="88735"/>
                </a:lnTo>
                <a:lnTo>
                  <a:pt x="318940" y="87517"/>
                </a:lnTo>
                <a:lnTo>
                  <a:pt x="318260" y="86304"/>
                </a:lnTo>
                <a:lnTo>
                  <a:pt x="317569" y="85097"/>
                </a:lnTo>
                <a:lnTo>
                  <a:pt x="316869" y="83895"/>
                </a:lnTo>
                <a:lnTo>
                  <a:pt x="316158" y="82699"/>
                </a:lnTo>
                <a:lnTo>
                  <a:pt x="315438" y="81508"/>
                </a:lnTo>
                <a:lnTo>
                  <a:pt x="314707" y="80323"/>
                </a:lnTo>
                <a:lnTo>
                  <a:pt x="313966" y="79142"/>
                </a:lnTo>
                <a:lnTo>
                  <a:pt x="313215" y="77968"/>
                </a:lnTo>
                <a:lnTo>
                  <a:pt x="312454" y="76798"/>
                </a:lnTo>
                <a:lnTo>
                  <a:pt x="311683" y="75634"/>
                </a:lnTo>
                <a:lnTo>
                  <a:pt x="310903" y="74476"/>
                </a:lnTo>
                <a:lnTo>
                  <a:pt x="310114" y="73326"/>
                </a:lnTo>
                <a:lnTo>
                  <a:pt x="309316" y="72182"/>
                </a:lnTo>
                <a:lnTo>
                  <a:pt x="308509" y="71046"/>
                </a:lnTo>
                <a:lnTo>
                  <a:pt x="307693" y="69918"/>
                </a:lnTo>
                <a:lnTo>
                  <a:pt x="306869" y="68796"/>
                </a:lnTo>
                <a:lnTo>
                  <a:pt x="306035" y="67682"/>
                </a:lnTo>
                <a:lnTo>
                  <a:pt x="305193" y="66574"/>
                </a:lnTo>
                <a:lnTo>
                  <a:pt x="304342" y="65475"/>
                </a:lnTo>
                <a:lnTo>
                  <a:pt x="303482" y="64382"/>
                </a:lnTo>
                <a:lnTo>
                  <a:pt x="302614" y="63297"/>
                </a:lnTo>
                <a:lnTo>
                  <a:pt x="301736" y="62218"/>
                </a:lnTo>
                <a:lnTo>
                  <a:pt x="300850" y="61148"/>
                </a:lnTo>
                <a:lnTo>
                  <a:pt x="299955" y="60084"/>
                </a:lnTo>
                <a:lnTo>
                  <a:pt x="299051" y="59027"/>
                </a:lnTo>
                <a:lnTo>
                  <a:pt x="298138" y="57978"/>
                </a:lnTo>
                <a:lnTo>
                  <a:pt x="297217" y="56936"/>
                </a:lnTo>
                <a:lnTo>
                  <a:pt x="296286" y="55902"/>
                </a:lnTo>
                <a:lnTo>
                  <a:pt x="295347" y="54874"/>
                </a:lnTo>
                <a:lnTo>
                  <a:pt x="294399" y="53854"/>
                </a:lnTo>
                <a:lnTo>
                  <a:pt x="293442" y="52841"/>
                </a:lnTo>
                <a:lnTo>
                  <a:pt x="292477" y="51835"/>
                </a:lnTo>
                <a:lnTo>
                  <a:pt x="291502" y="50836"/>
                </a:lnTo>
                <a:lnTo>
                  <a:pt x="290519" y="49845"/>
                </a:lnTo>
                <a:lnTo>
                  <a:pt x="289528" y="48862"/>
                </a:lnTo>
                <a:lnTo>
                  <a:pt x="288529" y="47887"/>
                </a:lnTo>
                <a:lnTo>
                  <a:pt x="287523" y="46922"/>
                </a:lnTo>
                <a:lnTo>
                  <a:pt x="286510" y="45965"/>
                </a:lnTo>
                <a:lnTo>
                  <a:pt x="285490" y="45017"/>
                </a:lnTo>
                <a:lnTo>
                  <a:pt x="284463" y="44078"/>
                </a:lnTo>
                <a:lnTo>
                  <a:pt x="283428" y="43148"/>
                </a:lnTo>
                <a:lnTo>
                  <a:pt x="282386" y="42226"/>
                </a:lnTo>
                <a:lnTo>
                  <a:pt x="281337" y="41313"/>
                </a:lnTo>
                <a:lnTo>
                  <a:pt x="280280" y="40409"/>
                </a:lnTo>
                <a:lnTo>
                  <a:pt x="279217" y="39514"/>
                </a:lnTo>
                <a:lnTo>
                  <a:pt x="278146" y="38628"/>
                </a:lnTo>
                <a:lnTo>
                  <a:pt x="277068" y="37751"/>
                </a:lnTo>
                <a:lnTo>
                  <a:pt x="275982" y="36882"/>
                </a:lnTo>
                <a:lnTo>
                  <a:pt x="274890" y="36022"/>
                </a:lnTo>
                <a:lnTo>
                  <a:pt x="273790" y="35171"/>
                </a:lnTo>
                <a:lnTo>
                  <a:pt x="272683" y="34329"/>
                </a:lnTo>
                <a:lnTo>
                  <a:pt x="271568" y="33496"/>
                </a:lnTo>
                <a:lnTo>
                  <a:pt x="270447" y="32671"/>
                </a:lnTo>
                <a:lnTo>
                  <a:pt x="269318" y="31855"/>
                </a:lnTo>
                <a:lnTo>
                  <a:pt x="268182" y="31049"/>
                </a:lnTo>
                <a:lnTo>
                  <a:pt x="267039" y="30251"/>
                </a:lnTo>
                <a:lnTo>
                  <a:pt x="265888" y="29461"/>
                </a:lnTo>
                <a:lnTo>
                  <a:pt x="264730" y="28681"/>
                </a:lnTo>
                <a:lnTo>
                  <a:pt x="263566" y="27910"/>
                </a:lnTo>
                <a:lnTo>
                  <a:pt x="262397" y="27149"/>
                </a:lnTo>
                <a:lnTo>
                  <a:pt x="261222" y="26398"/>
                </a:lnTo>
                <a:lnTo>
                  <a:pt x="260042" y="25657"/>
                </a:lnTo>
                <a:lnTo>
                  <a:pt x="258856" y="24927"/>
                </a:lnTo>
                <a:lnTo>
                  <a:pt x="257665" y="24206"/>
                </a:lnTo>
                <a:lnTo>
                  <a:pt x="256469" y="23495"/>
                </a:lnTo>
                <a:lnTo>
                  <a:pt x="255267" y="22795"/>
                </a:lnTo>
                <a:lnTo>
                  <a:pt x="254060" y="22104"/>
                </a:lnTo>
                <a:lnTo>
                  <a:pt x="252847" y="21424"/>
                </a:lnTo>
                <a:lnTo>
                  <a:pt x="251630" y="20753"/>
                </a:lnTo>
                <a:lnTo>
                  <a:pt x="250406" y="20093"/>
                </a:lnTo>
                <a:lnTo>
                  <a:pt x="249178" y="19443"/>
                </a:lnTo>
                <a:lnTo>
                  <a:pt x="247944" y="18803"/>
                </a:lnTo>
                <a:lnTo>
                  <a:pt x="246704" y="18173"/>
                </a:lnTo>
                <a:lnTo>
                  <a:pt x="245460" y="17553"/>
                </a:lnTo>
                <a:lnTo>
                  <a:pt x="244209" y="16943"/>
                </a:lnTo>
                <a:lnTo>
                  <a:pt x="242954" y="16343"/>
                </a:lnTo>
                <a:lnTo>
                  <a:pt x="241693" y="15753"/>
                </a:lnTo>
                <a:lnTo>
                  <a:pt x="240427" y="15173"/>
                </a:lnTo>
                <a:lnTo>
                  <a:pt x="239155" y="14603"/>
                </a:lnTo>
                <a:lnTo>
                  <a:pt x="237878" y="14044"/>
                </a:lnTo>
                <a:lnTo>
                  <a:pt x="236596" y="13494"/>
                </a:lnTo>
                <a:lnTo>
                  <a:pt x="235308" y="12954"/>
                </a:lnTo>
                <a:lnTo>
                  <a:pt x="234016" y="12425"/>
                </a:lnTo>
                <a:lnTo>
                  <a:pt x="232720" y="11907"/>
                </a:lnTo>
                <a:lnTo>
                  <a:pt x="231422" y="11400"/>
                </a:lnTo>
                <a:lnTo>
                  <a:pt x="230120" y="10904"/>
                </a:lnTo>
                <a:lnTo>
                  <a:pt x="228814" y="10418"/>
                </a:lnTo>
                <a:lnTo>
                  <a:pt x="227506" y="9944"/>
                </a:lnTo>
                <a:lnTo>
                  <a:pt x="226194" y="9480"/>
                </a:lnTo>
                <a:lnTo>
                  <a:pt x="224878" y="9027"/>
                </a:lnTo>
                <a:lnTo>
                  <a:pt x="223560" y="8586"/>
                </a:lnTo>
                <a:lnTo>
                  <a:pt x="222238" y="8155"/>
                </a:lnTo>
                <a:lnTo>
                  <a:pt x="220912" y="7735"/>
                </a:lnTo>
                <a:lnTo>
                  <a:pt x="219584" y="7326"/>
                </a:lnTo>
                <a:lnTo>
                  <a:pt x="218252" y="6928"/>
                </a:lnTo>
                <a:lnTo>
                  <a:pt x="216917" y="6541"/>
                </a:lnTo>
                <a:lnTo>
                  <a:pt x="215578" y="6165"/>
                </a:lnTo>
                <a:lnTo>
                  <a:pt x="214237" y="5799"/>
                </a:lnTo>
                <a:lnTo>
                  <a:pt x="212892" y="5445"/>
                </a:lnTo>
                <a:lnTo>
                  <a:pt x="211543" y="5102"/>
                </a:lnTo>
                <a:lnTo>
                  <a:pt x="210191" y="4769"/>
                </a:lnTo>
                <a:lnTo>
                  <a:pt x="208836" y="4447"/>
                </a:lnTo>
                <a:lnTo>
                  <a:pt x="207478" y="4137"/>
                </a:lnTo>
                <a:lnTo>
                  <a:pt x="206116" y="3837"/>
                </a:lnTo>
                <a:lnTo>
                  <a:pt x="204751" y="3548"/>
                </a:lnTo>
                <a:lnTo>
                  <a:pt x="203383" y="3270"/>
                </a:lnTo>
                <a:lnTo>
                  <a:pt x="202012" y="3003"/>
                </a:lnTo>
                <a:lnTo>
                  <a:pt x="200641" y="2748"/>
                </a:lnTo>
                <a:lnTo>
                  <a:pt x="199268" y="2504"/>
                </a:lnTo>
                <a:lnTo>
                  <a:pt x="197894" y="2271"/>
                </a:lnTo>
                <a:lnTo>
                  <a:pt x="196519" y="2049"/>
                </a:lnTo>
                <a:lnTo>
                  <a:pt x="195143" y="1839"/>
                </a:lnTo>
                <a:lnTo>
                  <a:pt x="193766" y="1641"/>
                </a:lnTo>
                <a:lnTo>
                  <a:pt x="192388" y="1453"/>
                </a:lnTo>
                <a:lnTo>
                  <a:pt x="191008" y="1277"/>
                </a:lnTo>
                <a:lnTo>
                  <a:pt x="189628" y="1113"/>
                </a:lnTo>
                <a:lnTo>
                  <a:pt x="188246" y="959"/>
                </a:lnTo>
                <a:lnTo>
                  <a:pt x="186863" y="818"/>
                </a:lnTo>
                <a:lnTo>
                  <a:pt x="185479" y="687"/>
                </a:lnTo>
                <a:lnTo>
                  <a:pt x="184094" y="568"/>
                </a:lnTo>
                <a:lnTo>
                  <a:pt x="182708" y="460"/>
                </a:lnTo>
                <a:lnTo>
                  <a:pt x="181321" y="363"/>
                </a:lnTo>
                <a:lnTo>
                  <a:pt x="179932" y="278"/>
                </a:lnTo>
                <a:lnTo>
                  <a:pt x="178543" y="204"/>
                </a:lnTo>
                <a:lnTo>
                  <a:pt x="177152" y="142"/>
                </a:lnTo>
                <a:lnTo>
                  <a:pt x="175760" y="91"/>
                </a:lnTo>
                <a:lnTo>
                  <a:pt x="174367" y="51"/>
                </a:lnTo>
                <a:lnTo>
                  <a:pt x="172973" y="23"/>
                </a:lnTo>
                <a:lnTo>
                  <a:pt x="171578" y="6"/>
                </a:lnTo>
                <a:lnTo>
                  <a:pt x="170182" y="0"/>
                </a:lnTo>
                <a:lnTo>
                  <a:pt x="168786" y="6"/>
                </a:lnTo>
                <a:close/>
                <a:moveTo>
                  <a:pt x="117746" y="185645"/>
                </a:moveTo>
                <a:lnTo>
                  <a:pt x="117222" y="185622"/>
                </a:lnTo>
                <a:lnTo>
                  <a:pt x="116704" y="185582"/>
                </a:lnTo>
                <a:lnTo>
                  <a:pt x="116193" y="185527"/>
                </a:lnTo>
                <a:lnTo>
                  <a:pt x="115688" y="185457"/>
                </a:lnTo>
                <a:lnTo>
                  <a:pt x="115190" y="185370"/>
                </a:lnTo>
                <a:lnTo>
                  <a:pt x="114698" y="185268"/>
                </a:lnTo>
                <a:lnTo>
                  <a:pt x="114213" y="185150"/>
                </a:lnTo>
                <a:lnTo>
                  <a:pt x="113734" y="185016"/>
                </a:lnTo>
                <a:lnTo>
                  <a:pt x="113262" y="184867"/>
                </a:lnTo>
                <a:lnTo>
                  <a:pt x="112797" y="184701"/>
                </a:lnTo>
                <a:lnTo>
                  <a:pt x="112337" y="184520"/>
                </a:lnTo>
                <a:lnTo>
                  <a:pt x="111885" y="184324"/>
                </a:lnTo>
                <a:lnTo>
                  <a:pt x="111439" y="184111"/>
                </a:lnTo>
                <a:lnTo>
                  <a:pt x="110999" y="183883"/>
                </a:lnTo>
                <a:lnTo>
                  <a:pt x="110566" y="183639"/>
                </a:lnTo>
                <a:lnTo>
                  <a:pt x="110140" y="183380"/>
                </a:lnTo>
                <a:lnTo>
                  <a:pt x="109720" y="183104"/>
                </a:lnTo>
                <a:lnTo>
                  <a:pt x="109306" y="182813"/>
                </a:lnTo>
                <a:lnTo>
                  <a:pt x="108899" y="182506"/>
                </a:lnTo>
                <a:lnTo>
                  <a:pt x="108499" y="182184"/>
                </a:lnTo>
                <a:lnTo>
                  <a:pt x="108105" y="181846"/>
                </a:lnTo>
                <a:lnTo>
                  <a:pt x="107718" y="181492"/>
                </a:lnTo>
                <a:lnTo>
                  <a:pt x="107337" y="181122"/>
                </a:lnTo>
                <a:lnTo>
                  <a:pt x="106967" y="180741"/>
                </a:lnTo>
                <a:lnTo>
                  <a:pt x="106613" y="180354"/>
                </a:lnTo>
                <a:lnTo>
                  <a:pt x="106275" y="179960"/>
                </a:lnTo>
                <a:lnTo>
                  <a:pt x="105952" y="179559"/>
                </a:lnTo>
                <a:lnTo>
                  <a:pt x="105645" y="179152"/>
                </a:lnTo>
                <a:lnTo>
                  <a:pt x="105354" y="178739"/>
                </a:lnTo>
                <a:lnTo>
                  <a:pt x="105079" y="178319"/>
                </a:lnTo>
                <a:lnTo>
                  <a:pt x="104819" y="177892"/>
                </a:lnTo>
                <a:lnTo>
                  <a:pt x="104576" y="177459"/>
                </a:lnTo>
                <a:lnTo>
                  <a:pt x="104347" y="177020"/>
                </a:lnTo>
                <a:lnTo>
                  <a:pt x="104135" y="176574"/>
                </a:lnTo>
                <a:lnTo>
                  <a:pt x="103938" y="176121"/>
                </a:lnTo>
                <a:lnTo>
                  <a:pt x="103757" y="175662"/>
                </a:lnTo>
                <a:lnTo>
                  <a:pt x="103592" y="175197"/>
                </a:lnTo>
                <a:lnTo>
                  <a:pt x="103443" y="174724"/>
                </a:lnTo>
                <a:lnTo>
                  <a:pt x="103309" y="174246"/>
                </a:lnTo>
                <a:lnTo>
                  <a:pt x="103191" y="173761"/>
                </a:lnTo>
                <a:lnTo>
                  <a:pt x="103089" y="173269"/>
                </a:lnTo>
                <a:lnTo>
                  <a:pt x="103002" y="172771"/>
                </a:lnTo>
                <a:lnTo>
                  <a:pt x="102931" y="172266"/>
                </a:lnTo>
                <a:lnTo>
                  <a:pt x="102876" y="171755"/>
                </a:lnTo>
                <a:lnTo>
                  <a:pt x="102837" y="171237"/>
                </a:lnTo>
                <a:lnTo>
                  <a:pt x="102813" y="170713"/>
                </a:lnTo>
                <a:lnTo>
                  <a:pt x="102805" y="170182"/>
                </a:lnTo>
                <a:lnTo>
                  <a:pt x="102813" y="169651"/>
                </a:lnTo>
                <a:lnTo>
                  <a:pt x="102837" y="169127"/>
                </a:lnTo>
                <a:lnTo>
                  <a:pt x="102876" y="168609"/>
                </a:lnTo>
                <a:lnTo>
                  <a:pt x="102931" y="168098"/>
                </a:lnTo>
                <a:lnTo>
                  <a:pt x="103002" y="167593"/>
                </a:lnTo>
                <a:lnTo>
                  <a:pt x="103089" y="167095"/>
                </a:lnTo>
                <a:lnTo>
                  <a:pt x="103191" y="166604"/>
                </a:lnTo>
                <a:lnTo>
                  <a:pt x="103309" y="166118"/>
                </a:lnTo>
                <a:lnTo>
                  <a:pt x="103443" y="165640"/>
                </a:lnTo>
                <a:lnTo>
                  <a:pt x="103592" y="165168"/>
                </a:lnTo>
                <a:lnTo>
                  <a:pt x="103757" y="164702"/>
                </a:lnTo>
                <a:lnTo>
                  <a:pt x="103938" y="164243"/>
                </a:lnTo>
                <a:lnTo>
                  <a:pt x="104135" y="163790"/>
                </a:lnTo>
                <a:lnTo>
                  <a:pt x="104347" y="163344"/>
                </a:lnTo>
                <a:lnTo>
                  <a:pt x="104576" y="162905"/>
                </a:lnTo>
                <a:lnTo>
                  <a:pt x="104819" y="162472"/>
                </a:lnTo>
                <a:lnTo>
                  <a:pt x="105079" y="162045"/>
                </a:lnTo>
                <a:lnTo>
                  <a:pt x="105354" y="161625"/>
                </a:lnTo>
                <a:lnTo>
                  <a:pt x="105645" y="161212"/>
                </a:lnTo>
                <a:lnTo>
                  <a:pt x="105952" y="160805"/>
                </a:lnTo>
                <a:lnTo>
                  <a:pt x="106275" y="160405"/>
                </a:lnTo>
                <a:lnTo>
                  <a:pt x="106613" y="160011"/>
                </a:lnTo>
                <a:lnTo>
                  <a:pt x="106967" y="159623"/>
                </a:lnTo>
                <a:lnTo>
                  <a:pt x="107337" y="159242"/>
                </a:lnTo>
                <a:lnTo>
                  <a:pt x="107718" y="158873"/>
                </a:lnTo>
                <a:lnTo>
                  <a:pt x="108105" y="158519"/>
                </a:lnTo>
                <a:lnTo>
                  <a:pt x="108499" y="158180"/>
                </a:lnTo>
                <a:lnTo>
                  <a:pt x="108899" y="157858"/>
                </a:lnTo>
                <a:lnTo>
                  <a:pt x="109306" y="157551"/>
                </a:lnTo>
                <a:lnTo>
                  <a:pt x="109720" y="157260"/>
                </a:lnTo>
                <a:lnTo>
                  <a:pt x="110140" y="156985"/>
                </a:lnTo>
                <a:lnTo>
                  <a:pt x="110566" y="156725"/>
                </a:lnTo>
                <a:lnTo>
                  <a:pt x="110999" y="156481"/>
                </a:lnTo>
                <a:lnTo>
                  <a:pt x="111439" y="156253"/>
                </a:lnTo>
                <a:lnTo>
                  <a:pt x="111885" y="156041"/>
                </a:lnTo>
                <a:lnTo>
                  <a:pt x="112337" y="155844"/>
                </a:lnTo>
                <a:lnTo>
                  <a:pt x="112797" y="155663"/>
                </a:lnTo>
                <a:lnTo>
                  <a:pt x="113262" y="155498"/>
                </a:lnTo>
                <a:lnTo>
                  <a:pt x="113734" y="155348"/>
                </a:lnTo>
                <a:lnTo>
                  <a:pt x="114213" y="155215"/>
                </a:lnTo>
                <a:lnTo>
                  <a:pt x="114698" y="155097"/>
                </a:lnTo>
                <a:lnTo>
                  <a:pt x="115190" y="154994"/>
                </a:lnTo>
                <a:lnTo>
                  <a:pt x="115688" y="154908"/>
                </a:lnTo>
                <a:lnTo>
                  <a:pt x="116193" y="154837"/>
                </a:lnTo>
                <a:lnTo>
                  <a:pt x="116704" y="154782"/>
                </a:lnTo>
                <a:lnTo>
                  <a:pt x="117222" y="154742"/>
                </a:lnTo>
                <a:lnTo>
                  <a:pt x="117746" y="154719"/>
                </a:lnTo>
                <a:lnTo>
                  <a:pt x="118277" y="154711"/>
                </a:lnTo>
                <a:lnTo>
                  <a:pt x="118807" y="154719"/>
                </a:lnTo>
                <a:lnTo>
                  <a:pt x="119332" y="154742"/>
                </a:lnTo>
                <a:lnTo>
                  <a:pt x="119849" y="154782"/>
                </a:lnTo>
                <a:lnTo>
                  <a:pt x="120361" y="154837"/>
                </a:lnTo>
                <a:lnTo>
                  <a:pt x="120865" y="154908"/>
                </a:lnTo>
                <a:lnTo>
                  <a:pt x="121363" y="154994"/>
                </a:lnTo>
                <a:lnTo>
                  <a:pt x="121855" y="155097"/>
                </a:lnTo>
                <a:lnTo>
                  <a:pt x="122340" y="155215"/>
                </a:lnTo>
                <a:lnTo>
                  <a:pt x="122819" y="155348"/>
                </a:lnTo>
                <a:lnTo>
                  <a:pt x="123291" y="155498"/>
                </a:lnTo>
                <a:lnTo>
                  <a:pt x="123757" y="155663"/>
                </a:lnTo>
                <a:lnTo>
                  <a:pt x="124216" y="155844"/>
                </a:lnTo>
                <a:lnTo>
                  <a:pt x="124668" y="156041"/>
                </a:lnTo>
                <a:lnTo>
                  <a:pt x="125114" y="156253"/>
                </a:lnTo>
                <a:lnTo>
                  <a:pt x="125554" y="156481"/>
                </a:lnTo>
                <a:lnTo>
                  <a:pt x="125987" y="156725"/>
                </a:lnTo>
                <a:lnTo>
                  <a:pt x="126413" y="156985"/>
                </a:lnTo>
                <a:lnTo>
                  <a:pt x="126833" y="157260"/>
                </a:lnTo>
                <a:lnTo>
                  <a:pt x="127247" y="157551"/>
                </a:lnTo>
                <a:lnTo>
                  <a:pt x="127654" y="157858"/>
                </a:lnTo>
                <a:lnTo>
                  <a:pt x="128054" y="158180"/>
                </a:lnTo>
                <a:lnTo>
                  <a:pt x="128448" y="158519"/>
                </a:lnTo>
                <a:lnTo>
                  <a:pt x="128835" y="158873"/>
                </a:lnTo>
                <a:lnTo>
                  <a:pt x="129216" y="159242"/>
                </a:lnTo>
                <a:lnTo>
                  <a:pt x="129586" y="159623"/>
                </a:lnTo>
                <a:lnTo>
                  <a:pt x="129940" y="160011"/>
                </a:lnTo>
                <a:lnTo>
                  <a:pt x="130278" y="160405"/>
                </a:lnTo>
                <a:lnTo>
                  <a:pt x="130601" y="160805"/>
                </a:lnTo>
                <a:lnTo>
                  <a:pt x="130908" y="161212"/>
                </a:lnTo>
                <a:lnTo>
                  <a:pt x="131199" y="161625"/>
                </a:lnTo>
                <a:lnTo>
                  <a:pt x="131474" y="162045"/>
                </a:lnTo>
                <a:lnTo>
                  <a:pt x="131734" y="162472"/>
                </a:lnTo>
                <a:lnTo>
                  <a:pt x="131978" y="162905"/>
                </a:lnTo>
                <a:lnTo>
                  <a:pt x="132206" y="163344"/>
                </a:lnTo>
                <a:lnTo>
                  <a:pt x="132418" y="163790"/>
                </a:lnTo>
                <a:lnTo>
                  <a:pt x="132615" y="164243"/>
                </a:lnTo>
                <a:lnTo>
                  <a:pt x="132796" y="164702"/>
                </a:lnTo>
                <a:lnTo>
                  <a:pt x="132961" y="165168"/>
                </a:lnTo>
                <a:lnTo>
                  <a:pt x="133110" y="165640"/>
                </a:lnTo>
                <a:lnTo>
                  <a:pt x="133244" y="166118"/>
                </a:lnTo>
                <a:lnTo>
                  <a:pt x="133362" y="166604"/>
                </a:lnTo>
                <a:lnTo>
                  <a:pt x="133464" y="167095"/>
                </a:lnTo>
                <a:lnTo>
                  <a:pt x="133551" y="167593"/>
                </a:lnTo>
                <a:lnTo>
                  <a:pt x="133622" y="168098"/>
                </a:lnTo>
                <a:lnTo>
                  <a:pt x="133677" y="168609"/>
                </a:lnTo>
                <a:lnTo>
                  <a:pt x="133716" y="169127"/>
                </a:lnTo>
                <a:lnTo>
                  <a:pt x="133740" y="169651"/>
                </a:lnTo>
                <a:lnTo>
                  <a:pt x="133748" y="170182"/>
                </a:lnTo>
                <a:lnTo>
                  <a:pt x="133740" y="170713"/>
                </a:lnTo>
                <a:lnTo>
                  <a:pt x="133716" y="171237"/>
                </a:lnTo>
                <a:lnTo>
                  <a:pt x="133677" y="171755"/>
                </a:lnTo>
                <a:lnTo>
                  <a:pt x="133622" y="172266"/>
                </a:lnTo>
                <a:lnTo>
                  <a:pt x="133551" y="172771"/>
                </a:lnTo>
                <a:lnTo>
                  <a:pt x="133464" y="173269"/>
                </a:lnTo>
                <a:lnTo>
                  <a:pt x="133362" y="173761"/>
                </a:lnTo>
                <a:lnTo>
                  <a:pt x="133244" y="174246"/>
                </a:lnTo>
                <a:lnTo>
                  <a:pt x="133110" y="174724"/>
                </a:lnTo>
                <a:lnTo>
                  <a:pt x="132961" y="175197"/>
                </a:lnTo>
                <a:lnTo>
                  <a:pt x="132796" y="175662"/>
                </a:lnTo>
                <a:lnTo>
                  <a:pt x="132615" y="176121"/>
                </a:lnTo>
                <a:lnTo>
                  <a:pt x="132418" y="176574"/>
                </a:lnTo>
                <a:lnTo>
                  <a:pt x="132206" y="177020"/>
                </a:lnTo>
                <a:lnTo>
                  <a:pt x="131978" y="177459"/>
                </a:lnTo>
                <a:lnTo>
                  <a:pt x="131734" y="177892"/>
                </a:lnTo>
                <a:lnTo>
                  <a:pt x="131474" y="178319"/>
                </a:lnTo>
                <a:lnTo>
                  <a:pt x="131199" y="178739"/>
                </a:lnTo>
                <a:lnTo>
                  <a:pt x="130908" y="179152"/>
                </a:lnTo>
                <a:lnTo>
                  <a:pt x="130601" y="179559"/>
                </a:lnTo>
                <a:lnTo>
                  <a:pt x="130278" y="179960"/>
                </a:lnTo>
                <a:lnTo>
                  <a:pt x="129940" y="180354"/>
                </a:lnTo>
                <a:lnTo>
                  <a:pt x="129586" y="180741"/>
                </a:lnTo>
                <a:lnTo>
                  <a:pt x="129216" y="181122"/>
                </a:lnTo>
                <a:lnTo>
                  <a:pt x="128835" y="181492"/>
                </a:lnTo>
                <a:lnTo>
                  <a:pt x="128448" y="181846"/>
                </a:lnTo>
                <a:lnTo>
                  <a:pt x="128054" y="182184"/>
                </a:lnTo>
                <a:lnTo>
                  <a:pt x="127654" y="182506"/>
                </a:lnTo>
                <a:lnTo>
                  <a:pt x="127247" y="182813"/>
                </a:lnTo>
                <a:lnTo>
                  <a:pt x="126833" y="183104"/>
                </a:lnTo>
                <a:lnTo>
                  <a:pt x="126413" y="183380"/>
                </a:lnTo>
                <a:lnTo>
                  <a:pt x="125987" y="183639"/>
                </a:lnTo>
                <a:lnTo>
                  <a:pt x="125554" y="183883"/>
                </a:lnTo>
                <a:lnTo>
                  <a:pt x="125114" y="184111"/>
                </a:lnTo>
                <a:lnTo>
                  <a:pt x="124668" y="184324"/>
                </a:lnTo>
                <a:lnTo>
                  <a:pt x="124216" y="184520"/>
                </a:lnTo>
                <a:lnTo>
                  <a:pt x="123757" y="184701"/>
                </a:lnTo>
                <a:lnTo>
                  <a:pt x="123291" y="184867"/>
                </a:lnTo>
                <a:lnTo>
                  <a:pt x="122819" y="185016"/>
                </a:lnTo>
                <a:lnTo>
                  <a:pt x="122340" y="185150"/>
                </a:lnTo>
                <a:lnTo>
                  <a:pt x="121855" y="185268"/>
                </a:lnTo>
                <a:lnTo>
                  <a:pt x="121363" y="185370"/>
                </a:lnTo>
                <a:lnTo>
                  <a:pt x="120865" y="185457"/>
                </a:lnTo>
                <a:lnTo>
                  <a:pt x="120361" y="185527"/>
                </a:lnTo>
                <a:lnTo>
                  <a:pt x="119849" y="185582"/>
                </a:lnTo>
                <a:lnTo>
                  <a:pt x="119332" y="185622"/>
                </a:lnTo>
                <a:lnTo>
                  <a:pt x="118807" y="185645"/>
                </a:lnTo>
                <a:lnTo>
                  <a:pt x="118277" y="185653"/>
                </a:lnTo>
                <a:lnTo>
                  <a:pt x="117746" y="185645"/>
                </a:lnTo>
                <a:close/>
                <a:moveTo>
                  <a:pt x="164931" y="225584"/>
                </a:moveTo>
                <a:lnTo>
                  <a:pt x="164706" y="225746"/>
                </a:lnTo>
                <a:lnTo>
                  <a:pt x="164478" y="225902"/>
                </a:lnTo>
                <a:lnTo>
                  <a:pt x="164248" y="226050"/>
                </a:lnTo>
                <a:lnTo>
                  <a:pt x="164015" y="226191"/>
                </a:lnTo>
                <a:lnTo>
                  <a:pt x="163780" y="226325"/>
                </a:lnTo>
                <a:lnTo>
                  <a:pt x="163542" y="226451"/>
                </a:lnTo>
                <a:lnTo>
                  <a:pt x="163302" y="226571"/>
                </a:lnTo>
                <a:lnTo>
                  <a:pt x="163060" y="226683"/>
                </a:lnTo>
                <a:lnTo>
                  <a:pt x="162814" y="226788"/>
                </a:lnTo>
                <a:lnTo>
                  <a:pt x="162567" y="226886"/>
                </a:lnTo>
                <a:lnTo>
                  <a:pt x="162317" y="226977"/>
                </a:lnTo>
                <a:lnTo>
                  <a:pt x="162064" y="227060"/>
                </a:lnTo>
                <a:lnTo>
                  <a:pt x="161809" y="227136"/>
                </a:lnTo>
                <a:lnTo>
                  <a:pt x="161551" y="227205"/>
                </a:lnTo>
                <a:lnTo>
                  <a:pt x="161291" y="227267"/>
                </a:lnTo>
                <a:lnTo>
                  <a:pt x="161028" y="227322"/>
                </a:lnTo>
                <a:lnTo>
                  <a:pt x="160763" y="227369"/>
                </a:lnTo>
                <a:lnTo>
                  <a:pt x="160496" y="227409"/>
                </a:lnTo>
                <a:lnTo>
                  <a:pt x="160226" y="227442"/>
                </a:lnTo>
                <a:lnTo>
                  <a:pt x="159953" y="227468"/>
                </a:lnTo>
                <a:lnTo>
                  <a:pt x="159678" y="227487"/>
                </a:lnTo>
                <a:lnTo>
                  <a:pt x="159400" y="227498"/>
                </a:lnTo>
                <a:lnTo>
                  <a:pt x="159120" y="227503"/>
                </a:lnTo>
                <a:lnTo>
                  <a:pt x="158559" y="227492"/>
                </a:lnTo>
                <a:lnTo>
                  <a:pt x="158013" y="227459"/>
                </a:lnTo>
                <a:lnTo>
                  <a:pt x="157483" y="227404"/>
                </a:lnTo>
                <a:lnTo>
                  <a:pt x="156969" y="227326"/>
                </a:lnTo>
                <a:lnTo>
                  <a:pt x="156471" y="227226"/>
                </a:lnTo>
                <a:lnTo>
                  <a:pt x="155988" y="227104"/>
                </a:lnTo>
                <a:lnTo>
                  <a:pt x="155521" y="226959"/>
                </a:lnTo>
                <a:lnTo>
                  <a:pt x="155070" y="226792"/>
                </a:lnTo>
                <a:lnTo>
                  <a:pt x="154635" y="226603"/>
                </a:lnTo>
                <a:lnTo>
                  <a:pt x="154216" y="226391"/>
                </a:lnTo>
                <a:lnTo>
                  <a:pt x="153812" y="226157"/>
                </a:lnTo>
                <a:lnTo>
                  <a:pt x="153424" y="225900"/>
                </a:lnTo>
                <a:lnTo>
                  <a:pt x="153052" y="225621"/>
                </a:lnTo>
                <a:lnTo>
                  <a:pt x="152695" y="225320"/>
                </a:lnTo>
                <a:lnTo>
                  <a:pt x="152355" y="224996"/>
                </a:lnTo>
                <a:lnTo>
                  <a:pt x="152030" y="224650"/>
                </a:lnTo>
                <a:lnTo>
                  <a:pt x="151721" y="224281"/>
                </a:lnTo>
                <a:lnTo>
                  <a:pt x="151427" y="223890"/>
                </a:lnTo>
                <a:lnTo>
                  <a:pt x="151150" y="223477"/>
                </a:lnTo>
                <a:lnTo>
                  <a:pt x="150888" y="223041"/>
                </a:lnTo>
                <a:lnTo>
                  <a:pt x="150642" y="222583"/>
                </a:lnTo>
                <a:lnTo>
                  <a:pt x="150411" y="222103"/>
                </a:lnTo>
                <a:lnTo>
                  <a:pt x="150197" y="221600"/>
                </a:lnTo>
                <a:lnTo>
                  <a:pt x="149998" y="221075"/>
                </a:lnTo>
                <a:lnTo>
                  <a:pt x="149820" y="220542"/>
                </a:lnTo>
                <a:lnTo>
                  <a:pt x="149669" y="220017"/>
                </a:lnTo>
                <a:lnTo>
                  <a:pt x="149544" y="219499"/>
                </a:lnTo>
                <a:lnTo>
                  <a:pt x="149446" y="218989"/>
                </a:lnTo>
                <a:lnTo>
                  <a:pt x="149373" y="218485"/>
                </a:lnTo>
                <a:lnTo>
                  <a:pt x="149327" y="217990"/>
                </a:lnTo>
                <a:lnTo>
                  <a:pt x="149308" y="217501"/>
                </a:lnTo>
                <a:lnTo>
                  <a:pt x="149315" y="217020"/>
                </a:lnTo>
                <a:lnTo>
                  <a:pt x="149348" y="216547"/>
                </a:lnTo>
                <a:lnTo>
                  <a:pt x="149408" y="216081"/>
                </a:lnTo>
                <a:lnTo>
                  <a:pt x="149493" y="215622"/>
                </a:lnTo>
                <a:lnTo>
                  <a:pt x="149606" y="215170"/>
                </a:lnTo>
                <a:lnTo>
                  <a:pt x="149744" y="214726"/>
                </a:lnTo>
                <a:lnTo>
                  <a:pt x="149909" y="214290"/>
                </a:lnTo>
                <a:lnTo>
                  <a:pt x="150101" y="213861"/>
                </a:lnTo>
                <a:lnTo>
                  <a:pt x="150318" y="213439"/>
                </a:lnTo>
                <a:lnTo>
                  <a:pt x="150563" y="213024"/>
                </a:lnTo>
                <a:lnTo>
                  <a:pt x="150833" y="212617"/>
                </a:lnTo>
                <a:lnTo>
                  <a:pt x="151130" y="212217"/>
                </a:lnTo>
                <a:lnTo>
                  <a:pt x="151453" y="211825"/>
                </a:lnTo>
                <a:lnTo>
                  <a:pt x="151802" y="211440"/>
                </a:lnTo>
                <a:lnTo>
                  <a:pt x="152178" y="211063"/>
                </a:lnTo>
                <a:lnTo>
                  <a:pt x="152581" y="210692"/>
                </a:lnTo>
                <a:lnTo>
                  <a:pt x="153009" y="210330"/>
                </a:lnTo>
                <a:lnTo>
                  <a:pt x="154584" y="209027"/>
                </a:lnTo>
                <a:lnTo>
                  <a:pt x="156092" y="207693"/>
                </a:lnTo>
                <a:lnTo>
                  <a:pt x="157533" y="206326"/>
                </a:lnTo>
                <a:lnTo>
                  <a:pt x="158907" y="204928"/>
                </a:lnTo>
                <a:lnTo>
                  <a:pt x="160213" y="203496"/>
                </a:lnTo>
                <a:lnTo>
                  <a:pt x="161452" y="202033"/>
                </a:lnTo>
                <a:lnTo>
                  <a:pt x="162624" y="200538"/>
                </a:lnTo>
                <a:lnTo>
                  <a:pt x="163729" y="199010"/>
                </a:lnTo>
                <a:lnTo>
                  <a:pt x="164767" y="197450"/>
                </a:lnTo>
                <a:lnTo>
                  <a:pt x="165737" y="195858"/>
                </a:lnTo>
                <a:lnTo>
                  <a:pt x="166641" y="194233"/>
                </a:lnTo>
                <a:lnTo>
                  <a:pt x="167477" y="192576"/>
                </a:lnTo>
                <a:lnTo>
                  <a:pt x="168246" y="190887"/>
                </a:lnTo>
                <a:lnTo>
                  <a:pt x="168947" y="189166"/>
                </a:lnTo>
                <a:lnTo>
                  <a:pt x="169582" y="187413"/>
                </a:lnTo>
                <a:lnTo>
                  <a:pt x="170150" y="185627"/>
                </a:lnTo>
                <a:lnTo>
                  <a:pt x="170650" y="183809"/>
                </a:lnTo>
                <a:lnTo>
                  <a:pt x="171083" y="181959"/>
                </a:lnTo>
                <a:lnTo>
                  <a:pt x="171449" y="180077"/>
                </a:lnTo>
                <a:lnTo>
                  <a:pt x="171748" y="178163"/>
                </a:lnTo>
                <a:lnTo>
                  <a:pt x="171979" y="176216"/>
                </a:lnTo>
                <a:lnTo>
                  <a:pt x="172143" y="174237"/>
                </a:lnTo>
                <a:lnTo>
                  <a:pt x="172241" y="172226"/>
                </a:lnTo>
                <a:lnTo>
                  <a:pt x="172271" y="170182"/>
                </a:lnTo>
                <a:lnTo>
                  <a:pt x="172236" y="168141"/>
                </a:lnTo>
                <a:lnTo>
                  <a:pt x="172135" y="166132"/>
                </a:lnTo>
                <a:lnTo>
                  <a:pt x="171968" y="164155"/>
                </a:lnTo>
                <a:lnTo>
                  <a:pt x="171734" y="162209"/>
                </a:lnTo>
                <a:lnTo>
                  <a:pt x="171433" y="160295"/>
                </a:lnTo>
                <a:lnTo>
                  <a:pt x="171066" y="158413"/>
                </a:lnTo>
                <a:lnTo>
                  <a:pt x="170633" y="156563"/>
                </a:lnTo>
                <a:lnTo>
                  <a:pt x="170133" y="154744"/>
                </a:lnTo>
                <a:lnTo>
                  <a:pt x="169566" y="152957"/>
                </a:lnTo>
                <a:lnTo>
                  <a:pt x="168933" y="151201"/>
                </a:lnTo>
                <a:lnTo>
                  <a:pt x="168233" y="149478"/>
                </a:lnTo>
                <a:lnTo>
                  <a:pt x="167467" y="147786"/>
                </a:lnTo>
                <a:lnTo>
                  <a:pt x="166635" y="146126"/>
                </a:lnTo>
                <a:lnTo>
                  <a:pt x="165736" y="144497"/>
                </a:lnTo>
                <a:lnTo>
                  <a:pt x="164770" y="142900"/>
                </a:lnTo>
                <a:lnTo>
                  <a:pt x="163738" y="141335"/>
                </a:lnTo>
                <a:lnTo>
                  <a:pt x="162639" y="139802"/>
                </a:lnTo>
                <a:lnTo>
                  <a:pt x="161474" y="138301"/>
                </a:lnTo>
                <a:lnTo>
                  <a:pt x="160242" y="136831"/>
                </a:lnTo>
                <a:lnTo>
                  <a:pt x="158944" y="135393"/>
                </a:lnTo>
                <a:lnTo>
                  <a:pt x="157580" y="133986"/>
                </a:lnTo>
                <a:lnTo>
                  <a:pt x="156148" y="132611"/>
                </a:lnTo>
                <a:lnTo>
                  <a:pt x="154651" y="131269"/>
                </a:lnTo>
                <a:lnTo>
                  <a:pt x="153087" y="129957"/>
                </a:lnTo>
                <a:lnTo>
                  <a:pt x="152817" y="129744"/>
                </a:lnTo>
                <a:lnTo>
                  <a:pt x="152557" y="129525"/>
                </a:lnTo>
                <a:lnTo>
                  <a:pt x="152307" y="129301"/>
                </a:lnTo>
                <a:lnTo>
                  <a:pt x="152067" y="129070"/>
                </a:lnTo>
                <a:lnTo>
                  <a:pt x="151837" y="128835"/>
                </a:lnTo>
                <a:lnTo>
                  <a:pt x="151618" y="128594"/>
                </a:lnTo>
                <a:lnTo>
                  <a:pt x="151408" y="128347"/>
                </a:lnTo>
                <a:lnTo>
                  <a:pt x="151208" y="128094"/>
                </a:lnTo>
                <a:lnTo>
                  <a:pt x="151019" y="127836"/>
                </a:lnTo>
                <a:lnTo>
                  <a:pt x="150839" y="127573"/>
                </a:lnTo>
                <a:lnTo>
                  <a:pt x="150669" y="127304"/>
                </a:lnTo>
                <a:lnTo>
                  <a:pt x="150509" y="127029"/>
                </a:lnTo>
                <a:lnTo>
                  <a:pt x="150360" y="126749"/>
                </a:lnTo>
                <a:lnTo>
                  <a:pt x="150220" y="126463"/>
                </a:lnTo>
                <a:lnTo>
                  <a:pt x="150091" y="126171"/>
                </a:lnTo>
                <a:lnTo>
                  <a:pt x="149971" y="125874"/>
                </a:lnTo>
                <a:lnTo>
                  <a:pt x="149861" y="125572"/>
                </a:lnTo>
                <a:lnTo>
                  <a:pt x="149762" y="125263"/>
                </a:lnTo>
                <a:lnTo>
                  <a:pt x="149672" y="124950"/>
                </a:lnTo>
                <a:lnTo>
                  <a:pt x="149593" y="124630"/>
                </a:lnTo>
                <a:lnTo>
                  <a:pt x="149523" y="124305"/>
                </a:lnTo>
                <a:lnTo>
                  <a:pt x="149464" y="123975"/>
                </a:lnTo>
                <a:lnTo>
                  <a:pt x="149414" y="123639"/>
                </a:lnTo>
                <a:lnTo>
                  <a:pt x="149375" y="123297"/>
                </a:lnTo>
                <a:lnTo>
                  <a:pt x="149346" y="122954"/>
                </a:lnTo>
                <a:lnTo>
                  <a:pt x="149328" y="122615"/>
                </a:lnTo>
                <a:lnTo>
                  <a:pt x="149321" y="122279"/>
                </a:lnTo>
                <a:lnTo>
                  <a:pt x="149324" y="121947"/>
                </a:lnTo>
                <a:lnTo>
                  <a:pt x="149339" y="121618"/>
                </a:lnTo>
                <a:lnTo>
                  <a:pt x="149365" y="121293"/>
                </a:lnTo>
                <a:lnTo>
                  <a:pt x="149401" y="120971"/>
                </a:lnTo>
                <a:lnTo>
                  <a:pt x="149449" y="120652"/>
                </a:lnTo>
                <a:lnTo>
                  <a:pt x="149507" y="120338"/>
                </a:lnTo>
                <a:lnTo>
                  <a:pt x="149577" y="120026"/>
                </a:lnTo>
                <a:lnTo>
                  <a:pt x="149657" y="119718"/>
                </a:lnTo>
                <a:lnTo>
                  <a:pt x="149748" y="119414"/>
                </a:lnTo>
                <a:lnTo>
                  <a:pt x="149850" y="119113"/>
                </a:lnTo>
                <a:lnTo>
                  <a:pt x="149963" y="118816"/>
                </a:lnTo>
                <a:lnTo>
                  <a:pt x="150087" y="118522"/>
                </a:lnTo>
                <a:lnTo>
                  <a:pt x="150222" y="118231"/>
                </a:lnTo>
                <a:lnTo>
                  <a:pt x="150368" y="117944"/>
                </a:lnTo>
                <a:lnTo>
                  <a:pt x="150524" y="117661"/>
                </a:lnTo>
                <a:lnTo>
                  <a:pt x="150692" y="117381"/>
                </a:lnTo>
                <a:lnTo>
                  <a:pt x="150871" y="117104"/>
                </a:lnTo>
                <a:lnTo>
                  <a:pt x="151060" y="116831"/>
                </a:lnTo>
                <a:lnTo>
                  <a:pt x="151261" y="116562"/>
                </a:lnTo>
                <a:lnTo>
                  <a:pt x="151472" y="116296"/>
                </a:lnTo>
                <a:lnTo>
                  <a:pt x="151694" y="116033"/>
                </a:lnTo>
                <a:lnTo>
                  <a:pt x="151909" y="115781"/>
                </a:lnTo>
                <a:lnTo>
                  <a:pt x="152128" y="115538"/>
                </a:lnTo>
                <a:lnTo>
                  <a:pt x="152353" y="115305"/>
                </a:lnTo>
                <a:lnTo>
                  <a:pt x="152582" y="115081"/>
                </a:lnTo>
                <a:lnTo>
                  <a:pt x="152817" y="114866"/>
                </a:lnTo>
                <a:lnTo>
                  <a:pt x="153056" y="114660"/>
                </a:lnTo>
                <a:lnTo>
                  <a:pt x="153301" y="114464"/>
                </a:lnTo>
                <a:lnTo>
                  <a:pt x="153550" y="114276"/>
                </a:lnTo>
                <a:lnTo>
                  <a:pt x="153805" y="114099"/>
                </a:lnTo>
                <a:lnTo>
                  <a:pt x="154064" y="113930"/>
                </a:lnTo>
                <a:lnTo>
                  <a:pt x="154328" y="113771"/>
                </a:lnTo>
                <a:lnTo>
                  <a:pt x="154598" y="113621"/>
                </a:lnTo>
                <a:lnTo>
                  <a:pt x="154872" y="113480"/>
                </a:lnTo>
                <a:lnTo>
                  <a:pt x="155151" y="113349"/>
                </a:lnTo>
                <a:lnTo>
                  <a:pt x="155435" y="113227"/>
                </a:lnTo>
                <a:lnTo>
                  <a:pt x="155724" y="113114"/>
                </a:lnTo>
                <a:lnTo>
                  <a:pt x="156018" y="113010"/>
                </a:lnTo>
                <a:lnTo>
                  <a:pt x="156317" y="112916"/>
                </a:lnTo>
                <a:lnTo>
                  <a:pt x="156621" y="112831"/>
                </a:lnTo>
                <a:lnTo>
                  <a:pt x="156930" y="112756"/>
                </a:lnTo>
                <a:lnTo>
                  <a:pt x="157244" y="112689"/>
                </a:lnTo>
                <a:lnTo>
                  <a:pt x="157563" y="112632"/>
                </a:lnTo>
                <a:lnTo>
                  <a:pt x="157887" y="112584"/>
                </a:lnTo>
                <a:lnTo>
                  <a:pt x="158216" y="112546"/>
                </a:lnTo>
                <a:lnTo>
                  <a:pt x="158546" y="112517"/>
                </a:lnTo>
                <a:lnTo>
                  <a:pt x="158873" y="112498"/>
                </a:lnTo>
                <a:lnTo>
                  <a:pt x="159197" y="112490"/>
                </a:lnTo>
                <a:lnTo>
                  <a:pt x="159517" y="112491"/>
                </a:lnTo>
                <a:lnTo>
                  <a:pt x="159835" y="112503"/>
                </a:lnTo>
                <a:lnTo>
                  <a:pt x="160150" y="112524"/>
                </a:lnTo>
                <a:lnTo>
                  <a:pt x="160462" y="112556"/>
                </a:lnTo>
                <a:lnTo>
                  <a:pt x="160771" y="112598"/>
                </a:lnTo>
                <a:lnTo>
                  <a:pt x="161077" y="112650"/>
                </a:lnTo>
                <a:lnTo>
                  <a:pt x="161380" y="112712"/>
                </a:lnTo>
                <a:lnTo>
                  <a:pt x="161680" y="112784"/>
                </a:lnTo>
                <a:lnTo>
                  <a:pt x="161977" y="112866"/>
                </a:lnTo>
                <a:lnTo>
                  <a:pt x="162271" y="112959"/>
                </a:lnTo>
                <a:lnTo>
                  <a:pt x="162562" y="113061"/>
                </a:lnTo>
                <a:lnTo>
                  <a:pt x="162850" y="113174"/>
                </a:lnTo>
                <a:lnTo>
                  <a:pt x="163135" y="113296"/>
                </a:lnTo>
                <a:lnTo>
                  <a:pt x="163417" y="113429"/>
                </a:lnTo>
                <a:lnTo>
                  <a:pt x="163697" y="113572"/>
                </a:lnTo>
                <a:lnTo>
                  <a:pt x="163973" y="113725"/>
                </a:lnTo>
                <a:lnTo>
                  <a:pt x="164246" y="113888"/>
                </a:lnTo>
                <a:lnTo>
                  <a:pt x="164516" y="114061"/>
                </a:lnTo>
                <a:lnTo>
                  <a:pt x="164783" y="114244"/>
                </a:lnTo>
                <a:lnTo>
                  <a:pt x="165047" y="114437"/>
                </a:lnTo>
                <a:lnTo>
                  <a:pt x="165309" y="114641"/>
                </a:lnTo>
                <a:lnTo>
                  <a:pt x="165821" y="115059"/>
                </a:lnTo>
                <a:lnTo>
                  <a:pt x="166330" y="115482"/>
                </a:lnTo>
                <a:lnTo>
                  <a:pt x="166834" y="115908"/>
                </a:lnTo>
                <a:lnTo>
                  <a:pt x="167333" y="116340"/>
                </a:lnTo>
                <a:lnTo>
                  <a:pt x="167828" y="116775"/>
                </a:lnTo>
                <a:lnTo>
                  <a:pt x="168319" y="117215"/>
                </a:lnTo>
                <a:lnTo>
                  <a:pt x="168806" y="117659"/>
                </a:lnTo>
                <a:lnTo>
                  <a:pt x="169288" y="118107"/>
                </a:lnTo>
                <a:lnTo>
                  <a:pt x="169766" y="118560"/>
                </a:lnTo>
                <a:lnTo>
                  <a:pt x="170239" y="119017"/>
                </a:lnTo>
                <a:lnTo>
                  <a:pt x="170708" y="119478"/>
                </a:lnTo>
                <a:lnTo>
                  <a:pt x="171173" y="119944"/>
                </a:lnTo>
                <a:lnTo>
                  <a:pt x="171633" y="120414"/>
                </a:lnTo>
                <a:lnTo>
                  <a:pt x="172089" y="120888"/>
                </a:lnTo>
                <a:lnTo>
                  <a:pt x="172541" y="121366"/>
                </a:lnTo>
                <a:lnTo>
                  <a:pt x="172988" y="121849"/>
                </a:lnTo>
                <a:lnTo>
                  <a:pt x="173431" y="122336"/>
                </a:lnTo>
                <a:lnTo>
                  <a:pt x="173869" y="122828"/>
                </a:lnTo>
                <a:lnTo>
                  <a:pt x="174303" y="123324"/>
                </a:lnTo>
                <a:lnTo>
                  <a:pt x="174733" y="123824"/>
                </a:lnTo>
                <a:lnTo>
                  <a:pt x="175159" y="124328"/>
                </a:lnTo>
                <a:lnTo>
                  <a:pt x="175580" y="124837"/>
                </a:lnTo>
                <a:lnTo>
                  <a:pt x="175996" y="125350"/>
                </a:lnTo>
                <a:lnTo>
                  <a:pt x="176409" y="125867"/>
                </a:lnTo>
                <a:lnTo>
                  <a:pt x="176816" y="126388"/>
                </a:lnTo>
                <a:lnTo>
                  <a:pt x="177219" y="126913"/>
                </a:lnTo>
                <a:lnTo>
                  <a:pt x="177616" y="127440"/>
                </a:lnTo>
                <a:lnTo>
                  <a:pt x="178008" y="127971"/>
                </a:lnTo>
                <a:lnTo>
                  <a:pt x="178395" y="128505"/>
                </a:lnTo>
                <a:lnTo>
                  <a:pt x="178776" y="129043"/>
                </a:lnTo>
                <a:lnTo>
                  <a:pt x="179152" y="129583"/>
                </a:lnTo>
                <a:lnTo>
                  <a:pt x="179524" y="130127"/>
                </a:lnTo>
                <a:lnTo>
                  <a:pt x="179890" y="130674"/>
                </a:lnTo>
                <a:lnTo>
                  <a:pt x="180250" y="131224"/>
                </a:lnTo>
                <a:lnTo>
                  <a:pt x="180606" y="131778"/>
                </a:lnTo>
                <a:lnTo>
                  <a:pt x="180956" y="132335"/>
                </a:lnTo>
                <a:lnTo>
                  <a:pt x="181301" y="132895"/>
                </a:lnTo>
                <a:lnTo>
                  <a:pt x="181641" y="133458"/>
                </a:lnTo>
                <a:lnTo>
                  <a:pt x="181976" y="134025"/>
                </a:lnTo>
                <a:lnTo>
                  <a:pt x="182305" y="134594"/>
                </a:lnTo>
                <a:lnTo>
                  <a:pt x="182630" y="135167"/>
                </a:lnTo>
                <a:lnTo>
                  <a:pt x="182949" y="135743"/>
                </a:lnTo>
                <a:lnTo>
                  <a:pt x="183263" y="136323"/>
                </a:lnTo>
                <a:lnTo>
                  <a:pt x="183571" y="136906"/>
                </a:lnTo>
                <a:lnTo>
                  <a:pt x="183875" y="137492"/>
                </a:lnTo>
                <a:lnTo>
                  <a:pt x="184173" y="138081"/>
                </a:lnTo>
                <a:lnTo>
                  <a:pt x="184466" y="138673"/>
                </a:lnTo>
                <a:lnTo>
                  <a:pt x="184754" y="139269"/>
                </a:lnTo>
                <a:lnTo>
                  <a:pt x="185036" y="139867"/>
                </a:lnTo>
                <a:lnTo>
                  <a:pt x="185313" y="140467"/>
                </a:lnTo>
                <a:lnTo>
                  <a:pt x="185584" y="141070"/>
                </a:lnTo>
                <a:lnTo>
                  <a:pt x="185849" y="141674"/>
                </a:lnTo>
                <a:lnTo>
                  <a:pt x="186108" y="142280"/>
                </a:lnTo>
                <a:lnTo>
                  <a:pt x="186361" y="142889"/>
                </a:lnTo>
                <a:lnTo>
                  <a:pt x="186609" y="143499"/>
                </a:lnTo>
                <a:lnTo>
                  <a:pt x="186851" y="144112"/>
                </a:lnTo>
                <a:lnTo>
                  <a:pt x="187087" y="144726"/>
                </a:lnTo>
                <a:lnTo>
                  <a:pt x="187317" y="145342"/>
                </a:lnTo>
                <a:lnTo>
                  <a:pt x="187541" y="145961"/>
                </a:lnTo>
                <a:lnTo>
                  <a:pt x="187760" y="146581"/>
                </a:lnTo>
                <a:lnTo>
                  <a:pt x="187973" y="147204"/>
                </a:lnTo>
                <a:lnTo>
                  <a:pt x="188180" y="147828"/>
                </a:lnTo>
                <a:lnTo>
                  <a:pt x="188381" y="148454"/>
                </a:lnTo>
                <a:lnTo>
                  <a:pt x="188577" y="149083"/>
                </a:lnTo>
                <a:lnTo>
                  <a:pt x="188766" y="149713"/>
                </a:lnTo>
                <a:lnTo>
                  <a:pt x="188950" y="150346"/>
                </a:lnTo>
                <a:lnTo>
                  <a:pt x="189128" y="150980"/>
                </a:lnTo>
                <a:lnTo>
                  <a:pt x="189301" y="151617"/>
                </a:lnTo>
                <a:lnTo>
                  <a:pt x="189467" y="152255"/>
                </a:lnTo>
                <a:lnTo>
                  <a:pt x="189628" y="152896"/>
                </a:lnTo>
                <a:lnTo>
                  <a:pt x="189783" y="153538"/>
                </a:lnTo>
                <a:lnTo>
                  <a:pt x="189932" y="154183"/>
                </a:lnTo>
                <a:lnTo>
                  <a:pt x="190075" y="154829"/>
                </a:lnTo>
                <a:lnTo>
                  <a:pt x="190212" y="155476"/>
                </a:lnTo>
                <a:lnTo>
                  <a:pt x="190343" y="156123"/>
                </a:lnTo>
                <a:lnTo>
                  <a:pt x="190468" y="156771"/>
                </a:lnTo>
                <a:lnTo>
                  <a:pt x="190587" y="157419"/>
                </a:lnTo>
                <a:lnTo>
                  <a:pt x="190700" y="158069"/>
                </a:lnTo>
                <a:lnTo>
                  <a:pt x="190806" y="158719"/>
                </a:lnTo>
                <a:lnTo>
                  <a:pt x="190907" y="159369"/>
                </a:lnTo>
                <a:lnTo>
                  <a:pt x="191001" y="160021"/>
                </a:lnTo>
                <a:lnTo>
                  <a:pt x="191090" y="160673"/>
                </a:lnTo>
                <a:lnTo>
                  <a:pt x="191172" y="161325"/>
                </a:lnTo>
                <a:lnTo>
                  <a:pt x="191248" y="161979"/>
                </a:lnTo>
                <a:lnTo>
                  <a:pt x="191318" y="162633"/>
                </a:lnTo>
                <a:lnTo>
                  <a:pt x="191382" y="163288"/>
                </a:lnTo>
                <a:lnTo>
                  <a:pt x="191440" y="163943"/>
                </a:lnTo>
                <a:lnTo>
                  <a:pt x="191492" y="164599"/>
                </a:lnTo>
                <a:lnTo>
                  <a:pt x="191538" y="165256"/>
                </a:lnTo>
                <a:lnTo>
                  <a:pt x="191577" y="165913"/>
                </a:lnTo>
                <a:lnTo>
                  <a:pt x="191611" y="166572"/>
                </a:lnTo>
                <a:lnTo>
                  <a:pt x="191638" y="167230"/>
                </a:lnTo>
                <a:lnTo>
                  <a:pt x="191660" y="167890"/>
                </a:lnTo>
                <a:lnTo>
                  <a:pt x="191675" y="168550"/>
                </a:lnTo>
                <a:lnTo>
                  <a:pt x="191684" y="169211"/>
                </a:lnTo>
                <a:lnTo>
                  <a:pt x="191687" y="169873"/>
                </a:lnTo>
                <a:lnTo>
                  <a:pt x="191684" y="170534"/>
                </a:lnTo>
                <a:lnTo>
                  <a:pt x="191675" y="171195"/>
                </a:lnTo>
                <a:lnTo>
                  <a:pt x="191660" y="171855"/>
                </a:lnTo>
                <a:lnTo>
                  <a:pt x="191638" y="172515"/>
                </a:lnTo>
                <a:lnTo>
                  <a:pt x="191611" y="173174"/>
                </a:lnTo>
                <a:lnTo>
                  <a:pt x="191577" y="173832"/>
                </a:lnTo>
                <a:lnTo>
                  <a:pt x="191538" y="174489"/>
                </a:lnTo>
                <a:lnTo>
                  <a:pt x="191492" y="175146"/>
                </a:lnTo>
                <a:lnTo>
                  <a:pt x="191440" y="175802"/>
                </a:lnTo>
                <a:lnTo>
                  <a:pt x="191382" y="176458"/>
                </a:lnTo>
                <a:lnTo>
                  <a:pt x="191318" y="177113"/>
                </a:lnTo>
                <a:lnTo>
                  <a:pt x="191248" y="177767"/>
                </a:lnTo>
                <a:lnTo>
                  <a:pt x="191172" y="178420"/>
                </a:lnTo>
                <a:lnTo>
                  <a:pt x="191090" y="179073"/>
                </a:lnTo>
                <a:lnTo>
                  <a:pt x="191001" y="179725"/>
                </a:lnTo>
                <a:lnTo>
                  <a:pt x="190907" y="180376"/>
                </a:lnTo>
                <a:lnTo>
                  <a:pt x="190806" y="181027"/>
                </a:lnTo>
                <a:lnTo>
                  <a:pt x="190700" y="181677"/>
                </a:lnTo>
                <a:lnTo>
                  <a:pt x="190587" y="182326"/>
                </a:lnTo>
                <a:lnTo>
                  <a:pt x="190468" y="182975"/>
                </a:lnTo>
                <a:lnTo>
                  <a:pt x="190343" y="183623"/>
                </a:lnTo>
                <a:lnTo>
                  <a:pt x="190212" y="184270"/>
                </a:lnTo>
                <a:lnTo>
                  <a:pt x="190075" y="184916"/>
                </a:lnTo>
                <a:lnTo>
                  <a:pt x="189932" y="185562"/>
                </a:lnTo>
                <a:lnTo>
                  <a:pt x="189783" y="186207"/>
                </a:lnTo>
                <a:lnTo>
                  <a:pt x="189628" y="186849"/>
                </a:lnTo>
                <a:lnTo>
                  <a:pt x="189467" y="187490"/>
                </a:lnTo>
                <a:lnTo>
                  <a:pt x="189301" y="188128"/>
                </a:lnTo>
                <a:lnTo>
                  <a:pt x="189128" y="188765"/>
                </a:lnTo>
                <a:lnTo>
                  <a:pt x="188950" y="189399"/>
                </a:lnTo>
                <a:lnTo>
                  <a:pt x="188766" y="190032"/>
                </a:lnTo>
                <a:lnTo>
                  <a:pt x="188577" y="190662"/>
                </a:lnTo>
                <a:lnTo>
                  <a:pt x="188381" y="191291"/>
                </a:lnTo>
                <a:lnTo>
                  <a:pt x="188180" y="191917"/>
                </a:lnTo>
                <a:lnTo>
                  <a:pt x="187973" y="192542"/>
                </a:lnTo>
                <a:lnTo>
                  <a:pt x="187760" y="193164"/>
                </a:lnTo>
                <a:lnTo>
                  <a:pt x="187541" y="193785"/>
                </a:lnTo>
                <a:lnTo>
                  <a:pt x="187317" y="194403"/>
                </a:lnTo>
                <a:lnTo>
                  <a:pt x="187087" y="195019"/>
                </a:lnTo>
                <a:lnTo>
                  <a:pt x="186851" y="195634"/>
                </a:lnTo>
                <a:lnTo>
                  <a:pt x="186609" y="196246"/>
                </a:lnTo>
                <a:lnTo>
                  <a:pt x="186361" y="196857"/>
                </a:lnTo>
                <a:lnTo>
                  <a:pt x="186108" y="197465"/>
                </a:lnTo>
                <a:lnTo>
                  <a:pt x="185849" y="198071"/>
                </a:lnTo>
                <a:lnTo>
                  <a:pt x="185584" y="198676"/>
                </a:lnTo>
                <a:lnTo>
                  <a:pt x="185313" y="199278"/>
                </a:lnTo>
                <a:lnTo>
                  <a:pt x="185036" y="199878"/>
                </a:lnTo>
                <a:lnTo>
                  <a:pt x="184754" y="200476"/>
                </a:lnTo>
                <a:lnTo>
                  <a:pt x="184466" y="201072"/>
                </a:lnTo>
                <a:lnTo>
                  <a:pt x="184173" y="201665"/>
                </a:lnTo>
                <a:lnTo>
                  <a:pt x="183875" y="202254"/>
                </a:lnTo>
                <a:lnTo>
                  <a:pt x="183571" y="202840"/>
                </a:lnTo>
                <a:lnTo>
                  <a:pt x="183263" y="203422"/>
                </a:lnTo>
                <a:lnTo>
                  <a:pt x="182949" y="204002"/>
                </a:lnTo>
                <a:lnTo>
                  <a:pt x="182630" y="204578"/>
                </a:lnTo>
                <a:lnTo>
                  <a:pt x="182305" y="205151"/>
                </a:lnTo>
                <a:lnTo>
                  <a:pt x="181976" y="205721"/>
                </a:lnTo>
                <a:lnTo>
                  <a:pt x="181641" y="206287"/>
                </a:lnTo>
                <a:lnTo>
                  <a:pt x="181301" y="206851"/>
                </a:lnTo>
                <a:lnTo>
                  <a:pt x="180956" y="207411"/>
                </a:lnTo>
                <a:lnTo>
                  <a:pt x="180606" y="207967"/>
                </a:lnTo>
                <a:lnTo>
                  <a:pt x="180250" y="208521"/>
                </a:lnTo>
                <a:lnTo>
                  <a:pt x="179890" y="209071"/>
                </a:lnTo>
                <a:lnTo>
                  <a:pt x="179524" y="209618"/>
                </a:lnTo>
                <a:lnTo>
                  <a:pt x="179152" y="210162"/>
                </a:lnTo>
                <a:lnTo>
                  <a:pt x="178776" y="210703"/>
                </a:lnTo>
                <a:lnTo>
                  <a:pt x="178395" y="211240"/>
                </a:lnTo>
                <a:lnTo>
                  <a:pt x="178008" y="211774"/>
                </a:lnTo>
                <a:lnTo>
                  <a:pt x="177616" y="212305"/>
                </a:lnTo>
                <a:lnTo>
                  <a:pt x="177219" y="212833"/>
                </a:lnTo>
                <a:lnTo>
                  <a:pt x="176816" y="213357"/>
                </a:lnTo>
                <a:lnTo>
                  <a:pt x="176409" y="213878"/>
                </a:lnTo>
                <a:lnTo>
                  <a:pt x="175996" y="214395"/>
                </a:lnTo>
                <a:lnTo>
                  <a:pt x="175580" y="214908"/>
                </a:lnTo>
                <a:lnTo>
                  <a:pt x="175159" y="215417"/>
                </a:lnTo>
                <a:lnTo>
                  <a:pt x="174733" y="215922"/>
                </a:lnTo>
                <a:lnTo>
                  <a:pt x="174303" y="216422"/>
                </a:lnTo>
                <a:lnTo>
                  <a:pt x="173869" y="216917"/>
                </a:lnTo>
                <a:lnTo>
                  <a:pt x="173431" y="217409"/>
                </a:lnTo>
                <a:lnTo>
                  <a:pt x="172988" y="217896"/>
                </a:lnTo>
                <a:lnTo>
                  <a:pt x="172541" y="218379"/>
                </a:lnTo>
                <a:lnTo>
                  <a:pt x="172089" y="218857"/>
                </a:lnTo>
                <a:lnTo>
                  <a:pt x="171633" y="219332"/>
                </a:lnTo>
                <a:lnTo>
                  <a:pt x="171173" y="219802"/>
                </a:lnTo>
                <a:lnTo>
                  <a:pt x="170708" y="220267"/>
                </a:lnTo>
                <a:lnTo>
                  <a:pt x="170239" y="220729"/>
                </a:lnTo>
                <a:lnTo>
                  <a:pt x="169766" y="221186"/>
                </a:lnTo>
                <a:lnTo>
                  <a:pt x="169288" y="221638"/>
                </a:lnTo>
                <a:lnTo>
                  <a:pt x="168806" y="222087"/>
                </a:lnTo>
                <a:lnTo>
                  <a:pt x="168319" y="222531"/>
                </a:lnTo>
                <a:lnTo>
                  <a:pt x="167828" y="222970"/>
                </a:lnTo>
                <a:lnTo>
                  <a:pt x="167333" y="223406"/>
                </a:lnTo>
                <a:lnTo>
                  <a:pt x="166834" y="223837"/>
                </a:lnTo>
                <a:lnTo>
                  <a:pt x="166330" y="224264"/>
                </a:lnTo>
                <a:lnTo>
                  <a:pt x="165821" y="224686"/>
                </a:lnTo>
                <a:lnTo>
                  <a:pt x="165309" y="225105"/>
                </a:lnTo>
                <a:lnTo>
                  <a:pt x="165154" y="225414"/>
                </a:lnTo>
                <a:lnTo>
                  <a:pt x="164931" y="225584"/>
                </a:lnTo>
                <a:close/>
                <a:moveTo>
                  <a:pt x="212337" y="256579"/>
                </a:moveTo>
                <a:lnTo>
                  <a:pt x="212097" y="256792"/>
                </a:lnTo>
                <a:lnTo>
                  <a:pt x="211853" y="256995"/>
                </a:lnTo>
                <a:lnTo>
                  <a:pt x="211605" y="257189"/>
                </a:lnTo>
                <a:lnTo>
                  <a:pt x="211353" y="257374"/>
                </a:lnTo>
                <a:lnTo>
                  <a:pt x="211098" y="257548"/>
                </a:lnTo>
                <a:lnTo>
                  <a:pt x="210839" y="257714"/>
                </a:lnTo>
                <a:lnTo>
                  <a:pt x="210575" y="257869"/>
                </a:lnTo>
                <a:lnTo>
                  <a:pt x="210308" y="258016"/>
                </a:lnTo>
                <a:lnTo>
                  <a:pt x="210038" y="258152"/>
                </a:lnTo>
                <a:lnTo>
                  <a:pt x="209763" y="258280"/>
                </a:lnTo>
                <a:lnTo>
                  <a:pt x="209484" y="258397"/>
                </a:lnTo>
                <a:lnTo>
                  <a:pt x="209202" y="258505"/>
                </a:lnTo>
                <a:lnTo>
                  <a:pt x="208916" y="258604"/>
                </a:lnTo>
                <a:lnTo>
                  <a:pt x="208626" y="258693"/>
                </a:lnTo>
                <a:lnTo>
                  <a:pt x="208332" y="258772"/>
                </a:lnTo>
                <a:lnTo>
                  <a:pt x="208034" y="258842"/>
                </a:lnTo>
                <a:lnTo>
                  <a:pt x="207733" y="258902"/>
                </a:lnTo>
                <a:lnTo>
                  <a:pt x="207427" y="258953"/>
                </a:lnTo>
                <a:lnTo>
                  <a:pt x="207118" y="258994"/>
                </a:lnTo>
                <a:lnTo>
                  <a:pt x="206805" y="259026"/>
                </a:lnTo>
                <a:lnTo>
                  <a:pt x="206488" y="259048"/>
                </a:lnTo>
                <a:lnTo>
                  <a:pt x="206168" y="259061"/>
                </a:lnTo>
                <a:lnTo>
                  <a:pt x="205843" y="259064"/>
                </a:lnTo>
                <a:lnTo>
                  <a:pt x="205500" y="259060"/>
                </a:lnTo>
                <a:lnTo>
                  <a:pt x="205162" y="259046"/>
                </a:lnTo>
                <a:lnTo>
                  <a:pt x="204828" y="259021"/>
                </a:lnTo>
                <a:lnTo>
                  <a:pt x="204499" y="258985"/>
                </a:lnTo>
                <a:lnTo>
                  <a:pt x="204174" y="258939"/>
                </a:lnTo>
                <a:lnTo>
                  <a:pt x="203854" y="258882"/>
                </a:lnTo>
                <a:lnTo>
                  <a:pt x="203539" y="258815"/>
                </a:lnTo>
                <a:lnTo>
                  <a:pt x="203228" y="258737"/>
                </a:lnTo>
                <a:lnTo>
                  <a:pt x="202922" y="258649"/>
                </a:lnTo>
                <a:lnTo>
                  <a:pt x="202620" y="258549"/>
                </a:lnTo>
                <a:lnTo>
                  <a:pt x="202323" y="258440"/>
                </a:lnTo>
                <a:lnTo>
                  <a:pt x="202031" y="258319"/>
                </a:lnTo>
                <a:lnTo>
                  <a:pt x="201743" y="258188"/>
                </a:lnTo>
                <a:lnTo>
                  <a:pt x="201460" y="258047"/>
                </a:lnTo>
                <a:lnTo>
                  <a:pt x="201181" y="257894"/>
                </a:lnTo>
                <a:lnTo>
                  <a:pt x="200907" y="257732"/>
                </a:lnTo>
                <a:lnTo>
                  <a:pt x="200638" y="257558"/>
                </a:lnTo>
                <a:lnTo>
                  <a:pt x="200373" y="257374"/>
                </a:lnTo>
                <a:lnTo>
                  <a:pt x="200113" y="257179"/>
                </a:lnTo>
                <a:lnTo>
                  <a:pt x="199857" y="256974"/>
                </a:lnTo>
                <a:lnTo>
                  <a:pt x="199606" y="256758"/>
                </a:lnTo>
                <a:lnTo>
                  <a:pt x="199360" y="256532"/>
                </a:lnTo>
                <a:lnTo>
                  <a:pt x="199118" y="256294"/>
                </a:lnTo>
                <a:lnTo>
                  <a:pt x="198881" y="256047"/>
                </a:lnTo>
                <a:lnTo>
                  <a:pt x="198650" y="255810"/>
                </a:lnTo>
                <a:lnTo>
                  <a:pt x="198428" y="255570"/>
                </a:lnTo>
                <a:lnTo>
                  <a:pt x="198217" y="255325"/>
                </a:lnTo>
                <a:lnTo>
                  <a:pt x="198015" y="255076"/>
                </a:lnTo>
                <a:lnTo>
                  <a:pt x="197823" y="254823"/>
                </a:lnTo>
                <a:lnTo>
                  <a:pt x="197641" y="254566"/>
                </a:lnTo>
                <a:lnTo>
                  <a:pt x="197469" y="254305"/>
                </a:lnTo>
                <a:lnTo>
                  <a:pt x="197306" y="254040"/>
                </a:lnTo>
                <a:lnTo>
                  <a:pt x="197154" y="253771"/>
                </a:lnTo>
                <a:lnTo>
                  <a:pt x="197011" y="253497"/>
                </a:lnTo>
                <a:lnTo>
                  <a:pt x="196878" y="253220"/>
                </a:lnTo>
                <a:lnTo>
                  <a:pt x="196755" y="252938"/>
                </a:lnTo>
                <a:lnTo>
                  <a:pt x="196642" y="252652"/>
                </a:lnTo>
                <a:lnTo>
                  <a:pt x="196539" y="252363"/>
                </a:lnTo>
                <a:lnTo>
                  <a:pt x="196445" y="252069"/>
                </a:lnTo>
                <a:lnTo>
                  <a:pt x="196362" y="251771"/>
                </a:lnTo>
                <a:lnTo>
                  <a:pt x="196288" y="251469"/>
                </a:lnTo>
                <a:lnTo>
                  <a:pt x="196224" y="251163"/>
                </a:lnTo>
                <a:lnTo>
                  <a:pt x="196170" y="250852"/>
                </a:lnTo>
                <a:lnTo>
                  <a:pt x="196126" y="250538"/>
                </a:lnTo>
                <a:lnTo>
                  <a:pt x="196091" y="250219"/>
                </a:lnTo>
                <a:lnTo>
                  <a:pt x="196067" y="249897"/>
                </a:lnTo>
                <a:lnTo>
                  <a:pt x="196052" y="249570"/>
                </a:lnTo>
                <a:lnTo>
                  <a:pt x="196047" y="249239"/>
                </a:lnTo>
                <a:lnTo>
                  <a:pt x="196052" y="248909"/>
                </a:lnTo>
                <a:lnTo>
                  <a:pt x="196067" y="248582"/>
                </a:lnTo>
                <a:lnTo>
                  <a:pt x="196091" y="248259"/>
                </a:lnTo>
                <a:lnTo>
                  <a:pt x="196126" y="247941"/>
                </a:lnTo>
                <a:lnTo>
                  <a:pt x="196170" y="247627"/>
                </a:lnTo>
                <a:lnTo>
                  <a:pt x="196224" y="247316"/>
                </a:lnTo>
                <a:lnTo>
                  <a:pt x="196288" y="247010"/>
                </a:lnTo>
                <a:lnTo>
                  <a:pt x="196362" y="246708"/>
                </a:lnTo>
                <a:lnTo>
                  <a:pt x="196445" y="246410"/>
                </a:lnTo>
                <a:lnTo>
                  <a:pt x="196539" y="246116"/>
                </a:lnTo>
                <a:lnTo>
                  <a:pt x="196642" y="245826"/>
                </a:lnTo>
                <a:lnTo>
                  <a:pt x="196755" y="245541"/>
                </a:lnTo>
                <a:lnTo>
                  <a:pt x="196878" y="245259"/>
                </a:lnTo>
                <a:lnTo>
                  <a:pt x="197011" y="244982"/>
                </a:lnTo>
                <a:lnTo>
                  <a:pt x="197154" y="244708"/>
                </a:lnTo>
                <a:lnTo>
                  <a:pt x="197306" y="244439"/>
                </a:lnTo>
                <a:lnTo>
                  <a:pt x="197469" y="244174"/>
                </a:lnTo>
                <a:lnTo>
                  <a:pt x="197641" y="243913"/>
                </a:lnTo>
                <a:lnTo>
                  <a:pt x="197823" y="243656"/>
                </a:lnTo>
                <a:lnTo>
                  <a:pt x="198015" y="243403"/>
                </a:lnTo>
                <a:lnTo>
                  <a:pt x="198217" y="243154"/>
                </a:lnTo>
                <a:lnTo>
                  <a:pt x="198428" y="242909"/>
                </a:lnTo>
                <a:lnTo>
                  <a:pt x="198650" y="242669"/>
                </a:lnTo>
                <a:lnTo>
                  <a:pt x="198881" y="242432"/>
                </a:lnTo>
                <a:lnTo>
                  <a:pt x="199487" y="241844"/>
                </a:lnTo>
                <a:lnTo>
                  <a:pt x="200087" y="241250"/>
                </a:lnTo>
                <a:lnTo>
                  <a:pt x="200682" y="240653"/>
                </a:lnTo>
                <a:lnTo>
                  <a:pt x="201271" y="240050"/>
                </a:lnTo>
                <a:lnTo>
                  <a:pt x="201855" y="239444"/>
                </a:lnTo>
                <a:lnTo>
                  <a:pt x="202434" y="238832"/>
                </a:lnTo>
                <a:lnTo>
                  <a:pt x="203007" y="238216"/>
                </a:lnTo>
                <a:lnTo>
                  <a:pt x="203575" y="237596"/>
                </a:lnTo>
                <a:lnTo>
                  <a:pt x="204137" y="236970"/>
                </a:lnTo>
                <a:lnTo>
                  <a:pt x="204695" y="236341"/>
                </a:lnTo>
                <a:lnTo>
                  <a:pt x="205246" y="235707"/>
                </a:lnTo>
                <a:lnTo>
                  <a:pt x="205793" y="235068"/>
                </a:lnTo>
                <a:lnTo>
                  <a:pt x="206334" y="234424"/>
                </a:lnTo>
                <a:lnTo>
                  <a:pt x="206869" y="233776"/>
                </a:lnTo>
                <a:lnTo>
                  <a:pt x="207399" y="233124"/>
                </a:lnTo>
                <a:lnTo>
                  <a:pt x="207924" y="232467"/>
                </a:lnTo>
                <a:lnTo>
                  <a:pt x="208444" y="231805"/>
                </a:lnTo>
                <a:lnTo>
                  <a:pt x="208958" y="231139"/>
                </a:lnTo>
                <a:lnTo>
                  <a:pt x="209466" y="230468"/>
                </a:lnTo>
                <a:lnTo>
                  <a:pt x="209970" y="229793"/>
                </a:lnTo>
                <a:lnTo>
                  <a:pt x="210467" y="229113"/>
                </a:lnTo>
                <a:lnTo>
                  <a:pt x="210960" y="228428"/>
                </a:lnTo>
                <a:lnTo>
                  <a:pt x="211447" y="227739"/>
                </a:lnTo>
                <a:lnTo>
                  <a:pt x="211929" y="227046"/>
                </a:lnTo>
                <a:lnTo>
                  <a:pt x="212405" y="226348"/>
                </a:lnTo>
                <a:lnTo>
                  <a:pt x="212874" y="225647"/>
                </a:lnTo>
                <a:lnTo>
                  <a:pt x="213338" y="224942"/>
                </a:lnTo>
                <a:lnTo>
                  <a:pt x="213795" y="224235"/>
                </a:lnTo>
                <a:lnTo>
                  <a:pt x="214246" y="223523"/>
                </a:lnTo>
                <a:lnTo>
                  <a:pt x="214691" y="222809"/>
                </a:lnTo>
                <a:lnTo>
                  <a:pt x="215130" y="222091"/>
                </a:lnTo>
                <a:lnTo>
                  <a:pt x="215563" y="221369"/>
                </a:lnTo>
                <a:lnTo>
                  <a:pt x="215989" y="220645"/>
                </a:lnTo>
                <a:lnTo>
                  <a:pt x="216410" y="219916"/>
                </a:lnTo>
                <a:lnTo>
                  <a:pt x="216824" y="219185"/>
                </a:lnTo>
                <a:lnTo>
                  <a:pt x="217231" y="218450"/>
                </a:lnTo>
                <a:lnTo>
                  <a:pt x="217633" y="217711"/>
                </a:lnTo>
                <a:lnTo>
                  <a:pt x="218028" y="216969"/>
                </a:lnTo>
                <a:lnTo>
                  <a:pt x="218418" y="216224"/>
                </a:lnTo>
                <a:lnTo>
                  <a:pt x="218801" y="215476"/>
                </a:lnTo>
                <a:lnTo>
                  <a:pt x="219178" y="214724"/>
                </a:lnTo>
                <a:lnTo>
                  <a:pt x="219548" y="213968"/>
                </a:lnTo>
                <a:lnTo>
                  <a:pt x="219913" y="213209"/>
                </a:lnTo>
                <a:lnTo>
                  <a:pt x="220271" y="212447"/>
                </a:lnTo>
                <a:lnTo>
                  <a:pt x="220623" y="211681"/>
                </a:lnTo>
                <a:lnTo>
                  <a:pt x="220969" y="210912"/>
                </a:lnTo>
                <a:lnTo>
                  <a:pt x="221309" y="210140"/>
                </a:lnTo>
                <a:lnTo>
                  <a:pt x="221643" y="209364"/>
                </a:lnTo>
                <a:lnTo>
                  <a:pt x="221970" y="208586"/>
                </a:lnTo>
                <a:lnTo>
                  <a:pt x="222290" y="207805"/>
                </a:lnTo>
                <a:lnTo>
                  <a:pt x="222604" y="207022"/>
                </a:lnTo>
                <a:lnTo>
                  <a:pt x="222911" y="206237"/>
                </a:lnTo>
                <a:lnTo>
                  <a:pt x="223211" y="205450"/>
                </a:lnTo>
                <a:lnTo>
                  <a:pt x="223504" y="204661"/>
                </a:lnTo>
                <a:lnTo>
                  <a:pt x="223791" y="203870"/>
                </a:lnTo>
                <a:lnTo>
                  <a:pt x="224071" y="203077"/>
                </a:lnTo>
                <a:lnTo>
                  <a:pt x="224344" y="202282"/>
                </a:lnTo>
                <a:lnTo>
                  <a:pt x="224610" y="201484"/>
                </a:lnTo>
                <a:lnTo>
                  <a:pt x="224870" y="200685"/>
                </a:lnTo>
                <a:lnTo>
                  <a:pt x="225123" y="199883"/>
                </a:lnTo>
                <a:lnTo>
                  <a:pt x="225369" y="199079"/>
                </a:lnTo>
                <a:lnTo>
                  <a:pt x="225609" y="198273"/>
                </a:lnTo>
                <a:lnTo>
                  <a:pt x="225841" y="197465"/>
                </a:lnTo>
                <a:lnTo>
                  <a:pt x="226067" y="196655"/>
                </a:lnTo>
                <a:lnTo>
                  <a:pt x="226286" y="195843"/>
                </a:lnTo>
                <a:lnTo>
                  <a:pt x="226499" y="195029"/>
                </a:lnTo>
                <a:lnTo>
                  <a:pt x="226705" y="194213"/>
                </a:lnTo>
                <a:lnTo>
                  <a:pt x="226904" y="193394"/>
                </a:lnTo>
                <a:lnTo>
                  <a:pt x="227096" y="192574"/>
                </a:lnTo>
                <a:lnTo>
                  <a:pt x="227281" y="191751"/>
                </a:lnTo>
                <a:lnTo>
                  <a:pt x="227460" y="190926"/>
                </a:lnTo>
                <a:lnTo>
                  <a:pt x="227632" y="190100"/>
                </a:lnTo>
                <a:lnTo>
                  <a:pt x="227797" y="189271"/>
                </a:lnTo>
                <a:lnTo>
                  <a:pt x="227955" y="188443"/>
                </a:lnTo>
                <a:lnTo>
                  <a:pt x="228106" y="187613"/>
                </a:lnTo>
                <a:lnTo>
                  <a:pt x="228250" y="186783"/>
                </a:lnTo>
                <a:lnTo>
                  <a:pt x="228387" y="185952"/>
                </a:lnTo>
                <a:lnTo>
                  <a:pt x="228517" y="185120"/>
                </a:lnTo>
                <a:lnTo>
                  <a:pt x="228640" y="184287"/>
                </a:lnTo>
                <a:lnTo>
                  <a:pt x="228756" y="183454"/>
                </a:lnTo>
                <a:lnTo>
                  <a:pt x="228865" y="182620"/>
                </a:lnTo>
                <a:lnTo>
                  <a:pt x="228967" y="181786"/>
                </a:lnTo>
                <a:lnTo>
                  <a:pt x="229062" y="180951"/>
                </a:lnTo>
                <a:lnTo>
                  <a:pt x="229150" y="180115"/>
                </a:lnTo>
                <a:lnTo>
                  <a:pt x="229231" y="179278"/>
                </a:lnTo>
                <a:lnTo>
                  <a:pt x="229304" y="178440"/>
                </a:lnTo>
                <a:lnTo>
                  <a:pt x="229371" y="177602"/>
                </a:lnTo>
                <a:lnTo>
                  <a:pt x="229431" y="176763"/>
                </a:lnTo>
                <a:lnTo>
                  <a:pt x="229483" y="175924"/>
                </a:lnTo>
                <a:lnTo>
                  <a:pt x="229529" y="175084"/>
                </a:lnTo>
                <a:lnTo>
                  <a:pt x="229568" y="174243"/>
                </a:lnTo>
                <a:lnTo>
                  <a:pt x="229599" y="173401"/>
                </a:lnTo>
                <a:lnTo>
                  <a:pt x="229624" y="172559"/>
                </a:lnTo>
                <a:lnTo>
                  <a:pt x="229642" y="171716"/>
                </a:lnTo>
                <a:lnTo>
                  <a:pt x="229652" y="170872"/>
                </a:lnTo>
                <a:lnTo>
                  <a:pt x="229656" y="170027"/>
                </a:lnTo>
                <a:lnTo>
                  <a:pt x="229652" y="169183"/>
                </a:lnTo>
                <a:lnTo>
                  <a:pt x="229642" y="168339"/>
                </a:lnTo>
                <a:lnTo>
                  <a:pt x="229624" y="167496"/>
                </a:lnTo>
                <a:lnTo>
                  <a:pt x="229599" y="166654"/>
                </a:lnTo>
                <a:lnTo>
                  <a:pt x="229568" y="165812"/>
                </a:lnTo>
                <a:lnTo>
                  <a:pt x="229529" y="164971"/>
                </a:lnTo>
                <a:lnTo>
                  <a:pt x="229483" y="164131"/>
                </a:lnTo>
                <a:lnTo>
                  <a:pt x="229431" y="163291"/>
                </a:lnTo>
                <a:lnTo>
                  <a:pt x="229371" y="162452"/>
                </a:lnTo>
                <a:lnTo>
                  <a:pt x="229304" y="161614"/>
                </a:lnTo>
                <a:lnTo>
                  <a:pt x="229231" y="160777"/>
                </a:lnTo>
                <a:lnTo>
                  <a:pt x="229150" y="159940"/>
                </a:lnTo>
                <a:lnTo>
                  <a:pt x="229062" y="159104"/>
                </a:lnTo>
                <a:lnTo>
                  <a:pt x="228967" y="158269"/>
                </a:lnTo>
                <a:lnTo>
                  <a:pt x="228865" y="157434"/>
                </a:lnTo>
                <a:lnTo>
                  <a:pt x="228756" y="156601"/>
                </a:lnTo>
                <a:lnTo>
                  <a:pt x="228640" y="155767"/>
                </a:lnTo>
                <a:lnTo>
                  <a:pt x="228517" y="154935"/>
                </a:lnTo>
                <a:lnTo>
                  <a:pt x="228387" y="154103"/>
                </a:lnTo>
                <a:lnTo>
                  <a:pt x="228250" y="153272"/>
                </a:lnTo>
                <a:lnTo>
                  <a:pt x="228106" y="152442"/>
                </a:lnTo>
                <a:lnTo>
                  <a:pt x="227955" y="151612"/>
                </a:lnTo>
                <a:lnTo>
                  <a:pt x="227797" y="150783"/>
                </a:lnTo>
                <a:lnTo>
                  <a:pt x="227632" y="149955"/>
                </a:lnTo>
                <a:lnTo>
                  <a:pt x="227460" y="149128"/>
                </a:lnTo>
                <a:lnTo>
                  <a:pt x="227281" y="148304"/>
                </a:lnTo>
                <a:lnTo>
                  <a:pt x="227096" y="147481"/>
                </a:lnTo>
                <a:lnTo>
                  <a:pt x="226904" y="146660"/>
                </a:lnTo>
                <a:lnTo>
                  <a:pt x="226705" y="145842"/>
                </a:lnTo>
                <a:lnTo>
                  <a:pt x="226499" y="145026"/>
                </a:lnTo>
                <a:lnTo>
                  <a:pt x="226286" y="144212"/>
                </a:lnTo>
                <a:lnTo>
                  <a:pt x="226067" y="143399"/>
                </a:lnTo>
                <a:lnTo>
                  <a:pt x="225841" y="142589"/>
                </a:lnTo>
                <a:lnTo>
                  <a:pt x="225609" y="141781"/>
                </a:lnTo>
                <a:lnTo>
                  <a:pt x="225369" y="140976"/>
                </a:lnTo>
                <a:lnTo>
                  <a:pt x="225123" y="140172"/>
                </a:lnTo>
                <a:lnTo>
                  <a:pt x="224870" y="139370"/>
                </a:lnTo>
                <a:lnTo>
                  <a:pt x="224610" y="138571"/>
                </a:lnTo>
                <a:lnTo>
                  <a:pt x="224344" y="137773"/>
                </a:lnTo>
                <a:lnTo>
                  <a:pt x="224071" y="136978"/>
                </a:lnTo>
                <a:lnTo>
                  <a:pt x="223791" y="136185"/>
                </a:lnTo>
                <a:lnTo>
                  <a:pt x="223504" y="135394"/>
                </a:lnTo>
                <a:lnTo>
                  <a:pt x="223211" y="134604"/>
                </a:lnTo>
                <a:lnTo>
                  <a:pt x="222911" y="133818"/>
                </a:lnTo>
                <a:lnTo>
                  <a:pt x="222604" y="133033"/>
                </a:lnTo>
                <a:lnTo>
                  <a:pt x="222290" y="132250"/>
                </a:lnTo>
                <a:lnTo>
                  <a:pt x="221970" y="131469"/>
                </a:lnTo>
                <a:lnTo>
                  <a:pt x="221643" y="130691"/>
                </a:lnTo>
                <a:lnTo>
                  <a:pt x="221309" y="129915"/>
                </a:lnTo>
                <a:lnTo>
                  <a:pt x="220969" y="129142"/>
                </a:lnTo>
                <a:lnTo>
                  <a:pt x="220623" y="128373"/>
                </a:lnTo>
                <a:lnTo>
                  <a:pt x="220271" y="127608"/>
                </a:lnTo>
                <a:lnTo>
                  <a:pt x="219913" y="126845"/>
                </a:lnTo>
                <a:lnTo>
                  <a:pt x="219548" y="126087"/>
                </a:lnTo>
                <a:lnTo>
                  <a:pt x="219178" y="125331"/>
                </a:lnTo>
                <a:lnTo>
                  <a:pt x="218801" y="124579"/>
                </a:lnTo>
                <a:lnTo>
                  <a:pt x="218418" y="123831"/>
                </a:lnTo>
                <a:lnTo>
                  <a:pt x="218028" y="123085"/>
                </a:lnTo>
                <a:lnTo>
                  <a:pt x="217633" y="122344"/>
                </a:lnTo>
                <a:lnTo>
                  <a:pt x="217231" y="121605"/>
                </a:lnTo>
                <a:lnTo>
                  <a:pt x="216824" y="120870"/>
                </a:lnTo>
                <a:lnTo>
                  <a:pt x="216410" y="120138"/>
                </a:lnTo>
                <a:lnTo>
                  <a:pt x="215989" y="119410"/>
                </a:lnTo>
                <a:lnTo>
                  <a:pt x="215563" y="118685"/>
                </a:lnTo>
                <a:lnTo>
                  <a:pt x="215130" y="117964"/>
                </a:lnTo>
                <a:lnTo>
                  <a:pt x="214691" y="117246"/>
                </a:lnTo>
                <a:lnTo>
                  <a:pt x="214246" y="116531"/>
                </a:lnTo>
                <a:lnTo>
                  <a:pt x="213795" y="115820"/>
                </a:lnTo>
                <a:lnTo>
                  <a:pt x="213338" y="115112"/>
                </a:lnTo>
                <a:lnTo>
                  <a:pt x="212874" y="114408"/>
                </a:lnTo>
                <a:lnTo>
                  <a:pt x="212405" y="113707"/>
                </a:lnTo>
                <a:lnTo>
                  <a:pt x="211929" y="113009"/>
                </a:lnTo>
                <a:lnTo>
                  <a:pt x="211447" y="112316"/>
                </a:lnTo>
                <a:lnTo>
                  <a:pt x="210960" y="111627"/>
                </a:lnTo>
                <a:lnTo>
                  <a:pt x="210467" y="110942"/>
                </a:lnTo>
                <a:lnTo>
                  <a:pt x="209970" y="110262"/>
                </a:lnTo>
                <a:lnTo>
                  <a:pt x="209466" y="109587"/>
                </a:lnTo>
                <a:lnTo>
                  <a:pt x="208958" y="108916"/>
                </a:lnTo>
                <a:lnTo>
                  <a:pt x="208444" y="108250"/>
                </a:lnTo>
                <a:lnTo>
                  <a:pt x="207924" y="107588"/>
                </a:lnTo>
                <a:lnTo>
                  <a:pt x="207399" y="106931"/>
                </a:lnTo>
                <a:lnTo>
                  <a:pt x="206869" y="106278"/>
                </a:lnTo>
                <a:lnTo>
                  <a:pt x="206334" y="105631"/>
                </a:lnTo>
                <a:lnTo>
                  <a:pt x="205793" y="104987"/>
                </a:lnTo>
                <a:lnTo>
                  <a:pt x="205246" y="104348"/>
                </a:lnTo>
                <a:lnTo>
                  <a:pt x="204695" y="103714"/>
                </a:lnTo>
                <a:lnTo>
                  <a:pt x="204137" y="103084"/>
                </a:lnTo>
                <a:lnTo>
                  <a:pt x="203575" y="102459"/>
                </a:lnTo>
                <a:lnTo>
                  <a:pt x="203007" y="101839"/>
                </a:lnTo>
                <a:lnTo>
                  <a:pt x="202434" y="101223"/>
                </a:lnTo>
                <a:lnTo>
                  <a:pt x="201855" y="100611"/>
                </a:lnTo>
                <a:lnTo>
                  <a:pt x="201271" y="100004"/>
                </a:lnTo>
                <a:lnTo>
                  <a:pt x="200682" y="99402"/>
                </a:lnTo>
                <a:lnTo>
                  <a:pt x="200087" y="98804"/>
                </a:lnTo>
                <a:lnTo>
                  <a:pt x="199487" y="98211"/>
                </a:lnTo>
                <a:lnTo>
                  <a:pt x="198881" y="97623"/>
                </a:lnTo>
                <a:lnTo>
                  <a:pt x="198624" y="97394"/>
                </a:lnTo>
                <a:lnTo>
                  <a:pt x="198378" y="97160"/>
                </a:lnTo>
                <a:lnTo>
                  <a:pt x="198142" y="96921"/>
                </a:lnTo>
                <a:lnTo>
                  <a:pt x="197916" y="96677"/>
                </a:lnTo>
                <a:lnTo>
                  <a:pt x="197700" y="96428"/>
                </a:lnTo>
                <a:lnTo>
                  <a:pt x="197495" y="96174"/>
                </a:lnTo>
                <a:lnTo>
                  <a:pt x="197299" y="95915"/>
                </a:lnTo>
                <a:lnTo>
                  <a:pt x="197114" y="95652"/>
                </a:lnTo>
                <a:lnTo>
                  <a:pt x="196940" y="95383"/>
                </a:lnTo>
                <a:lnTo>
                  <a:pt x="196775" y="95109"/>
                </a:lnTo>
                <a:lnTo>
                  <a:pt x="196621" y="94830"/>
                </a:lnTo>
                <a:lnTo>
                  <a:pt x="196477" y="94547"/>
                </a:lnTo>
                <a:lnTo>
                  <a:pt x="196343" y="94258"/>
                </a:lnTo>
                <a:lnTo>
                  <a:pt x="196220" y="93964"/>
                </a:lnTo>
                <a:lnTo>
                  <a:pt x="196107" y="93666"/>
                </a:lnTo>
                <a:lnTo>
                  <a:pt x="196004" y="93362"/>
                </a:lnTo>
                <a:lnTo>
                  <a:pt x="195911" y="93054"/>
                </a:lnTo>
                <a:lnTo>
                  <a:pt x="195828" y="92740"/>
                </a:lnTo>
                <a:lnTo>
                  <a:pt x="195756" y="92422"/>
                </a:lnTo>
                <a:lnTo>
                  <a:pt x="195694" y="92098"/>
                </a:lnTo>
                <a:lnTo>
                  <a:pt x="195642" y="91770"/>
                </a:lnTo>
                <a:lnTo>
                  <a:pt x="195601" y="91436"/>
                </a:lnTo>
                <a:lnTo>
                  <a:pt x="195569" y="91098"/>
                </a:lnTo>
                <a:lnTo>
                  <a:pt x="195548" y="90755"/>
                </a:lnTo>
                <a:lnTo>
                  <a:pt x="195538" y="90411"/>
                </a:lnTo>
                <a:lnTo>
                  <a:pt x="195538" y="90071"/>
                </a:lnTo>
                <a:lnTo>
                  <a:pt x="195549" y="89735"/>
                </a:lnTo>
                <a:lnTo>
                  <a:pt x="195570" y="89404"/>
                </a:lnTo>
                <a:lnTo>
                  <a:pt x="195602" y="89076"/>
                </a:lnTo>
                <a:lnTo>
                  <a:pt x="195645" y="88752"/>
                </a:lnTo>
                <a:lnTo>
                  <a:pt x="195698" y="88432"/>
                </a:lnTo>
                <a:lnTo>
                  <a:pt x="195762" y="88116"/>
                </a:lnTo>
                <a:lnTo>
                  <a:pt x="195837" y="87805"/>
                </a:lnTo>
                <a:lnTo>
                  <a:pt x="195922" y="87497"/>
                </a:lnTo>
                <a:lnTo>
                  <a:pt x="196018" y="87193"/>
                </a:lnTo>
                <a:lnTo>
                  <a:pt x="196125" y="86894"/>
                </a:lnTo>
                <a:lnTo>
                  <a:pt x="196242" y="86598"/>
                </a:lnTo>
                <a:lnTo>
                  <a:pt x="196370" y="86306"/>
                </a:lnTo>
                <a:lnTo>
                  <a:pt x="196509" y="86018"/>
                </a:lnTo>
                <a:lnTo>
                  <a:pt x="196658" y="85735"/>
                </a:lnTo>
                <a:lnTo>
                  <a:pt x="196818" y="85455"/>
                </a:lnTo>
                <a:lnTo>
                  <a:pt x="196989" y="85179"/>
                </a:lnTo>
                <a:lnTo>
                  <a:pt x="197170" y="84908"/>
                </a:lnTo>
                <a:lnTo>
                  <a:pt x="197362" y="84640"/>
                </a:lnTo>
                <a:lnTo>
                  <a:pt x="197564" y="84377"/>
                </a:lnTo>
                <a:lnTo>
                  <a:pt x="197778" y="84117"/>
                </a:lnTo>
                <a:lnTo>
                  <a:pt x="198002" y="83861"/>
                </a:lnTo>
                <a:lnTo>
                  <a:pt x="198236" y="83610"/>
                </a:lnTo>
                <a:lnTo>
                  <a:pt x="198478" y="83365"/>
                </a:lnTo>
                <a:lnTo>
                  <a:pt x="198725" y="83132"/>
                </a:lnTo>
                <a:lnTo>
                  <a:pt x="198976" y="82908"/>
                </a:lnTo>
                <a:lnTo>
                  <a:pt x="199231" y="82695"/>
                </a:lnTo>
                <a:lnTo>
                  <a:pt x="199491" y="82493"/>
                </a:lnTo>
                <a:lnTo>
                  <a:pt x="199755" y="82301"/>
                </a:lnTo>
                <a:lnTo>
                  <a:pt x="200024" y="82120"/>
                </a:lnTo>
                <a:lnTo>
                  <a:pt x="200297" y="81949"/>
                </a:lnTo>
                <a:lnTo>
                  <a:pt x="200574" y="81788"/>
                </a:lnTo>
                <a:lnTo>
                  <a:pt x="200856" y="81638"/>
                </a:lnTo>
                <a:lnTo>
                  <a:pt x="201143" y="81499"/>
                </a:lnTo>
                <a:lnTo>
                  <a:pt x="201434" y="81370"/>
                </a:lnTo>
                <a:lnTo>
                  <a:pt x="201729" y="81252"/>
                </a:lnTo>
                <a:lnTo>
                  <a:pt x="202029" y="81144"/>
                </a:lnTo>
                <a:lnTo>
                  <a:pt x="202333" y="81046"/>
                </a:lnTo>
                <a:lnTo>
                  <a:pt x="202641" y="80959"/>
                </a:lnTo>
                <a:lnTo>
                  <a:pt x="202954" y="80883"/>
                </a:lnTo>
                <a:lnTo>
                  <a:pt x="203272" y="80817"/>
                </a:lnTo>
                <a:lnTo>
                  <a:pt x="203593" y="80761"/>
                </a:lnTo>
                <a:lnTo>
                  <a:pt x="203920" y="80716"/>
                </a:lnTo>
                <a:lnTo>
                  <a:pt x="204250" y="80682"/>
                </a:lnTo>
                <a:lnTo>
                  <a:pt x="204585" y="80658"/>
                </a:lnTo>
                <a:lnTo>
                  <a:pt x="204925" y="80644"/>
                </a:lnTo>
                <a:lnTo>
                  <a:pt x="205269" y="80641"/>
                </a:lnTo>
                <a:lnTo>
                  <a:pt x="205613" y="80648"/>
                </a:lnTo>
                <a:lnTo>
                  <a:pt x="205952" y="80666"/>
                </a:lnTo>
                <a:lnTo>
                  <a:pt x="206287" y="80694"/>
                </a:lnTo>
                <a:lnTo>
                  <a:pt x="206617" y="80733"/>
                </a:lnTo>
                <a:lnTo>
                  <a:pt x="206943" y="80782"/>
                </a:lnTo>
                <a:lnTo>
                  <a:pt x="207264" y="80842"/>
                </a:lnTo>
                <a:lnTo>
                  <a:pt x="207580" y="80912"/>
                </a:lnTo>
                <a:lnTo>
                  <a:pt x="207892" y="80992"/>
                </a:lnTo>
                <a:lnTo>
                  <a:pt x="208200" y="81083"/>
                </a:lnTo>
                <a:lnTo>
                  <a:pt x="208503" y="81185"/>
                </a:lnTo>
                <a:lnTo>
                  <a:pt x="208801" y="81296"/>
                </a:lnTo>
                <a:lnTo>
                  <a:pt x="209095" y="81419"/>
                </a:lnTo>
                <a:lnTo>
                  <a:pt x="209384" y="81551"/>
                </a:lnTo>
                <a:lnTo>
                  <a:pt x="209668" y="81694"/>
                </a:lnTo>
                <a:lnTo>
                  <a:pt x="209948" y="81848"/>
                </a:lnTo>
                <a:lnTo>
                  <a:pt x="210224" y="82012"/>
                </a:lnTo>
                <a:lnTo>
                  <a:pt x="210495" y="82186"/>
                </a:lnTo>
                <a:lnTo>
                  <a:pt x="210761" y="82371"/>
                </a:lnTo>
                <a:lnTo>
                  <a:pt x="211023" y="82566"/>
                </a:lnTo>
                <a:lnTo>
                  <a:pt x="211280" y="82772"/>
                </a:lnTo>
                <a:lnTo>
                  <a:pt x="211533" y="82988"/>
                </a:lnTo>
                <a:lnTo>
                  <a:pt x="211781" y="83214"/>
                </a:lnTo>
                <a:lnTo>
                  <a:pt x="212025" y="83451"/>
                </a:lnTo>
                <a:lnTo>
                  <a:pt x="212264" y="83699"/>
                </a:lnTo>
                <a:lnTo>
                  <a:pt x="212988" y="84399"/>
                </a:lnTo>
                <a:lnTo>
                  <a:pt x="213706" y="85105"/>
                </a:lnTo>
                <a:lnTo>
                  <a:pt x="214418" y="85816"/>
                </a:lnTo>
                <a:lnTo>
                  <a:pt x="215123" y="86533"/>
                </a:lnTo>
                <a:lnTo>
                  <a:pt x="215822" y="87255"/>
                </a:lnTo>
                <a:lnTo>
                  <a:pt x="216514" y="87983"/>
                </a:lnTo>
                <a:lnTo>
                  <a:pt x="217200" y="88716"/>
                </a:lnTo>
                <a:lnTo>
                  <a:pt x="217879" y="89455"/>
                </a:lnTo>
                <a:lnTo>
                  <a:pt x="218552" y="90199"/>
                </a:lnTo>
                <a:lnTo>
                  <a:pt x="219219" y="90949"/>
                </a:lnTo>
                <a:lnTo>
                  <a:pt x="219879" y="91704"/>
                </a:lnTo>
                <a:lnTo>
                  <a:pt x="220533" y="92465"/>
                </a:lnTo>
                <a:lnTo>
                  <a:pt x="221180" y="93231"/>
                </a:lnTo>
                <a:lnTo>
                  <a:pt x="221821" y="94003"/>
                </a:lnTo>
                <a:lnTo>
                  <a:pt x="222455" y="94780"/>
                </a:lnTo>
                <a:lnTo>
                  <a:pt x="223083" y="95563"/>
                </a:lnTo>
                <a:lnTo>
                  <a:pt x="223705" y="96351"/>
                </a:lnTo>
                <a:lnTo>
                  <a:pt x="224320" y="97144"/>
                </a:lnTo>
                <a:lnTo>
                  <a:pt x="224928" y="97944"/>
                </a:lnTo>
                <a:lnTo>
                  <a:pt x="225531" y="98748"/>
                </a:lnTo>
                <a:lnTo>
                  <a:pt x="226126" y="99558"/>
                </a:lnTo>
                <a:lnTo>
                  <a:pt x="226716" y="100374"/>
                </a:lnTo>
                <a:lnTo>
                  <a:pt x="227299" y="101195"/>
                </a:lnTo>
                <a:lnTo>
                  <a:pt x="227875" y="102021"/>
                </a:lnTo>
                <a:lnTo>
                  <a:pt x="228445" y="102852"/>
                </a:lnTo>
                <a:lnTo>
                  <a:pt x="229007" y="103688"/>
                </a:lnTo>
                <a:lnTo>
                  <a:pt x="229562" y="104527"/>
                </a:lnTo>
                <a:lnTo>
                  <a:pt x="230109" y="105371"/>
                </a:lnTo>
                <a:lnTo>
                  <a:pt x="230649" y="106218"/>
                </a:lnTo>
                <a:lnTo>
                  <a:pt x="231181" y="107070"/>
                </a:lnTo>
                <a:lnTo>
                  <a:pt x="231707" y="107926"/>
                </a:lnTo>
                <a:lnTo>
                  <a:pt x="232224" y="108786"/>
                </a:lnTo>
                <a:lnTo>
                  <a:pt x="232735" y="109650"/>
                </a:lnTo>
                <a:lnTo>
                  <a:pt x="233238" y="110518"/>
                </a:lnTo>
                <a:lnTo>
                  <a:pt x="233733" y="111390"/>
                </a:lnTo>
                <a:lnTo>
                  <a:pt x="234221" y="112266"/>
                </a:lnTo>
                <a:lnTo>
                  <a:pt x="234702" y="113146"/>
                </a:lnTo>
                <a:lnTo>
                  <a:pt x="235175" y="114031"/>
                </a:lnTo>
                <a:lnTo>
                  <a:pt x="235641" y="114919"/>
                </a:lnTo>
                <a:lnTo>
                  <a:pt x="236100" y="115812"/>
                </a:lnTo>
                <a:lnTo>
                  <a:pt x="236551" y="116708"/>
                </a:lnTo>
                <a:lnTo>
                  <a:pt x="236994" y="117609"/>
                </a:lnTo>
                <a:lnTo>
                  <a:pt x="237431" y="118514"/>
                </a:lnTo>
                <a:lnTo>
                  <a:pt x="237860" y="119423"/>
                </a:lnTo>
                <a:lnTo>
                  <a:pt x="238281" y="120336"/>
                </a:lnTo>
                <a:lnTo>
                  <a:pt x="238695" y="121253"/>
                </a:lnTo>
                <a:lnTo>
                  <a:pt x="239102" y="122174"/>
                </a:lnTo>
                <a:lnTo>
                  <a:pt x="239501" y="123099"/>
                </a:lnTo>
                <a:lnTo>
                  <a:pt x="239893" y="124028"/>
                </a:lnTo>
                <a:lnTo>
                  <a:pt x="240276" y="124959"/>
                </a:lnTo>
                <a:lnTo>
                  <a:pt x="240652" y="125892"/>
                </a:lnTo>
                <a:lnTo>
                  <a:pt x="241019" y="126828"/>
                </a:lnTo>
                <a:lnTo>
                  <a:pt x="241378" y="127767"/>
                </a:lnTo>
                <a:lnTo>
                  <a:pt x="241729" y="128708"/>
                </a:lnTo>
                <a:lnTo>
                  <a:pt x="242073" y="129651"/>
                </a:lnTo>
                <a:lnTo>
                  <a:pt x="242408" y="130598"/>
                </a:lnTo>
                <a:lnTo>
                  <a:pt x="242735" y="131546"/>
                </a:lnTo>
                <a:lnTo>
                  <a:pt x="243054" y="132497"/>
                </a:lnTo>
                <a:lnTo>
                  <a:pt x="243364" y="133451"/>
                </a:lnTo>
                <a:lnTo>
                  <a:pt x="243667" y="134407"/>
                </a:lnTo>
                <a:lnTo>
                  <a:pt x="243962" y="135366"/>
                </a:lnTo>
                <a:lnTo>
                  <a:pt x="244248" y="136327"/>
                </a:lnTo>
                <a:lnTo>
                  <a:pt x="244527" y="137291"/>
                </a:lnTo>
                <a:lnTo>
                  <a:pt x="244797" y="138257"/>
                </a:lnTo>
                <a:lnTo>
                  <a:pt x="245060" y="139226"/>
                </a:lnTo>
                <a:lnTo>
                  <a:pt x="245314" y="140197"/>
                </a:lnTo>
                <a:lnTo>
                  <a:pt x="245561" y="141171"/>
                </a:lnTo>
                <a:lnTo>
                  <a:pt x="245799" y="142147"/>
                </a:lnTo>
                <a:lnTo>
                  <a:pt x="246029" y="143126"/>
                </a:lnTo>
                <a:lnTo>
                  <a:pt x="246251" y="144108"/>
                </a:lnTo>
                <a:lnTo>
                  <a:pt x="246465" y="145092"/>
                </a:lnTo>
                <a:lnTo>
                  <a:pt x="246671" y="146078"/>
                </a:lnTo>
                <a:lnTo>
                  <a:pt x="246869" y="147066"/>
                </a:lnTo>
                <a:lnTo>
                  <a:pt x="247058" y="148055"/>
                </a:lnTo>
                <a:lnTo>
                  <a:pt x="247239" y="149045"/>
                </a:lnTo>
                <a:lnTo>
                  <a:pt x="247411" y="150036"/>
                </a:lnTo>
                <a:lnTo>
                  <a:pt x="247575" y="151027"/>
                </a:lnTo>
                <a:lnTo>
                  <a:pt x="247731" y="152019"/>
                </a:lnTo>
                <a:lnTo>
                  <a:pt x="247878" y="153013"/>
                </a:lnTo>
                <a:lnTo>
                  <a:pt x="248017" y="154007"/>
                </a:lnTo>
                <a:lnTo>
                  <a:pt x="248147" y="155002"/>
                </a:lnTo>
                <a:lnTo>
                  <a:pt x="248269" y="155997"/>
                </a:lnTo>
                <a:lnTo>
                  <a:pt x="248383" y="156994"/>
                </a:lnTo>
                <a:lnTo>
                  <a:pt x="248488" y="157991"/>
                </a:lnTo>
                <a:lnTo>
                  <a:pt x="248585" y="158990"/>
                </a:lnTo>
                <a:lnTo>
                  <a:pt x="248673" y="159989"/>
                </a:lnTo>
                <a:lnTo>
                  <a:pt x="248753" y="160989"/>
                </a:lnTo>
                <a:lnTo>
                  <a:pt x="248824" y="161990"/>
                </a:lnTo>
                <a:lnTo>
                  <a:pt x="248887" y="162992"/>
                </a:lnTo>
                <a:lnTo>
                  <a:pt x="248942" y="163994"/>
                </a:lnTo>
                <a:lnTo>
                  <a:pt x="248988" y="164998"/>
                </a:lnTo>
                <a:lnTo>
                  <a:pt x="249026" y="166002"/>
                </a:lnTo>
                <a:lnTo>
                  <a:pt x="249056" y="167007"/>
                </a:lnTo>
                <a:lnTo>
                  <a:pt x="249077" y="168013"/>
                </a:lnTo>
                <a:lnTo>
                  <a:pt x="249089" y="169020"/>
                </a:lnTo>
                <a:lnTo>
                  <a:pt x="249093" y="170027"/>
                </a:lnTo>
                <a:lnTo>
                  <a:pt x="249089" y="171035"/>
                </a:lnTo>
                <a:lnTo>
                  <a:pt x="249077" y="172042"/>
                </a:lnTo>
                <a:lnTo>
                  <a:pt x="249056" y="173048"/>
                </a:lnTo>
                <a:lnTo>
                  <a:pt x="249026" y="174053"/>
                </a:lnTo>
                <a:lnTo>
                  <a:pt x="248988" y="175057"/>
                </a:lnTo>
                <a:lnTo>
                  <a:pt x="248942" y="176061"/>
                </a:lnTo>
                <a:lnTo>
                  <a:pt x="248887" y="177063"/>
                </a:lnTo>
                <a:lnTo>
                  <a:pt x="248824" y="178065"/>
                </a:lnTo>
                <a:lnTo>
                  <a:pt x="248753" y="179066"/>
                </a:lnTo>
                <a:lnTo>
                  <a:pt x="248673" y="180066"/>
                </a:lnTo>
                <a:lnTo>
                  <a:pt x="248585" y="181065"/>
                </a:lnTo>
                <a:lnTo>
                  <a:pt x="248488" y="182063"/>
                </a:lnTo>
                <a:lnTo>
                  <a:pt x="248383" y="183061"/>
                </a:lnTo>
                <a:lnTo>
                  <a:pt x="248269" y="184057"/>
                </a:lnTo>
                <a:lnTo>
                  <a:pt x="248147" y="185053"/>
                </a:lnTo>
                <a:lnTo>
                  <a:pt x="248017" y="186048"/>
                </a:lnTo>
                <a:lnTo>
                  <a:pt x="247878" y="187042"/>
                </a:lnTo>
                <a:lnTo>
                  <a:pt x="247731" y="188035"/>
                </a:lnTo>
                <a:lnTo>
                  <a:pt x="247575" y="189028"/>
                </a:lnTo>
                <a:lnTo>
                  <a:pt x="247411" y="190019"/>
                </a:lnTo>
                <a:lnTo>
                  <a:pt x="247239" y="191010"/>
                </a:lnTo>
                <a:lnTo>
                  <a:pt x="247058" y="192000"/>
                </a:lnTo>
                <a:lnTo>
                  <a:pt x="246869" y="192989"/>
                </a:lnTo>
                <a:lnTo>
                  <a:pt x="246671" y="193977"/>
                </a:lnTo>
                <a:lnTo>
                  <a:pt x="246465" y="194963"/>
                </a:lnTo>
                <a:lnTo>
                  <a:pt x="246251" y="195947"/>
                </a:lnTo>
                <a:lnTo>
                  <a:pt x="246029" y="196928"/>
                </a:lnTo>
                <a:lnTo>
                  <a:pt x="245799" y="197907"/>
                </a:lnTo>
                <a:lnTo>
                  <a:pt x="245561" y="198884"/>
                </a:lnTo>
                <a:lnTo>
                  <a:pt x="245314" y="199857"/>
                </a:lnTo>
                <a:lnTo>
                  <a:pt x="245060" y="200829"/>
                </a:lnTo>
                <a:lnTo>
                  <a:pt x="244798" y="201798"/>
                </a:lnTo>
                <a:lnTo>
                  <a:pt x="244527" y="202764"/>
                </a:lnTo>
                <a:lnTo>
                  <a:pt x="244248" y="203728"/>
                </a:lnTo>
                <a:lnTo>
                  <a:pt x="243962" y="204689"/>
                </a:lnTo>
                <a:lnTo>
                  <a:pt x="243667" y="205648"/>
                </a:lnTo>
                <a:lnTo>
                  <a:pt x="243364" y="206604"/>
                </a:lnTo>
                <a:lnTo>
                  <a:pt x="243054" y="207557"/>
                </a:lnTo>
                <a:lnTo>
                  <a:pt x="242735" y="208509"/>
                </a:lnTo>
                <a:lnTo>
                  <a:pt x="242408" y="209457"/>
                </a:lnTo>
                <a:lnTo>
                  <a:pt x="242073" y="210403"/>
                </a:lnTo>
                <a:lnTo>
                  <a:pt x="241729" y="211347"/>
                </a:lnTo>
                <a:lnTo>
                  <a:pt x="241378" y="212288"/>
                </a:lnTo>
                <a:lnTo>
                  <a:pt x="241019" y="213227"/>
                </a:lnTo>
                <a:lnTo>
                  <a:pt x="240652" y="214163"/>
                </a:lnTo>
                <a:lnTo>
                  <a:pt x="240276" y="215096"/>
                </a:lnTo>
                <a:lnTo>
                  <a:pt x="239893" y="216027"/>
                </a:lnTo>
                <a:lnTo>
                  <a:pt x="239501" y="216956"/>
                </a:lnTo>
                <a:lnTo>
                  <a:pt x="239102" y="217881"/>
                </a:lnTo>
                <a:lnTo>
                  <a:pt x="238695" y="218802"/>
                </a:lnTo>
                <a:lnTo>
                  <a:pt x="238281" y="219719"/>
                </a:lnTo>
                <a:lnTo>
                  <a:pt x="237860" y="220632"/>
                </a:lnTo>
                <a:lnTo>
                  <a:pt x="237431" y="221541"/>
                </a:lnTo>
                <a:lnTo>
                  <a:pt x="236995" y="222446"/>
                </a:lnTo>
                <a:lnTo>
                  <a:pt x="236551" y="223346"/>
                </a:lnTo>
                <a:lnTo>
                  <a:pt x="236100" y="224243"/>
                </a:lnTo>
                <a:lnTo>
                  <a:pt x="235641" y="225136"/>
                </a:lnTo>
                <a:lnTo>
                  <a:pt x="235175" y="226024"/>
                </a:lnTo>
                <a:lnTo>
                  <a:pt x="234702" y="226908"/>
                </a:lnTo>
                <a:lnTo>
                  <a:pt x="234221" y="227789"/>
                </a:lnTo>
                <a:lnTo>
                  <a:pt x="233733" y="228665"/>
                </a:lnTo>
                <a:lnTo>
                  <a:pt x="233238" y="229537"/>
                </a:lnTo>
                <a:lnTo>
                  <a:pt x="232735" y="230405"/>
                </a:lnTo>
                <a:lnTo>
                  <a:pt x="232224" y="231269"/>
                </a:lnTo>
                <a:lnTo>
                  <a:pt x="231707" y="232129"/>
                </a:lnTo>
                <a:lnTo>
                  <a:pt x="231181" y="232985"/>
                </a:lnTo>
                <a:lnTo>
                  <a:pt x="230649" y="233836"/>
                </a:lnTo>
                <a:lnTo>
                  <a:pt x="230109" y="234684"/>
                </a:lnTo>
                <a:lnTo>
                  <a:pt x="229562" y="235527"/>
                </a:lnTo>
                <a:lnTo>
                  <a:pt x="229007" y="236367"/>
                </a:lnTo>
                <a:lnTo>
                  <a:pt x="228445" y="237202"/>
                </a:lnTo>
                <a:lnTo>
                  <a:pt x="227875" y="238034"/>
                </a:lnTo>
                <a:lnTo>
                  <a:pt x="227299" y="238860"/>
                </a:lnTo>
                <a:lnTo>
                  <a:pt x="226716" y="239681"/>
                </a:lnTo>
                <a:lnTo>
                  <a:pt x="226126" y="240497"/>
                </a:lnTo>
                <a:lnTo>
                  <a:pt x="225531" y="241307"/>
                </a:lnTo>
                <a:lnTo>
                  <a:pt x="224928" y="242111"/>
                </a:lnTo>
                <a:lnTo>
                  <a:pt x="224320" y="242910"/>
                </a:lnTo>
                <a:lnTo>
                  <a:pt x="223705" y="243704"/>
                </a:lnTo>
                <a:lnTo>
                  <a:pt x="223083" y="244492"/>
                </a:lnTo>
                <a:lnTo>
                  <a:pt x="222455" y="245275"/>
                </a:lnTo>
                <a:lnTo>
                  <a:pt x="221821" y="246052"/>
                </a:lnTo>
                <a:lnTo>
                  <a:pt x="221180" y="246823"/>
                </a:lnTo>
                <a:lnTo>
                  <a:pt x="220533" y="247590"/>
                </a:lnTo>
                <a:lnTo>
                  <a:pt x="219879" y="248350"/>
                </a:lnTo>
                <a:lnTo>
                  <a:pt x="219219" y="249106"/>
                </a:lnTo>
                <a:lnTo>
                  <a:pt x="218552" y="249855"/>
                </a:lnTo>
                <a:lnTo>
                  <a:pt x="217879" y="250600"/>
                </a:lnTo>
                <a:lnTo>
                  <a:pt x="217200" y="251338"/>
                </a:lnTo>
                <a:lnTo>
                  <a:pt x="216514" y="252072"/>
                </a:lnTo>
                <a:lnTo>
                  <a:pt x="215822" y="252799"/>
                </a:lnTo>
                <a:lnTo>
                  <a:pt x="215123" y="253522"/>
                </a:lnTo>
                <a:lnTo>
                  <a:pt x="214418" y="254239"/>
                </a:lnTo>
                <a:lnTo>
                  <a:pt x="213706" y="254950"/>
                </a:lnTo>
                <a:lnTo>
                  <a:pt x="212988" y="255656"/>
                </a:lnTo>
                <a:lnTo>
                  <a:pt x="212264" y="256356"/>
                </a:lnTo>
                <a:lnTo>
                  <a:pt x="212573" y="256356"/>
                </a:lnTo>
                <a:lnTo>
                  <a:pt x="212337" y="256579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56C50-27CF-4BC2-8845-CFB9C4E9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553" y="2558187"/>
            <a:ext cx="1323639" cy="472728"/>
          </a:xfrm>
          <a:custGeom xmlns:a="http://schemas.openxmlformats.org/drawingml/2006/main">
            <a:pathLst>
              <a:path w="1323639" h="472728">
                <a:moveTo>
                  <a:pt x="70910" y="0"/>
                </a:moveTo>
                <a:lnTo>
                  <a:pt x="1252730" y="0"/>
                </a:lnTo>
                <a:cubicBezTo>
                  <a:pt x="1262133" y="0"/>
                  <a:pt x="1271176" y="1799"/>
                  <a:pt x="1279864" y="5397"/>
                </a:cubicBezTo>
                <a:cubicBezTo>
                  <a:pt x="1288551" y="8996"/>
                  <a:pt x="1296219" y="14119"/>
                  <a:pt x="1302870" y="20768"/>
                </a:cubicBezTo>
                <a:cubicBezTo>
                  <a:pt x="1309518" y="27417"/>
                  <a:pt x="1314640" y="35086"/>
                  <a:pt x="1318241" y="43773"/>
                </a:cubicBezTo>
                <a:cubicBezTo>
                  <a:pt x="1321837" y="52460"/>
                  <a:pt x="1323639" y="61506"/>
                  <a:pt x="1323639" y="70909"/>
                </a:cubicBezTo>
                <a:lnTo>
                  <a:pt x="1323639" y="401819"/>
                </a:lnTo>
                <a:cubicBezTo>
                  <a:pt x="1323639" y="411222"/>
                  <a:pt x="1321837" y="420267"/>
                  <a:pt x="1318241" y="428954"/>
                </a:cubicBezTo>
                <a:cubicBezTo>
                  <a:pt x="1314640" y="437641"/>
                  <a:pt x="1309518" y="445310"/>
                  <a:pt x="1302870" y="451959"/>
                </a:cubicBezTo>
                <a:cubicBezTo>
                  <a:pt x="1296219" y="458608"/>
                  <a:pt x="1288551" y="463731"/>
                  <a:pt x="1279864" y="467330"/>
                </a:cubicBezTo>
                <a:cubicBezTo>
                  <a:pt x="1271176" y="470928"/>
                  <a:pt x="1262133" y="472728"/>
                  <a:pt x="1252730" y="472728"/>
                </a:cubicBezTo>
                <a:lnTo>
                  <a:pt x="70910" y="472728"/>
                </a:lnTo>
                <a:cubicBezTo>
                  <a:pt x="61506" y="472728"/>
                  <a:pt x="52460" y="470928"/>
                  <a:pt x="43773" y="467330"/>
                </a:cubicBezTo>
                <a:cubicBezTo>
                  <a:pt x="35085" y="463731"/>
                  <a:pt x="27417" y="458608"/>
                  <a:pt x="20769" y="451959"/>
                </a:cubicBezTo>
                <a:cubicBezTo>
                  <a:pt x="14120" y="445310"/>
                  <a:pt x="8995" y="437641"/>
                  <a:pt x="5397" y="428954"/>
                </a:cubicBezTo>
                <a:cubicBezTo>
                  <a:pt x="1799" y="420267"/>
                  <a:pt x="0" y="411222"/>
                  <a:pt x="1" y="401819"/>
                </a:cubicBezTo>
                <a:lnTo>
                  <a:pt x="1" y="70909"/>
                </a:lnTo>
                <a:cubicBezTo>
                  <a:pt x="0" y="61506"/>
                  <a:pt x="1799" y="52460"/>
                  <a:pt x="5397" y="43773"/>
                </a:cubicBezTo>
                <a:cubicBezTo>
                  <a:pt x="8995" y="35086"/>
                  <a:pt x="14120" y="27417"/>
                  <a:pt x="20769" y="20768"/>
                </a:cubicBezTo>
                <a:cubicBezTo>
                  <a:pt x="27417" y="14119"/>
                  <a:pt x="35085" y="8996"/>
                  <a:pt x="43773" y="5397"/>
                </a:cubicBezTo>
                <a:cubicBezTo>
                  <a:pt x="52460" y="1799"/>
                  <a:pt x="61506" y="0"/>
                  <a:pt x="70910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80C85-ED0F-4FF4-8107-2C8AE745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553" y="2558187"/>
            <a:ext cx="1323639" cy="472728"/>
          </a:xfrm>
          <a:custGeom xmlns:a="http://schemas.openxmlformats.org/drawingml/2006/main">
            <a:pathLst>
              <a:path w="1323639" h="472728" fill="none">
                <a:moveTo>
                  <a:pt x="70910" y="0"/>
                </a:moveTo>
                <a:lnTo>
                  <a:pt x="1252730" y="0"/>
                </a:lnTo>
                <a:cubicBezTo>
                  <a:pt x="1262133" y="0"/>
                  <a:pt x="1271176" y="1799"/>
                  <a:pt x="1279864" y="5397"/>
                </a:cubicBezTo>
                <a:cubicBezTo>
                  <a:pt x="1288551" y="8996"/>
                  <a:pt x="1296219" y="14119"/>
                  <a:pt x="1302870" y="20768"/>
                </a:cubicBezTo>
                <a:cubicBezTo>
                  <a:pt x="1309518" y="27417"/>
                  <a:pt x="1314640" y="35086"/>
                  <a:pt x="1318241" y="43773"/>
                </a:cubicBezTo>
                <a:cubicBezTo>
                  <a:pt x="1321837" y="52460"/>
                  <a:pt x="1323639" y="61506"/>
                  <a:pt x="1323639" y="70909"/>
                </a:cubicBezTo>
                <a:lnTo>
                  <a:pt x="1323639" y="401819"/>
                </a:lnTo>
                <a:cubicBezTo>
                  <a:pt x="1323639" y="411222"/>
                  <a:pt x="1321837" y="420267"/>
                  <a:pt x="1318241" y="428954"/>
                </a:cubicBezTo>
                <a:cubicBezTo>
                  <a:pt x="1314640" y="437641"/>
                  <a:pt x="1309518" y="445310"/>
                  <a:pt x="1302870" y="451959"/>
                </a:cubicBezTo>
                <a:cubicBezTo>
                  <a:pt x="1296219" y="458608"/>
                  <a:pt x="1288551" y="463731"/>
                  <a:pt x="1279864" y="467330"/>
                </a:cubicBezTo>
                <a:cubicBezTo>
                  <a:pt x="1271176" y="470928"/>
                  <a:pt x="1262133" y="472728"/>
                  <a:pt x="1252730" y="472728"/>
                </a:cubicBezTo>
                <a:lnTo>
                  <a:pt x="70910" y="472728"/>
                </a:lnTo>
                <a:cubicBezTo>
                  <a:pt x="61506" y="472728"/>
                  <a:pt x="52460" y="470928"/>
                  <a:pt x="43773" y="467330"/>
                </a:cubicBezTo>
                <a:cubicBezTo>
                  <a:pt x="35085" y="463731"/>
                  <a:pt x="27417" y="458608"/>
                  <a:pt x="20769" y="451959"/>
                </a:cubicBezTo>
                <a:cubicBezTo>
                  <a:pt x="14120" y="445310"/>
                  <a:pt x="8995" y="437641"/>
                  <a:pt x="5397" y="428954"/>
                </a:cubicBezTo>
                <a:cubicBezTo>
                  <a:pt x="1799" y="420267"/>
                  <a:pt x="0" y="411222"/>
                  <a:pt x="1" y="401819"/>
                </a:cubicBezTo>
                <a:lnTo>
                  <a:pt x="1" y="70909"/>
                </a:lnTo>
                <a:cubicBezTo>
                  <a:pt x="0" y="61506"/>
                  <a:pt x="1799" y="52460"/>
                  <a:pt x="5397" y="43773"/>
                </a:cubicBezTo>
                <a:cubicBezTo>
                  <a:pt x="8995" y="35086"/>
                  <a:pt x="14120" y="27417"/>
                  <a:pt x="20769" y="20768"/>
                </a:cubicBezTo>
                <a:cubicBezTo>
                  <a:pt x="27417" y="14119"/>
                  <a:pt x="35085" y="8996"/>
                  <a:pt x="43773" y="5397"/>
                </a:cubicBezTo>
                <a:cubicBezTo>
                  <a:pt x="52460" y="1799"/>
                  <a:pt x="61506" y="0"/>
                  <a:pt x="7091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BA557-0C5B-4454-9AB0-76DD82D5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30" y="2558187"/>
            <a:ext cx="1323639" cy="472728"/>
          </a:xfrm>
          <a:custGeom xmlns:a="http://schemas.openxmlformats.org/drawingml/2006/main">
            <a:pathLst>
              <a:path w="1323639" h="472728">
                <a:moveTo>
                  <a:pt x="70910" y="0"/>
                </a:moveTo>
                <a:lnTo>
                  <a:pt x="1252730" y="0"/>
                </a:lnTo>
                <a:cubicBezTo>
                  <a:pt x="1262133" y="0"/>
                  <a:pt x="1271176" y="1799"/>
                  <a:pt x="1279864" y="5397"/>
                </a:cubicBezTo>
                <a:cubicBezTo>
                  <a:pt x="1288551" y="8996"/>
                  <a:pt x="1296219" y="14119"/>
                  <a:pt x="1302870" y="20768"/>
                </a:cubicBezTo>
                <a:cubicBezTo>
                  <a:pt x="1309519" y="27417"/>
                  <a:pt x="1314642" y="35086"/>
                  <a:pt x="1318239" y="43773"/>
                </a:cubicBezTo>
                <a:cubicBezTo>
                  <a:pt x="1321839" y="52460"/>
                  <a:pt x="1323639" y="61506"/>
                  <a:pt x="1323639" y="70909"/>
                </a:cubicBezTo>
                <a:lnTo>
                  <a:pt x="1323639" y="401819"/>
                </a:lnTo>
                <a:cubicBezTo>
                  <a:pt x="1323639" y="411222"/>
                  <a:pt x="1321839" y="420267"/>
                  <a:pt x="1318241" y="428954"/>
                </a:cubicBezTo>
                <a:cubicBezTo>
                  <a:pt x="1314642" y="437641"/>
                  <a:pt x="1309519" y="445310"/>
                  <a:pt x="1302870" y="451959"/>
                </a:cubicBezTo>
                <a:cubicBezTo>
                  <a:pt x="1296219" y="458608"/>
                  <a:pt x="1288552" y="463731"/>
                  <a:pt x="1279865" y="467330"/>
                </a:cubicBezTo>
                <a:cubicBezTo>
                  <a:pt x="1271178" y="470928"/>
                  <a:pt x="1262133" y="472728"/>
                  <a:pt x="1252730" y="472728"/>
                </a:cubicBezTo>
                <a:lnTo>
                  <a:pt x="70910" y="472728"/>
                </a:lnTo>
                <a:cubicBezTo>
                  <a:pt x="61506" y="472728"/>
                  <a:pt x="52460" y="470928"/>
                  <a:pt x="43772" y="467330"/>
                </a:cubicBezTo>
                <a:cubicBezTo>
                  <a:pt x="35084" y="463731"/>
                  <a:pt x="27415" y="458608"/>
                  <a:pt x="20768" y="451959"/>
                </a:cubicBezTo>
                <a:cubicBezTo>
                  <a:pt x="14118" y="445310"/>
                  <a:pt x="8994" y="437641"/>
                  <a:pt x="5396" y="428954"/>
                </a:cubicBezTo>
                <a:cubicBezTo>
                  <a:pt x="1798" y="420267"/>
                  <a:pt x="0" y="411222"/>
                  <a:pt x="1" y="401819"/>
                </a:cubicBezTo>
                <a:lnTo>
                  <a:pt x="1" y="70909"/>
                </a:lnTo>
                <a:cubicBezTo>
                  <a:pt x="0" y="61506"/>
                  <a:pt x="1798" y="52460"/>
                  <a:pt x="5396" y="43773"/>
                </a:cubicBezTo>
                <a:cubicBezTo>
                  <a:pt x="8994" y="35086"/>
                  <a:pt x="14118" y="27417"/>
                  <a:pt x="20768" y="20768"/>
                </a:cubicBezTo>
                <a:cubicBezTo>
                  <a:pt x="27415" y="14119"/>
                  <a:pt x="35084" y="8996"/>
                  <a:pt x="43772" y="5397"/>
                </a:cubicBezTo>
                <a:cubicBezTo>
                  <a:pt x="52460" y="1799"/>
                  <a:pt x="61506" y="0"/>
                  <a:pt x="70910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F1918-ACB7-4609-9CA9-AA36C4C7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30" y="2558187"/>
            <a:ext cx="1323639" cy="472728"/>
          </a:xfrm>
          <a:custGeom xmlns:a="http://schemas.openxmlformats.org/drawingml/2006/main">
            <a:pathLst>
              <a:path w="1323639" h="472728" fill="none">
                <a:moveTo>
                  <a:pt x="70910" y="0"/>
                </a:moveTo>
                <a:lnTo>
                  <a:pt x="1252730" y="0"/>
                </a:lnTo>
                <a:cubicBezTo>
                  <a:pt x="1262133" y="0"/>
                  <a:pt x="1271176" y="1799"/>
                  <a:pt x="1279864" y="5397"/>
                </a:cubicBezTo>
                <a:cubicBezTo>
                  <a:pt x="1288551" y="8996"/>
                  <a:pt x="1296219" y="14119"/>
                  <a:pt x="1302870" y="20768"/>
                </a:cubicBezTo>
                <a:cubicBezTo>
                  <a:pt x="1309519" y="27417"/>
                  <a:pt x="1314642" y="35086"/>
                  <a:pt x="1318239" y="43773"/>
                </a:cubicBezTo>
                <a:cubicBezTo>
                  <a:pt x="1321839" y="52460"/>
                  <a:pt x="1323639" y="61506"/>
                  <a:pt x="1323639" y="70909"/>
                </a:cubicBezTo>
                <a:lnTo>
                  <a:pt x="1323639" y="401819"/>
                </a:lnTo>
                <a:cubicBezTo>
                  <a:pt x="1323639" y="411222"/>
                  <a:pt x="1321839" y="420267"/>
                  <a:pt x="1318241" y="428954"/>
                </a:cubicBezTo>
                <a:cubicBezTo>
                  <a:pt x="1314642" y="437641"/>
                  <a:pt x="1309519" y="445310"/>
                  <a:pt x="1302870" y="451959"/>
                </a:cubicBezTo>
                <a:cubicBezTo>
                  <a:pt x="1296219" y="458608"/>
                  <a:pt x="1288552" y="463731"/>
                  <a:pt x="1279865" y="467330"/>
                </a:cubicBezTo>
                <a:cubicBezTo>
                  <a:pt x="1271178" y="470928"/>
                  <a:pt x="1262133" y="472728"/>
                  <a:pt x="1252730" y="472728"/>
                </a:cubicBezTo>
                <a:lnTo>
                  <a:pt x="70910" y="472728"/>
                </a:lnTo>
                <a:cubicBezTo>
                  <a:pt x="61506" y="472728"/>
                  <a:pt x="52460" y="470928"/>
                  <a:pt x="43772" y="467330"/>
                </a:cubicBezTo>
                <a:cubicBezTo>
                  <a:pt x="35084" y="463731"/>
                  <a:pt x="27415" y="458608"/>
                  <a:pt x="20768" y="451959"/>
                </a:cubicBezTo>
                <a:cubicBezTo>
                  <a:pt x="14118" y="445310"/>
                  <a:pt x="8994" y="437641"/>
                  <a:pt x="5396" y="428954"/>
                </a:cubicBezTo>
                <a:cubicBezTo>
                  <a:pt x="1798" y="420267"/>
                  <a:pt x="0" y="411222"/>
                  <a:pt x="1" y="401819"/>
                </a:cubicBezTo>
                <a:lnTo>
                  <a:pt x="1" y="70909"/>
                </a:lnTo>
                <a:cubicBezTo>
                  <a:pt x="0" y="61506"/>
                  <a:pt x="1798" y="52460"/>
                  <a:pt x="5396" y="43773"/>
                </a:cubicBezTo>
                <a:cubicBezTo>
                  <a:pt x="8994" y="35086"/>
                  <a:pt x="14118" y="27417"/>
                  <a:pt x="20768" y="20768"/>
                </a:cubicBezTo>
                <a:cubicBezTo>
                  <a:pt x="27415" y="14119"/>
                  <a:pt x="35084" y="8996"/>
                  <a:pt x="43772" y="5397"/>
                </a:cubicBezTo>
                <a:cubicBezTo>
                  <a:pt x="52460" y="1799"/>
                  <a:pt x="61506" y="0"/>
                  <a:pt x="7091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DCC58-24B4-4609-B19C-DFEB73F1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29" y="790184"/>
            <a:ext cx="378182" cy="378182"/>
          </a:xfrm>
          <a:custGeom xmlns:a="http://schemas.openxmlformats.org/drawingml/2006/main">
            <a:pathLst>
              <a:path w="378182" h="378182">
                <a:moveTo>
                  <a:pt x="187540" y="6"/>
                </a:moveTo>
                <a:lnTo>
                  <a:pt x="185990" y="25"/>
                </a:lnTo>
                <a:lnTo>
                  <a:pt x="184441" y="57"/>
                </a:lnTo>
                <a:lnTo>
                  <a:pt x="182893" y="101"/>
                </a:lnTo>
                <a:lnTo>
                  <a:pt x="181347" y="158"/>
                </a:lnTo>
                <a:lnTo>
                  <a:pt x="179802" y="227"/>
                </a:lnTo>
                <a:lnTo>
                  <a:pt x="178258" y="309"/>
                </a:lnTo>
                <a:lnTo>
                  <a:pt x="176715" y="404"/>
                </a:lnTo>
                <a:lnTo>
                  <a:pt x="175174" y="511"/>
                </a:lnTo>
                <a:lnTo>
                  <a:pt x="173633" y="631"/>
                </a:lnTo>
                <a:lnTo>
                  <a:pt x="172095" y="763"/>
                </a:lnTo>
                <a:lnTo>
                  <a:pt x="170557" y="908"/>
                </a:lnTo>
                <a:lnTo>
                  <a:pt x="169020" y="1066"/>
                </a:lnTo>
                <a:lnTo>
                  <a:pt x="167485" y="1236"/>
                </a:lnTo>
                <a:lnTo>
                  <a:pt x="165951" y="1419"/>
                </a:lnTo>
                <a:lnTo>
                  <a:pt x="164418" y="1615"/>
                </a:lnTo>
                <a:lnTo>
                  <a:pt x="162887" y="1823"/>
                </a:lnTo>
                <a:lnTo>
                  <a:pt x="161357" y="2044"/>
                </a:lnTo>
                <a:lnTo>
                  <a:pt x="159828" y="2277"/>
                </a:lnTo>
                <a:lnTo>
                  <a:pt x="158300" y="2523"/>
                </a:lnTo>
                <a:lnTo>
                  <a:pt x="156773" y="2782"/>
                </a:lnTo>
                <a:lnTo>
                  <a:pt x="155248" y="3053"/>
                </a:lnTo>
                <a:lnTo>
                  <a:pt x="153724" y="3337"/>
                </a:lnTo>
                <a:lnTo>
                  <a:pt x="152201" y="3633"/>
                </a:lnTo>
                <a:lnTo>
                  <a:pt x="150681" y="3942"/>
                </a:lnTo>
                <a:lnTo>
                  <a:pt x="149164" y="4263"/>
                </a:lnTo>
                <a:lnTo>
                  <a:pt x="147651" y="4596"/>
                </a:lnTo>
                <a:lnTo>
                  <a:pt x="146142" y="4941"/>
                </a:lnTo>
                <a:lnTo>
                  <a:pt x="144636" y="5299"/>
                </a:lnTo>
                <a:lnTo>
                  <a:pt x="143135" y="5668"/>
                </a:lnTo>
                <a:lnTo>
                  <a:pt x="141636" y="6050"/>
                </a:lnTo>
                <a:lnTo>
                  <a:pt x="140142" y="6444"/>
                </a:lnTo>
                <a:lnTo>
                  <a:pt x="138651" y="6850"/>
                </a:lnTo>
                <a:lnTo>
                  <a:pt x="137164" y="7268"/>
                </a:lnTo>
                <a:lnTo>
                  <a:pt x="135680" y="7698"/>
                </a:lnTo>
                <a:lnTo>
                  <a:pt x="134200" y="8140"/>
                </a:lnTo>
                <a:lnTo>
                  <a:pt x="132724" y="8595"/>
                </a:lnTo>
                <a:lnTo>
                  <a:pt x="131252" y="9061"/>
                </a:lnTo>
                <a:lnTo>
                  <a:pt x="129783" y="9540"/>
                </a:lnTo>
                <a:lnTo>
                  <a:pt x="128318" y="10031"/>
                </a:lnTo>
                <a:lnTo>
                  <a:pt x="126856" y="10533"/>
                </a:lnTo>
                <a:lnTo>
                  <a:pt x="125398" y="11049"/>
                </a:lnTo>
                <a:lnTo>
                  <a:pt x="123944" y="11576"/>
                </a:lnTo>
                <a:lnTo>
                  <a:pt x="122494" y="12115"/>
                </a:lnTo>
                <a:lnTo>
                  <a:pt x="121047" y="12667"/>
                </a:lnTo>
                <a:lnTo>
                  <a:pt x="119604" y="13230"/>
                </a:lnTo>
                <a:lnTo>
                  <a:pt x="118165" y="13806"/>
                </a:lnTo>
                <a:lnTo>
                  <a:pt x="116729" y="14394"/>
                </a:lnTo>
                <a:lnTo>
                  <a:pt x="115298" y="14993"/>
                </a:lnTo>
                <a:lnTo>
                  <a:pt x="113873" y="15604"/>
                </a:lnTo>
                <a:lnTo>
                  <a:pt x="112454" y="16226"/>
                </a:lnTo>
                <a:lnTo>
                  <a:pt x="111042" y="16859"/>
                </a:lnTo>
                <a:lnTo>
                  <a:pt x="109635" y="17503"/>
                </a:lnTo>
                <a:lnTo>
                  <a:pt x="108234" y="18158"/>
                </a:lnTo>
                <a:lnTo>
                  <a:pt x="106839" y="18825"/>
                </a:lnTo>
                <a:lnTo>
                  <a:pt x="105450" y="19503"/>
                </a:lnTo>
                <a:lnTo>
                  <a:pt x="104066" y="20192"/>
                </a:lnTo>
                <a:lnTo>
                  <a:pt x="102689" y="20892"/>
                </a:lnTo>
                <a:lnTo>
                  <a:pt x="101318" y="21603"/>
                </a:lnTo>
                <a:lnTo>
                  <a:pt x="99953" y="22326"/>
                </a:lnTo>
                <a:lnTo>
                  <a:pt x="98594" y="23059"/>
                </a:lnTo>
                <a:lnTo>
                  <a:pt x="97241" y="23804"/>
                </a:lnTo>
                <a:lnTo>
                  <a:pt x="95894" y="24560"/>
                </a:lnTo>
                <a:lnTo>
                  <a:pt x="94552" y="25327"/>
                </a:lnTo>
                <a:lnTo>
                  <a:pt x="93217" y="26106"/>
                </a:lnTo>
                <a:lnTo>
                  <a:pt x="91888" y="26895"/>
                </a:lnTo>
                <a:lnTo>
                  <a:pt x="90565" y="27696"/>
                </a:lnTo>
                <a:lnTo>
                  <a:pt x="89247" y="28508"/>
                </a:lnTo>
                <a:lnTo>
                  <a:pt x="87936" y="29331"/>
                </a:lnTo>
                <a:lnTo>
                  <a:pt x="86631" y="30165"/>
                </a:lnTo>
                <a:lnTo>
                  <a:pt x="85331" y="31011"/>
                </a:lnTo>
                <a:lnTo>
                  <a:pt x="84038" y="31868"/>
                </a:lnTo>
                <a:lnTo>
                  <a:pt x="82751" y="32735"/>
                </a:lnTo>
                <a:lnTo>
                  <a:pt x="81473" y="33612"/>
                </a:lnTo>
                <a:lnTo>
                  <a:pt x="80203" y="34498"/>
                </a:lnTo>
                <a:lnTo>
                  <a:pt x="78940" y="35395"/>
                </a:lnTo>
                <a:lnTo>
                  <a:pt x="77686" y="36301"/>
                </a:lnTo>
                <a:lnTo>
                  <a:pt x="76440" y="37217"/>
                </a:lnTo>
                <a:lnTo>
                  <a:pt x="75202" y="38143"/>
                </a:lnTo>
                <a:lnTo>
                  <a:pt x="73972" y="39079"/>
                </a:lnTo>
                <a:lnTo>
                  <a:pt x="72750" y="40025"/>
                </a:lnTo>
                <a:lnTo>
                  <a:pt x="71536" y="40980"/>
                </a:lnTo>
                <a:lnTo>
                  <a:pt x="70330" y="41945"/>
                </a:lnTo>
                <a:lnTo>
                  <a:pt x="69132" y="42920"/>
                </a:lnTo>
                <a:lnTo>
                  <a:pt x="67942" y="43905"/>
                </a:lnTo>
                <a:lnTo>
                  <a:pt x="66760" y="44899"/>
                </a:lnTo>
                <a:lnTo>
                  <a:pt x="65586" y="45904"/>
                </a:lnTo>
                <a:lnTo>
                  <a:pt x="64420" y="46918"/>
                </a:lnTo>
                <a:lnTo>
                  <a:pt x="63263" y="47942"/>
                </a:lnTo>
                <a:lnTo>
                  <a:pt x="62113" y="48975"/>
                </a:lnTo>
                <a:lnTo>
                  <a:pt x="60971" y="50019"/>
                </a:lnTo>
                <a:lnTo>
                  <a:pt x="59838" y="51072"/>
                </a:lnTo>
                <a:lnTo>
                  <a:pt x="58712" y="52135"/>
                </a:lnTo>
                <a:lnTo>
                  <a:pt x="57594" y="53208"/>
                </a:lnTo>
                <a:lnTo>
                  <a:pt x="56485" y="54291"/>
                </a:lnTo>
                <a:lnTo>
                  <a:pt x="55384" y="55384"/>
                </a:lnTo>
                <a:lnTo>
                  <a:pt x="54291" y="56485"/>
                </a:lnTo>
                <a:lnTo>
                  <a:pt x="53208" y="57594"/>
                </a:lnTo>
                <a:lnTo>
                  <a:pt x="52135" y="58712"/>
                </a:lnTo>
                <a:lnTo>
                  <a:pt x="51072" y="59838"/>
                </a:lnTo>
                <a:lnTo>
                  <a:pt x="50019" y="60971"/>
                </a:lnTo>
                <a:lnTo>
                  <a:pt x="48975" y="62113"/>
                </a:lnTo>
                <a:lnTo>
                  <a:pt x="47942" y="63263"/>
                </a:lnTo>
                <a:lnTo>
                  <a:pt x="46918" y="64420"/>
                </a:lnTo>
                <a:lnTo>
                  <a:pt x="45904" y="65586"/>
                </a:lnTo>
                <a:lnTo>
                  <a:pt x="44899" y="66760"/>
                </a:lnTo>
                <a:lnTo>
                  <a:pt x="43905" y="67942"/>
                </a:lnTo>
                <a:lnTo>
                  <a:pt x="42920" y="69132"/>
                </a:lnTo>
                <a:lnTo>
                  <a:pt x="41945" y="70330"/>
                </a:lnTo>
                <a:lnTo>
                  <a:pt x="40980" y="71536"/>
                </a:lnTo>
                <a:lnTo>
                  <a:pt x="40025" y="72750"/>
                </a:lnTo>
                <a:lnTo>
                  <a:pt x="39079" y="73972"/>
                </a:lnTo>
                <a:lnTo>
                  <a:pt x="38143" y="75202"/>
                </a:lnTo>
                <a:lnTo>
                  <a:pt x="37217" y="76440"/>
                </a:lnTo>
                <a:lnTo>
                  <a:pt x="36301" y="77686"/>
                </a:lnTo>
                <a:lnTo>
                  <a:pt x="35395" y="78940"/>
                </a:lnTo>
                <a:lnTo>
                  <a:pt x="34498" y="80203"/>
                </a:lnTo>
                <a:lnTo>
                  <a:pt x="33612" y="81473"/>
                </a:lnTo>
                <a:lnTo>
                  <a:pt x="32735" y="82751"/>
                </a:lnTo>
                <a:lnTo>
                  <a:pt x="31868" y="84038"/>
                </a:lnTo>
                <a:lnTo>
                  <a:pt x="31011" y="85331"/>
                </a:lnTo>
                <a:lnTo>
                  <a:pt x="30165" y="86631"/>
                </a:lnTo>
                <a:lnTo>
                  <a:pt x="29331" y="87936"/>
                </a:lnTo>
                <a:lnTo>
                  <a:pt x="28508" y="89247"/>
                </a:lnTo>
                <a:lnTo>
                  <a:pt x="27696" y="90565"/>
                </a:lnTo>
                <a:lnTo>
                  <a:pt x="26895" y="91888"/>
                </a:lnTo>
                <a:lnTo>
                  <a:pt x="26106" y="93217"/>
                </a:lnTo>
                <a:lnTo>
                  <a:pt x="25327" y="94552"/>
                </a:lnTo>
                <a:lnTo>
                  <a:pt x="24560" y="95894"/>
                </a:lnTo>
                <a:lnTo>
                  <a:pt x="23804" y="97241"/>
                </a:lnTo>
                <a:lnTo>
                  <a:pt x="23059" y="98594"/>
                </a:lnTo>
                <a:lnTo>
                  <a:pt x="22326" y="99953"/>
                </a:lnTo>
                <a:lnTo>
                  <a:pt x="21603" y="101318"/>
                </a:lnTo>
                <a:lnTo>
                  <a:pt x="20892" y="102689"/>
                </a:lnTo>
                <a:lnTo>
                  <a:pt x="20192" y="104066"/>
                </a:lnTo>
                <a:lnTo>
                  <a:pt x="19503" y="105450"/>
                </a:lnTo>
                <a:lnTo>
                  <a:pt x="18825" y="106839"/>
                </a:lnTo>
                <a:lnTo>
                  <a:pt x="18158" y="108234"/>
                </a:lnTo>
                <a:lnTo>
                  <a:pt x="17503" y="109635"/>
                </a:lnTo>
                <a:lnTo>
                  <a:pt x="16859" y="111042"/>
                </a:lnTo>
                <a:lnTo>
                  <a:pt x="16226" y="112454"/>
                </a:lnTo>
                <a:lnTo>
                  <a:pt x="15604" y="113873"/>
                </a:lnTo>
                <a:lnTo>
                  <a:pt x="14993" y="115298"/>
                </a:lnTo>
                <a:lnTo>
                  <a:pt x="14394" y="116729"/>
                </a:lnTo>
                <a:lnTo>
                  <a:pt x="13806" y="118165"/>
                </a:lnTo>
                <a:lnTo>
                  <a:pt x="13230" y="119604"/>
                </a:lnTo>
                <a:lnTo>
                  <a:pt x="12667" y="121047"/>
                </a:lnTo>
                <a:lnTo>
                  <a:pt x="12115" y="122494"/>
                </a:lnTo>
                <a:lnTo>
                  <a:pt x="11576" y="123944"/>
                </a:lnTo>
                <a:lnTo>
                  <a:pt x="11049" y="125398"/>
                </a:lnTo>
                <a:lnTo>
                  <a:pt x="10533" y="126856"/>
                </a:lnTo>
                <a:lnTo>
                  <a:pt x="10031" y="128318"/>
                </a:lnTo>
                <a:lnTo>
                  <a:pt x="9540" y="129783"/>
                </a:lnTo>
                <a:lnTo>
                  <a:pt x="9061" y="131252"/>
                </a:lnTo>
                <a:lnTo>
                  <a:pt x="8595" y="132724"/>
                </a:lnTo>
                <a:lnTo>
                  <a:pt x="8140" y="134200"/>
                </a:lnTo>
                <a:lnTo>
                  <a:pt x="7698" y="135680"/>
                </a:lnTo>
                <a:lnTo>
                  <a:pt x="7268" y="137164"/>
                </a:lnTo>
                <a:lnTo>
                  <a:pt x="6850" y="138651"/>
                </a:lnTo>
                <a:lnTo>
                  <a:pt x="6444" y="140142"/>
                </a:lnTo>
                <a:lnTo>
                  <a:pt x="6050" y="141636"/>
                </a:lnTo>
                <a:lnTo>
                  <a:pt x="5668" y="143135"/>
                </a:lnTo>
                <a:lnTo>
                  <a:pt x="5299" y="144637"/>
                </a:lnTo>
                <a:lnTo>
                  <a:pt x="4941" y="146142"/>
                </a:lnTo>
                <a:lnTo>
                  <a:pt x="4596" y="147651"/>
                </a:lnTo>
                <a:lnTo>
                  <a:pt x="4263" y="149164"/>
                </a:lnTo>
                <a:lnTo>
                  <a:pt x="3942" y="150681"/>
                </a:lnTo>
                <a:lnTo>
                  <a:pt x="3633" y="152201"/>
                </a:lnTo>
                <a:lnTo>
                  <a:pt x="3337" y="153724"/>
                </a:lnTo>
                <a:lnTo>
                  <a:pt x="3053" y="155248"/>
                </a:lnTo>
                <a:lnTo>
                  <a:pt x="2782" y="156773"/>
                </a:lnTo>
                <a:lnTo>
                  <a:pt x="2523" y="158300"/>
                </a:lnTo>
                <a:lnTo>
                  <a:pt x="2277" y="159828"/>
                </a:lnTo>
                <a:lnTo>
                  <a:pt x="2044" y="161357"/>
                </a:lnTo>
                <a:lnTo>
                  <a:pt x="1823" y="162887"/>
                </a:lnTo>
                <a:lnTo>
                  <a:pt x="1615" y="164418"/>
                </a:lnTo>
                <a:lnTo>
                  <a:pt x="1419" y="165951"/>
                </a:lnTo>
                <a:lnTo>
                  <a:pt x="1236" y="167485"/>
                </a:lnTo>
                <a:lnTo>
                  <a:pt x="1066" y="169020"/>
                </a:lnTo>
                <a:lnTo>
                  <a:pt x="908" y="170557"/>
                </a:lnTo>
                <a:lnTo>
                  <a:pt x="763" y="172095"/>
                </a:lnTo>
                <a:lnTo>
                  <a:pt x="631" y="173633"/>
                </a:lnTo>
                <a:lnTo>
                  <a:pt x="511" y="175174"/>
                </a:lnTo>
                <a:lnTo>
                  <a:pt x="404" y="176715"/>
                </a:lnTo>
                <a:lnTo>
                  <a:pt x="309" y="178258"/>
                </a:lnTo>
                <a:lnTo>
                  <a:pt x="227" y="179802"/>
                </a:lnTo>
                <a:lnTo>
                  <a:pt x="158" y="181347"/>
                </a:lnTo>
                <a:lnTo>
                  <a:pt x="101" y="182893"/>
                </a:lnTo>
                <a:lnTo>
                  <a:pt x="57" y="184441"/>
                </a:lnTo>
                <a:lnTo>
                  <a:pt x="25" y="185990"/>
                </a:lnTo>
                <a:lnTo>
                  <a:pt x="6" y="187540"/>
                </a:lnTo>
                <a:lnTo>
                  <a:pt x="0" y="189091"/>
                </a:lnTo>
                <a:lnTo>
                  <a:pt x="6" y="190643"/>
                </a:lnTo>
                <a:lnTo>
                  <a:pt x="25" y="192193"/>
                </a:lnTo>
                <a:lnTo>
                  <a:pt x="57" y="193742"/>
                </a:lnTo>
                <a:lnTo>
                  <a:pt x="101" y="195289"/>
                </a:lnTo>
                <a:lnTo>
                  <a:pt x="158" y="196836"/>
                </a:lnTo>
                <a:lnTo>
                  <a:pt x="227" y="198381"/>
                </a:lnTo>
                <a:lnTo>
                  <a:pt x="309" y="199925"/>
                </a:lnTo>
                <a:lnTo>
                  <a:pt x="404" y="201467"/>
                </a:lnTo>
                <a:lnTo>
                  <a:pt x="511" y="203009"/>
                </a:lnTo>
                <a:lnTo>
                  <a:pt x="631" y="204549"/>
                </a:lnTo>
                <a:lnTo>
                  <a:pt x="763" y="206088"/>
                </a:lnTo>
                <a:lnTo>
                  <a:pt x="908" y="207626"/>
                </a:lnTo>
                <a:lnTo>
                  <a:pt x="1066" y="209162"/>
                </a:lnTo>
                <a:lnTo>
                  <a:pt x="1236" y="210697"/>
                </a:lnTo>
                <a:lnTo>
                  <a:pt x="1419" y="212231"/>
                </a:lnTo>
                <a:lnTo>
                  <a:pt x="1615" y="213764"/>
                </a:lnTo>
                <a:lnTo>
                  <a:pt x="1823" y="215295"/>
                </a:lnTo>
                <a:lnTo>
                  <a:pt x="2044" y="216826"/>
                </a:lnTo>
                <a:lnTo>
                  <a:pt x="2277" y="218355"/>
                </a:lnTo>
                <a:lnTo>
                  <a:pt x="2523" y="219882"/>
                </a:lnTo>
                <a:lnTo>
                  <a:pt x="2782" y="221409"/>
                </a:lnTo>
                <a:lnTo>
                  <a:pt x="3053" y="222934"/>
                </a:lnTo>
                <a:lnTo>
                  <a:pt x="3337" y="224458"/>
                </a:lnTo>
                <a:lnTo>
                  <a:pt x="3633" y="225981"/>
                </a:lnTo>
                <a:lnTo>
                  <a:pt x="3942" y="227501"/>
                </a:lnTo>
                <a:lnTo>
                  <a:pt x="4263" y="229018"/>
                </a:lnTo>
                <a:lnTo>
                  <a:pt x="4596" y="230531"/>
                </a:lnTo>
                <a:lnTo>
                  <a:pt x="4941" y="232040"/>
                </a:lnTo>
                <a:lnTo>
                  <a:pt x="5299" y="233546"/>
                </a:lnTo>
                <a:lnTo>
                  <a:pt x="5668" y="235048"/>
                </a:lnTo>
                <a:lnTo>
                  <a:pt x="6050" y="236546"/>
                </a:lnTo>
                <a:lnTo>
                  <a:pt x="6444" y="238041"/>
                </a:lnTo>
                <a:lnTo>
                  <a:pt x="6850" y="239532"/>
                </a:lnTo>
                <a:lnTo>
                  <a:pt x="7268" y="241019"/>
                </a:lnTo>
                <a:lnTo>
                  <a:pt x="7698" y="242502"/>
                </a:lnTo>
                <a:lnTo>
                  <a:pt x="8140" y="243982"/>
                </a:lnTo>
                <a:lnTo>
                  <a:pt x="8595" y="245458"/>
                </a:lnTo>
                <a:lnTo>
                  <a:pt x="9061" y="246931"/>
                </a:lnTo>
                <a:lnTo>
                  <a:pt x="9540" y="248400"/>
                </a:lnTo>
                <a:lnTo>
                  <a:pt x="10031" y="249865"/>
                </a:lnTo>
                <a:lnTo>
                  <a:pt x="10533" y="251326"/>
                </a:lnTo>
                <a:lnTo>
                  <a:pt x="11049" y="252784"/>
                </a:lnTo>
                <a:lnTo>
                  <a:pt x="11576" y="254238"/>
                </a:lnTo>
                <a:lnTo>
                  <a:pt x="12115" y="255688"/>
                </a:lnTo>
                <a:lnTo>
                  <a:pt x="12667" y="257135"/>
                </a:lnTo>
                <a:lnTo>
                  <a:pt x="13230" y="258578"/>
                </a:lnTo>
                <a:lnTo>
                  <a:pt x="13806" y="260018"/>
                </a:lnTo>
                <a:lnTo>
                  <a:pt x="14394" y="261453"/>
                </a:lnTo>
                <a:lnTo>
                  <a:pt x="14993" y="262884"/>
                </a:lnTo>
                <a:lnTo>
                  <a:pt x="15604" y="264309"/>
                </a:lnTo>
                <a:lnTo>
                  <a:pt x="16226" y="265728"/>
                </a:lnTo>
                <a:lnTo>
                  <a:pt x="16859" y="267141"/>
                </a:lnTo>
                <a:lnTo>
                  <a:pt x="17503" y="268548"/>
                </a:lnTo>
                <a:lnTo>
                  <a:pt x="18158" y="269949"/>
                </a:lnTo>
                <a:lnTo>
                  <a:pt x="18825" y="271344"/>
                </a:lnTo>
                <a:lnTo>
                  <a:pt x="19503" y="272733"/>
                </a:lnTo>
                <a:lnTo>
                  <a:pt x="20192" y="274116"/>
                </a:lnTo>
                <a:lnTo>
                  <a:pt x="20892" y="275493"/>
                </a:lnTo>
                <a:lnTo>
                  <a:pt x="21603" y="276864"/>
                </a:lnTo>
                <a:lnTo>
                  <a:pt x="22326" y="278229"/>
                </a:lnTo>
                <a:lnTo>
                  <a:pt x="23059" y="279588"/>
                </a:lnTo>
                <a:lnTo>
                  <a:pt x="23804" y="280942"/>
                </a:lnTo>
                <a:lnTo>
                  <a:pt x="24560" y="282289"/>
                </a:lnTo>
                <a:lnTo>
                  <a:pt x="25327" y="283630"/>
                </a:lnTo>
                <a:lnTo>
                  <a:pt x="26106" y="284965"/>
                </a:lnTo>
                <a:lnTo>
                  <a:pt x="26895" y="286294"/>
                </a:lnTo>
                <a:lnTo>
                  <a:pt x="27696" y="287618"/>
                </a:lnTo>
                <a:lnTo>
                  <a:pt x="28508" y="288935"/>
                </a:lnTo>
                <a:lnTo>
                  <a:pt x="29331" y="290246"/>
                </a:lnTo>
                <a:lnTo>
                  <a:pt x="30165" y="291552"/>
                </a:lnTo>
                <a:lnTo>
                  <a:pt x="31011" y="292851"/>
                </a:lnTo>
                <a:lnTo>
                  <a:pt x="31868" y="294145"/>
                </a:lnTo>
                <a:lnTo>
                  <a:pt x="32735" y="295431"/>
                </a:lnTo>
                <a:lnTo>
                  <a:pt x="33612" y="296709"/>
                </a:lnTo>
                <a:lnTo>
                  <a:pt x="34498" y="297980"/>
                </a:lnTo>
                <a:lnTo>
                  <a:pt x="35395" y="299242"/>
                </a:lnTo>
                <a:lnTo>
                  <a:pt x="36301" y="300496"/>
                </a:lnTo>
                <a:lnTo>
                  <a:pt x="37217" y="301742"/>
                </a:lnTo>
                <a:lnTo>
                  <a:pt x="38143" y="302981"/>
                </a:lnTo>
                <a:lnTo>
                  <a:pt x="39079" y="304211"/>
                </a:lnTo>
                <a:lnTo>
                  <a:pt x="40025" y="305433"/>
                </a:lnTo>
                <a:lnTo>
                  <a:pt x="40980" y="306647"/>
                </a:lnTo>
                <a:lnTo>
                  <a:pt x="41945" y="307853"/>
                </a:lnTo>
                <a:lnTo>
                  <a:pt x="42920" y="309051"/>
                </a:lnTo>
                <a:lnTo>
                  <a:pt x="43905" y="310241"/>
                </a:lnTo>
                <a:lnTo>
                  <a:pt x="44899" y="311423"/>
                </a:lnTo>
                <a:lnTo>
                  <a:pt x="45904" y="312596"/>
                </a:lnTo>
                <a:lnTo>
                  <a:pt x="46918" y="313762"/>
                </a:lnTo>
                <a:lnTo>
                  <a:pt x="47942" y="314920"/>
                </a:lnTo>
                <a:lnTo>
                  <a:pt x="48975" y="316070"/>
                </a:lnTo>
                <a:lnTo>
                  <a:pt x="50019" y="317211"/>
                </a:lnTo>
                <a:lnTo>
                  <a:pt x="51072" y="318345"/>
                </a:lnTo>
                <a:lnTo>
                  <a:pt x="52135" y="319470"/>
                </a:lnTo>
                <a:lnTo>
                  <a:pt x="53208" y="320588"/>
                </a:lnTo>
                <a:lnTo>
                  <a:pt x="54291" y="321697"/>
                </a:lnTo>
                <a:lnTo>
                  <a:pt x="55384" y="322799"/>
                </a:lnTo>
                <a:lnTo>
                  <a:pt x="56485" y="323891"/>
                </a:lnTo>
                <a:lnTo>
                  <a:pt x="57594" y="324974"/>
                </a:lnTo>
                <a:lnTo>
                  <a:pt x="58712" y="326047"/>
                </a:lnTo>
                <a:lnTo>
                  <a:pt x="59838" y="327110"/>
                </a:lnTo>
                <a:lnTo>
                  <a:pt x="60971" y="328164"/>
                </a:lnTo>
                <a:lnTo>
                  <a:pt x="62113" y="329207"/>
                </a:lnTo>
                <a:lnTo>
                  <a:pt x="63263" y="330241"/>
                </a:lnTo>
                <a:lnTo>
                  <a:pt x="64420" y="331265"/>
                </a:lnTo>
                <a:lnTo>
                  <a:pt x="65586" y="332279"/>
                </a:lnTo>
                <a:lnTo>
                  <a:pt x="66760" y="333283"/>
                </a:lnTo>
                <a:lnTo>
                  <a:pt x="67942" y="334278"/>
                </a:lnTo>
                <a:lnTo>
                  <a:pt x="69132" y="335262"/>
                </a:lnTo>
                <a:lnTo>
                  <a:pt x="70330" y="336237"/>
                </a:lnTo>
                <a:lnTo>
                  <a:pt x="71536" y="337202"/>
                </a:lnTo>
                <a:lnTo>
                  <a:pt x="72750" y="338158"/>
                </a:lnTo>
                <a:lnTo>
                  <a:pt x="73972" y="339103"/>
                </a:lnTo>
                <a:lnTo>
                  <a:pt x="75202" y="340039"/>
                </a:lnTo>
                <a:lnTo>
                  <a:pt x="76440" y="340965"/>
                </a:lnTo>
                <a:lnTo>
                  <a:pt x="77686" y="341881"/>
                </a:lnTo>
                <a:lnTo>
                  <a:pt x="78940" y="342787"/>
                </a:lnTo>
                <a:lnTo>
                  <a:pt x="80203" y="343684"/>
                </a:lnTo>
                <a:lnTo>
                  <a:pt x="81473" y="344571"/>
                </a:lnTo>
                <a:lnTo>
                  <a:pt x="82751" y="345448"/>
                </a:lnTo>
                <a:lnTo>
                  <a:pt x="84038" y="346315"/>
                </a:lnTo>
                <a:lnTo>
                  <a:pt x="85331" y="347171"/>
                </a:lnTo>
                <a:lnTo>
                  <a:pt x="86631" y="348017"/>
                </a:lnTo>
                <a:lnTo>
                  <a:pt x="87936" y="348851"/>
                </a:lnTo>
                <a:lnTo>
                  <a:pt x="89247" y="349674"/>
                </a:lnTo>
                <a:lnTo>
                  <a:pt x="90565" y="350486"/>
                </a:lnTo>
                <a:lnTo>
                  <a:pt x="91888" y="351287"/>
                </a:lnTo>
                <a:lnTo>
                  <a:pt x="93217" y="352077"/>
                </a:lnTo>
                <a:lnTo>
                  <a:pt x="94552" y="352855"/>
                </a:lnTo>
                <a:lnTo>
                  <a:pt x="95894" y="353622"/>
                </a:lnTo>
                <a:lnTo>
                  <a:pt x="97241" y="354378"/>
                </a:lnTo>
                <a:lnTo>
                  <a:pt x="98594" y="355123"/>
                </a:lnTo>
                <a:lnTo>
                  <a:pt x="99953" y="355857"/>
                </a:lnTo>
                <a:lnTo>
                  <a:pt x="101318" y="356579"/>
                </a:lnTo>
                <a:lnTo>
                  <a:pt x="102689" y="357290"/>
                </a:lnTo>
                <a:lnTo>
                  <a:pt x="104066" y="357991"/>
                </a:lnTo>
                <a:lnTo>
                  <a:pt x="105450" y="358680"/>
                </a:lnTo>
                <a:lnTo>
                  <a:pt x="106839" y="359357"/>
                </a:lnTo>
                <a:lnTo>
                  <a:pt x="108234" y="360024"/>
                </a:lnTo>
                <a:lnTo>
                  <a:pt x="109635" y="360679"/>
                </a:lnTo>
                <a:lnTo>
                  <a:pt x="111042" y="361324"/>
                </a:lnTo>
                <a:lnTo>
                  <a:pt x="112454" y="361957"/>
                </a:lnTo>
                <a:lnTo>
                  <a:pt x="113873" y="362578"/>
                </a:lnTo>
                <a:lnTo>
                  <a:pt x="115298" y="363189"/>
                </a:lnTo>
                <a:lnTo>
                  <a:pt x="116729" y="363789"/>
                </a:lnTo>
                <a:lnTo>
                  <a:pt x="118165" y="364377"/>
                </a:lnTo>
                <a:lnTo>
                  <a:pt x="119604" y="364952"/>
                </a:lnTo>
                <a:lnTo>
                  <a:pt x="121047" y="365516"/>
                </a:lnTo>
                <a:lnTo>
                  <a:pt x="122494" y="366067"/>
                </a:lnTo>
                <a:lnTo>
                  <a:pt x="123944" y="366607"/>
                </a:lnTo>
                <a:lnTo>
                  <a:pt x="125398" y="367134"/>
                </a:lnTo>
                <a:lnTo>
                  <a:pt x="126856" y="367649"/>
                </a:lnTo>
                <a:lnTo>
                  <a:pt x="128318" y="368152"/>
                </a:lnTo>
                <a:lnTo>
                  <a:pt x="129783" y="368643"/>
                </a:lnTo>
                <a:lnTo>
                  <a:pt x="131252" y="369121"/>
                </a:lnTo>
                <a:lnTo>
                  <a:pt x="132724" y="369588"/>
                </a:lnTo>
                <a:lnTo>
                  <a:pt x="134200" y="370042"/>
                </a:lnTo>
                <a:lnTo>
                  <a:pt x="135680" y="370485"/>
                </a:lnTo>
                <a:lnTo>
                  <a:pt x="137164" y="370915"/>
                </a:lnTo>
                <a:lnTo>
                  <a:pt x="138651" y="371333"/>
                </a:lnTo>
                <a:lnTo>
                  <a:pt x="140142" y="371739"/>
                </a:lnTo>
                <a:lnTo>
                  <a:pt x="141636" y="372132"/>
                </a:lnTo>
                <a:lnTo>
                  <a:pt x="143135" y="372514"/>
                </a:lnTo>
                <a:lnTo>
                  <a:pt x="144637" y="372884"/>
                </a:lnTo>
                <a:lnTo>
                  <a:pt x="146142" y="373241"/>
                </a:lnTo>
                <a:lnTo>
                  <a:pt x="147651" y="373586"/>
                </a:lnTo>
                <a:lnTo>
                  <a:pt x="149164" y="373919"/>
                </a:lnTo>
                <a:lnTo>
                  <a:pt x="150681" y="374240"/>
                </a:lnTo>
                <a:lnTo>
                  <a:pt x="152201" y="374549"/>
                </a:lnTo>
                <a:lnTo>
                  <a:pt x="153724" y="374846"/>
                </a:lnTo>
                <a:lnTo>
                  <a:pt x="155248" y="375129"/>
                </a:lnTo>
                <a:lnTo>
                  <a:pt x="156773" y="375401"/>
                </a:lnTo>
                <a:lnTo>
                  <a:pt x="158300" y="375659"/>
                </a:lnTo>
                <a:lnTo>
                  <a:pt x="159828" y="375905"/>
                </a:lnTo>
                <a:lnTo>
                  <a:pt x="161357" y="376139"/>
                </a:lnTo>
                <a:lnTo>
                  <a:pt x="162887" y="376359"/>
                </a:lnTo>
                <a:lnTo>
                  <a:pt x="164418" y="376568"/>
                </a:lnTo>
                <a:lnTo>
                  <a:pt x="165951" y="376763"/>
                </a:lnTo>
                <a:lnTo>
                  <a:pt x="167485" y="376946"/>
                </a:lnTo>
                <a:lnTo>
                  <a:pt x="169020" y="377116"/>
                </a:lnTo>
                <a:lnTo>
                  <a:pt x="170557" y="377274"/>
                </a:lnTo>
                <a:lnTo>
                  <a:pt x="172095" y="377419"/>
                </a:lnTo>
                <a:lnTo>
                  <a:pt x="173633" y="377552"/>
                </a:lnTo>
                <a:lnTo>
                  <a:pt x="175174" y="377671"/>
                </a:lnTo>
                <a:lnTo>
                  <a:pt x="176715" y="377779"/>
                </a:lnTo>
                <a:lnTo>
                  <a:pt x="178258" y="377873"/>
                </a:lnTo>
                <a:lnTo>
                  <a:pt x="179802" y="377955"/>
                </a:lnTo>
                <a:lnTo>
                  <a:pt x="181347" y="378025"/>
                </a:lnTo>
                <a:lnTo>
                  <a:pt x="182893" y="378082"/>
                </a:lnTo>
                <a:lnTo>
                  <a:pt x="184441" y="378126"/>
                </a:lnTo>
                <a:lnTo>
                  <a:pt x="185990" y="378157"/>
                </a:lnTo>
                <a:lnTo>
                  <a:pt x="187540" y="378176"/>
                </a:lnTo>
                <a:lnTo>
                  <a:pt x="189091" y="378182"/>
                </a:lnTo>
                <a:lnTo>
                  <a:pt x="190643" y="378176"/>
                </a:lnTo>
                <a:lnTo>
                  <a:pt x="192193" y="378157"/>
                </a:lnTo>
                <a:lnTo>
                  <a:pt x="193742" y="378126"/>
                </a:lnTo>
                <a:lnTo>
                  <a:pt x="195289" y="378082"/>
                </a:lnTo>
                <a:lnTo>
                  <a:pt x="196836" y="378025"/>
                </a:lnTo>
                <a:lnTo>
                  <a:pt x="198381" y="377955"/>
                </a:lnTo>
                <a:lnTo>
                  <a:pt x="199925" y="377873"/>
                </a:lnTo>
                <a:lnTo>
                  <a:pt x="201467" y="377779"/>
                </a:lnTo>
                <a:lnTo>
                  <a:pt x="203009" y="377671"/>
                </a:lnTo>
                <a:lnTo>
                  <a:pt x="204549" y="377552"/>
                </a:lnTo>
                <a:lnTo>
                  <a:pt x="206088" y="377419"/>
                </a:lnTo>
                <a:lnTo>
                  <a:pt x="207626" y="377274"/>
                </a:lnTo>
                <a:lnTo>
                  <a:pt x="209162" y="377116"/>
                </a:lnTo>
                <a:lnTo>
                  <a:pt x="210697" y="376946"/>
                </a:lnTo>
                <a:lnTo>
                  <a:pt x="212231" y="376763"/>
                </a:lnTo>
                <a:lnTo>
                  <a:pt x="213764" y="376568"/>
                </a:lnTo>
                <a:lnTo>
                  <a:pt x="215295" y="376359"/>
                </a:lnTo>
                <a:lnTo>
                  <a:pt x="216826" y="376139"/>
                </a:lnTo>
                <a:lnTo>
                  <a:pt x="218355" y="375905"/>
                </a:lnTo>
                <a:lnTo>
                  <a:pt x="219882" y="375659"/>
                </a:lnTo>
                <a:lnTo>
                  <a:pt x="221409" y="375401"/>
                </a:lnTo>
                <a:lnTo>
                  <a:pt x="222934" y="375129"/>
                </a:lnTo>
                <a:lnTo>
                  <a:pt x="224458" y="374846"/>
                </a:lnTo>
                <a:lnTo>
                  <a:pt x="225981" y="374549"/>
                </a:lnTo>
                <a:lnTo>
                  <a:pt x="227501" y="374240"/>
                </a:lnTo>
                <a:lnTo>
                  <a:pt x="229018" y="373919"/>
                </a:lnTo>
                <a:lnTo>
                  <a:pt x="230531" y="373586"/>
                </a:lnTo>
                <a:lnTo>
                  <a:pt x="232040" y="373241"/>
                </a:lnTo>
                <a:lnTo>
                  <a:pt x="233546" y="372884"/>
                </a:lnTo>
                <a:lnTo>
                  <a:pt x="235048" y="372514"/>
                </a:lnTo>
                <a:lnTo>
                  <a:pt x="236546" y="372132"/>
                </a:lnTo>
                <a:lnTo>
                  <a:pt x="238041" y="371739"/>
                </a:lnTo>
                <a:lnTo>
                  <a:pt x="239532" y="371333"/>
                </a:lnTo>
                <a:lnTo>
                  <a:pt x="241019" y="370915"/>
                </a:lnTo>
                <a:lnTo>
                  <a:pt x="242502" y="370485"/>
                </a:lnTo>
                <a:lnTo>
                  <a:pt x="243982" y="370042"/>
                </a:lnTo>
                <a:lnTo>
                  <a:pt x="245458" y="369588"/>
                </a:lnTo>
                <a:lnTo>
                  <a:pt x="246931" y="369121"/>
                </a:lnTo>
                <a:lnTo>
                  <a:pt x="248400" y="368643"/>
                </a:lnTo>
                <a:lnTo>
                  <a:pt x="249865" y="368152"/>
                </a:lnTo>
                <a:lnTo>
                  <a:pt x="251326" y="367649"/>
                </a:lnTo>
                <a:lnTo>
                  <a:pt x="252784" y="367134"/>
                </a:lnTo>
                <a:lnTo>
                  <a:pt x="254238" y="366607"/>
                </a:lnTo>
                <a:lnTo>
                  <a:pt x="255688" y="366067"/>
                </a:lnTo>
                <a:lnTo>
                  <a:pt x="257135" y="365516"/>
                </a:lnTo>
                <a:lnTo>
                  <a:pt x="258578" y="364952"/>
                </a:lnTo>
                <a:lnTo>
                  <a:pt x="260018" y="364377"/>
                </a:lnTo>
                <a:lnTo>
                  <a:pt x="261453" y="363789"/>
                </a:lnTo>
                <a:lnTo>
                  <a:pt x="262884" y="363189"/>
                </a:lnTo>
                <a:lnTo>
                  <a:pt x="264309" y="362578"/>
                </a:lnTo>
                <a:lnTo>
                  <a:pt x="265728" y="361957"/>
                </a:lnTo>
                <a:lnTo>
                  <a:pt x="267141" y="361324"/>
                </a:lnTo>
                <a:lnTo>
                  <a:pt x="268548" y="360679"/>
                </a:lnTo>
                <a:lnTo>
                  <a:pt x="269949" y="360024"/>
                </a:lnTo>
                <a:lnTo>
                  <a:pt x="271344" y="359357"/>
                </a:lnTo>
                <a:lnTo>
                  <a:pt x="272733" y="358680"/>
                </a:lnTo>
                <a:lnTo>
                  <a:pt x="274116" y="357991"/>
                </a:lnTo>
                <a:lnTo>
                  <a:pt x="275493" y="357290"/>
                </a:lnTo>
                <a:lnTo>
                  <a:pt x="276864" y="356579"/>
                </a:lnTo>
                <a:lnTo>
                  <a:pt x="278229" y="355857"/>
                </a:lnTo>
                <a:lnTo>
                  <a:pt x="279588" y="355123"/>
                </a:lnTo>
                <a:lnTo>
                  <a:pt x="280942" y="354378"/>
                </a:lnTo>
                <a:lnTo>
                  <a:pt x="282289" y="353622"/>
                </a:lnTo>
                <a:lnTo>
                  <a:pt x="283630" y="352855"/>
                </a:lnTo>
                <a:lnTo>
                  <a:pt x="284965" y="352077"/>
                </a:lnTo>
                <a:lnTo>
                  <a:pt x="286294" y="351287"/>
                </a:lnTo>
                <a:lnTo>
                  <a:pt x="287618" y="350486"/>
                </a:lnTo>
                <a:lnTo>
                  <a:pt x="288935" y="349674"/>
                </a:lnTo>
                <a:lnTo>
                  <a:pt x="290246" y="348851"/>
                </a:lnTo>
                <a:lnTo>
                  <a:pt x="291552" y="348017"/>
                </a:lnTo>
                <a:lnTo>
                  <a:pt x="292851" y="347171"/>
                </a:lnTo>
                <a:lnTo>
                  <a:pt x="294145" y="346315"/>
                </a:lnTo>
                <a:lnTo>
                  <a:pt x="295431" y="345448"/>
                </a:lnTo>
                <a:lnTo>
                  <a:pt x="296709" y="344571"/>
                </a:lnTo>
                <a:lnTo>
                  <a:pt x="297980" y="343684"/>
                </a:lnTo>
                <a:lnTo>
                  <a:pt x="299242" y="342787"/>
                </a:lnTo>
                <a:lnTo>
                  <a:pt x="300496" y="341881"/>
                </a:lnTo>
                <a:lnTo>
                  <a:pt x="301742" y="340965"/>
                </a:lnTo>
                <a:lnTo>
                  <a:pt x="302981" y="340039"/>
                </a:lnTo>
                <a:lnTo>
                  <a:pt x="304211" y="339103"/>
                </a:lnTo>
                <a:lnTo>
                  <a:pt x="305433" y="338158"/>
                </a:lnTo>
                <a:lnTo>
                  <a:pt x="306647" y="337202"/>
                </a:lnTo>
                <a:lnTo>
                  <a:pt x="307853" y="336237"/>
                </a:lnTo>
                <a:lnTo>
                  <a:pt x="309051" y="335262"/>
                </a:lnTo>
                <a:lnTo>
                  <a:pt x="310241" y="334278"/>
                </a:lnTo>
                <a:lnTo>
                  <a:pt x="311423" y="333283"/>
                </a:lnTo>
                <a:lnTo>
                  <a:pt x="312596" y="332279"/>
                </a:lnTo>
                <a:lnTo>
                  <a:pt x="313762" y="331265"/>
                </a:lnTo>
                <a:lnTo>
                  <a:pt x="314920" y="330241"/>
                </a:lnTo>
                <a:lnTo>
                  <a:pt x="316070" y="329207"/>
                </a:lnTo>
                <a:lnTo>
                  <a:pt x="317211" y="328164"/>
                </a:lnTo>
                <a:lnTo>
                  <a:pt x="318345" y="327110"/>
                </a:lnTo>
                <a:lnTo>
                  <a:pt x="319470" y="326047"/>
                </a:lnTo>
                <a:lnTo>
                  <a:pt x="320588" y="324974"/>
                </a:lnTo>
                <a:lnTo>
                  <a:pt x="321697" y="323891"/>
                </a:lnTo>
                <a:lnTo>
                  <a:pt x="322799" y="322799"/>
                </a:lnTo>
                <a:lnTo>
                  <a:pt x="323891" y="321697"/>
                </a:lnTo>
                <a:lnTo>
                  <a:pt x="324974" y="320588"/>
                </a:lnTo>
                <a:lnTo>
                  <a:pt x="326047" y="319470"/>
                </a:lnTo>
                <a:lnTo>
                  <a:pt x="327110" y="318345"/>
                </a:lnTo>
                <a:lnTo>
                  <a:pt x="328164" y="317211"/>
                </a:lnTo>
                <a:lnTo>
                  <a:pt x="329207" y="316070"/>
                </a:lnTo>
                <a:lnTo>
                  <a:pt x="330241" y="314920"/>
                </a:lnTo>
                <a:lnTo>
                  <a:pt x="331265" y="313762"/>
                </a:lnTo>
                <a:lnTo>
                  <a:pt x="332279" y="312596"/>
                </a:lnTo>
                <a:lnTo>
                  <a:pt x="333283" y="311423"/>
                </a:lnTo>
                <a:lnTo>
                  <a:pt x="334278" y="310241"/>
                </a:lnTo>
                <a:lnTo>
                  <a:pt x="335262" y="309051"/>
                </a:lnTo>
                <a:lnTo>
                  <a:pt x="336237" y="307853"/>
                </a:lnTo>
                <a:lnTo>
                  <a:pt x="337202" y="306647"/>
                </a:lnTo>
                <a:lnTo>
                  <a:pt x="338158" y="305433"/>
                </a:lnTo>
                <a:lnTo>
                  <a:pt x="339103" y="304211"/>
                </a:lnTo>
                <a:lnTo>
                  <a:pt x="340039" y="302981"/>
                </a:lnTo>
                <a:lnTo>
                  <a:pt x="340965" y="301742"/>
                </a:lnTo>
                <a:lnTo>
                  <a:pt x="341881" y="300496"/>
                </a:lnTo>
                <a:lnTo>
                  <a:pt x="342787" y="299242"/>
                </a:lnTo>
                <a:lnTo>
                  <a:pt x="343684" y="297980"/>
                </a:lnTo>
                <a:lnTo>
                  <a:pt x="344571" y="296709"/>
                </a:lnTo>
                <a:lnTo>
                  <a:pt x="345448" y="295431"/>
                </a:lnTo>
                <a:lnTo>
                  <a:pt x="346315" y="294145"/>
                </a:lnTo>
                <a:lnTo>
                  <a:pt x="347171" y="292851"/>
                </a:lnTo>
                <a:lnTo>
                  <a:pt x="348017" y="291552"/>
                </a:lnTo>
                <a:lnTo>
                  <a:pt x="348851" y="290246"/>
                </a:lnTo>
                <a:lnTo>
                  <a:pt x="349674" y="288935"/>
                </a:lnTo>
                <a:lnTo>
                  <a:pt x="350486" y="287618"/>
                </a:lnTo>
                <a:lnTo>
                  <a:pt x="351287" y="286294"/>
                </a:lnTo>
                <a:lnTo>
                  <a:pt x="352077" y="284965"/>
                </a:lnTo>
                <a:lnTo>
                  <a:pt x="352855" y="283630"/>
                </a:lnTo>
                <a:lnTo>
                  <a:pt x="353622" y="282289"/>
                </a:lnTo>
                <a:lnTo>
                  <a:pt x="354378" y="280942"/>
                </a:lnTo>
                <a:lnTo>
                  <a:pt x="355123" y="279588"/>
                </a:lnTo>
                <a:lnTo>
                  <a:pt x="355857" y="278229"/>
                </a:lnTo>
                <a:lnTo>
                  <a:pt x="356579" y="276864"/>
                </a:lnTo>
                <a:lnTo>
                  <a:pt x="357290" y="275493"/>
                </a:lnTo>
                <a:lnTo>
                  <a:pt x="357991" y="274116"/>
                </a:lnTo>
                <a:lnTo>
                  <a:pt x="358680" y="272733"/>
                </a:lnTo>
                <a:lnTo>
                  <a:pt x="359357" y="271344"/>
                </a:lnTo>
                <a:lnTo>
                  <a:pt x="360024" y="269949"/>
                </a:lnTo>
                <a:lnTo>
                  <a:pt x="360679" y="268548"/>
                </a:lnTo>
                <a:lnTo>
                  <a:pt x="361324" y="267141"/>
                </a:lnTo>
                <a:lnTo>
                  <a:pt x="361957" y="265728"/>
                </a:lnTo>
                <a:lnTo>
                  <a:pt x="362578" y="264309"/>
                </a:lnTo>
                <a:lnTo>
                  <a:pt x="363189" y="262884"/>
                </a:lnTo>
                <a:lnTo>
                  <a:pt x="363789" y="261453"/>
                </a:lnTo>
                <a:lnTo>
                  <a:pt x="364377" y="260018"/>
                </a:lnTo>
                <a:lnTo>
                  <a:pt x="364952" y="258578"/>
                </a:lnTo>
                <a:lnTo>
                  <a:pt x="365516" y="257135"/>
                </a:lnTo>
                <a:lnTo>
                  <a:pt x="366067" y="255688"/>
                </a:lnTo>
                <a:lnTo>
                  <a:pt x="366607" y="254238"/>
                </a:lnTo>
                <a:lnTo>
                  <a:pt x="367134" y="252784"/>
                </a:lnTo>
                <a:lnTo>
                  <a:pt x="367649" y="251326"/>
                </a:lnTo>
                <a:lnTo>
                  <a:pt x="368152" y="249865"/>
                </a:lnTo>
                <a:lnTo>
                  <a:pt x="368643" y="248400"/>
                </a:lnTo>
                <a:lnTo>
                  <a:pt x="369121" y="246931"/>
                </a:lnTo>
                <a:lnTo>
                  <a:pt x="369588" y="245458"/>
                </a:lnTo>
                <a:lnTo>
                  <a:pt x="370042" y="243982"/>
                </a:lnTo>
                <a:lnTo>
                  <a:pt x="370485" y="242502"/>
                </a:lnTo>
                <a:lnTo>
                  <a:pt x="370915" y="241019"/>
                </a:lnTo>
                <a:lnTo>
                  <a:pt x="371333" y="239532"/>
                </a:lnTo>
                <a:lnTo>
                  <a:pt x="371739" y="238041"/>
                </a:lnTo>
                <a:lnTo>
                  <a:pt x="372132" y="236546"/>
                </a:lnTo>
                <a:lnTo>
                  <a:pt x="372514" y="235048"/>
                </a:lnTo>
                <a:lnTo>
                  <a:pt x="372884" y="233546"/>
                </a:lnTo>
                <a:lnTo>
                  <a:pt x="373241" y="232040"/>
                </a:lnTo>
                <a:lnTo>
                  <a:pt x="373586" y="230531"/>
                </a:lnTo>
                <a:lnTo>
                  <a:pt x="373919" y="229018"/>
                </a:lnTo>
                <a:lnTo>
                  <a:pt x="374240" y="227501"/>
                </a:lnTo>
                <a:lnTo>
                  <a:pt x="374549" y="225981"/>
                </a:lnTo>
                <a:lnTo>
                  <a:pt x="374846" y="224458"/>
                </a:lnTo>
                <a:lnTo>
                  <a:pt x="375129" y="222934"/>
                </a:lnTo>
                <a:lnTo>
                  <a:pt x="375401" y="221409"/>
                </a:lnTo>
                <a:lnTo>
                  <a:pt x="375659" y="219882"/>
                </a:lnTo>
                <a:lnTo>
                  <a:pt x="375905" y="218355"/>
                </a:lnTo>
                <a:lnTo>
                  <a:pt x="376139" y="216826"/>
                </a:lnTo>
                <a:lnTo>
                  <a:pt x="376359" y="215295"/>
                </a:lnTo>
                <a:lnTo>
                  <a:pt x="376568" y="213764"/>
                </a:lnTo>
                <a:lnTo>
                  <a:pt x="376763" y="212231"/>
                </a:lnTo>
                <a:lnTo>
                  <a:pt x="376946" y="210697"/>
                </a:lnTo>
                <a:lnTo>
                  <a:pt x="377116" y="209162"/>
                </a:lnTo>
                <a:lnTo>
                  <a:pt x="377274" y="207626"/>
                </a:lnTo>
                <a:lnTo>
                  <a:pt x="377419" y="206088"/>
                </a:lnTo>
                <a:lnTo>
                  <a:pt x="377552" y="204549"/>
                </a:lnTo>
                <a:lnTo>
                  <a:pt x="377671" y="203009"/>
                </a:lnTo>
                <a:lnTo>
                  <a:pt x="377779" y="201467"/>
                </a:lnTo>
                <a:lnTo>
                  <a:pt x="377873" y="199925"/>
                </a:lnTo>
                <a:lnTo>
                  <a:pt x="377955" y="198381"/>
                </a:lnTo>
                <a:lnTo>
                  <a:pt x="378025" y="196836"/>
                </a:lnTo>
                <a:lnTo>
                  <a:pt x="378082" y="195289"/>
                </a:lnTo>
                <a:lnTo>
                  <a:pt x="378126" y="193742"/>
                </a:lnTo>
                <a:lnTo>
                  <a:pt x="378157" y="192193"/>
                </a:lnTo>
                <a:lnTo>
                  <a:pt x="378176" y="190643"/>
                </a:lnTo>
                <a:lnTo>
                  <a:pt x="378182" y="189091"/>
                </a:lnTo>
                <a:lnTo>
                  <a:pt x="378176" y="187540"/>
                </a:lnTo>
                <a:lnTo>
                  <a:pt x="378157" y="185990"/>
                </a:lnTo>
                <a:lnTo>
                  <a:pt x="378126" y="184441"/>
                </a:lnTo>
                <a:lnTo>
                  <a:pt x="378082" y="182893"/>
                </a:lnTo>
                <a:lnTo>
                  <a:pt x="378025" y="181347"/>
                </a:lnTo>
                <a:lnTo>
                  <a:pt x="377955" y="179802"/>
                </a:lnTo>
                <a:lnTo>
                  <a:pt x="377873" y="178258"/>
                </a:lnTo>
                <a:lnTo>
                  <a:pt x="377779" y="176715"/>
                </a:lnTo>
                <a:lnTo>
                  <a:pt x="377671" y="175174"/>
                </a:lnTo>
                <a:lnTo>
                  <a:pt x="377552" y="173633"/>
                </a:lnTo>
                <a:lnTo>
                  <a:pt x="377419" y="172095"/>
                </a:lnTo>
                <a:lnTo>
                  <a:pt x="377274" y="170557"/>
                </a:lnTo>
                <a:lnTo>
                  <a:pt x="377116" y="169020"/>
                </a:lnTo>
                <a:lnTo>
                  <a:pt x="376946" y="167485"/>
                </a:lnTo>
                <a:lnTo>
                  <a:pt x="376763" y="165951"/>
                </a:lnTo>
                <a:lnTo>
                  <a:pt x="376568" y="164418"/>
                </a:lnTo>
                <a:lnTo>
                  <a:pt x="376359" y="162887"/>
                </a:lnTo>
                <a:lnTo>
                  <a:pt x="376139" y="161357"/>
                </a:lnTo>
                <a:lnTo>
                  <a:pt x="375905" y="159828"/>
                </a:lnTo>
                <a:lnTo>
                  <a:pt x="375659" y="158300"/>
                </a:lnTo>
                <a:lnTo>
                  <a:pt x="375401" y="156773"/>
                </a:lnTo>
                <a:lnTo>
                  <a:pt x="375129" y="155248"/>
                </a:lnTo>
                <a:lnTo>
                  <a:pt x="374846" y="153724"/>
                </a:lnTo>
                <a:lnTo>
                  <a:pt x="374549" y="152201"/>
                </a:lnTo>
                <a:lnTo>
                  <a:pt x="374240" y="150681"/>
                </a:lnTo>
                <a:lnTo>
                  <a:pt x="373919" y="149164"/>
                </a:lnTo>
                <a:lnTo>
                  <a:pt x="373586" y="147651"/>
                </a:lnTo>
                <a:lnTo>
                  <a:pt x="373241" y="146142"/>
                </a:lnTo>
                <a:lnTo>
                  <a:pt x="372884" y="144636"/>
                </a:lnTo>
                <a:lnTo>
                  <a:pt x="372514" y="143135"/>
                </a:lnTo>
                <a:lnTo>
                  <a:pt x="372132" y="141636"/>
                </a:lnTo>
                <a:lnTo>
                  <a:pt x="371739" y="140142"/>
                </a:lnTo>
                <a:lnTo>
                  <a:pt x="371333" y="138651"/>
                </a:lnTo>
                <a:lnTo>
                  <a:pt x="370915" y="137164"/>
                </a:lnTo>
                <a:lnTo>
                  <a:pt x="370485" y="135680"/>
                </a:lnTo>
                <a:lnTo>
                  <a:pt x="370042" y="134200"/>
                </a:lnTo>
                <a:lnTo>
                  <a:pt x="369588" y="132724"/>
                </a:lnTo>
                <a:lnTo>
                  <a:pt x="369121" y="131252"/>
                </a:lnTo>
                <a:lnTo>
                  <a:pt x="368643" y="129783"/>
                </a:lnTo>
                <a:lnTo>
                  <a:pt x="368152" y="128318"/>
                </a:lnTo>
                <a:lnTo>
                  <a:pt x="367649" y="126856"/>
                </a:lnTo>
                <a:lnTo>
                  <a:pt x="367134" y="125398"/>
                </a:lnTo>
                <a:lnTo>
                  <a:pt x="366607" y="123944"/>
                </a:lnTo>
                <a:lnTo>
                  <a:pt x="366067" y="122494"/>
                </a:lnTo>
                <a:lnTo>
                  <a:pt x="365516" y="121047"/>
                </a:lnTo>
                <a:lnTo>
                  <a:pt x="364952" y="119604"/>
                </a:lnTo>
                <a:lnTo>
                  <a:pt x="364377" y="118165"/>
                </a:lnTo>
                <a:lnTo>
                  <a:pt x="363789" y="116729"/>
                </a:lnTo>
                <a:lnTo>
                  <a:pt x="363189" y="115298"/>
                </a:lnTo>
                <a:lnTo>
                  <a:pt x="362578" y="113873"/>
                </a:lnTo>
                <a:lnTo>
                  <a:pt x="361957" y="112454"/>
                </a:lnTo>
                <a:lnTo>
                  <a:pt x="361324" y="111042"/>
                </a:lnTo>
                <a:lnTo>
                  <a:pt x="360679" y="109635"/>
                </a:lnTo>
                <a:lnTo>
                  <a:pt x="360024" y="108234"/>
                </a:lnTo>
                <a:lnTo>
                  <a:pt x="359357" y="106839"/>
                </a:lnTo>
                <a:lnTo>
                  <a:pt x="358680" y="105450"/>
                </a:lnTo>
                <a:lnTo>
                  <a:pt x="357991" y="104066"/>
                </a:lnTo>
                <a:lnTo>
                  <a:pt x="357290" y="102689"/>
                </a:lnTo>
                <a:lnTo>
                  <a:pt x="356579" y="101318"/>
                </a:lnTo>
                <a:lnTo>
                  <a:pt x="355857" y="99953"/>
                </a:lnTo>
                <a:lnTo>
                  <a:pt x="355123" y="98594"/>
                </a:lnTo>
                <a:lnTo>
                  <a:pt x="354378" y="97241"/>
                </a:lnTo>
                <a:lnTo>
                  <a:pt x="353622" y="95894"/>
                </a:lnTo>
                <a:lnTo>
                  <a:pt x="352855" y="94552"/>
                </a:lnTo>
                <a:lnTo>
                  <a:pt x="352077" y="93217"/>
                </a:lnTo>
                <a:lnTo>
                  <a:pt x="351287" y="91888"/>
                </a:lnTo>
                <a:lnTo>
                  <a:pt x="350486" y="90565"/>
                </a:lnTo>
                <a:lnTo>
                  <a:pt x="349674" y="89247"/>
                </a:lnTo>
                <a:lnTo>
                  <a:pt x="348851" y="87936"/>
                </a:lnTo>
                <a:lnTo>
                  <a:pt x="348017" y="86631"/>
                </a:lnTo>
                <a:lnTo>
                  <a:pt x="347171" y="85331"/>
                </a:lnTo>
                <a:lnTo>
                  <a:pt x="346315" y="84038"/>
                </a:lnTo>
                <a:lnTo>
                  <a:pt x="345448" y="82751"/>
                </a:lnTo>
                <a:lnTo>
                  <a:pt x="344571" y="81473"/>
                </a:lnTo>
                <a:lnTo>
                  <a:pt x="343684" y="80203"/>
                </a:lnTo>
                <a:lnTo>
                  <a:pt x="342787" y="78940"/>
                </a:lnTo>
                <a:lnTo>
                  <a:pt x="341881" y="77686"/>
                </a:lnTo>
                <a:lnTo>
                  <a:pt x="340965" y="76440"/>
                </a:lnTo>
                <a:lnTo>
                  <a:pt x="340039" y="75202"/>
                </a:lnTo>
                <a:lnTo>
                  <a:pt x="339103" y="73972"/>
                </a:lnTo>
                <a:lnTo>
                  <a:pt x="338158" y="72750"/>
                </a:lnTo>
                <a:lnTo>
                  <a:pt x="337202" y="71536"/>
                </a:lnTo>
                <a:lnTo>
                  <a:pt x="336237" y="70330"/>
                </a:lnTo>
                <a:lnTo>
                  <a:pt x="335262" y="69132"/>
                </a:lnTo>
                <a:lnTo>
                  <a:pt x="334278" y="67942"/>
                </a:lnTo>
                <a:lnTo>
                  <a:pt x="333283" y="66760"/>
                </a:lnTo>
                <a:lnTo>
                  <a:pt x="332279" y="65586"/>
                </a:lnTo>
                <a:lnTo>
                  <a:pt x="331265" y="64420"/>
                </a:lnTo>
                <a:lnTo>
                  <a:pt x="330241" y="63263"/>
                </a:lnTo>
                <a:lnTo>
                  <a:pt x="329207" y="62113"/>
                </a:lnTo>
                <a:lnTo>
                  <a:pt x="328164" y="60971"/>
                </a:lnTo>
                <a:lnTo>
                  <a:pt x="327110" y="59838"/>
                </a:lnTo>
                <a:lnTo>
                  <a:pt x="326047" y="58712"/>
                </a:lnTo>
                <a:lnTo>
                  <a:pt x="324974" y="57594"/>
                </a:lnTo>
                <a:lnTo>
                  <a:pt x="323891" y="56485"/>
                </a:lnTo>
                <a:lnTo>
                  <a:pt x="322799" y="55384"/>
                </a:lnTo>
                <a:lnTo>
                  <a:pt x="321697" y="54291"/>
                </a:lnTo>
                <a:lnTo>
                  <a:pt x="320588" y="53208"/>
                </a:lnTo>
                <a:lnTo>
                  <a:pt x="319470" y="52135"/>
                </a:lnTo>
                <a:lnTo>
                  <a:pt x="318345" y="51072"/>
                </a:lnTo>
                <a:lnTo>
                  <a:pt x="317211" y="50019"/>
                </a:lnTo>
                <a:lnTo>
                  <a:pt x="316070" y="48975"/>
                </a:lnTo>
                <a:lnTo>
                  <a:pt x="314920" y="47942"/>
                </a:lnTo>
                <a:lnTo>
                  <a:pt x="313762" y="46918"/>
                </a:lnTo>
                <a:lnTo>
                  <a:pt x="312596" y="45904"/>
                </a:lnTo>
                <a:lnTo>
                  <a:pt x="311423" y="44899"/>
                </a:lnTo>
                <a:lnTo>
                  <a:pt x="310241" y="43905"/>
                </a:lnTo>
                <a:lnTo>
                  <a:pt x="309051" y="42920"/>
                </a:lnTo>
                <a:lnTo>
                  <a:pt x="307853" y="41945"/>
                </a:lnTo>
                <a:lnTo>
                  <a:pt x="306647" y="40980"/>
                </a:lnTo>
                <a:lnTo>
                  <a:pt x="305433" y="40025"/>
                </a:lnTo>
                <a:lnTo>
                  <a:pt x="304211" y="39079"/>
                </a:lnTo>
                <a:lnTo>
                  <a:pt x="302981" y="38143"/>
                </a:lnTo>
                <a:lnTo>
                  <a:pt x="301742" y="37217"/>
                </a:lnTo>
                <a:lnTo>
                  <a:pt x="300496" y="36301"/>
                </a:lnTo>
                <a:lnTo>
                  <a:pt x="299242" y="35395"/>
                </a:lnTo>
                <a:lnTo>
                  <a:pt x="297980" y="34498"/>
                </a:lnTo>
                <a:lnTo>
                  <a:pt x="296709" y="33612"/>
                </a:lnTo>
                <a:lnTo>
                  <a:pt x="295431" y="32735"/>
                </a:lnTo>
                <a:lnTo>
                  <a:pt x="294145" y="31868"/>
                </a:lnTo>
                <a:lnTo>
                  <a:pt x="292851" y="31011"/>
                </a:lnTo>
                <a:lnTo>
                  <a:pt x="291552" y="30165"/>
                </a:lnTo>
                <a:lnTo>
                  <a:pt x="290246" y="29331"/>
                </a:lnTo>
                <a:lnTo>
                  <a:pt x="288935" y="28508"/>
                </a:lnTo>
                <a:lnTo>
                  <a:pt x="287618" y="27696"/>
                </a:lnTo>
                <a:lnTo>
                  <a:pt x="286294" y="26895"/>
                </a:lnTo>
                <a:lnTo>
                  <a:pt x="284965" y="26106"/>
                </a:lnTo>
                <a:lnTo>
                  <a:pt x="283630" y="25327"/>
                </a:lnTo>
                <a:lnTo>
                  <a:pt x="282289" y="24560"/>
                </a:lnTo>
                <a:lnTo>
                  <a:pt x="280942" y="23804"/>
                </a:lnTo>
                <a:lnTo>
                  <a:pt x="279588" y="23059"/>
                </a:lnTo>
                <a:lnTo>
                  <a:pt x="278229" y="22326"/>
                </a:lnTo>
                <a:lnTo>
                  <a:pt x="276864" y="21603"/>
                </a:lnTo>
                <a:lnTo>
                  <a:pt x="275493" y="20892"/>
                </a:lnTo>
                <a:lnTo>
                  <a:pt x="274116" y="20192"/>
                </a:lnTo>
                <a:lnTo>
                  <a:pt x="272733" y="19503"/>
                </a:lnTo>
                <a:lnTo>
                  <a:pt x="271344" y="18825"/>
                </a:lnTo>
                <a:lnTo>
                  <a:pt x="269949" y="18158"/>
                </a:lnTo>
                <a:lnTo>
                  <a:pt x="268548" y="17503"/>
                </a:lnTo>
                <a:lnTo>
                  <a:pt x="267141" y="16859"/>
                </a:lnTo>
                <a:lnTo>
                  <a:pt x="265728" y="16226"/>
                </a:lnTo>
                <a:lnTo>
                  <a:pt x="264309" y="15604"/>
                </a:lnTo>
                <a:lnTo>
                  <a:pt x="262884" y="14993"/>
                </a:lnTo>
                <a:lnTo>
                  <a:pt x="261453" y="14394"/>
                </a:lnTo>
                <a:lnTo>
                  <a:pt x="260018" y="13806"/>
                </a:lnTo>
                <a:lnTo>
                  <a:pt x="258578" y="13230"/>
                </a:lnTo>
                <a:lnTo>
                  <a:pt x="257135" y="12667"/>
                </a:lnTo>
                <a:lnTo>
                  <a:pt x="255688" y="12115"/>
                </a:lnTo>
                <a:lnTo>
                  <a:pt x="254238" y="11576"/>
                </a:lnTo>
                <a:lnTo>
                  <a:pt x="252784" y="11049"/>
                </a:lnTo>
                <a:lnTo>
                  <a:pt x="251326" y="10533"/>
                </a:lnTo>
                <a:lnTo>
                  <a:pt x="249865" y="10031"/>
                </a:lnTo>
                <a:lnTo>
                  <a:pt x="248400" y="9540"/>
                </a:lnTo>
                <a:lnTo>
                  <a:pt x="246931" y="9061"/>
                </a:lnTo>
                <a:lnTo>
                  <a:pt x="245458" y="8595"/>
                </a:lnTo>
                <a:lnTo>
                  <a:pt x="243982" y="8140"/>
                </a:lnTo>
                <a:lnTo>
                  <a:pt x="242502" y="7698"/>
                </a:lnTo>
                <a:lnTo>
                  <a:pt x="241019" y="7268"/>
                </a:lnTo>
                <a:lnTo>
                  <a:pt x="239532" y="6850"/>
                </a:lnTo>
                <a:lnTo>
                  <a:pt x="238041" y="6444"/>
                </a:lnTo>
                <a:lnTo>
                  <a:pt x="236546" y="6050"/>
                </a:lnTo>
                <a:lnTo>
                  <a:pt x="235048" y="5668"/>
                </a:lnTo>
                <a:lnTo>
                  <a:pt x="233546" y="5299"/>
                </a:lnTo>
                <a:lnTo>
                  <a:pt x="232040" y="4941"/>
                </a:lnTo>
                <a:lnTo>
                  <a:pt x="230531" y="4596"/>
                </a:lnTo>
                <a:lnTo>
                  <a:pt x="229018" y="4263"/>
                </a:lnTo>
                <a:lnTo>
                  <a:pt x="227501" y="3942"/>
                </a:lnTo>
                <a:lnTo>
                  <a:pt x="225981" y="3633"/>
                </a:lnTo>
                <a:lnTo>
                  <a:pt x="224458" y="3337"/>
                </a:lnTo>
                <a:lnTo>
                  <a:pt x="222934" y="3053"/>
                </a:lnTo>
                <a:lnTo>
                  <a:pt x="221409" y="2782"/>
                </a:lnTo>
                <a:lnTo>
                  <a:pt x="219882" y="2523"/>
                </a:lnTo>
                <a:lnTo>
                  <a:pt x="218355" y="2277"/>
                </a:lnTo>
                <a:lnTo>
                  <a:pt x="216826" y="2044"/>
                </a:lnTo>
                <a:lnTo>
                  <a:pt x="215295" y="1823"/>
                </a:lnTo>
                <a:lnTo>
                  <a:pt x="213764" y="1615"/>
                </a:lnTo>
                <a:lnTo>
                  <a:pt x="212231" y="1419"/>
                </a:lnTo>
                <a:lnTo>
                  <a:pt x="210697" y="1236"/>
                </a:lnTo>
                <a:lnTo>
                  <a:pt x="209162" y="1066"/>
                </a:lnTo>
                <a:lnTo>
                  <a:pt x="207626" y="908"/>
                </a:lnTo>
                <a:lnTo>
                  <a:pt x="206088" y="763"/>
                </a:lnTo>
                <a:lnTo>
                  <a:pt x="204549" y="631"/>
                </a:lnTo>
                <a:lnTo>
                  <a:pt x="203009" y="511"/>
                </a:lnTo>
                <a:lnTo>
                  <a:pt x="201467" y="404"/>
                </a:lnTo>
                <a:lnTo>
                  <a:pt x="199925" y="309"/>
                </a:lnTo>
                <a:lnTo>
                  <a:pt x="198381" y="227"/>
                </a:lnTo>
                <a:lnTo>
                  <a:pt x="196836" y="158"/>
                </a:lnTo>
                <a:lnTo>
                  <a:pt x="195289" y="101"/>
                </a:lnTo>
                <a:lnTo>
                  <a:pt x="193742" y="57"/>
                </a:lnTo>
                <a:lnTo>
                  <a:pt x="192193" y="25"/>
                </a:lnTo>
                <a:lnTo>
                  <a:pt x="190643" y="6"/>
                </a:lnTo>
                <a:lnTo>
                  <a:pt x="189091" y="0"/>
                </a:lnTo>
                <a:lnTo>
                  <a:pt x="187540" y="6"/>
                </a:lnTo>
                <a:close/>
                <a:moveTo>
                  <a:pt x="130829" y="206273"/>
                </a:moveTo>
                <a:lnTo>
                  <a:pt x="130246" y="206246"/>
                </a:lnTo>
                <a:lnTo>
                  <a:pt x="129671" y="206203"/>
                </a:lnTo>
                <a:lnTo>
                  <a:pt x="129103" y="206141"/>
                </a:lnTo>
                <a:lnTo>
                  <a:pt x="128542" y="206063"/>
                </a:lnTo>
                <a:lnTo>
                  <a:pt x="127989" y="205967"/>
                </a:lnTo>
                <a:lnTo>
                  <a:pt x="127442" y="205853"/>
                </a:lnTo>
                <a:lnTo>
                  <a:pt x="126903" y="205722"/>
                </a:lnTo>
                <a:lnTo>
                  <a:pt x="126371" y="205573"/>
                </a:lnTo>
                <a:lnTo>
                  <a:pt x="125847" y="205407"/>
                </a:lnTo>
                <a:lnTo>
                  <a:pt x="125329" y="205224"/>
                </a:lnTo>
                <a:lnTo>
                  <a:pt x="124819" y="205023"/>
                </a:lnTo>
                <a:lnTo>
                  <a:pt x="124317" y="204804"/>
                </a:lnTo>
                <a:lnTo>
                  <a:pt x="123821" y="204568"/>
                </a:lnTo>
                <a:lnTo>
                  <a:pt x="123333" y="204315"/>
                </a:lnTo>
                <a:lnTo>
                  <a:pt x="122851" y="204044"/>
                </a:lnTo>
                <a:lnTo>
                  <a:pt x="122378" y="203755"/>
                </a:lnTo>
                <a:lnTo>
                  <a:pt x="121911" y="203449"/>
                </a:lnTo>
                <a:lnTo>
                  <a:pt x="121452" y="203126"/>
                </a:lnTo>
                <a:lnTo>
                  <a:pt x="120999" y="202785"/>
                </a:lnTo>
                <a:lnTo>
                  <a:pt x="120554" y="202427"/>
                </a:lnTo>
                <a:lnTo>
                  <a:pt x="120117" y="202051"/>
                </a:lnTo>
                <a:lnTo>
                  <a:pt x="119686" y="201657"/>
                </a:lnTo>
                <a:lnTo>
                  <a:pt x="119263" y="201246"/>
                </a:lnTo>
                <a:lnTo>
                  <a:pt x="118852" y="200823"/>
                </a:lnTo>
                <a:lnTo>
                  <a:pt x="118459" y="200393"/>
                </a:lnTo>
                <a:lnTo>
                  <a:pt x="118083" y="199955"/>
                </a:lnTo>
                <a:lnTo>
                  <a:pt x="117725" y="199510"/>
                </a:lnTo>
                <a:lnTo>
                  <a:pt x="117384" y="199058"/>
                </a:lnTo>
                <a:lnTo>
                  <a:pt x="117060" y="198599"/>
                </a:lnTo>
                <a:lnTo>
                  <a:pt x="116754" y="198132"/>
                </a:lnTo>
                <a:lnTo>
                  <a:pt x="116466" y="197658"/>
                </a:lnTo>
                <a:lnTo>
                  <a:pt x="116195" y="197177"/>
                </a:lnTo>
                <a:lnTo>
                  <a:pt x="115942" y="196689"/>
                </a:lnTo>
                <a:lnTo>
                  <a:pt x="115706" y="196193"/>
                </a:lnTo>
                <a:lnTo>
                  <a:pt x="115487" y="195690"/>
                </a:lnTo>
                <a:lnTo>
                  <a:pt x="115286" y="195180"/>
                </a:lnTo>
                <a:lnTo>
                  <a:pt x="115102" y="194663"/>
                </a:lnTo>
                <a:lnTo>
                  <a:pt x="114936" y="194138"/>
                </a:lnTo>
                <a:lnTo>
                  <a:pt x="114788" y="193606"/>
                </a:lnTo>
                <a:lnTo>
                  <a:pt x="114657" y="193067"/>
                </a:lnTo>
                <a:lnTo>
                  <a:pt x="114543" y="192521"/>
                </a:lnTo>
                <a:lnTo>
                  <a:pt x="114447" y="191968"/>
                </a:lnTo>
                <a:lnTo>
                  <a:pt x="114368" y="191407"/>
                </a:lnTo>
                <a:lnTo>
                  <a:pt x="114307" y="190839"/>
                </a:lnTo>
                <a:lnTo>
                  <a:pt x="114263" y="190263"/>
                </a:lnTo>
                <a:lnTo>
                  <a:pt x="114237" y="189681"/>
                </a:lnTo>
                <a:lnTo>
                  <a:pt x="114228" y="189091"/>
                </a:lnTo>
                <a:lnTo>
                  <a:pt x="114237" y="188501"/>
                </a:lnTo>
                <a:lnTo>
                  <a:pt x="114263" y="187919"/>
                </a:lnTo>
                <a:lnTo>
                  <a:pt x="114307" y="187344"/>
                </a:lnTo>
                <a:lnTo>
                  <a:pt x="114368" y="186776"/>
                </a:lnTo>
                <a:lnTo>
                  <a:pt x="114447" y="186215"/>
                </a:lnTo>
                <a:lnTo>
                  <a:pt x="114543" y="185661"/>
                </a:lnTo>
                <a:lnTo>
                  <a:pt x="114657" y="185115"/>
                </a:lnTo>
                <a:lnTo>
                  <a:pt x="114788" y="184576"/>
                </a:lnTo>
                <a:lnTo>
                  <a:pt x="114936" y="184044"/>
                </a:lnTo>
                <a:lnTo>
                  <a:pt x="115102" y="183520"/>
                </a:lnTo>
                <a:lnTo>
                  <a:pt x="115286" y="183002"/>
                </a:lnTo>
                <a:lnTo>
                  <a:pt x="115487" y="182492"/>
                </a:lnTo>
                <a:lnTo>
                  <a:pt x="115706" y="181989"/>
                </a:lnTo>
                <a:lnTo>
                  <a:pt x="115942" y="181494"/>
                </a:lnTo>
                <a:lnTo>
                  <a:pt x="116195" y="181005"/>
                </a:lnTo>
                <a:lnTo>
                  <a:pt x="116466" y="180524"/>
                </a:lnTo>
                <a:lnTo>
                  <a:pt x="116754" y="180050"/>
                </a:lnTo>
                <a:lnTo>
                  <a:pt x="117060" y="179584"/>
                </a:lnTo>
                <a:lnTo>
                  <a:pt x="117384" y="179124"/>
                </a:lnTo>
                <a:lnTo>
                  <a:pt x="117725" y="178672"/>
                </a:lnTo>
                <a:lnTo>
                  <a:pt x="118083" y="178227"/>
                </a:lnTo>
                <a:lnTo>
                  <a:pt x="118459" y="177790"/>
                </a:lnTo>
                <a:lnTo>
                  <a:pt x="118852" y="177359"/>
                </a:lnTo>
                <a:lnTo>
                  <a:pt x="119263" y="176936"/>
                </a:lnTo>
                <a:lnTo>
                  <a:pt x="119686" y="176525"/>
                </a:lnTo>
                <a:lnTo>
                  <a:pt x="120117" y="176132"/>
                </a:lnTo>
                <a:lnTo>
                  <a:pt x="120554" y="175756"/>
                </a:lnTo>
                <a:lnTo>
                  <a:pt x="120999" y="175398"/>
                </a:lnTo>
                <a:lnTo>
                  <a:pt x="121452" y="175057"/>
                </a:lnTo>
                <a:lnTo>
                  <a:pt x="121911" y="174733"/>
                </a:lnTo>
                <a:lnTo>
                  <a:pt x="122378" y="174427"/>
                </a:lnTo>
                <a:lnTo>
                  <a:pt x="122851" y="174139"/>
                </a:lnTo>
                <a:lnTo>
                  <a:pt x="123333" y="173868"/>
                </a:lnTo>
                <a:lnTo>
                  <a:pt x="123821" y="173614"/>
                </a:lnTo>
                <a:lnTo>
                  <a:pt x="124317" y="173378"/>
                </a:lnTo>
                <a:lnTo>
                  <a:pt x="124819" y="173160"/>
                </a:lnTo>
                <a:lnTo>
                  <a:pt x="125329" y="172959"/>
                </a:lnTo>
                <a:lnTo>
                  <a:pt x="125847" y="172775"/>
                </a:lnTo>
                <a:lnTo>
                  <a:pt x="126371" y="172609"/>
                </a:lnTo>
                <a:lnTo>
                  <a:pt x="126903" y="172461"/>
                </a:lnTo>
                <a:lnTo>
                  <a:pt x="127442" y="172329"/>
                </a:lnTo>
                <a:lnTo>
                  <a:pt x="127989" y="172216"/>
                </a:lnTo>
                <a:lnTo>
                  <a:pt x="128542" y="172120"/>
                </a:lnTo>
                <a:lnTo>
                  <a:pt x="129103" y="172041"/>
                </a:lnTo>
                <a:lnTo>
                  <a:pt x="129671" y="171980"/>
                </a:lnTo>
                <a:lnTo>
                  <a:pt x="130246" y="171936"/>
                </a:lnTo>
                <a:lnTo>
                  <a:pt x="130829" y="171910"/>
                </a:lnTo>
                <a:lnTo>
                  <a:pt x="131418" y="171901"/>
                </a:lnTo>
                <a:lnTo>
                  <a:pt x="132008" y="171910"/>
                </a:lnTo>
                <a:lnTo>
                  <a:pt x="132591" y="171936"/>
                </a:lnTo>
                <a:lnTo>
                  <a:pt x="133166" y="171980"/>
                </a:lnTo>
                <a:lnTo>
                  <a:pt x="133734" y="172041"/>
                </a:lnTo>
                <a:lnTo>
                  <a:pt x="134295" y="172120"/>
                </a:lnTo>
                <a:lnTo>
                  <a:pt x="134848" y="172216"/>
                </a:lnTo>
                <a:lnTo>
                  <a:pt x="135395" y="172329"/>
                </a:lnTo>
                <a:lnTo>
                  <a:pt x="135934" y="172461"/>
                </a:lnTo>
                <a:lnTo>
                  <a:pt x="136465" y="172609"/>
                </a:lnTo>
                <a:lnTo>
                  <a:pt x="136990" y="172775"/>
                </a:lnTo>
                <a:lnTo>
                  <a:pt x="137507" y="172959"/>
                </a:lnTo>
                <a:lnTo>
                  <a:pt x="138017" y="173160"/>
                </a:lnTo>
                <a:lnTo>
                  <a:pt x="138520" y="173378"/>
                </a:lnTo>
                <a:lnTo>
                  <a:pt x="139016" y="173614"/>
                </a:lnTo>
                <a:lnTo>
                  <a:pt x="139504" y="173868"/>
                </a:lnTo>
                <a:lnTo>
                  <a:pt x="139985" y="174139"/>
                </a:lnTo>
                <a:lnTo>
                  <a:pt x="140459" y="174427"/>
                </a:lnTo>
                <a:lnTo>
                  <a:pt x="140926" y="174733"/>
                </a:lnTo>
                <a:lnTo>
                  <a:pt x="141385" y="175057"/>
                </a:lnTo>
                <a:lnTo>
                  <a:pt x="141837" y="175398"/>
                </a:lnTo>
                <a:lnTo>
                  <a:pt x="142282" y="175756"/>
                </a:lnTo>
                <a:lnTo>
                  <a:pt x="142720" y="176132"/>
                </a:lnTo>
                <a:lnTo>
                  <a:pt x="143150" y="176525"/>
                </a:lnTo>
                <a:lnTo>
                  <a:pt x="143574" y="176936"/>
                </a:lnTo>
                <a:lnTo>
                  <a:pt x="143984" y="177359"/>
                </a:lnTo>
                <a:lnTo>
                  <a:pt x="144378" y="177790"/>
                </a:lnTo>
                <a:lnTo>
                  <a:pt x="144754" y="178227"/>
                </a:lnTo>
                <a:lnTo>
                  <a:pt x="145112" y="178672"/>
                </a:lnTo>
                <a:lnTo>
                  <a:pt x="145453" y="179124"/>
                </a:lnTo>
                <a:lnTo>
                  <a:pt x="145776" y="179584"/>
                </a:lnTo>
                <a:lnTo>
                  <a:pt x="146082" y="180050"/>
                </a:lnTo>
                <a:lnTo>
                  <a:pt x="146371" y="180524"/>
                </a:lnTo>
                <a:lnTo>
                  <a:pt x="146642" y="181005"/>
                </a:lnTo>
                <a:lnTo>
                  <a:pt x="146895" y="181494"/>
                </a:lnTo>
                <a:lnTo>
                  <a:pt x="147131" y="181989"/>
                </a:lnTo>
                <a:lnTo>
                  <a:pt x="147350" y="182492"/>
                </a:lnTo>
                <a:lnTo>
                  <a:pt x="147551" y="183002"/>
                </a:lnTo>
                <a:lnTo>
                  <a:pt x="147734" y="183520"/>
                </a:lnTo>
                <a:lnTo>
                  <a:pt x="147900" y="184044"/>
                </a:lnTo>
                <a:lnTo>
                  <a:pt x="148049" y="184576"/>
                </a:lnTo>
                <a:lnTo>
                  <a:pt x="148180" y="185115"/>
                </a:lnTo>
                <a:lnTo>
                  <a:pt x="148294" y="185661"/>
                </a:lnTo>
                <a:lnTo>
                  <a:pt x="148390" y="186215"/>
                </a:lnTo>
                <a:lnTo>
                  <a:pt x="148469" y="186776"/>
                </a:lnTo>
                <a:lnTo>
                  <a:pt x="148530" y="187344"/>
                </a:lnTo>
                <a:lnTo>
                  <a:pt x="148574" y="187919"/>
                </a:lnTo>
                <a:lnTo>
                  <a:pt x="148600" y="188501"/>
                </a:lnTo>
                <a:lnTo>
                  <a:pt x="148609" y="189091"/>
                </a:lnTo>
                <a:lnTo>
                  <a:pt x="148600" y="189681"/>
                </a:lnTo>
                <a:lnTo>
                  <a:pt x="148574" y="190263"/>
                </a:lnTo>
                <a:lnTo>
                  <a:pt x="148530" y="190839"/>
                </a:lnTo>
                <a:lnTo>
                  <a:pt x="148469" y="191407"/>
                </a:lnTo>
                <a:lnTo>
                  <a:pt x="148390" y="191968"/>
                </a:lnTo>
                <a:lnTo>
                  <a:pt x="148294" y="192521"/>
                </a:lnTo>
                <a:lnTo>
                  <a:pt x="148180" y="193067"/>
                </a:lnTo>
                <a:lnTo>
                  <a:pt x="148049" y="193606"/>
                </a:lnTo>
                <a:lnTo>
                  <a:pt x="147900" y="194138"/>
                </a:lnTo>
                <a:lnTo>
                  <a:pt x="147734" y="194663"/>
                </a:lnTo>
                <a:lnTo>
                  <a:pt x="147551" y="195180"/>
                </a:lnTo>
                <a:lnTo>
                  <a:pt x="147350" y="195690"/>
                </a:lnTo>
                <a:lnTo>
                  <a:pt x="147131" y="196193"/>
                </a:lnTo>
                <a:lnTo>
                  <a:pt x="146895" y="196689"/>
                </a:lnTo>
                <a:lnTo>
                  <a:pt x="146642" y="197177"/>
                </a:lnTo>
                <a:lnTo>
                  <a:pt x="146371" y="197658"/>
                </a:lnTo>
                <a:lnTo>
                  <a:pt x="146082" y="198132"/>
                </a:lnTo>
                <a:lnTo>
                  <a:pt x="145776" y="198599"/>
                </a:lnTo>
                <a:lnTo>
                  <a:pt x="145453" y="199058"/>
                </a:lnTo>
                <a:lnTo>
                  <a:pt x="145112" y="199510"/>
                </a:lnTo>
                <a:lnTo>
                  <a:pt x="144754" y="199955"/>
                </a:lnTo>
                <a:lnTo>
                  <a:pt x="144378" y="200393"/>
                </a:lnTo>
                <a:lnTo>
                  <a:pt x="143984" y="200823"/>
                </a:lnTo>
                <a:lnTo>
                  <a:pt x="143574" y="201246"/>
                </a:lnTo>
                <a:lnTo>
                  <a:pt x="143150" y="201657"/>
                </a:lnTo>
                <a:lnTo>
                  <a:pt x="142720" y="202051"/>
                </a:lnTo>
                <a:lnTo>
                  <a:pt x="142282" y="202427"/>
                </a:lnTo>
                <a:lnTo>
                  <a:pt x="141837" y="202785"/>
                </a:lnTo>
                <a:lnTo>
                  <a:pt x="141385" y="203126"/>
                </a:lnTo>
                <a:lnTo>
                  <a:pt x="140926" y="203449"/>
                </a:lnTo>
                <a:lnTo>
                  <a:pt x="140459" y="203755"/>
                </a:lnTo>
                <a:lnTo>
                  <a:pt x="139985" y="204044"/>
                </a:lnTo>
                <a:lnTo>
                  <a:pt x="139504" y="204315"/>
                </a:lnTo>
                <a:lnTo>
                  <a:pt x="139016" y="204568"/>
                </a:lnTo>
                <a:lnTo>
                  <a:pt x="138520" y="204804"/>
                </a:lnTo>
                <a:lnTo>
                  <a:pt x="138017" y="205023"/>
                </a:lnTo>
                <a:lnTo>
                  <a:pt x="137507" y="205224"/>
                </a:lnTo>
                <a:lnTo>
                  <a:pt x="136990" y="205407"/>
                </a:lnTo>
                <a:lnTo>
                  <a:pt x="136465" y="205573"/>
                </a:lnTo>
                <a:lnTo>
                  <a:pt x="135934" y="205722"/>
                </a:lnTo>
                <a:lnTo>
                  <a:pt x="135395" y="205853"/>
                </a:lnTo>
                <a:lnTo>
                  <a:pt x="134848" y="205967"/>
                </a:lnTo>
                <a:lnTo>
                  <a:pt x="134295" y="206063"/>
                </a:lnTo>
                <a:lnTo>
                  <a:pt x="133734" y="206141"/>
                </a:lnTo>
                <a:lnTo>
                  <a:pt x="133166" y="206203"/>
                </a:lnTo>
                <a:lnTo>
                  <a:pt x="132591" y="206246"/>
                </a:lnTo>
                <a:lnTo>
                  <a:pt x="132008" y="206273"/>
                </a:lnTo>
                <a:lnTo>
                  <a:pt x="131418" y="206281"/>
                </a:lnTo>
                <a:lnTo>
                  <a:pt x="130829" y="206273"/>
                </a:lnTo>
                <a:close/>
                <a:moveTo>
                  <a:pt x="183257" y="250649"/>
                </a:moveTo>
                <a:lnTo>
                  <a:pt x="183007" y="250829"/>
                </a:lnTo>
                <a:lnTo>
                  <a:pt x="182754" y="251002"/>
                </a:lnTo>
                <a:lnTo>
                  <a:pt x="182498" y="251167"/>
                </a:lnTo>
                <a:lnTo>
                  <a:pt x="182239" y="251323"/>
                </a:lnTo>
                <a:lnTo>
                  <a:pt x="181978" y="251472"/>
                </a:lnTo>
                <a:lnTo>
                  <a:pt x="181714" y="251613"/>
                </a:lnTo>
                <a:lnTo>
                  <a:pt x="181447" y="251745"/>
                </a:lnTo>
                <a:lnTo>
                  <a:pt x="181177" y="251870"/>
                </a:lnTo>
                <a:lnTo>
                  <a:pt x="180905" y="251987"/>
                </a:lnTo>
                <a:lnTo>
                  <a:pt x="180630" y="252095"/>
                </a:lnTo>
                <a:lnTo>
                  <a:pt x="180352" y="252196"/>
                </a:lnTo>
                <a:lnTo>
                  <a:pt x="180071" y="252289"/>
                </a:lnTo>
                <a:lnTo>
                  <a:pt x="179788" y="252374"/>
                </a:lnTo>
                <a:lnTo>
                  <a:pt x="179501" y="252450"/>
                </a:lnTo>
                <a:lnTo>
                  <a:pt x="179212" y="252519"/>
                </a:lnTo>
                <a:lnTo>
                  <a:pt x="178920" y="252580"/>
                </a:lnTo>
                <a:lnTo>
                  <a:pt x="178626" y="252632"/>
                </a:lnTo>
                <a:lnTo>
                  <a:pt x="178329" y="252677"/>
                </a:lnTo>
                <a:lnTo>
                  <a:pt x="178028" y="252714"/>
                </a:lnTo>
                <a:lnTo>
                  <a:pt x="177726" y="252742"/>
                </a:lnTo>
                <a:lnTo>
                  <a:pt x="177420" y="252763"/>
                </a:lnTo>
                <a:lnTo>
                  <a:pt x="177111" y="252776"/>
                </a:lnTo>
                <a:lnTo>
                  <a:pt x="176800" y="252781"/>
                </a:lnTo>
                <a:lnTo>
                  <a:pt x="176176" y="252769"/>
                </a:lnTo>
                <a:lnTo>
                  <a:pt x="175570" y="252732"/>
                </a:lnTo>
                <a:lnTo>
                  <a:pt x="174981" y="252671"/>
                </a:lnTo>
                <a:lnTo>
                  <a:pt x="174410" y="252585"/>
                </a:lnTo>
                <a:lnTo>
                  <a:pt x="173856" y="252474"/>
                </a:lnTo>
                <a:lnTo>
                  <a:pt x="173320" y="252338"/>
                </a:lnTo>
                <a:lnTo>
                  <a:pt x="172802" y="252177"/>
                </a:lnTo>
                <a:lnTo>
                  <a:pt x="172300" y="251991"/>
                </a:lnTo>
                <a:lnTo>
                  <a:pt x="171817" y="251781"/>
                </a:lnTo>
                <a:lnTo>
                  <a:pt x="171351" y="251545"/>
                </a:lnTo>
                <a:lnTo>
                  <a:pt x="170902" y="251285"/>
                </a:lnTo>
                <a:lnTo>
                  <a:pt x="170471" y="251000"/>
                </a:lnTo>
                <a:lnTo>
                  <a:pt x="170057" y="250690"/>
                </a:lnTo>
                <a:lnTo>
                  <a:pt x="169661" y="250355"/>
                </a:lnTo>
                <a:lnTo>
                  <a:pt x="169283" y="249995"/>
                </a:lnTo>
                <a:lnTo>
                  <a:pt x="168922" y="249611"/>
                </a:lnTo>
                <a:lnTo>
                  <a:pt x="168578" y="249201"/>
                </a:lnTo>
                <a:lnTo>
                  <a:pt x="168252" y="248767"/>
                </a:lnTo>
                <a:lnTo>
                  <a:pt x="167944" y="248308"/>
                </a:lnTo>
                <a:lnTo>
                  <a:pt x="167653" y="247824"/>
                </a:lnTo>
                <a:lnTo>
                  <a:pt x="167380" y="247315"/>
                </a:lnTo>
                <a:lnTo>
                  <a:pt x="167124" y="246781"/>
                </a:lnTo>
                <a:lnTo>
                  <a:pt x="166885" y="246222"/>
                </a:lnTo>
                <a:lnTo>
                  <a:pt x="166665" y="245639"/>
                </a:lnTo>
                <a:lnTo>
                  <a:pt x="166467" y="245047"/>
                </a:lnTo>
                <a:lnTo>
                  <a:pt x="166299" y="244463"/>
                </a:lnTo>
                <a:lnTo>
                  <a:pt x="166160" y="243888"/>
                </a:lnTo>
                <a:lnTo>
                  <a:pt x="166051" y="243321"/>
                </a:lnTo>
                <a:lnTo>
                  <a:pt x="165970" y="242762"/>
                </a:lnTo>
                <a:lnTo>
                  <a:pt x="165919" y="242211"/>
                </a:lnTo>
                <a:lnTo>
                  <a:pt x="165898" y="241668"/>
                </a:lnTo>
                <a:lnTo>
                  <a:pt x="165905" y="241134"/>
                </a:lnTo>
                <a:lnTo>
                  <a:pt x="165942" y="240608"/>
                </a:lnTo>
                <a:lnTo>
                  <a:pt x="166008" y="240090"/>
                </a:lnTo>
                <a:lnTo>
                  <a:pt x="166104" y="239580"/>
                </a:lnTo>
                <a:lnTo>
                  <a:pt x="166229" y="239078"/>
                </a:lnTo>
                <a:lnTo>
                  <a:pt x="166383" y="238585"/>
                </a:lnTo>
                <a:lnTo>
                  <a:pt x="166566" y="238100"/>
                </a:lnTo>
                <a:lnTo>
                  <a:pt x="166779" y="237623"/>
                </a:lnTo>
                <a:lnTo>
                  <a:pt x="167020" y="237154"/>
                </a:lnTo>
                <a:lnTo>
                  <a:pt x="167292" y="236693"/>
                </a:lnTo>
                <a:lnTo>
                  <a:pt x="167592" y="236241"/>
                </a:lnTo>
                <a:lnTo>
                  <a:pt x="167922" y="235797"/>
                </a:lnTo>
                <a:lnTo>
                  <a:pt x="168281" y="235361"/>
                </a:lnTo>
                <a:lnTo>
                  <a:pt x="168669" y="234933"/>
                </a:lnTo>
                <a:lnTo>
                  <a:pt x="169087" y="234514"/>
                </a:lnTo>
                <a:lnTo>
                  <a:pt x="169534" y="234103"/>
                </a:lnTo>
                <a:lnTo>
                  <a:pt x="170010" y="233700"/>
                </a:lnTo>
                <a:lnTo>
                  <a:pt x="171760" y="232253"/>
                </a:lnTo>
                <a:lnTo>
                  <a:pt x="173436" y="230770"/>
                </a:lnTo>
                <a:lnTo>
                  <a:pt x="175037" y="229252"/>
                </a:lnTo>
                <a:lnTo>
                  <a:pt x="176563" y="227697"/>
                </a:lnTo>
                <a:lnTo>
                  <a:pt x="178014" y="226107"/>
                </a:lnTo>
                <a:lnTo>
                  <a:pt x="179391" y="224481"/>
                </a:lnTo>
                <a:lnTo>
                  <a:pt x="180693" y="222820"/>
                </a:lnTo>
                <a:lnTo>
                  <a:pt x="181921" y="221122"/>
                </a:lnTo>
                <a:lnTo>
                  <a:pt x="183074" y="219389"/>
                </a:lnTo>
                <a:lnTo>
                  <a:pt x="184152" y="217619"/>
                </a:lnTo>
                <a:lnTo>
                  <a:pt x="185156" y="215815"/>
                </a:lnTo>
                <a:lnTo>
                  <a:pt x="186085" y="213974"/>
                </a:lnTo>
                <a:lnTo>
                  <a:pt x="186940" y="212097"/>
                </a:lnTo>
                <a:lnTo>
                  <a:pt x="187719" y="210185"/>
                </a:lnTo>
                <a:lnTo>
                  <a:pt x="188425" y="208237"/>
                </a:lnTo>
                <a:lnTo>
                  <a:pt x="189055" y="206253"/>
                </a:lnTo>
                <a:lnTo>
                  <a:pt x="189611" y="204233"/>
                </a:lnTo>
                <a:lnTo>
                  <a:pt x="190092" y="202177"/>
                </a:lnTo>
                <a:lnTo>
                  <a:pt x="190499" y="200086"/>
                </a:lnTo>
                <a:lnTo>
                  <a:pt x="190831" y="197958"/>
                </a:lnTo>
                <a:lnTo>
                  <a:pt x="191088" y="195795"/>
                </a:lnTo>
                <a:lnTo>
                  <a:pt x="191271" y="193596"/>
                </a:lnTo>
                <a:lnTo>
                  <a:pt x="191379" y="191362"/>
                </a:lnTo>
                <a:lnTo>
                  <a:pt x="191412" y="189091"/>
                </a:lnTo>
                <a:lnTo>
                  <a:pt x="191374" y="186824"/>
                </a:lnTo>
                <a:lnTo>
                  <a:pt x="191261" y="184591"/>
                </a:lnTo>
                <a:lnTo>
                  <a:pt x="191075" y="182394"/>
                </a:lnTo>
                <a:lnTo>
                  <a:pt x="190815" y="180232"/>
                </a:lnTo>
                <a:lnTo>
                  <a:pt x="190481" y="178106"/>
                </a:lnTo>
                <a:lnTo>
                  <a:pt x="190074" y="176014"/>
                </a:lnTo>
                <a:lnTo>
                  <a:pt x="189592" y="173958"/>
                </a:lnTo>
                <a:lnTo>
                  <a:pt x="189036" y="171937"/>
                </a:lnTo>
                <a:lnTo>
                  <a:pt x="188407" y="169952"/>
                </a:lnTo>
                <a:lnTo>
                  <a:pt x="187703" y="168002"/>
                </a:lnTo>
                <a:lnTo>
                  <a:pt x="186926" y="166086"/>
                </a:lnTo>
                <a:lnTo>
                  <a:pt x="186075" y="164206"/>
                </a:lnTo>
                <a:lnTo>
                  <a:pt x="185150" y="162362"/>
                </a:lnTo>
                <a:lnTo>
                  <a:pt x="184151" y="160552"/>
                </a:lnTo>
                <a:lnTo>
                  <a:pt x="183078" y="158778"/>
                </a:lnTo>
                <a:lnTo>
                  <a:pt x="181931" y="157039"/>
                </a:lnTo>
                <a:lnTo>
                  <a:pt x="180710" y="155336"/>
                </a:lnTo>
                <a:lnTo>
                  <a:pt x="179416" y="153667"/>
                </a:lnTo>
                <a:lnTo>
                  <a:pt x="178047" y="152034"/>
                </a:lnTo>
                <a:lnTo>
                  <a:pt x="176605" y="150436"/>
                </a:lnTo>
                <a:lnTo>
                  <a:pt x="175088" y="148874"/>
                </a:lnTo>
                <a:lnTo>
                  <a:pt x="173498" y="147346"/>
                </a:lnTo>
                <a:lnTo>
                  <a:pt x="171834" y="145854"/>
                </a:lnTo>
                <a:lnTo>
                  <a:pt x="170096" y="144397"/>
                </a:lnTo>
                <a:lnTo>
                  <a:pt x="169796" y="144160"/>
                </a:lnTo>
                <a:lnTo>
                  <a:pt x="169508" y="143917"/>
                </a:lnTo>
                <a:lnTo>
                  <a:pt x="169230" y="143667"/>
                </a:lnTo>
                <a:lnTo>
                  <a:pt x="168964" y="143412"/>
                </a:lnTo>
                <a:lnTo>
                  <a:pt x="168708" y="143150"/>
                </a:lnTo>
                <a:lnTo>
                  <a:pt x="168464" y="142882"/>
                </a:lnTo>
                <a:lnTo>
                  <a:pt x="168231" y="142607"/>
                </a:lnTo>
                <a:lnTo>
                  <a:pt x="168009" y="142327"/>
                </a:lnTo>
                <a:lnTo>
                  <a:pt x="167798" y="142040"/>
                </a:lnTo>
                <a:lnTo>
                  <a:pt x="167599" y="141748"/>
                </a:lnTo>
                <a:lnTo>
                  <a:pt x="167410" y="141449"/>
                </a:lnTo>
                <a:lnTo>
                  <a:pt x="167233" y="141143"/>
                </a:lnTo>
                <a:lnTo>
                  <a:pt x="167066" y="140832"/>
                </a:lnTo>
                <a:lnTo>
                  <a:pt x="166911" y="140514"/>
                </a:lnTo>
                <a:lnTo>
                  <a:pt x="166767" y="140190"/>
                </a:lnTo>
                <a:lnTo>
                  <a:pt x="166634" y="139860"/>
                </a:lnTo>
                <a:lnTo>
                  <a:pt x="166513" y="139524"/>
                </a:lnTo>
                <a:lnTo>
                  <a:pt x="166402" y="139181"/>
                </a:lnTo>
                <a:lnTo>
                  <a:pt x="166303" y="138833"/>
                </a:lnTo>
                <a:lnTo>
                  <a:pt x="166214" y="138478"/>
                </a:lnTo>
                <a:lnTo>
                  <a:pt x="166137" y="138117"/>
                </a:lnTo>
                <a:lnTo>
                  <a:pt x="166071" y="137750"/>
                </a:lnTo>
                <a:lnTo>
                  <a:pt x="166016" y="137376"/>
                </a:lnTo>
                <a:lnTo>
                  <a:pt x="165972" y="136996"/>
                </a:lnTo>
                <a:lnTo>
                  <a:pt x="165940" y="136616"/>
                </a:lnTo>
                <a:lnTo>
                  <a:pt x="165920" y="136239"/>
                </a:lnTo>
                <a:lnTo>
                  <a:pt x="165912" y="135866"/>
                </a:lnTo>
                <a:lnTo>
                  <a:pt x="165916" y="135496"/>
                </a:lnTo>
                <a:lnTo>
                  <a:pt x="165932" y="135131"/>
                </a:lnTo>
                <a:lnTo>
                  <a:pt x="165961" y="134770"/>
                </a:lnTo>
                <a:lnTo>
                  <a:pt x="166001" y="134412"/>
                </a:lnTo>
                <a:lnTo>
                  <a:pt x="166054" y="134058"/>
                </a:lnTo>
                <a:lnTo>
                  <a:pt x="166119" y="133708"/>
                </a:lnTo>
                <a:lnTo>
                  <a:pt x="166196" y="133362"/>
                </a:lnTo>
                <a:lnTo>
                  <a:pt x="166285" y="133020"/>
                </a:lnTo>
                <a:lnTo>
                  <a:pt x="166387" y="132682"/>
                </a:lnTo>
                <a:lnTo>
                  <a:pt x="166500" y="132348"/>
                </a:lnTo>
                <a:lnTo>
                  <a:pt x="166626" y="132017"/>
                </a:lnTo>
                <a:lnTo>
                  <a:pt x="166763" y="131691"/>
                </a:lnTo>
                <a:lnTo>
                  <a:pt x="166913" y="131368"/>
                </a:lnTo>
                <a:lnTo>
                  <a:pt x="167075" y="131049"/>
                </a:lnTo>
                <a:lnTo>
                  <a:pt x="167249" y="130734"/>
                </a:lnTo>
                <a:lnTo>
                  <a:pt x="167436" y="130423"/>
                </a:lnTo>
                <a:lnTo>
                  <a:pt x="167634" y="130116"/>
                </a:lnTo>
                <a:lnTo>
                  <a:pt x="167845" y="129813"/>
                </a:lnTo>
                <a:lnTo>
                  <a:pt x="168067" y="129513"/>
                </a:lnTo>
                <a:lnTo>
                  <a:pt x="168302" y="129218"/>
                </a:lnTo>
                <a:lnTo>
                  <a:pt x="168549" y="128926"/>
                </a:lnTo>
                <a:lnTo>
                  <a:pt x="168788" y="128646"/>
                </a:lnTo>
                <a:lnTo>
                  <a:pt x="169032" y="128376"/>
                </a:lnTo>
                <a:lnTo>
                  <a:pt x="169281" y="128116"/>
                </a:lnTo>
                <a:lnTo>
                  <a:pt x="169536" y="127867"/>
                </a:lnTo>
                <a:lnTo>
                  <a:pt x="169797" y="127628"/>
                </a:lnTo>
                <a:lnTo>
                  <a:pt x="170063" y="127400"/>
                </a:lnTo>
                <a:lnTo>
                  <a:pt x="170334" y="127182"/>
                </a:lnTo>
                <a:lnTo>
                  <a:pt x="170611" y="126974"/>
                </a:lnTo>
                <a:lnTo>
                  <a:pt x="170894" y="126776"/>
                </a:lnTo>
                <a:lnTo>
                  <a:pt x="171182" y="126589"/>
                </a:lnTo>
                <a:lnTo>
                  <a:pt x="171476" y="126412"/>
                </a:lnTo>
                <a:lnTo>
                  <a:pt x="171775" y="126245"/>
                </a:lnTo>
                <a:lnTo>
                  <a:pt x="172080" y="126089"/>
                </a:lnTo>
                <a:lnTo>
                  <a:pt x="172390" y="125943"/>
                </a:lnTo>
                <a:lnTo>
                  <a:pt x="172706" y="125808"/>
                </a:lnTo>
                <a:lnTo>
                  <a:pt x="173027" y="125682"/>
                </a:lnTo>
                <a:lnTo>
                  <a:pt x="173354" y="125567"/>
                </a:lnTo>
                <a:lnTo>
                  <a:pt x="173686" y="125462"/>
                </a:lnTo>
                <a:lnTo>
                  <a:pt x="174024" y="125368"/>
                </a:lnTo>
                <a:lnTo>
                  <a:pt x="174367" y="125284"/>
                </a:lnTo>
                <a:lnTo>
                  <a:pt x="174716" y="125210"/>
                </a:lnTo>
                <a:lnTo>
                  <a:pt x="175070" y="125147"/>
                </a:lnTo>
                <a:lnTo>
                  <a:pt x="175430" y="125094"/>
                </a:lnTo>
                <a:lnTo>
                  <a:pt x="175795" y="125051"/>
                </a:lnTo>
                <a:lnTo>
                  <a:pt x="176162" y="125019"/>
                </a:lnTo>
                <a:lnTo>
                  <a:pt x="176525" y="124998"/>
                </a:lnTo>
                <a:lnTo>
                  <a:pt x="176885" y="124988"/>
                </a:lnTo>
                <a:lnTo>
                  <a:pt x="177242" y="124990"/>
                </a:lnTo>
                <a:lnTo>
                  <a:pt x="177595" y="125003"/>
                </a:lnTo>
                <a:lnTo>
                  <a:pt x="177945" y="125027"/>
                </a:lnTo>
                <a:lnTo>
                  <a:pt x="178291" y="125062"/>
                </a:lnTo>
                <a:lnTo>
                  <a:pt x="178635" y="125109"/>
                </a:lnTo>
                <a:lnTo>
                  <a:pt x="178975" y="125166"/>
                </a:lnTo>
                <a:lnTo>
                  <a:pt x="179311" y="125235"/>
                </a:lnTo>
                <a:lnTo>
                  <a:pt x="179645" y="125316"/>
                </a:lnTo>
                <a:lnTo>
                  <a:pt x="179975" y="125407"/>
                </a:lnTo>
                <a:lnTo>
                  <a:pt x="180301" y="125509"/>
                </a:lnTo>
                <a:lnTo>
                  <a:pt x="180625" y="125623"/>
                </a:lnTo>
                <a:lnTo>
                  <a:pt x="180945" y="125748"/>
                </a:lnTo>
                <a:lnTo>
                  <a:pt x="181262" y="125885"/>
                </a:lnTo>
                <a:lnTo>
                  <a:pt x="181575" y="126032"/>
                </a:lnTo>
                <a:lnTo>
                  <a:pt x="181885" y="126191"/>
                </a:lnTo>
                <a:lnTo>
                  <a:pt x="182192" y="126361"/>
                </a:lnTo>
                <a:lnTo>
                  <a:pt x="182495" y="126542"/>
                </a:lnTo>
                <a:lnTo>
                  <a:pt x="182796" y="126734"/>
                </a:lnTo>
                <a:lnTo>
                  <a:pt x="183093" y="126938"/>
                </a:lnTo>
                <a:lnTo>
                  <a:pt x="183386" y="127153"/>
                </a:lnTo>
                <a:lnTo>
                  <a:pt x="183676" y="127379"/>
                </a:lnTo>
                <a:lnTo>
                  <a:pt x="184246" y="127843"/>
                </a:lnTo>
                <a:lnTo>
                  <a:pt x="184811" y="128313"/>
                </a:lnTo>
                <a:lnTo>
                  <a:pt x="185371" y="128787"/>
                </a:lnTo>
                <a:lnTo>
                  <a:pt x="185926" y="129266"/>
                </a:lnTo>
                <a:lnTo>
                  <a:pt x="186476" y="129750"/>
                </a:lnTo>
                <a:lnTo>
                  <a:pt x="187021" y="130239"/>
                </a:lnTo>
                <a:lnTo>
                  <a:pt x="187562" y="130732"/>
                </a:lnTo>
                <a:lnTo>
                  <a:pt x="188097" y="131230"/>
                </a:lnTo>
                <a:lnTo>
                  <a:pt x="188628" y="131733"/>
                </a:lnTo>
                <a:lnTo>
                  <a:pt x="189154" y="132241"/>
                </a:lnTo>
                <a:lnTo>
                  <a:pt x="189675" y="132753"/>
                </a:lnTo>
                <a:lnTo>
                  <a:pt x="190192" y="133271"/>
                </a:lnTo>
                <a:lnTo>
                  <a:pt x="190703" y="133793"/>
                </a:lnTo>
                <a:lnTo>
                  <a:pt x="191210" y="134320"/>
                </a:lnTo>
                <a:lnTo>
                  <a:pt x="191712" y="134852"/>
                </a:lnTo>
                <a:lnTo>
                  <a:pt x="192209" y="135388"/>
                </a:lnTo>
                <a:lnTo>
                  <a:pt x="192701" y="135929"/>
                </a:lnTo>
                <a:lnTo>
                  <a:pt x="193188" y="136475"/>
                </a:lnTo>
                <a:lnTo>
                  <a:pt x="193670" y="137026"/>
                </a:lnTo>
                <a:lnTo>
                  <a:pt x="194148" y="137582"/>
                </a:lnTo>
                <a:lnTo>
                  <a:pt x="194621" y="138142"/>
                </a:lnTo>
                <a:lnTo>
                  <a:pt x="195088" y="138708"/>
                </a:lnTo>
                <a:lnTo>
                  <a:pt x="195551" y="139278"/>
                </a:lnTo>
                <a:lnTo>
                  <a:pt x="196010" y="139853"/>
                </a:lnTo>
                <a:lnTo>
                  <a:pt x="196463" y="140432"/>
                </a:lnTo>
                <a:lnTo>
                  <a:pt x="196910" y="141014"/>
                </a:lnTo>
                <a:lnTo>
                  <a:pt x="197351" y="141600"/>
                </a:lnTo>
                <a:lnTo>
                  <a:pt x="197786" y="142190"/>
                </a:lnTo>
                <a:lnTo>
                  <a:pt x="198216" y="142784"/>
                </a:lnTo>
                <a:lnTo>
                  <a:pt x="198640" y="143381"/>
                </a:lnTo>
                <a:lnTo>
                  <a:pt x="199058" y="143981"/>
                </a:lnTo>
                <a:lnTo>
                  <a:pt x="199471" y="144586"/>
                </a:lnTo>
                <a:lnTo>
                  <a:pt x="199877" y="145193"/>
                </a:lnTo>
                <a:lnTo>
                  <a:pt x="200278" y="145805"/>
                </a:lnTo>
                <a:lnTo>
                  <a:pt x="200673" y="146420"/>
                </a:lnTo>
                <a:lnTo>
                  <a:pt x="201062" y="147039"/>
                </a:lnTo>
                <a:lnTo>
                  <a:pt x="201446" y="147661"/>
                </a:lnTo>
                <a:lnTo>
                  <a:pt x="201823" y="148287"/>
                </a:lnTo>
                <a:lnTo>
                  <a:pt x="202195" y="148916"/>
                </a:lnTo>
                <a:lnTo>
                  <a:pt x="202561" y="149549"/>
                </a:lnTo>
                <a:lnTo>
                  <a:pt x="202922" y="150186"/>
                </a:lnTo>
                <a:lnTo>
                  <a:pt x="203276" y="150826"/>
                </a:lnTo>
                <a:lnTo>
                  <a:pt x="203625" y="151470"/>
                </a:lnTo>
                <a:lnTo>
                  <a:pt x="203968" y="152117"/>
                </a:lnTo>
                <a:lnTo>
                  <a:pt x="204305" y="152768"/>
                </a:lnTo>
                <a:lnTo>
                  <a:pt x="204637" y="153423"/>
                </a:lnTo>
                <a:lnTo>
                  <a:pt x="204962" y="154081"/>
                </a:lnTo>
                <a:lnTo>
                  <a:pt x="205282" y="154743"/>
                </a:lnTo>
                <a:lnTo>
                  <a:pt x="205596" y="155408"/>
                </a:lnTo>
                <a:lnTo>
                  <a:pt x="205903" y="156075"/>
                </a:lnTo>
                <a:lnTo>
                  <a:pt x="206204" y="156744"/>
                </a:lnTo>
                <a:lnTo>
                  <a:pt x="206499" y="157416"/>
                </a:lnTo>
                <a:lnTo>
                  <a:pt x="206786" y="158089"/>
                </a:lnTo>
                <a:lnTo>
                  <a:pt x="207068" y="158765"/>
                </a:lnTo>
                <a:lnTo>
                  <a:pt x="207343" y="159444"/>
                </a:lnTo>
                <a:lnTo>
                  <a:pt x="207612" y="160124"/>
                </a:lnTo>
                <a:lnTo>
                  <a:pt x="207874" y="160807"/>
                </a:lnTo>
                <a:lnTo>
                  <a:pt x="208130" y="161491"/>
                </a:lnTo>
                <a:lnTo>
                  <a:pt x="208379" y="162179"/>
                </a:lnTo>
                <a:lnTo>
                  <a:pt x="208622" y="162868"/>
                </a:lnTo>
                <a:lnTo>
                  <a:pt x="208859" y="163560"/>
                </a:lnTo>
                <a:lnTo>
                  <a:pt x="209089" y="164253"/>
                </a:lnTo>
                <a:lnTo>
                  <a:pt x="209312" y="164949"/>
                </a:lnTo>
                <a:lnTo>
                  <a:pt x="209530" y="165648"/>
                </a:lnTo>
                <a:lnTo>
                  <a:pt x="209740" y="166348"/>
                </a:lnTo>
                <a:lnTo>
                  <a:pt x="209945" y="167051"/>
                </a:lnTo>
                <a:lnTo>
                  <a:pt x="210143" y="167756"/>
                </a:lnTo>
                <a:lnTo>
                  <a:pt x="210334" y="168463"/>
                </a:lnTo>
                <a:lnTo>
                  <a:pt x="210519" y="169173"/>
                </a:lnTo>
                <a:lnTo>
                  <a:pt x="210698" y="169884"/>
                </a:lnTo>
                <a:lnTo>
                  <a:pt x="210870" y="170598"/>
                </a:lnTo>
                <a:lnTo>
                  <a:pt x="211036" y="171314"/>
                </a:lnTo>
                <a:lnTo>
                  <a:pt x="211195" y="172032"/>
                </a:lnTo>
                <a:lnTo>
                  <a:pt x="211347" y="172751"/>
                </a:lnTo>
                <a:lnTo>
                  <a:pt x="211493" y="173470"/>
                </a:lnTo>
                <a:lnTo>
                  <a:pt x="211631" y="174190"/>
                </a:lnTo>
                <a:lnTo>
                  <a:pt x="211763" y="174910"/>
                </a:lnTo>
                <a:lnTo>
                  <a:pt x="211889" y="175632"/>
                </a:lnTo>
                <a:lnTo>
                  <a:pt x="212007" y="176354"/>
                </a:lnTo>
                <a:lnTo>
                  <a:pt x="212119" y="177077"/>
                </a:lnTo>
                <a:lnTo>
                  <a:pt x="212224" y="177801"/>
                </a:lnTo>
                <a:lnTo>
                  <a:pt x="212322" y="178525"/>
                </a:lnTo>
                <a:lnTo>
                  <a:pt x="212413" y="179250"/>
                </a:lnTo>
                <a:lnTo>
                  <a:pt x="212498" y="179976"/>
                </a:lnTo>
                <a:lnTo>
                  <a:pt x="212576" y="180703"/>
                </a:lnTo>
                <a:lnTo>
                  <a:pt x="212647" y="181431"/>
                </a:lnTo>
                <a:lnTo>
                  <a:pt x="212711" y="182159"/>
                </a:lnTo>
                <a:lnTo>
                  <a:pt x="212769" y="182888"/>
                </a:lnTo>
                <a:lnTo>
                  <a:pt x="212820" y="183618"/>
                </a:lnTo>
                <a:lnTo>
                  <a:pt x="212864" y="184348"/>
                </a:lnTo>
                <a:lnTo>
                  <a:pt x="212901" y="185080"/>
                </a:lnTo>
                <a:lnTo>
                  <a:pt x="212931" y="185812"/>
                </a:lnTo>
                <a:lnTo>
                  <a:pt x="212955" y="186544"/>
                </a:lnTo>
                <a:lnTo>
                  <a:pt x="212972" y="187278"/>
                </a:lnTo>
                <a:lnTo>
                  <a:pt x="212982" y="188012"/>
                </a:lnTo>
                <a:lnTo>
                  <a:pt x="212986" y="188747"/>
                </a:lnTo>
                <a:lnTo>
                  <a:pt x="212982" y="189482"/>
                </a:lnTo>
                <a:lnTo>
                  <a:pt x="212972" y="190217"/>
                </a:lnTo>
                <a:lnTo>
                  <a:pt x="212955" y="190950"/>
                </a:lnTo>
                <a:lnTo>
                  <a:pt x="212931" y="191683"/>
                </a:lnTo>
                <a:lnTo>
                  <a:pt x="212901" y="192415"/>
                </a:lnTo>
                <a:lnTo>
                  <a:pt x="212864" y="193147"/>
                </a:lnTo>
                <a:lnTo>
                  <a:pt x="212820" y="193877"/>
                </a:lnTo>
                <a:lnTo>
                  <a:pt x="212769" y="194607"/>
                </a:lnTo>
                <a:lnTo>
                  <a:pt x="212711" y="195336"/>
                </a:lnTo>
                <a:lnTo>
                  <a:pt x="212647" y="196064"/>
                </a:lnTo>
                <a:lnTo>
                  <a:pt x="212576" y="196792"/>
                </a:lnTo>
                <a:lnTo>
                  <a:pt x="212498" y="197518"/>
                </a:lnTo>
                <a:lnTo>
                  <a:pt x="212413" y="198244"/>
                </a:lnTo>
                <a:lnTo>
                  <a:pt x="212322" y="198970"/>
                </a:lnTo>
                <a:lnTo>
                  <a:pt x="212224" y="199694"/>
                </a:lnTo>
                <a:lnTo>
                  <a:pt x="212119" y="200418"/>
                </a:lnTo>
                <a:lnTo>
                  <a:pt x="212007" y="201141"/>
                </a:lnTo>
                <a:lnTo>
                  <a:pt x="211889" y="201863"/>
                </a:lnTo>
                <a:lnTo>
                  <a:pt x="211763" y="202584"/>
                </a:lnTo>
                <a:lnTo>
                  <a:pt x="211631" y="203305"/>
                </a:lnTo>
                <a:lnTo>
                  <a:pt x="211493" y="204025"/>
                </a:lnTo>
                <a:lnTo>
                  <a:pt x="211347" y="204744"/>
                </a:lnTo>
                <a:lnTo>
                  <a:pt x="211195" y="205463"/>
                </a:lnTo>
                <a:lnTo>
                  <a:pt x="211036" y="206180"/>
                </a:lnTo>
                <a:lnTo>
                  <a:pt x="210870" y="206897"/>
                </a:lnTo>
                <a:lnTo>
                  <a:pt x="210698" y="207610"/>
                </a:lnTo>
                <a:lnTo>
                  <a:pt x="210519" y="208322"/>
                </a:lnTo>
                <a:lnTo>
                  <a:pt x="210334" y="209032"/>
                </a:lnTo>
                <a:lnTo>
                  <a:pt x="210143" y="209739"/>
                </a:lnTo>
                <a:lnTo>
                  <a:pt x="209945" y="210444"/>
                </a:lnTo>
                <a:lnTo>
                  <a:pt x="209740" y="211147"/>
                </a:lnTo>
                <a:lnTo>
                  <a:pt x="209530" y="211847"/>
                </a:lnTo>
                <a:lnTo>
                  <a:pt x="209312" y="212545"/>
                </a:lnTo>
                <a:lnTo>
                  <a:pt x="209089" y="213241"/>
                </a:lnTo>
                <a:lnTo>
                  <a:pt x="208859" y="213935"/>
                </a:lnTo>
                <a:lnTo>
                  <a:pt x="208622" y="214627"/>
                </a:lnTo>
                <a:lnTo>
                  <a:pt x="208379" y="215316"/>
                </a:lnTo>
                <a:lnTo>
                  <a:pt x="208130" y="216003"/>
                </a:lnTo>
                <a:lnTo>
                  <a:pt x="207874" y="216688"/>
                </a:lnTo>
                <a:lnTo>
                  <a:pt x="207612" y="217371"/>
                </a:lnTo>
                <a:lnTo>
                  <a:pt x="207343" y="218051"/>
                </a:lnTo>
                <a:lnTo>
                  <a:pt x="207068" y="218729"/>
                </a:lnTo>
                <a:lnTo>
                  <a:pt x="206787" y="219405"/>
                </a:lnTo>
                <a:lnTo>
                  <a:pt x="206499" y="220079"/>
                </a:lnTo>
                <a:lnTo>
                  <a:pt x="206204" y="220751"/>
                </a:lnTo>
                <a:lnTo>
                  <a:pt x="205903" y="221420"/>
                </a:lnTo>
                <a:lnTo>
                  <a:pt x="205596" y="222087"/>
                </a:lnTo>
                <a:lnTo>
                  <a:pt x="205282" y="222752"/>
                </a:lnTo>
                <a:lnTo>
                  <a:pt x="204962" y="223413"/>
                </a:lnTo>
                <a:lnTo>
                  <a:pt x="204637" y="224072"/>
                </a:lnTo>
                <a:lnTo>
                  <a:pt x="204305" y="224726"/>
                </a:lnTo>
                <a:lnTo>
                  <a:pt x="203968" y="225377"/>
                </a:lnTo>
                <a:lnTo>
                  <a:pt x="203625" y="226025"/>
                </a:lnTo>
                <a:lnTo>
                  <a:pt x="203276" y="226669"/>
                </a:lnTo>
                <a:lnTo>
                  <a:pt x="202922" y="227309"/>
                </a:lnTo>
                <a:lnTo>
                  <a:pt x="202561" y="227946"/>
                </a:lnTo>
                <a:lnTo>
                  <a:pt x="202195" y="228579"/>
                </a:lnTo>
                <a:lnTo>
                  <a:pt x="201823" y="229208"/>
                </a:lnTo>
                <a:lnTo>
                  <a:pt x="201446" y="229834"/>
                </a:lnTo>
                <a:lnTo>
                  <a:pt x="201062" y="230456"/>
                </a:lnTo>
                <a:lnTo>
                  <a:pt x="200673" y="231075"/>
                </a:lnTo>
                <a:lnTo>
                  <a:pt x="200278" y="231690"/>
                </a:lnTo>
                <a:lnTo>
                  <a:pt x="199877" y="232301"/>
                </a:lnTo>
                <a:lnTo>
                  <a:pt x="199471" y="232909"/>
                </a:lnTo>
                <a:lnTo>
                  <a:pt x="199058" y="233513"/>
                </a:lnTo>
                <a:lnTo>
                  <a:pt x="198640" y="234114"/>
                </a:lnTo>
                <a:lnTo>
                  <a:pt x="198216" y="234711"/>
                </a:lnTo>
                <a:lnTo>
                  <a:pt x="197786" y="235304"/>
                </a:lnTo>
                <a:lnTo>
                  <a:pt x="197351" y="235894"/>
                </a:lnTo>
                <a:lnTo>
                  <a:pt x="196910" y="236481"/>
                </a:lnTo>
                <a:lnTo>
                  <a:pt x="196463" y="237063"/>
                </a:lnTo>
                <a:lnTo>
                  <a:pt x="196010" y="237642"/>
                </a:lnTo>
                <a:lnTo>
                  <a:pt x="195551" y="238217"/>
                </a:lnTo>
                <a:lnTo>
                  <a:pt x="195088" y="238787"/>
                </a:lnTo>
                <a:lnTo>
                  <a:pt x="194621" y="239352"/>
                </a:lnTo>
                <a:lnTo>
                  <a:pt x="194148" y="239913"/>
                </a:lnTo>
                <a:lnTo>
                  <a:pt x="193670" y="240468"/>
                </a:lnTo>
                <a:lnTo>
                  <a:pt x="193188" y="241019"/>
                </a:lnTo>
                <a:lnTo>
                  <a:pt x="192701" y="241565"/>
                </a:lnTo>
                <a:lnTo>
                  <a:pt x="192209" y="242107"/>
                </a:lnTo>
                <a:lnTo>
                  <a:pt x="191712" y="242643"/>
                </a:lnTo>
                <a:lnTo>
                  <a:pt x="191210" y="243175"/>
                </a:lnTo>
                <a:lnTo>
                  <a:pt x="190703" y="243702"/>
                </a:lnTo>
                <a:lnTo>
                  <a:pt x="190192" y="244224"/>
                </a:lnTo>
                <a:lnTo>
                  <a:pt x="189675" y="244741"/>
                </a:lnTo>
                <a:lnTo>
                  <a:pt x="189154" y="245254"/>
                </a:lnTo>
                <a:lnTo>
                  <a:pt x="188628" y="245762"/>
                </a:lnTo>
                <a:lnTo>
                  <a:pt x="188097" y="246265"/>
                </a:lnTo>
                <a:lnTo>
                  <a:pt x="187562" y="246763"/>
                </a:lnTo>
                <a:lnTo>
                  <a:pt x="187021" y="247256"/>
                </a:lnTo>
                <a:lnTo>
                  <a:pt x="186476" y="247745"/>
                </a:lnTo>
                <a:lnTo>
                  <a:pt x="185926" y="248229"/>
                </a:lnTo>
                <a:lnTo>
                  <a:pt x="185371" y="248708"/>
                </a:lnTo>
                <a:lnTo>
                  <a:pt x="184811" y="249182"/>
                </a:lnTo>
                <a:lnTo>
                  <a:pt x="184246" y="249651"/>
                </a:lnTo>
                <a:lnTo>
                  <a:pt x="183676" y="250116"/>
                </a:lnTo>
                <a:lnTo>
                  <a:pt x="183504" y="250460"/>
                </a:lnTo>
                <a:lnTo>
                  <a:pt x="183257" y="250649"/>
                </a:lnTo>
                <a:close/>
                <a:moveTo>
                  <a:pt x="235930" y="285087"/>
                </a:moveTo>
                <a:lnTo>
                  <a:pt x="235663" y="285324"/>
                </a:lnTo>
                <a:lnTo>
                  <a:pt x="235392" y="285550"/>
                </a:lnTo>
                <a:lnTo>
                  <a:pt x="235117" y="285766"/>
                </a:lnTo>
                <a:lnTo>
                  <a:pt x="234837" y="285971"/>
                </a:lnTo>
                <a:lnTo>
                  <a:pt x="234553" y="286165"/>
                </a:lnTo>
                <a:lnTo>
                  <a:pt x="234265" y="286349"/>
                </a:lnTo>
                <a:lnTo>
                  <a:pt x="233973" y="286522"/>
                </a:lnTo>
                <a:lnTo>
                  <a:pt x="233676" y="286684"/>
                </a:lnTo>
                <a:lnTo>
                  <a:pt x="233375" y="286836"/>
                </a:lnTo>
                <a:lnTo>
                  <a:pt x="233070" y="286977"/>
                </a:lnTo>
                <a:lnTo>
                  <a:pt x="232760" y="287108"/>
                </a:lnTo>
                <a:lnTo>
                  <a:pt x="232447" y="287228"/>
                </a:lnTo>
                <a:lnTo>
                  <a:pt x="232129" y="287337"/>
                </a:lnTo>
                <a:lnTo>
                  <a:pt x="231807" y="287436"/>
                </a:lnTo>
                <a:lnTo>
                  <a:pt x="231480" y="287524"/>
                </a:lnTo>
                <a:lnTo>
                  <a:pt x="231149" y="287602"/>
                </a:lnTo>
                <a:lnTo>
                  <a:pt x="230814" y="287669"/>
                </a:lnTo>
                <a:lnTo>
                  <a:pt x="230475" y="287725"/>
                </a:lnTo>
                <a:lnTo>
                  <a:pt x="230131" y="287771"/>
                </a:lnTo>
                <a:lnTo>
                  <a:pt x="229784" y="287806"/>
                </a:lnTo>
                <a:lnTo>
                  <a:pt x="229431" y="287831"/>
                </a:lnTo>
                <a:lnTo>
                  <a:pt x="229075" y="287845"/>
                </a:lnTo>
                <a:lnTo>
                  <a:pt x="228714" y="287848"/>
                </a:lnTo>
                <a:lnTo>
                  <a:pt x="228333" y="287844"/>
                </a:lnTo>
                <a:lnTo>
                  <a:pt x="227957" y="287828"/>
                </a:lnTo>
                <a:lnTo>
                  <a:pt x="227587" y="287801"/>
                </a:lnTo>
                <a:lnTo>
                  <a:pt x="227221" y="287761"/>
                </a:lnTo>
                <a:lnTo>
                  <a:pt x="226860" y="287710"/>
                </a:lnTo>
                <a:lnTo>
                  <a:pt x="226505" y="287647"/>
                </a:lnTo>
                <a:lnTo>
                  <a:pt x="226154" y="287572"/>
                </a:lnTo>
                <a:lnTo>
                  <a:pt x="225809" y="287486"/>
                </a:lnTo>
                <a:lnTo>
                  <a:pt x="225469" y="287387"/>
                </a:lnTo>
                <a:lnTo>
                  <a:pt x="225134" y="287277"/>
                </a:lnTo>
                <a:lnTo>
                  <a:pt x="224804" y="287155"/>
                </a:lnTo>
                <a:lnTo>
                  <a:pt x="224479" y="287021"/>
                </a:lnTo>
                <a:lnTo>
                  <a:pt x="224159" y="286876"/>
                </a:lnTo>
                <a:lnTo>
                  <a:pt x="223844" y="286718"/>
                </a:lnTo>
                <a:lnTo>
                  <a:pt x="223535" y="286549"/>
                </a:lnTo>
                <a:lnTo>
                  <a:pt x="223230" y="286368"/>
                </a:lnTo>
                <a:lnTo>
                  <a:pt x="222931" y="286176"/>
                </a:lnTo>
                <a:lnTo>
                  <a:pt x="222637" y="285971"/>
                </a:lnTo>
                <a:lnTo>
                  <a:pt x="222348" y="285755"/>
                </a:lnTo>
                <a:lnTo>
                  <a:pt x="222064" y="285527"/>
                </a:lnTo>
                <a:lnTo>
                  <a:pt x="221785" y="285287"/>
                </a:lnTo>
                <a:lnTo>
                  <a:pt x="221511" y="285035"/>
                </a:lnTo>
                <a:lnTo>
                  <a:pt x="221242" y="284772"/>
                </a:lnTo>
                <a:lnTo>
                  <a:pt x="220979" y="284496"/>
                </a:lnTo>
                <a:lnTo>
                  <a:pt x="220722" y="284234"/>
                </a:lnTo>
                <a:lnTo>
                  <a:pt x="220476" y="283966"/>
                </a:lnTo>
                <a:lnTo>
                  <a:pt x="220241" y="283694"/>
                </a:lnTo>
                <a:lnTo>
                  <a:pt x="220017" y="283418"/>
                </a:lnTo>
                <a:lnTo>
                  <a:pt x="219803" y="283137"/>
                </a:lnTo>
                <a:lnTo>
                  <a:pt x="219601" y="282851"/>
                </a:lnTo>
                <a:lnTo>
                  <a:pt x="219410" y="282561"/>
                </a:lnTo>
                <a:lnTo>
                  <a:pt x="219229" y="282266"/>
                </a:lnTo>
                <a:lnTo>
                  <a:pt x="219060" y="281967"/>
                </a:lnTo>
                <a:lnTo>
                  <a:pt x="218901" y="281664"/>
                </a:lnTo>
                <a:lnTo>
                  <a:pt x="218754" y="281355"/>
                </a:lnTo>
                <a:lnTo>
                  <a:pt x="218617" y="281042"/>
                </a:lnTo>
                <a:lnTo>
                  <a:pt x="218491" y="280725"/>
                </a:lnTo>
                <a:lnTo>
                  <a:pt x="218377" y="280403"/>
                </a:lnTo>
                <a:lnTo>
                  <a:pt x="218273" y="280076"/>
                </a:lnTo>
                <a:lnTo>
                  <a:pt x="218180" y="279745"/>
                </a:lnTo>
                <a:lnTo>
                  <a:pt x="218098" y="279410"/>
                </a:lnTo>
                <a:lnTo>
                  <a:pt x="218027" y="279069"/>
                </a:lnTo>
                <a:lnTo>
                  <a:pt x="217966" y="278725"/>
                </a:lnTo>
                <a:lnTo>
                  <a:pt x="217917" y="278375"/>
                </a:lnTo>
                <a:lnTo>
                  <a:pt x="217879" y="278022"/>
                </a:lnTo>
                <a:lnTo>
                  <a:pt x="217852" y="277663"/>
                </a:lnTo>
                <a:lnTo>
                  <a:pt x="217835" y="277300"/>
                </a:lnTo>
                <a:lnTo>
                  <a:pt x="217830" y="276933"/>
                </a:lnTo>
                <a:lnTo>
                  <a:pt x="217835" y="276565"/>
                </a:lnTo>
                <a:lnTo>
                  <a:pt x="217852" y="276202"/>
                </a:lnTo>
                <a:lnTo>
                  <a:pt x="217879" y="275844"/>
                </a:lnTo>
                <a:lnTo>
                  <a:pt x="217917" y="275490"/>
                </a:lnTo>
                <a:lnTo>
                  <a:pt x="217966" y="275141"/>
                </a:lnTo>
                <a:lnTo>
                  <a:pt x="218027" y="274796"/>
                </a:lnTo>
                <a:lnTo>
                  <a:pt x="218098" y="274456"/>
                </a:lnTo>
                <a:lnTo>
                  <a:pt x="218180" y="274120"/>
                </a:lnTo>
                <a:lnTo>
                  <a:pt x="218273" y="273789"/>
                </a:lnTo>
                <a:lnTo>
                  <a:pt x="218377" y="273462"/>
                </a:lnTo>
                <a:lnTo>
                  <a:pt x="218491" y="273141"/>
                </a:lnTo>
                <a:lnTo>
                  <a:pt x="218617" y="272823"/>
                </a:lnTo>
                <a:lnTo>
                  <a:pt x="218754" y="272510"/>
                </a:lnTo>
                <a:lnTo>
                  <a:pt x="218901" y="272202"/>
                </a:lnTo>
                <a:lnTo>
                  <a:pt x="219060" y="271898"/>
                </a:lnTo>
                <a:lnTo>
                  <a:pt x="219229" y="271599"/>
                </a:lnTo>
                <a:lnTo>
                  <a:pt x="219410" y="271304"/>
                </a:lnTo>
                <a:lnTo>
                  <a:pt x="219601" y="271014"/>
                </a:lnTo>
                <a:lnTo>
                  <a:pt x="219803" y="270729"/>
                </a:lnTo>
                <a:lnTo>
                  <a:pt x="220017" y="270448"/>
                </a:lnTo>
                <a:lnTo>
                  <a:pt x="220241" y="270171"/>
                </a:lnTo>
                <a:lnTo>
                  <a:pt x="220476" y="269899"/>
                </a:lnTo>
                <a:lnTo>
                  <a:pt x="220722" y="269632"/>
                </a:lnTo>
                <a:lnTo>
                  <a:pt x="220979" y="269369"/>
                </a:lnTo>
                <a:lnTo>
                  <a:pt x="221652" y="268715"/>
                </a:lnTo>
                <a:lnTo>
                  <a:pt x="222319" y="268056"/>
                </a:lnTo>
                <a:lnTo>
                  <a:pt x="222980" y="267392"/>
                </a:lnTo>
                <a:lnTo>
                  <a:pt x="223635" y="266723"/>
                </a:lnTo>
                <a:lnTo>
                  <a:pt x="224283" y="266048"/>
                </a:lnTo>
                <a:lnTo>
                  <a:pt x="224926" y="265369"/>
                </a:lnTo>
                <a:lnTo>
                  <a:pt x="225563" y="264685"/>
                </a:lnTo>
                <a:lnTo>
                  <a:pt x="226194" y="263995"/>
                </a:lnTo>
                <a:lnTo>
                  <a:pt x="226819" y="263300"/>
                </a:lnTo>
                <a:lnTo>
                  <a:pt x="227438" y="262601"/>
                </a:lnTo>
                <a:lnTo>
                  <a:pt x="228051" y="261896"/>
                </a:lnTo>
                <a:lnTo>
                  <a:pt x="228659" y="261186"/>
                </a:lnTo>
                <a:lnTo>
                  <a:pt x="229260" y="260471"/>
                </a:lnTo>
                <a:lnTo>
                  <a:pt x="229855" y="259751"/>
                </a:lnTo>
                <a:lnTo>
                  <a:pt x="230444" y="259026"/>
                </a:lnTo>
                <a:lnTo>
                  <a:pt x="231027" y="258296"/>
                </a:lnTo>
                <a:lnTo>
                  <a:pt x="231604" y="257561"/>
                </a:lnTo>
                <a:lnTo>
                  <a:pt x="232175" y="256821"/>
                </a:lnTo>
                <a:lnTo>
                  <a:pt x="232740" y="256076"/>
                </a:lnTo>
                <a:lnTo>
                  <a:pt x="233300" y="255325"/>
                </a:lnTo>
                <a:lnTo>
                  <a:pt x="233853" y="254570"/>
                </a:lnTo>
                <a:lnTo>
                  <a:pt x="234400" y="253809"/>
                </a:lnTo>
                <a:lnTo>
                  <a:pt x="234941" y="253043"/>
                </a:lnTo>
                <a:lnTo>
                  <a:pt x="235476" y="252273"/>
                </a:lnTo>
                <a:lnTo>
                  <a:pt x="236005" y="251498"/>
                </a:lnTo>
                <a:lnTo>
                  <a:pt x="236527" y="250719"/>
                </a:lnTo>
                <a:lnTo>
                  <a:pt x="237042" y="249936"/>
                </a:lnTo>
                <a:lnTo>
                  <a:pt x="237550" y="249150"/>
                </a:lnTo>
                <a:lnTo>
                  <a:pt x="238052" y="248359"/>
                </a:lnTo>
                <a:lnTo>
                  <a:pt x="238546" y="247565"/>
                </a:lnTo>
                <a:lnTo>
                  <a:pt x="239034" y="246768"/>
                </a:lnTo>
                <a:lnTo>
                  <a:pt x="239514" y="245966"/>
                </a:lnTo>
                <a:lnTo>
                  <a:pt x="239988" y="245161"/>
                </a:lnTo>
                <a:lnTo>
                  <a:pt x="240455" y="244351"/>
                </a:lnTo>
                <a:lnTo>
                  <a:pt x="240915" y="243539"/>
                </a:lnTo>
                <a:lnTo>
                  <a:pt x="241368" y="242722"/>
                </a:lnTo>
                <a:lnTo>
                  <a:pt x="241814" y="241901"/>
                </a:lnTo>
                <a:lnTo>
                  <a:pt x="242254" y="241077"/>
                </a:lnTo>
                <a:lnTo>
                  <a:pt x="242686" y="240249"/>
                </a:lnTo>
                <a:lnTo>
                  <a:pt x="243112" y="239417"/>
                </a:lnTo>
                <a:lnTo>
                  <a:pt x="243531" y="238582"/>
                </a:lnTo>
                <a:lnTo>
                  <a:pt x="243943" y="237742"/>
                </a:lnTo>
                <a:lnTo>
                  <a:pt x="244348" y="236899"/>
                </a:lnTo>
                <a:lnTo>
                  <a:pt x="244746" y="236052"/>
                </a:lnTo>
                <a:lnTo>
                  <a:pt x="245137" y="235202"/>
                </a:lnTo>
                <a:lnTo>
                  <a:pt x="245522" y="234347"/>
                </a:lnTo>
                <a:lnTo>
                  <a:pt x="245899" y="233489"/>
                </a:lnTo>
                <a:lnTo>
                  <a:pt x="246270" y="232627"/>
                </a:lnTo>
                <a:lnTo>
                  <a:pt x="246633" y="231762"/>
                </a:lnTo>
                <a:lnTo>
                  <a:pt x="246989" y="230894"/>
                </a:lnTo>
                <a:lnTo>
                  <a:pt x="247338" y="230025"/>
                </a:lnTo>
                <a:lnTo>
                  <a:pt x="247679" y="229153"/>
                </a:lnTo>
                <a:lnTo>
                  <a:pt x="248012" y="228278"/>
                </a:lnTo>
                <a:lnTo>
                  <a:pt x="248338" y="227401"/>
                </a:lnTo>
                <a:lnTo>
                  <a:pt x="248656" y="226522"/>
                </a:lnTo>
                <a:lnTo>
                  <a:pt x="248967" y="225641"/>
                </a:lnTo>
                <a:lnTo>
                  <a:pt x="249271" y="224757"/>
                </a:lnTo>
                <a:lnTo>
                  <a:pt x="249567" y="223871"/>
                </a:lnTo>
                <a:lnTo>
                  <a:pt x="249856" y="222983"/>
                </a:lnTo>
                <a:lnTo>
                  <a:pt x="250137" y="222092"/>
                </a:lnTo>
                <a:lnTo>
                  <a:pt x="250410" y="221199"/>
                </a:lnTo>
                <a:lnTo>
                  <a:pt x="250676" y="220304"/>
                </a:lnTo>
                <a:lnTo>
                  <a:pt x="250935" y="219406"/>
                </a:lnTo>
                <a:lnTo>
                  <a:pt x="251186" y="218506"/>
                </a:lnTo>
                <a:lnTo>
                  <a:pt x="251429" y="217604"/>
                </a:lnTo>
                <a:lnTo>
                  <a:pt x="251665" y="216699"/>
                </a:lnTo>
                <a:lnTo>
                  <a:pt x="251894" y="215792"/>
                </a:lnTo>
                <a:lnTo>
                  <a:pt x="252115" y="214883"/>
                </a:lnTo>
                <a:lnTo>
                  <a:pt x="252329" y="213971"/>
                </a:lnTo>
                <a:lnTo>
                  <a:pt x="252535" y="213057"/>
                </a:lnTo>
                <a:lnTo>
                  <a:pt x="252733" y="212141"/>
                </a:lnTo>
                <a:lnTo>
                  <a:pt x="252924" y="211222"/>
                </a:lnTo>
                <a:lnTo>
                  <a:pt x="253108" y="210302"/>
                </a:lnTo>
                <a:lnTo>
                  <a:pt x="253284" y="209381"/>
                </a:lnTo>
                <a:lnTo>
                  <a:pt x="253451" y="208459"/>
                </a:lnTo>
                <a:lnTo>
                  <a:pt x="253611" y="207536"/>
                </a:lnTo>
                <a:lnTo>
                  <a:pt x="253764" y="206613"/>
                </a:lnTo>
                <a:lnTo>
                  <a:pt x="253908" y="205689"/>
                </a:lnTo>
                <a:lnTo>
                  <a:pt x="254045" y="204764"/>
                </a:lnTo>
                <a:lnTo>
                  <a:pt x="254174" y="203838"/>
                </a:lnTo>
                <a:lnTo>
                  <a:pt x="254295" y="202912"/>
                </a:lnTo>
                <a:lnTo>
                  <a:pt x="254408" y="201984"/>
                </a:lnTo>
                <a:lnTo>
                  <a:pt x="254513" y="201056"/>
                </a:lnTo>
                <a:lnTo>
                  <a:pt x="254611" y="200127"/>
                </a:lnTo>
                <a:lnTo>
                  <a:pt x="254701" y="199198"/>
                </a:lnTo>
                <a:lnTo>
                  <a:pt x="254783" y="198267"/>
                </a:lnTo>
                <a:lnTo>
                  <a:pt x="254857" y="197336"/>
                </a:lnTo>
                <a:lnTo>
                  <a:pt x="254923" y="196404"/>
                </a:lnTo>
                <a:lnTo>
                  <a:pt x="254982" y="195471"/>
                </a:lnTo>
                <a:lnTo>
                  <a:pt x="255032" y="194537"/>
                </a:lnTo>
                <a:lnTo>
                  <a:pt x="255075" y="193603"/>
                </a:lnTo>
                <a:lnTo>
                  <a:pt x="255110" y="192668"/>
                </a:lnTo>
                <a:lnTo>
                  <a:pt x="255138" y="191732"/>
                </a:lnTo>
                <a:lnTo>
                  <a:pt x="255157" y="190795"/>
                </a:lnTo>
                <a:lnTo>
                  <a:pt x="255169" y="189858"/>
                </a:lnTo>
                <a:lnTo>
                  <a:pt x="255173" y="188919"/>
                </a:lnTo>
                <a:lnTo>
                  <a:pt x="255169" y="187981"/>
                </a:lnTo>
                <a:lnTo>
                  <a:pt x="255157" y="187043"/>
                </a:lnTo>
                <a:lnTo>
                  <a:pt x="255138" y="186107"/>
                </a:lnTo>
                <a:lnTo>
                  <a:pt x="255110" y="185171"/>
                </a:lnTo>
                <a:lnTo>
                  <a:pt x="255075" y="184236"/>
                </a:lnTo>
                <a:lnTo>
                  <a:pt x="255032" y="183301"/>
                </a:lnTo>
                <a:lnTo>
                  <a:pt x="254982" y="182368"/>
                </a:lnTo>
                <a:lnTo>
                  <a:pt x="254923" y="181435"/>
                </a:lnTo>
                <a:lnTo>
                  <a:pt x="254857" y="180503"/>
                </a:lnTo>
                <a:lnTo>
                  <a:pt x="254783" y="179571"/>
                </a:lnTo>
                <a:lnTo>
                  <a:pt x="254701" y="178641"/>
                </a:lnTo>
                <a:lnTo>
                  <a:pt x="254611" y="177711"/>
                </a:lnTo>
                <a:lnTo>
                  <a:pt x="254513" y="176782"/>
                </a:lnTo>
                <a:lnTo>
                  <a:pt x="254408" y="175854"/>
                </a:lnTo>
                <a:lnTo>
                  <a:pt x="254295" y="174927"/>
                </a:lnTo>
                <a:lnTo>
                  <a:pt x="254174" y="174001"/>
                </a:lnTo>
                <a:lnTo>
                  <a:pt x="254045" y="173075"/>
                </a:lnTo>
                <a:lnTo>
                  <a:pt x="253908" y="172150"/>
                </a:lnTo>
                <a:lnTo>
                  <a:pt x="253764" y="171226"/>
                </a:lnTo>
                <a:lnTo>
                  <a:pt x="253611" y="170302"/>
                </a:lnTo>
                <a:lnTo>
                  <a:pt x="253451" y="169380"/>
                </a:lnTo>
                <a:lnTo>
                  <a:pt x="253284" y="168458"/>
                </a:lnTo>
                <a:lnTo>
                  <a:pt x="253108" y="167537"/>
                </a:lnTo>
                <a:lnTo>
                  <a:pt x="252924" y="166617"/>
                </a:lnTo>
                <a:lnTo>
                  <a:pt x="252733" y="165698"/>
                </a:lnTo>
                <a:lnTo>
                  <a:pt x="252535" y="164782"/>
                </a:lnTo>
                <a:lnTo>
                  <a:pt x="252329" y="163868"/>
                </a:lnTo>
                <a:lnTo>
                  <a:pt x="252115" y="162956"/>
                </a:lnTo>
                <a:lnTo>
                  <a:pt x="251894" y="162047"/>
                </a:lnTo>
                <a:lnTo>
                  <a:pt x="251665" y="161140"/>
                </a:lnTo>
                <a:lnTo>
                  <a:pt x="251429" y="160235"/>
                </a:lnTo>
                <a:lnTo>
                  <a:pt x="251186" y="159333"/>
                </a:lnTo>
                <a:lnTo>
                  <a:pt x="250935" y="158433"/>
                </a:lnTo>
                <a:lnTo>
                  <a:pt x="250676" y="157535"/>
                </a:lnTo>
                <a:lnTo>
                  <a:pt x="250410" y="156640"/>
                </a:lnTo>
                <a:lnTo>
                  <a:pt x="250137" y="155747"/>
                </a:lnTo>
                <a:lnTo>
                  <a:pt x="249856" y="154856"/>
                </a:lnTo>
                <a:lnTo>
                  <a:pt x="249567" y="153967"/>
                </a:lnTo>
                <a:lnTo>
                  <a:pt x="249271" y="153081"/>
                </a:lnTo>
                <a:lnTo>
                  <a:pt x="248967" y="152198"/>
                </a:lnTo>
                <a:lnTo>
                  <a:pt x="248656" y="151316"/>
                </a:lnTo>
                <a:lnTo>
                  <a:pt x="248338" y="150437"/>
                </a:lnTo>
                <a:lnTo>
                  <a:pt x="248012" y="149561"/>
                </a:lnTo>
                <a:lnTo>
                  <a:pt x="247679" y="148686"/>
                </a:lnTo>
                <a:lnTo>
                  <a:pt x="247338" y="147814"/>
                </a:lnTo>
                <a:lnTo>
                  <a:pt x="246989" y="146944"/>
                </a:lnTo>
                <a:lnTo>
                  <a:pt x="246633" y="146077"/>
                </a:lnTo>
                <a:lnTo>
                  <a:pt x="246270" y="145212"/>
                </a:lnTo>
                <a:lnTo>
                  <a:pt x="245899" y="144350"/>
                </a:lnTo>
                <a:lnTo>
                  <a:pt x="245522" y="143492"/>
                </a:lnTo>
                <a:lnTo>
                  <a:pt x="245137" y="142637"/>
                </a:lnTo>
                <a:lnTo>
                  <a:pt x="244746" y="141786"/>
                </a:lnTo>
                <a:lnTo>
                  <a:pt x="244348" y="140939"/>
                </a:lnTo>
                <a:lnTo>
                  <a:pt x="243943" y="140096"/>
                </a:lnTo>
                <a:lnTo>
                  <a:pt x="243531" y="139257"/>
                </a:lnTo>
                <a:lnTo>
                  <a:pt x="243112" y="138421"/>
                </a:lnTo>
                <a:lnTo>
                  <a:pt x="242686" y="137590"/>
                </a:lnTo>
                <a:lnTo>
                  <a:pt x="242254" y="136762"/>
                </a:lnTo>
                <a:lnTo>
                  <a:pt x="241814" y="135937"/>
                </a:lnTo>
                <a:lnTo>
                  <a:pt x="241368" y="135117"/>
                </a:lnTo>
                <a:lnTo>
                  <a:pt x="240915" y="134300"/>
                </a:lnTo>
                <a:lnTo>
                  <a:pt x="240455" y="133487"/>
                </a:lnTo>
                <a:lnTo>
                  <a:pt x="239988" y="132678"/>
                </a:lnTo>
                <a:lnTo>
                  <a:pt x="239514" y="131873"/>
                </a:lnTo>
                <a:lnTo>
                  <a:pt x="239034" y="131071"/>
                </a:lnTo>
                <a:lnTo>
                  <a:pt x="238546" y="130273"/>
                </a:lnTo>
                <a:lnTo>
                  <a:pt x="238052" y="129479"/>
                </a:lnTo>
                <a:lnTo>
                  <a:pt x="237550" y="128689"/>
                </a:lnTo>
                <a:lnTo>
                  <a:pt x="237042" y="127903"/>
                </a:lnTo>
                <a:lnTo>
                  <a:pt x="236527" y="127120"/>
                </a:lnTo>
                <a:lnTo>
                  <a:pt x="236005" y="126341"/>
                </a:lnTo>
                <a:lnTo>
                  <a:pt x="235476" y="125566"/>
                </a:lnTo>
                <a:lnTo>
                  <a:pt x="234941" y="124795"/>
                </a:lnTo>
                <a:lnTo>
                  <a:pt x="234400" y="124030"/>
                </a:lnTo>
                <a:lnTo>
                  <a:pt x="233853" y="123269"/>
                </a:lnTo>
                <a:lnTo>
                  <a:pt x="233300" y="122513"/>
                </a:lnTo>
                <a:lnTo>
                  <a:pt x="232740" y="121763"/>
                </a:lnTo>
                <a:lnTo>
                  <a:pt x="232175" y="121018"/>
                </a:lnTo>
                <a:lnTo>
                  <a:pt x="231604" y="120277"/>
                </a:lnTo>
                <a:lnTo>
                  <a:pt x="231027" y="119542"/>
                </a:lnTo>
                <a:lnTo>
                  <a:pt x="230444" y="118812"/>
                </a:lnTo>
                <a:lnTo>
                  <a:pt x="229855" y="118087"/>
                </a:lnTo>
                <a:lnTo>
                  <a:pt x="229260" y="117367"/>
                </a:lnTo>
                <a:lnTo>
                  <a:pt x="228659" y="116652"/>
                </a:lnTo>
                <a:lnTo>
                  <a:pt x="228051" y="115943"/>
                </a:lnTo>
                <a:lnTo>
                  <a:pt x="227438" y="115238"/>
                </a:lnTo>
                <a:lnTo>
                  <a:pt x="226819" y="114538"/>
                </a:lnTo>
                <a:lnTo>
                  <a:pt x="226194" y="113844"/>
                </a:lnTo>
                <a:lnTo>
                  <a:pt x="225563" y="113154"/>
                </a:lnTo>
                <a:lnTo>
                  <a:pt x="224926" y="112470"/>
                </a:lnTo>
                <a:lnTo>
                  <a:pt x="224283" y="111790"/>
                </a:lnTo>
                <a:lnTo>
                  <a:pt x="223635" y="111116"/>
                </a:lnTo>
                <a:lnTo>
                  <a:pt x="222980" y="110447"/>
                </a:lnTo>
                <a:lnTo>
                  <a:pt x="222319" y="109783"/>
                </a:lnTo>
                <a:lnTo>
                  <a:pt x="221652" y="109124"/>
                </a:lnTo>
                <a:lnTo>
                  <a:pt x="220979" y="108470"/>
                </a:lnTo>
                <a:lnTo>
                  <a:pt x="220694" y="108215"/>
                </a:lnTo>
                <a:lnTo>
                  <a:pt x="220420" y="107955"/>
                </a:lnTo>
                <a:lnTo>
                  <a:pt x="220157" y="107690"/>
                </a:lnTo>
                <a:lnTo>
                  <a:pt x="219906" y="107419"/>
                </a:lnTo>
                <a:lnTo>
                  <a:pt x="219667" y="107142"/>
                </a:lnTo>
                <a:lnTo>
                  <a:pt x="219438" y="106860"/>
                </a:lnTo>
                <a:lnTo>
                  <a:pt x="219222" y="106573"/>
                </a:lnTo>
                <a:lnTo>
                  <a:pt x="219016" y="106279"/>
                </a:lnTo>
                <a:lnTo>
                  <a:pt x="218822" y="105981"/>
                </a:lnTo>
                <a:lnTo>
                  <a:pt x="218639" y="105677"/>
                </a:lnTo>
                <a:lnTo>
                  <a:pt x="218468" y="105367"/>
                </a:lnTo>
                <a:lnTo>
                  <a:pt x="218308" y="105052"/>
                </a:lnTo>
                <a:lnTo>
                  <a:pt x="218159" y="104731"/>
                </a:lnTo>
                <a:lnTo>
                  <a:pt x="218022" y="104405"/>
                </a:lnTo>
                <a:lnTo>
                  <a:pt x="217896" y="104073"/>
                </a:lnTo>
                <a:lnTo>
                  <a:pt x="217782" y="103736"/>
                </a:lnTo>
                <a:lnTo>
                  <a:pt x="217679" y="103393"/>
                </a:lnTo>
                <a:lnTo>
                  <a:pt x="217587" y="103045"/>
                </a:lnTo>
                <a:lnTo>
                  <a:pt x="217507" y="102691"/>
                </a:lnTo>
                <a:lnTo>
                  <a:pt x="217438" y="102331"/>
                </a:lnTo>
                <a:lnTo>
                  <a:pt x="217380" y="101966"/>
                </a:lnTo>
                <a:lnTo>
                  <a:pt x="217334" y="101596"/>
                </a:lnTo>
                <a:lnTo>
                  <a:pt x="217299" y="101220"/>
                </a:lnTo>
                <a:lnTo>
                  <a:pt x="217276" y="100839"/>
                </a:lnTo>
                <a:lnTo>
                  <a:pt x="217264" y="100457"/>
                </a:lnTo>
                <a:lnTo>
                  <a:pt x="217264" y="100079"/>
                </a:lnTo>
                <a:lnTo>
                  <a:pt x="217276" y="99706"/>
                </a:lnTo>
                <a:lnTo>
                  <a:pt x="217300" y="99337"/>
                </a:lnTo>
                <a:lnTo>
                  <a:pt x="217336" y="98973"/>
                </a:lnTo>
                <a:lnTo>
                  <a:pt x="217383" y="98613"/>
                </a:lnTo>
                <a:lnTo>
                  <a:pt x="217442" y="98258"/>
                </a:lnTo>
                <a:lnTo>
                  <a:pt x="217513" y="97907"/>
                </a:lnTo>
                <a:lnTo>
                  <a:pt x="217596" y="97561"/>
                </a:lnTo>
                <a:lnTo>
                  <a:pt x="217691" y="97219"/>
                </a:lnTo>
                <a:lnTo>
                  <a:pt x="217798" y="96881"/>
                </a:lnTo>
                <a:lnTo>
                  <a:pt x="217916" y="96548"/>
                </a:lnTo>
                <a:lnTo>
                  <a:pt x="218047" y="96220"/>
                </a:lnTo>
                <a:lnTo>
                  <a:pt x="218189" y="95896"/>
                </a:lnTo>
                <a:lnTo>
                  <a:pt x="218343" y="95576"/>
                </a:lnTo>
                <a:lnTo>
                  <a:pt x="218509" y="95261"/>
                </a:lnTo>
                <a:lnTo>
                  <a:pt x="218687" y="94950"/>
                </a:lnTo>
                <a:lnTo>
                  <a:pt x="218876" y="94644"/>
                </a:lnTo>
                <a:lnTo>
                  <a:pt x="219078" y="94342"/>
                </a:lnTo>
                <a:lnTo>
                  <a:pt x="219291" y="94045"/>
                </a:lnTo>
                <a:lnTo>
                  <a:pt x="219516" y="93752"/>
                </a:lnTo>
                <a:lnTo>
                  <a:pt x="219753" y="93463"/>
                </a:lnTo>
                <a:lnTo>
                  <a:pt x="220002" y="93179"/>
                </a:lnTo>
                <a:lnTo>
                  <a:pt x="220262" y="92900"/>
                </a:lnTo>
                <a:lnTo>
                  <a:pt x="220531" y="92628"/>
                </a:lnTo>
                <a:lnTo>
                  <a:pt x="220805" y="92368"/>
                </a:lnTo>
                <a:lnTo>
                  <a:pt x="221084" y="92120"/>
                </a:lnTo>
                <a:lnTo>
                  <a:pt x="221368" y="91884"/>
                </a:lnTo>
                <a:lnTo>
                  <a:pt x="221657" y="91659"/>
                </a:lnTo>
                <a:lnTo>
                  <a:pt x="221950" y="91446"/>
                </a:lnTo>
                <a:lnTo>
                  <a:pt x="222249" y="91244"/>
                </a:lnTo>
                <a:lnTo>
                  <a:pt x="222552" y="91054"/>
                </a:lnTo>
                <a:lnTo>
                  <a:pt x="222860" y="90876"/>
                </a:lnTo>
                <a:lnTo>
                  <a:pt x="223174" y="90709"/>
                </a:lnTo>
                <a:lnTo>
                  <a:pt x="223492" y="90554"/>
                </a:lnTo>
                <a:lnTo>
                  <a:pt x="223815" y="90411"/>
                </a:lnTo>
                <a:lnTo>
                  <a:pt x="224143" y="90279"/>
                </a:lnTo>
                <a:lnTo>
                  <a:pt x="224476" y="90160"/>
                </a:lnTo>
                <a:lnTo>
                  <a:pt x="224814" y="90051"/>
                </a:lnTo>
                <a:lnTo>
                  <a:pt x="225157" y="89955"/>
                </a:lnTo>
                <a:lnTo>
                  <a:pt x="225505" y="89870"/>
                </a:lnTo>
                <a:lnTo>
                  <a:pt x="225857" y="89796"/>
                </a:lnTo>
                <a:lnTo>
                  <a:pt x="226215" y="89735"/>
                </a:lnTo>
                <a:lnTo>
                  <a:pt x="226577" y="89685"/>
                </a:lnTo>
                <a:lnTo>
                  <a:pt x="226945" y="89646"/>
                </a:lnTo>
                <a:lnTo>
                  <a:pt x="227317" y="89619"/>
                </a:lnTo>
                <a:lnTo>
                  <a:pt x="227694" y="89604"/>
                </a:lnTo>
                <a:lnTo>
                  <a:pt x="228077" y="89601"/>
                </a:lnTo>
                <a:lnTo>
                  <a:pt x="228459" y="89609"/>
                </a:lnTo>
                <a:lnTo>
                  <a:pt x="228836" y="89629"/>
                </a:lnTo>
                <a:lnTo>
                  <a:pt x="229208" y="89661"/>
                </a:lnTo>
                <a:lnTo>
                  <a:pt x="229575" y="89704"/>
                </a:lnTo>
                <a:lnTo>
                  <a:pt x="229936" y="89758"/>
                </a:lnTo>
                <a:lnTo>
                  <a:pt x="230293" y="89824"/>
                </a:lnTo>
                <a:lnTo>
                  <a:pt x="230645" y="89902"/>
                </a:lnTo>
                <a:lnTo>
                  <a:pt x="230992" y="89992"/>
                </a:lnTo>
                <a:lnTo>
                  <a:pt x="231333" y="90093"/>
                </a:lnTo>
                <a:lnTo>
                  <a:pt x="231670" y="90205"/>
                </a:lnTo>
                <a:lnTo>
                  <a:pt x="232001" y="90329"/>
                </a:lnTo>
                <a:lnTo>
                  <a:pt x="232327" y="90465"/>
                </a:lnTo>
                <a:lnTo>
                  <a:pt x="232649" y="90612"/>
                </a:lnTo>
                <a:lnTo>
                  <a:pt x="232965" y="90771"/>
                </a:lnTo>
                <a:lnTo>
                  <a:pt x="233276" y="90942"/>
                </a:lnTo>
                <a:lnTo>
                  <a:pt x="233582" y="91124"/>
                </a:lnTo>
                <a:lnTo>
                  <a:pt x="233883" y="91318"/>
                </a:lnTo>
                <a:lnTo>
                  <a:pt x="234179" y="91523"/>
                </a:lnTo>
                <a:lnTo>
                  <a:pt x="234470" y="91740"/>
                </a:lnTo>
                <a:lnTo>
                  <a:pt x="234756" y="91969"/>
                </a:lnTo>
                <a:lnTo>
                  <a:pt x="235037" y="92209"/>
                </a:lnTo>
                <a:lnTo>
                  <a:pt x="235312" y="92460"/>
                </a:lnTo>
                <a:lnTo>
                  <a:pt x="235583" y="92724"/>
                </a:lnTo>
                <a:lnTo>
                  <a:pt x="235848" y="92998"/>
                </a:lnTo>
                <a:lnTo>
                  <a:pt x="236653" y="93777"/>
                </a:lnTo>
                <a:lnTo>
                  <a:pt x="237451" y="94561"/>
                </a:lnTo>
                <a:lnTo>
                  <a:pt x="238242" y="95351"/>
                </a:lnTo>
                <a:lnTo>
                  <a:pt x="239025" y="96148"/>
                </a:lnTo>
                <a:lnTo>
                  <a:pt x="239802" y="96950"/>
                </a:lnTo>
                <a:lnTo>
                  <a:pt x="240571" y="97759"/>
                </a:lnTo>
                <a:lnTo>
                  <a:pt x="241333" y="98574"/>
                </a:lnTo>
                <a:lnTo>
                  <a:pt x="242088" y="99395"/>
                </a:lnTo>
                <a:lnTo>
                  <a:pt x="242836" y="100222"/>
                </a:lnTo>
                <a:lnTo>
                  <a:pt x="243576" y="101055"/>
                </a:lnTo>
                <a:lnTo>
                  <a:pt x="244310" y="101894"/>
                </a:lnTo>
                <a:lnTo>
                  <a:pt x="245036" y="102739"/>
                </a:lnTo>
                <a:lnTo>
                  <a:pt x="245755" y="103590"/>
                </a:lnTo>
                <a:lnTo>
                  <a:pt x="246468" y="104448"/>
                </a:lnTo>
                <a:lnTo>
                  <a:pt x="247172" y="105311"/>
                </a:lnTo>
                <a:lnTo>
                  <a:pt x="247870" y="106181"/>
                </a:lnTo>
                <a:lnTo>
                  <a:pt x="248561" y="107057"/>
                </a:lnTo>
                <a:lnTo>
                  <a:pt x="249244" y="107938"/>
                </a:lnTo>
                <a:lnTo>
                  <a:pt x="249920" y="108826"/>
                </a:lnTo>
                <a:lnTo>
                  <a:pt x="250590" y="109720"/>
                </a:lnTo>
                <a:lnTo>
                  <a:pt x="251252" y="110620"/>
                </a:lnTo>
                <a:lnTo>
                  <a:pt x="251906" y="111526"/>
                </a:lnTo>
                <a:lnTo>
                  <a:pt x="252554" y="112439"/>
                </a:lnTo>
                <a:lnTo>
                  <a:pt x="253195" y="113357"/>
                </a:lnTo>
                <a:lnTo>
                  <a:pt x="253827" y="114281"/>
                </a:lnTo>
                <a:lnTo>
                  <a:pt x="254452" y="115209"/>
                </a:lnTo>
                <a:lnTo>
                  <a:pt x="255068" y="116141"/>
                </a:lnTo>
                <a:lnTo>
                  <a:pt x="255677" y="117079"/>
                </a:lnTo>
                <a:lnTo>
                  <a:pt x="256277" y="118020"/>
                </a:lnTo>
                <a:lnTo>
                  <a:pt x="256868" y="118967"/>
                </a:lnTo>
                <a:lnTo>
                  <a:pt x="257452" y="119918"/>
                </a:lnTo>
                <a:lnTo>
                  <a:pt x="258027" y="120873"/>
                </a:lnTo>
                <a:lnTo>
                  <a:pt x="258594" y="121833"/>
                </a:lnTo>
                <a:lnTo>
                  <a:pt x="259153" y="122798"/>
                </a:lnTo>
                <a:lnTo>
                  <a:pt x="259703" y="123767"/>
                </a:lnTo>
                <a:lnTo>
                  <a:pt x="260246" y="124740"/>
                </a:lnTo>
                <a:lnTo>
                  <a:pt x="260780" y="125718"/>
                </a:lnTo>
                <a:lnTo>
                  <a:pt x="261306" y="126701"/>
                </a:lnTo>
                <a:lnTo>
                  <a:pt x="261823" y="127688"/>
                </a:lnTo>
                <a:lnTo>
                  <a:pt x="262333" y="128680"/>
                </a:lnTo>
                <a:lnTo>
                  <a:pt x="262834" y="129676"/>
                </a:lnTo>
                <a:lnTo>
                  <a:pt x="263327" y="130677"/>
                </a:lnTo>
                <a:lnTo>
                  <a:pt x="263812" y="131682"/>
                </a:lnTo>
                <a:lnTo>
                  <a:pt x="264289" y="132692"/>
                </a:lnTo>
                <a:lnTo>
                  <a:pt x="264757" y="133706"/>
                </a:lnTo>
                <a:lnTo>
                  <a:pt x="265217" y="134725"/>
                </a:lnTo>
                <a:lnTo>
                  <a:pt x="265669" y="135749"/>
                </a:lnTo>
                <a:lnTo>
                  <a:pt x="266112" y="136777"/>
                </a:lnTo>
                <a:lnTo>
                  <a:pt x="266548" y="137808"/>
                </a:lnTo>
                <a:lnTo>
                  <a:pt x="266974" y="138843"/>
                </a:lnTo>
                <a:lnTo>
                  <a:pt x="267391" y="139880"/>
                </a:lnTo>
                <a:lnTo>
                  <a:pt x="267799" y="140920"/>
                </a:lnTo>
                <a:lnTo>
                  <a:pt x="268198" y="141963"/>
                </a:lnTo>
                <a:lnTo>
                  <a:pt x="268588" y="143009"/>
                </a:lnTo>
                <a:lnTo>
                  <a:pt x="268970" y="144057"/>
                </a:lnTo>
                <a:lnTo>
                  <a:pt x="269342" y="145108"/>
                </a:lnTo>
                <a:lnTo>
                  <a:pt x="269705" y="146162"/>
                </a:lnTo>
                <a:lnTo>
                  <a:pt x="270059" y="147219"/>
                </a:lnTo>
                <a:lnTo>
                  <a:pt x="270405" y="148279"/>
                </a:lnTo>
                <a:lnTo>
                  <a:pt x="270741" y="149341"/>
                </a:lnTo>
                <a:lnTo>
                  <a:pt x="271069" y="150407"/>
                </a:lnTo>
                <a:lnTo>
                  <a:pt x="271387" y="151475"/>
                </a:lnTo>
                <a:lnTo>
                  <a:pt x="271697" y="152545"/>
                </a:lnTo>
                <a:lnTo>
                  <a:pt x="271997" y="153619"/>
                </a:lnTo>
                <a:lnTo>
                  <a:pt x="272289" y="154696"/>
                </a:lnTo>
                <a:lnTo>
                  <a:pt x="272571" y="155775"/>
                </a:lnTo>
                <a:lnTo>
                  <a:pt x="272845" y="156857"/>
                </a:lnTo>
                <a:lnTo>
                  <a:pt x="273110" y="157942"/>
                </a:lnTo>
                <a:lnTo>
                  <a:pt x="273365" y="159029"/>
                </a:lnTo>
                <a:lnTo>
                  <a:pt x="273612" y="160120"/>
                </a:lnTo>
                <a:lnTo>
                  <a:pt x="273850" y="161213"/>
                </a:lnTo>
                <a:lnTo>
                  <a:pt x="274079" y="162309"/>
                </a:lnTo>
                <a:lnTo>
                  <a:pt x="274298" y="163407"/>
                </a:lnTo>
                <a:lnTo>
                  <a:pt x="274509" y="164506"/>
                </a:lnTo>
                <a:lnTo>
                  <a:pt x="274710" y="165605"/>
                </a:lnTo>
                <a:lnTo>
                  <a:pt x="274901" y="166706"/>
                </a:lnTo>
                <a:lnTo>
                  <a:pt x="275083" y="167808"/>
                </a:lnTo>
                <a:lnTo>
                  <a:pt x="275256" y="168910"/>
                </a:lnTo>
                <a:lnTo>
                  <a:pt x="275420" y="170014"/>
                </a:lnTo>
                <a:lnTo>
                  <a:pt x="275574" y="171119"/>
                </a:lnTo>
                <a:lnTo>
                  <a:pt x="275719" y="172224"/>
                </a:lnTo>
                <a:lnTo>
                  <a:pt x="275854" y="173330"/>
                </a:lnTo>
                <a:lnTo>
                  <a:pt x="275981" y="174438"/>
                </a:lnTo>
                <a:lnTo>
                  <a:pt x="276098" y="175546"/>
                </a:lnTo>
                <a:lnTo>
                  <a:pt x="276205" y="176655"/>
                </a:lnTo>
                <a:lnTo>
                  <a:pt x="276303" y="177765"/>
                </a:lnTo>
                <a:lnTo>
                  <a:pt x="276392" y="178877"/>
                </a:lnTo>
                <a:lnTo>
                  <a:pt x="276471" y="179989"/>
                </a:lnTo>
                <a:lnTo>
                  <a:pt x="276541" y="181102"/>
                </a:lnTo>
                <a:lnTo>
                  <a:pt x="276602" y="182216"/>
                </a:lnTo>
                <a:lnTo>
                  <a:pt x="276654" y="183331"/>
                </a:lnTo>
                <a:lnTo>
                  <a:pt x="276696" y="184446"/>
                </a:lnTo>
                <a:lnTo>
                  <a:pt x="276728" y="185563"/>
                </a:lnTo>
                <a:lnTo>
                  <a:pt x="276752" y="186681"/>
                </a:lnTo>
                <a:lnTo>
                  <a:pt x="276766" y="187800"/>
                </a:lnTo>
                <a:lnTo>
                  <a:pt x="276770" y="188919"/>
                </a:lnTo>
                <a:lnTo>
                  <a:pt x="276766" y="190039"/>
                </a:lnTo>
                <a:lnTo>
                  <a:pt x="276752" y="191158"/>
                </a:lnTo>
                <a:lnTo>
                  <a:pt x="276728" y="192275"/>
                </a:lnTo>
                <a:lnTo>
                  <a:pt x="276696" y="193392"/>
                </a:lnTo>
                <a:lnTo>
                  <a:pt x="276654" y="194508"/>
                </a:lnTo>
                <a:lnTo>
                  <a:pt x="276602" y="195623"/>
                </a:lnTo>
                <a:lnTo>
                  <a:pt x="276541" y="196737"/>
                </a:lnTo>
                <a:lnTo>
                  <a:pt x="276471" y="197850"/>
                </a:lnTo>
                <a:lnTo>
                  <a:pt x="276392" y="198962"/>
                </a:lnTo>
                <a:lnTo>
                  <a:pt x="276303" y="200073"/>
                </a:lnTo>
                <a:lnTo>
                  <a:pt x="276205" y="201183"/>
                </a:lnTo>
                <a:lnTo>
                  <a:pt x="276098" y="202293"/>
                </a:lnTo>
                <a:lnTo>
                  <a:pt x="275981" y="203401"/>
                </a:lnTo>
                <a:lnTo>
                  <a:pt x="275854" y="204508"/>
                </a:lnTo>
                <a:lnTo>
                  <a:pt x="275719" y="205615"/>
                </a:lnTo>
                <a:lnTo>
                  <a:pt x="275574" y="206720"/>
                </a:lnTo>
                <a:lnTo>
                  <a:pt x="275420" y="207825"/>
                </a:lnTo>
                <a:lnTo>
                  <a:pt x="275256" y="208928"/>
                </a:lnTo>
                <a:lnTo>
                  <a:pt x="275083" y="210031"/>
                </a:lnTo>
                <a:lnTo>
                  <a:pt x="274901" y="211132"/>
                </a:lnTo>
                <a:lnTo>
                  <a:pt x="274710" y="212233"/>
                </a:lnTo>
                <a:lnTo>
                  <a:pt x="274509" y="213333"/>
                </a:lnTo>
                <a:lnTo>
                  <a:pt x="274298" y="214432"/>
                </a:lnTo>
                <a:lnTo>
                  <a:pt x="274079" y="215530"/>
                </a:lnTo>
                <a:lnTo>
                  <a:pt x="273850" y="216626"/>
                </a:lnTo>
                <a:lnTo>
                  <a:pt x="273612" y="217719"/>
                </a:lnTo>
                <a:lnTo>
                  <a:pt x="273365" y="218809"/>
                </a:lnTo>
                <a:lnTo>
                  <a:pt x="273110" y="219897"/>
                </a:lnTo>
                <a:lnTo>
                  <a:pt x="272845" y="220982"/>
                </a:lnTo>
                <a:lnTo>
                  <a:pt x="272571" y="222064"/>
                </a:lnTo>
                <a:lnTo>
                  <a:pt x="272289" y="223143"/>
                </a:lnTo>
                <a:lnTo>
                  <a:pt x="271997" y="224219"/>
                </a:lnTo>
                <a:lnTo>
                  <a:pt x="271697" y="225293"/>
                </a:lnTo>
                <a:lnTo>
                  <a:pt x="271387" y="226364"/>
                </a:lnTo>
                <a:lnTo>
                  <a:pt x="271069" y="227432"/>
                </a:lnTo>
                <a:lnTo>
                  <a:pt x="270741" y="228497"/>
                </a:lnTo>
                <a:lnTo>
                  <a:pt x="270405" y="229560"/>
                </a:lnTo>
                <a:lnTo>
                  <a:pt x="270059" y="230619"/>
                </a:lnTo>
                <a:lnTo>
                  <a:pt x="269705" y="231676"/>
                </a:lnTo>
                <a:lnTo>
                  <a:pt x="269342" y="232730"/>
                </a:lnTo>
                <a:lnTo>
                  <a:pt x="268970" y="233782"/>
                </a:lnTo>
                <a:lnTo>
                  <a:pt x="268588" y="234830"/>
                </a:lnTo>
                <a:lnTo>
                  <a:pt x="268198" y="235876"/>
                </a:lnTo>
                <a:lnTo>
                  <a:pt x="267799" y="236918"/>
                </a:lnTo>
                <a:lnTo>
                  <a:pt x="267391" y="237959"/>
                </a:lnTo>
                <a:lnTo>
                  <a:pt x="266974" y="238996"/>
                </a:lnTo>
                <a:lnTo>
                  <a:pt x="266548" y="240030"/>
                </a:lnTo>
                <a:lnTo>
                  <a:pt x="266113" y="241062"/>
                </a:lnTo>
                <a:lnTo>
                  <a:pt x="265669" y="242090"/>
                </a:lnTo>
                <a:lnTo>
                  <a:pt x="265217" y="243113"/>
                </a:lnTo>
                <a:lnTo>
                  <a:pt x="264757" y="244132"/>
                </a:lnTo>
                <a:lnTo>
                  <a:pt x="264289" y="245147"/>
                </a:lnTo>
                <a:lnTo>
                  <a:pt x="263812" y="246157"/>
                </a:lnTo>
                <a:lnTo>
                  <a:pt x="263327" y="247162"/>
                </a:lnTo>
                <a:lnTo>
                  <a:pt x="262834" y="248163"/>
                </a:lnTo>
                <a:lnTo>
                  <a:pt x="262333" y="249159"/>
                </a:lnTo>
                <a:lnTo>
                  <a:pt x="261824" y="250151"/>
                </a:lnTo>
                <a:lnTo>
                  <a:pt x="261306" y="251138"/>
                </a:lnTo>
                <a:lnTo>
                  <a:pt x="260780" y="252120"/>
                </a:lnTo>
                <a:lnTo>
                  <a:pt x="260246" y="253098"/>
                </a:lnTo>
                <a:lnTo>
                  <a:pt x="259703" y="254072"/>
                </a:lnTo>
                <a:lnTo>
                  <a:pt x="259153" y="255041"/>
                </a:lnTo>
                <a:lnTo>
                  <a:pt x="258594" y="256006"/>
                </a:lnTo>
                <a:lnTo>
                  <a:pt x="258027" y="256965"/>
                </a:lnTo>
                <a:lnTo>
                  <a:pt x="257452" y="257921"/>
                </a:lnTo>
                <a:lnTo>
                  <a:pt x="256868" y="258872"/>
                </a:lnTo>
                <a:lnTo>
                  <a:pt x="256277" y="259818"/>
                </a:lnTo>
                <a:lnTo>
                  <a:pt x="255677" y="260760"/>
                </a:lnTo>
                <a:lnTo>
                  <a:pt x="255068" y="261697"/>
                </a:lnTo>
                <a:lnTo>
                  <a:pt x="254452" y="262630"/>
                </a:lnTo>
                <a:lnTo>
                  <a:pt x="253827" y="263558"/>
                </a:lnTo>
                <a:lnTo>
                  <a:pt x="253195" y="264482"/>
                </a:lnTo>
                <a:lnTo>
                  <a:pt x="252554" y="265400"/>
                </a:lnTo>
                <a:lnTo>
                  <a:pt x="251906" y="266312"/>
                </a:lnTo>
                <a:lnTo>
                  <a:pt x="251252" y="267218"/>
                </a:lnTo>
                <a:lnTo>
                  <a:pt x="250590" y="268118"/>
                </a:lnTo>
                <a:lnTo>
                  <a:pt x="249920" y="269012"/>
                </a:lnTo>
                <a:lnTo>
                  <a:pt x="249244" y="269900"/>
                </a:lnTo>
                <a:lnTo>
                  <a:pt x="248561" y="270782"/>
                </a:lnTo>
                <a:lnTo>
                  <a:pt x="247870" y="271658"/>
                </a:lnTo>
                <a:lnTo>
                  <a:pt x="247172" y="272527"/>
                </a:lnTo>
                <a:lnTo>
                  <a:pt x="246468" y="273391"/>
                </a:lnTo>
                <a:lnTo>
                  <a:pt x="245755" y="274248"/>
                </a:lnTo>
                <a:lnTo>
                  <a:pt x="245036" y="275100"/>
                </a:lnTo>
                <a:lnTo>
                  <a:pt x="244310" y="275945"/>
                </a:lnTo>
                <a:lnTo>
                  <a:pt x="243576" y="276784"/>
                </a:lnTo>
                <a:lnTo>
                  <a:pt x="242836" y="277617"/>
                </a:lnTo>
                <a:lnTo>
                  <a:pt x="242088" y="278444"/>
                </a:lnTo>
                <a:lnTo>
                  <a:pt x="241333" y="279265"/>
                </a:lnTo>
                <a:lnTo>
                  <a:pt x="240571" y="280080"/>
                </a:lnTo>
                <a:lnTo>
                  <a:pt x="239802" y="280888"/>
                </a:lnTo>
                <a:lnTo>
                  <a:pt x="239025" y="281691"/>
                </a:lnTo>
                <a:lnTo>
                  <a:pt x="238242" y="282487"/>
                </a:lnTo>
                <a:lnTo>
                  <a:pt x="237451" y="283278"/>
                </a:lnTo>
                <a:lnTo>
                  <a:pt x="236653" y="284062"/>
                </a:lnTo>
                <a:lnTo>
                  <a:pt x="235848" y="284840"/>
                </a:lnTo>
                <a:lnTo>
                  <a:pt x="236192" y="284840"/>
                </a:lnTo>
                <a:lnTo>
                  <a:pt x="235930" y="285087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70C50-2D02-49FE-854D-6C154E8F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639" y="1206184"/>
            <a:ext cx="340364" cy="340364"/>
          </a:xfrm>
          <a:custGeom xmlns:a="http://schemas.openxmlformats.org/drawingml/2006/main">
            <a:pathLst>
              <a:path w="340364" h="340364">
                <a:moveTo>
                  <a:pt x="170182" y="0"/>
                </a:moveTo>
                <a:cubicBezTo>
                  <a:pt x="76193" y="0"/>
                  <a:pt x="0" y="76193"/>
                  <a:pt x="0" y="170182"/>
                </a:cubicBezTo>
                <a:cubicBezTo>
                  <a:pt x="0" y="264171"/>
                  <a:pt x="76193" y="340364"/>
                  <a:pt x="170182" y="340364"/>
                </a:cubicBezTo>
                <a:cubicBezTo>
                  <a:pt x="264171" y="340364"/>
                  <a:pt x="340364" y="264171"/>
                  <a:pt x="340364" y="170182"/>
                </a:cubicBezTo>
                <a:cubicBezTo>
                  <a:pt x="340364" y="76193"/>
                  <a:pt x="264171" y="0"/>
                  <a:pt x="170182" y="0"/>
                </a:cubicBezTo>
                <a:close/>
                <a:moveTo>
                  <a:pt x="106870" y="226506"/>
                </a:moveTo>
                <a:lnTo>
                  <a:pt x="106870" y="262047"/>
                </a:lnTo>
                <a:cubicBezTo>
                  <a:pt x="106870" y="266810"/>
                  <a:pt x="102896" y="270784"/>
                  <a:pt x="98133" y="270784"/>
                </a:cubicBezTo>
                <a:cubicBezTo>
                  <a:pt x="93370" y="270784"/>
                  <a:pt x="89396" y="266810"/>
                  <a:pt x="89396" y="262047"/>
                </a:cubicBezTo>
                <a:lnTo>
                  <a:pt x="89396" y="247166"/>
                </a:lnTo>
                <a:lnTo>
                  <a:pt x="89396" y="226506"/>
                </a:lnTo>
                <a:cubicBezTo>
                  <a:pt x="76884" y="222752"/>
                  <a:pt x="67764" y="211153"/>
                  <a:pt x="67764" y="197418"/>
                </a:cubicBezTo>
                <a:cubicBezTo>
                  <a:pt x="67764" y="183684"/>
                  <a:pt x="76884" y="172085"/>
                  <a:pt x="89396" y="168331"/>
                </a:cubicBezTo>
                <a:lnTo>
                  <a:pt x="89396" y="112188"/>
                </a:lnTo>
                <a:lnTo>
                  <a:pt x="89396" y="78080"/>
                </a:lnTo>
                <a:cubicBezTo>
                  <a:pt x="89396" y="73317"/>
                  <a:pt x="93370" y="69343"/>
                  <a:pt x="98133" y="69343"/>
                </a:cubicBezTo>
                <a:cubicBezTo>
                  <a:pt x="102896" y="69343"/>
                  <a:pt x="106870" y="73317"/>
                  <a:pt x="106870" y="78080"/>
                </a:cubicBezTo>
                <a:lnTo>
                  <a:pt x="106870" y="168331"/>
                </a:lnTo>
                <a:cubicBezTo>
                  <a:pt x="119382" y="172085"/>
                  <a:pt x="128502" y="183684"/>
                  <a:pt x="128502" y="197418"/>
                </a:cubicBezTo>
                <a:cubicBezTo>
                  <a:pt x="128502" y="211153"/>
                  <a:pt x="119382" y="222753"/>
                  <a:pt x="106870" y="226506"/>
                </a:cubicBezTo>
                <a:close/>
                <a:moveTo>
                  <a:pt x="178923" y="148664"/>
                </a:moveTo>
                <a:lnTo>
                  <a:pt x="178923" y="262937"/>
                </a:lnTo>
                <a:cubicBezTo>
                  <a:pt x="178923" y="267700"/>
                  <a:pt x="174949" y="271674"/>
                  <a:pt x="170186" y="271674"/>
                </a:cubicBezTo>
                <a:cubicBezTo>
                  <a:pt x="165423" y="271674"/>
                  <a:pt x="161449" y="267700"/>
                  <a:pt x="161449" y="262937"/>
                </a:cubicBezTo>
                <a:lnTo>
                  <a:pt x="161449" y="248056"/>
                </a:lnTo>
                <a:lnTo>
                  <a:pt x="161449" y="184761"/>
                </a:lnTo>
                <a:lnTo>
                  <a:pt x="161449" y="148195"/>
                </a:lnTo>
                <a:cubicBezTo>
                  <a:pt x="149340" y="144201"/>
                  <a:pt x="140596" y="132803"/>
                  <a:pt x="140596" y="119355"/>
                </a:cubicBezTo>
                <a:cubicBezTo>
                  <a:pt x="140596" y="105908"/>
                  <a:pt x="149340" y="94510"/>
                  <a:pt x="161449" y="90516"/>
                </a:cubicBezTo>
                <a:lnTo>
                  <a:pt x="161449" y="78969"/>
                </a:lnTo>
                <a:cubicBezTo>
                  <a:pt x="161449" y="74207"/>
                  <a:pt x="165423" y="70232"/>
                  <a:pt x="170186" y="70232"/>
                </a:cubicBezTo>
                <a:cubicBezTo>
                  <a:pt x="174949" y="70232"/>
                  <a:pt x="178923" y="74207"/>
                  <a:pt x="178923" y="78969"/>
                </a:cubicBezTo>
                <a:lnTo>
                  <a:pt x="178923" y="90047"/>
                </a:lnTo>
                <a:cubicBezTo>
                  <a:pt x="191834" y="93545"/>
                  <a:pt x="201334" y="105337"/>
                  <a:pt x="201334" y="119355"/>
                </a:cubicBezTo>
                <a:cubicBezTo>
                  <a:pt x="201334" y="133373"/>
                  <a:pt x="191834" y="145166"/>
                  <a:pt x="178923" y="148664"/>
                </a:cubicBezTo>
                <a:lnTo>
                  <a:pt x="178923" y="148664"/>
                </a:lnTo>
                <a:close/>
                <a:moveTo>
                  <a:pt x="250600" y="249878"/>
                </a:moveTo>
                <a:lnTo>
                  <a:pt x="250600" y="262047"/>
                </a:lnTo>
                <a:cubicBezTo>
                  <a:pt x="250600" y="266810"/>
                  <a:pt x="246625" y="270784"/>
                  <a:pt x="241863" y="270784"/>
                </a:cubicBezTo>
                <a:cubicBezTo>
                  <a:pt x="237100" y="270784"/>
                  <a:pt x="233126" y="266810"/>
                  <a:pt x="233126" y="262047"/>
                </a:cubicBezTo>
                <a:lnTo>
                  <a:pt x="233126" y="249857"/>
                </a:lnTo>
                <a:cubicBezTo>
                  <a:pt x="220632" y="246092"/>
                  <a:pt x="211531" y="234501"/>
                  <a:pt x="211531" y="220780"/>
                </a:cubicBezTo>
                <a:cubicBezTo>
                  <a:pt x="211531" y="207059"/>
                  <a:pt x="220632" y="195469"/>
                  <a:pt x="233126" y="191703"/>
                </a:cubicBezTo>
                <a:lnTo>
                  <a:pt x="233126" y="183871"/>
                </a:lnTo>
                <a:lnTo>
                  <a:pt x="233126" y="112188"/>
                </a:lnTo>
                <a:lnTo>
                  <a:pt x="233126" y="78080"/>
                </a:lnTo>
                <a:cubicBezTo>
                  <a:pt x="233126" y="73317"/>
                  <a:pt x="237100" y="69343"/>
                  <a:pt x="241863" y="69343"/>
                </a:cubicBezTo>
                <a:cubicBezTo>
                  <a:pt x="246625" y="69343"/>
                  <a:pt x="250600" y="73317"/>
                  <a:pt x="250600" y="78080"/>
                </a:cubicBezTo>
                <a:lnTo>
                  <a:pt x="250600" y="191682"/>
                </a:lnTo>
                <a:cubicBezTo>
                  <a:pt x="263131" y="195424"/>
                  <a:pt x="272269" y="207032"/>
                  <a:pt x="272269" y="220780"/>
                </a:cubicBezTo>
                <a:cubicBezTo>
                  <a:pt x="272269" y="234528"/>
                  <a:pt x="263131" y="246136"/>
                  <a:pt x="250600" y="249878"/>
                </a:cubicBezTo>
                <a:lnTo>
                  <a:pt x="250600" y="249878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E84A0-0F85-4F48-B756-126D3F47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176" y="2577096"/>
            <a:ext cx="340364" cy="340364"/>
          </a:xfrm>
          <a:custGeom xmlns:a="http://schemas.openxmlformats.org/drawingml/2006/main">
            <a:pathLst>
              <a:path w="340364" h="340364">
                <a:moveTo>
                  <a:pt x="170182" y="0"/>
                </a:moveTo>
                <a:cubicBezTo>
                  <a:pt x="76193" y="0"/>
                  <a:pt x="0" y="76193"/>
                  <a:pt x="0" y="170182"/>
                </a:cubicBezTo>
                <a:cubicBezTo>
                  <a:pt x="0" y="264171"/>
                  <a:pt x="76193" y="340364"/>
                  <a:pt x="170182" y="340364"/>
                </a:cubicBezTo>
                <a:cubicBezTo>
                  <a:pt x="264171" y="340364"/>
                  <a:pt x="340364" y="264171"/>
                  <a:pt x="340364" y="170182"/>
                </a:cubicBezTo>
                <a:cubicBezTo>
                  <a:pt x="340364" y="76193"/>
                  <a:pt x="264171" y="0"/>
                  <a:pt x="170182" y="0"/>
                </a:cubicBezTo>
                <a:close/>
                <a:moveTo>
                  <a:pt x="106870" y="226506"/>
                </a:moveTo>
                <a:lnTo>
                  <a:pt x="106870" y="262047"/>
                </a:lnTo>
                <a:cubicBezTo>
                  <a:pt x="106870" y="266810"/>
                  <a:pt x="102896" y="270784"/>
                  <a:pt x="98133" y="270784"/>
                </a:cubicBezTo>
                <a:cubicBezTo>
                  <a:pt x="93370" y="270784"/>
                  <a:pt x="89396" y="266810"/>
                  <a:pt x="89396" y="262047"/>
                </a:cubicBezTo>
                <a:lnTo>
                  <a:pt x="89396" y="247166"/>
                </a:lnTo>
                <a:lnTo>
                  <a:pt x="89396" y="226506"/>
                </a:lnTo>
                <a:cubicBezTo>
                  <a:pt x="76884" y="222752"/>
                  <a:pt x="67764" y="211153"/>
                  <a:pt x="67764" y="197418"/>
                </a:cubicBezTo>
                <a:cubicBezTo>
                  <a:pt x="67764" y="183684"/>
                  <a:pt x="76884" y="172085"/>
                  <a:pt x="89396" y="168331"/>
                </a:cubicBezTo>
                <a:lnTo>
                  <a:pt x="89396" y="112188"/>
                </a:lnTo>
                <a:lnTo>
                  <a:pt x="89396" y="78080"/>
                </a:lnTo>
                <a:cubicBezTo>
                  <a:pt x="89396" y="73317"/>
                  <a:pt x="93370" y="69343"/>
                  <a:pt x="98133" y="69343"/>
                </a:cubicBezTo>
                <a:cubicBezTo>
                  <a:pt x="102896" y="69343"/>
                  <a:pt x="106870" y="73317"/>
                  <a:pt x="106870" y="78080"/>
                </a:cubicBezTo>
                <a:lnTo>
                  <a:pt x="106870" y="168331"/>
                </a:lnTo>
                <a:cubicBezTo>
                  <a:pt x="119382" y="172085"/>
                  <a:pt x="128502" y="183684"/>
                  <a:pt x="128502" y="197418"/>
                </a:cubicBezTo>
                <a:cubicBezTo>
                  <a:pt x="128502" y="211153"/>
                  <a:pt x="119382" y="222753"/>
                  <a:pt x="106870" y="226506"/>
                </a:cubicBezTo>
                <a:close/>
                <a:moveTo>
                  <a:pt x="178923" y="148664"/>
                </a:moveTo>
                <a:lnTo>
                  <a:pt x="178923" y="262937"/>
                </a:lnTo>
                <a:cubicBezTo>
                  <a:pt x="178923" y="267700"/>
                  <a:pt x="174949" y="271674"/>
                  <a:pt x="170186" y="271674"/>
                </a:cubicBezTo>
                <a:cubicBezTo>
                  <a:pt x="165423" y="271674"/>
                  <a:pt x="161449" y="267700"/>
                  <a:pt x="161449" y="262937"/>
                </a:cubicBezTo>
                <a:lnTo>
                  <a:pt x="161449" y="248056"/>
                </a:lnTo>
                <a:lnTo>
                  <a:pt x="161449" y="184761"/>
                </a:lnTo>
                <a:lnTo>
                  <a:pt x="161449" y="148195"/>
                </a:lnTo>
                <a:cubicBezTo>
                  <a:pt x="149340" y="144201"/>
                  <a:pt x="140596" y="132803"/>
                  <a:pt x="140596" y="119355"/>
                </a:cubicBezTo>
                <a:cubicBezTo>
                  <a:pt x="140596" y="105908"/>
                  <a:pt x="149340" y="94510"/>
                  <a:pt x="161449" y="90516"/>
                </a:cubicBezTo>
                <a:lnTo>
                  <a:pt x="161449" y="78969"/>
                </a:lnTo>
                <a:cubicBezTo>
                  <a:pt x="161449" y="74207"/>
                  <a:pt x="165423" y="70232"/>
                  <a:pt x="170186" y="70232"/>
                </a:cubicBezTo>
                <a:cubicBezTo>
                  <a:pt x="174949" y="70232"/>
                  <a:pt x="178923" y="74207"/>
                  <a:pt x="178923" y="78969"/>
                </a:cubicBezTo>
                <a:lnTo>
                  <a:pt x="178923" y="90047"/>
                </a:lnTo>
                <a:cubicBezTo>
                  <a:pt x="191834" y="93545"/>
                  <a:pt x="201334" y="105337"/>
                  <a:pt x="201334" y="119355"/>
                </a:cubicBezTo>
                <a:cubicBezTo>
                  <a:pt x="201334" y="133373"/>
                  <a:pt x="191834" y="145166"/>
                  <a:pt x="178923" y="148664"/>
                </a:cubicBezTo>
                <a:lnTo>
                  <a:pt x="178923" y="148664"/>
                </a:lnTo>
                <a:close/>
                <a:moveTo>
                  <a:pt x="250600" y="249878"/>
                </a:moveTo>
                <a:lnTo>
                  <a:pt x="250600" y="262047"/>
                </a:lnTo>
                <a:cubicBezTo>
                  <a:pt x="250600" y="266810"/>
                  <a:pt x="246625" y="270784"/>
                  <a:pt x="241863" y="270784"/>
                </a:cubicBezTo>
                <a:cubicBezTo>
                  <a:pt x="237100" y="270784"/>
                  <a:pt x="233126" y="266810"/>
                  <a:pt x="233126" y="262047"/>
                </a:cubicBezTo>
                <a:lnTo>
                  <a:pt x="233126" y="249857"/>
                </a:lnTo>
                <a:cubicBezTo>
                  <a:pt x="220632" y="246092"/>
                  <a:pt x="211531" y="234501"/>
                  <a:pt x="211531" y="220780"/>
                </a:cubicBezTo>
                <a:cubicBezTo>
                  <a:pt x="211531" y="207059"/>
                  <a:pt x="220632" y="195469"/>
                  <a:pt x="233126" y="191703"/>
                </a:cubicBezTo>
                <a:lnTo>
                  <a:pt x="233126" y="183871"/>
                </a:lnTo>
                <a:lnTo>
                  <a:pt x="233126" y="112188"/>
                </a:lnTo>
                <a:lnTo>
                  <a:pt x="233126" y="78080"/>
                </a:lnTo>
                <a:cubicBezTo>
                  <a:pt x="233126" y="73317"/>
                  <a:pt x="237100" y="69343"/>
                  <a:pt x="241863" y="69343"/>
                </a:cubicBezTo>
                <a:cubicBezTo>
                  <a:pt x="246625" y="69343"/>
                  <a:pt x="250600" y="73317"/>
                  <a:pt x="250600" y="78080"/>
                </a:cubicBezTo>
                <a:lnTo>
                  <a:pt x="250600" y="191682"/>
                </a:lnTo>
                <a:cubicBezTo>
                  <a:pt x="263131" y="195424"/>
                  <a:pt x="272269" y="207032"/>
                  <a:pt x="272269" y="220780"/>
                </a:cubicBezTo>
                <a:cubicBezTo>
                  <a:pt x="272269" y="234528"/>
                  <a:pt x="263131" y="246136"/>
                  <a:pt x="250600" y="249878"/>
                </a:cubicBezTo>
                <a:lnTo>
                  <a:pt x="250600" y="249878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55B0A7-F0BF-4DBF-853A-399C0BDE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999" y="2150884"/>
            <a:ext cx="264719" cy="331666"/>
          </a:xfrm>
          <a:custGeom xmlns:a="http://schemas.openxmlformats.org/drawingml/2006/main">
            <a:pathLst>
              <a:path w="264719" h="331666">
                <a:moveTo>
                  <a:pt x="236482" y="23690"/>
                </a:moveTo>
                <a:cubicBezTo>
                  <a:pt x="242835" y="29584"/>
                  <a:pt x="247895" y="34475"/>
                  <a:pt x="251659" y="38364"/>
                </a:cubicBezTo>
                <a:cubicBezTo>
                  <a:pt x="255424" y="42254"/>
                  <a:pt x="258307" y="45554"/>
                  <a:pt x="260307" y="48265"/>
                </a:cubicBezTo>
                <a:cubicBezTo>
                  <a:pt x="262307" y="50976"/>
                  <a:pt x="263542" y="53274"/>
                  <a:pt x="264013" y="55160"/>
                </a:cubicBezTo>
                <a:cubicBezTo>
                  <a:pt x="264484" y="57046"/>
                  <a:pt x="264719" y="58696"/>
                  <a:pt x="264719" y="60110"/>
                </a:cubicBezTo>
                <a:lnTo>
                  <a:pt x="264719" y="65767"/>
                </a:lnTo>
                <a:lnTo>
                  <a:pt x="212481" y="65767"/>
                </a:lnTo>
                <a:cubicBezTo>
                  <a:pt x="210128" y="65767"/>
                  <a:pt x="208069" y="64883"/>
                  <a:pt x="206304" y="63116"/>
                </a:cubicBezTo>
                <a:cubicBezTo>
                  <a:pt x="204539" y="61348"/>
                  <a:pt x="203069" y="59285"/>
                  <a:pt x="201892" y="56928"/>
                </a:cubicBezTo>
                <a:cubicBezTo>
                  <a:pt x="200716" y="54570"/>
                  <a:pt x="199833" y="52154"/>
                  <a:pt x="199245" y="49679"/>
                </a:cubicBezTo>
                <a:cubicBezTo>
                  <a:pt x="198657" y="47204"/>
                  <a:pt x="198363" y="45259"/>
                  <a:pt x="198363" y="43845"/>
                </a:cubicBezTo>
                <a:lnTo>
                  <a:pt x="198363" y="0"/>
                </a:lnTo>
                <a:lnTo>
                  <a:pt x="199422" y="0"/>
                </a:lnTo>
                <a:cubicBezTo>
                  <a:pt x="201304" y="0"/>
                  <a:pt x="203245" y="295"/>
                  <a:pt x="205245" y="884"/>
                </a:cubicBezTo>
                <a:cubicBezTo>
                  <a:pt x="207246" y="1473"/>
                  <a:pt x="209540" y="2593"/>
                  <a:pt x="212128" y="4243"/>
                </a:cubicBezTo>
                <a:cubicBezTo>
                  <a:pt x="214716" y="5893"/>
                  <a:pt x="217952" y="8250"/>
                  <a:pt x="221834" y="11315"/>
                </a:cubicBezTo>
                <a:cubicBezTo>
                  <a:pt x="225717" y="14379"/>
                  <a:pt x="230600" y="18504"/>
                  <a:pt x="236482" y="23690"/>
                </a:cubicBezTo>
                <a:lnTo>
                  <a:pt x="236482" y="23690"/>
                </a:lnTo>
                <a:close/>
                <a:moveTo>
                  <a:pt x="176126" y="44199"/>
                </a:moveTo>
                <a:cubicBezTo>
                  <a:pt x="176126" y="48913"/>
                  <a:pt x="176832" y="53804"/>
                  <a:pt x="178244" y="58872"/>
                </a:cubicBezTo>
                <a:cubicBezTo>
                  <a:pt x="179656" y="63941"/>
                  <a:pt x="181891" y="68655"/>
                  <a:pt x="184950" y="73016"/>
                </a:cubicBezTo>
                <a:cubicBezTo>
                  <a:pt x="188009" y="77377"/>
                  <a:pt x="191892" y="80972"/>
                  <a:pt x="196598" y="83800"/>
                </a:cubicBezTo>
                <a:cubicBezTo>
                  <a:pt x="201304" y="86629"/>
                  <a:pt x="206834" y="88044"/>
                  <a:pt x="213187" y="88044"/>
                </a:cubicBezTo>
                <a:lnTo>
                  <a:pt x="264719" y="88044"/>
                </a:lnTo>
                <a:lnTo>
                  <a:pt x="264719" y="287467"/>
                </a:lnTo>
                <a:cubicBezTo>
                  <a:pt x="264719" y="294303"/>
                  <a:pt x="263366" y="300432"/>
                  <a:pt x="260660" y="305854"/>
                </a:cubicBezTo>
                <a:cubicBezTo>
                  <a:pt x="257954" y="311276"/>
                  <a:pt x="254365" y="315872"/>
                  <a:pt x="249895" y="319644"/>
                </a:cubicBezTo>
                <a:cubicBezTo>
                  <a:pt x="245424" y="323415"/>
                  <a:pt x="240482" y="326362"/>
                  <a:pt x="235070" y="328484"/>
                </a:cubicBezTo>
                <a:cubicBezTo>
                  <a:pt x="229658" y="330605"/>
                  <a:pt x="224364" y="331666"/>
                  <a:pt x="219187" y="331666"/>
                </a:cubicBezTo>
                <a:lnTo>
                  <a:pt x="45532" y="331666"/>
                </a:lnTo>
                <a:cubicBezTo>
                  <a:pt x="41061" y="331666"/>
                  <a:pt x="36178" y="330369"/>
                  <a:pt x="30884" y="327776"/>
                </a:cubicBezTo>
                <a:cubicBezTo>
                  <a:pt x="25589" y="325183"/>
                  <a:pt x="20648" y="321765"/>
                  <a:pt x="16060" y="317522"/>
                </a:cubicBezTo>
                <a:cubicBezTo>
                  <a:pt x="11471" y="313279"/>
                  <a:pt x="7647" y="308447"/>
                  <a:pt x="4588" y="303025"/>
                </a:cubicBezTo>
                <a:cubicBezTo>
                  <a:pt x="1529" y="297604"/>
                  <a:pt x="0" y="291946"/>
                  <a:pt x="0" y="286053"/>
                </a:cubicBezTo>
                <a:lnTo>
                  <a:pt x="0" y="45613"/>
                </a:lnTo>
                <a:cubicBezTo>
                  <a:pt x="0" y="40663"/>
                  <a:pt x="1118" y="35536"/>
                  <a:pt x="3353" y="30232"/>
                </a:cubicBezTo>
                <a:cubicBezTo>
                  <a:pt x="5589" y="24928"/>
                  <a:pt x="8647" y="20037"/>
                  <a:pt x="12530" y="15558"/>
                </a:cubicBezTo>
                <a:cubicBezTo>
                  <a:pt x="16413" y="11079"/>
                  <a:pt x="20825" y="7366"/>
                  <a:pt x="25766" y="4420"/>
                </a:cubicBezTo>
                <a:cubicBezTo>
                  <a:pt x="30707" y="1473"/>
                  <a:pt x="35884" y="0"/>
                  <a:pt x="41296" y="0"/>
                </a:cubicBezTo>
                <a:lnTo>
                  <a:pt x="176126" y="0"/>
                </a:lnTo>
                <a:lnTo>
                  <a:pt x="176126" y="44199"/>
                </a:lnTo>
                <a:lnTo>
                  <a:pt x="176126" y="44199"/>
                </a:lnTo>
                <a:close/>
                <a:moveTo>
                  <a:pt x="198363" y="264838"/>
                </a:moveTo>
                <a:cubicBezTo>
                  <a:pt x="204481" y="264838"/>
                  <a:pt x="209657" y="262657"/>
                  <a:pt x="213893" y="258296"/>
                </a:cubicBezTo>
                <a:cubicBezTo>
                  <a:pt x="218128" y="253935"/>
                  <a:pt x="220246" y="248690"/>
                  <a:pt x="220246" y="242562"/>
                </a:cubicBezTo>
                <a:cubicBezTo>
                  <a:pt x="220246" y="236433"/>
                  <a:pt x="218128" y="231247"/>
                  <a:pt x="213893" y="227004"/>
                </a:cubicBezTo>
                <a:cubicBezTo>
                  <a:pt x="209657" y="222761"/>
                  <a:pt x="204481" y="220639"/>
                  <a:pt x="198363" y="220639"/>
                </a:cubicBezTo>
                <a:lnTo>
                  <a:pt x="66003" y="220639"/>
                </a:lnTo>
                <a:cubicBezTo>
                  <a:pt x="59885" y="220639"/>
                  <a:pt x="54709" y="222761"/>
                  <a:pt x="50473" y="227004"/>
                </a:cubicBezTo>
                <a:cubicBezTo>
                  <a:pt x="46238" y="231247"/>
                  <a:pt x="44120" y="236433"/>
                  <a:pt x="44120" y="242562"/>
                </a:cubicBezTo>
                <a:cubicBezTo>
                  <a:pt x="44120" y="248690"/>
                  <a:pt x="46238" y="253935"/>
                  <a:pt x="50473" y="258296"/>
                </a:cubicBezTo>
                <a:cubicBezTo>
                  <a:pt x="54709" y="262657"/>
                  <a:pt x="59885" y="264838"/>
                  <a:pt x="66003" y="264838"/>
                </a:cubicBezTo>
                <a:lnTo>
                  <a:pt x="198363" y="264838"/>
                </a:lnTo>
                <a:lnTo>
                  <a:pt x="198363" y="264838"/>
                </a:lnTo>
                <a:close/>
                <a:moveTo>
                  <a:pt x="220246" y="154518"/>
                </a:moveTo>
                <a:cubicBezTo>
                  <a:pt x="220246" y="148389"/>
                  <a:pt x="218128" y="143144"/>
                  <a:pt x="213893" y="138783"/>
                </a:cubicBezTo>
                <a:cubicBezTo>
                  <a:pt x="209657" y="134423"/>
                  <a:pt x="204481" y="132242"/>
                  <a:pt x="198363" y="132242"/>
                </a:cubicBezTo>
                <a:lnTo>
                  <a:pt x="66003" y="132242"/>
                </a:lnTo>
                <a:cubicBezTo>
                  <a:pt x="59885" y="132242"/>
                  <a:pt x="54709" y="134423"/>
                  <a:pt x="50473" y="138783"/>
                </a:cubicBezTo>
                <a:cubicBezTo>
                  <a:pt x="46238" y="143144"/>
                  <a:pt x="44120" y="148389"/>
                  <a:pt x="44120" y="154518"/>
                </a:cubicBezTo>
                <a:cubicBezTo>
                  <a:pt x="44120" y="160647"/>
                  <a:pt x="46238" y="165833"/>
                  <a:pt x="50473" y="170076"/>
                </a:cubicBezTo>
                <a:cubicBezTo>
                  <a:pt x="54709" y="174319"/>
                  <a:pt x="59885" y="176441"/>
                  <a:pt x="66003" y="176441"/>
                </a:cubicBezTo>
                <a:lnTo>
                  <a:pt x="198363" y="176441"/>
                </a:lnTo>
                <a:cubicBezTo>
                  <a:pt x="204481" y="176441"/>
                  <a:pt x="209657" y="174319"/>
                  <a:pt x="213893" y="170076"/>
                </a:cubicBezTo>
                <a:cubicBezTo>
                  <a:pt x="218128" y="165833"/>
                  <a:pt x="220246" y="160647"/>
                  <a:pt x="220246" y="154518"/>
                </a:cubicBez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72DD8-5F4D-4072-88DC-EA42DC2E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5293" y="3081339"/>
            <a:ext cx="1273718" cy="346667"/>
          </a:xfrm>
          <a:custGeom xmlns:a="http://schemas.openxmlformats.org/drawingml/2006/main">
            <a:pathLst>
              <a:path w="1273718" h="346667" fill="none">
                <a:moveTo>
                  <a:pt x="1273718" y="346667"/>
                </a:moveTo>
                <a:cubicBezTo>
                  <a:pt x="958566" y="94546"/>
                  <a:pt x="674929" y="0"/>
                  <a:pt x="422808" y="63030"/>
                </a:cubicBezTo>
                <a:cubicBezTo>
                  <a:pt x="170687" y="126061"/>
                  <a:pt x="29750" y="124800"/>
                  <a:pt x="0" y="5924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5B8048"/>
            </a:solidFill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D0FC0-D16E-4FD4-A412-CA0017D8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588" y="3050202"/>
            <a:ext cx="120640" cy="147869"/>
          </a:xfrm>
          <a:custGeom xmlns:a="http://schemas.openxmlformats.org/drawingml/2006/main">
            <a:pathLst>
              <a:path w="120640" h="147869">
                <a:moveTo>
                  <a:pt x="5484" y="0"/>
                </a:moveTo>
                <a:lnTo>
                  <a:pt x="120640" y="93033"/>
                </a:lnTo>
                <a:lnTo>
                  <a:pt x="46706" y="90386"/>
                </a:lnTo>
                <a:lnTo>
                  <a:pt x="0" y="147869"/>
                </a:lnTo>
                <a:lnTo>
                  <a:pt x="5484" y="0"/>
                </a:lnTo>
                <a:close/>
              </a:path>
            </a:pathLst>
          </a:custGeom>
          <a:solidFill xmlns:a="http://schemas.openxmlformats.org/drawingml/2006/main">
            <a:srgbClr val="5B80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674D7-32B5-4EE8-9CD1-2A0C3152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588" y="3050202"/>
            <a:ext cx="120640" cy="147869"/>
          </a:xfrm>
          <a:custGeom xmlns:a="http://schemas.openxmlformats.org/drawingml/2006/main">
            <a:pathLst>
              <a:path w="120640" h="147869" fill="none">
                <a:moveTo>
                  <a:pt x="5484" y="0"/>
                </a:moveTo>
                <a:lnTo>
                  <a:pt x="120640" y="93033"/>
                </a:lnTo>
                <a:lnTo>
                  <a:pt x="46706" y="90386"/>
                </a:lnTo>
                <a:lnTo>
                  <a:pt x="0" y="147869"/>
                </a:lnTo>
                <a:lnTo>
                  <a:pt x="548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5B8048"/>
            </a:solidFill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7D1DE-0543-4240-B01A-BCFE40DE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3081339"/>
            <a:ext cx="1273718" cy="346667"/>
          </a:xfrm>
          <a:custGeom xmlns:a="http://schemas.openxmlformats.org/drawingml/2006/main">
            <a:pathLst>
              <a:path w="1273718" h="346667" fill="none">
                <a:moveTo>
                  <a:pt x="0" y="346667"/>
                </a:moveTo>
                <a:cubicBezTo>
                  <a:pt x="315153" y="94546"/>
                  <a:pt x="598790" y="0"/>
                  <a:pt x="850911" y="63030"/>
                </a:cubicBezTo>
                <a:cubicBezTo>
                  <a:pt x="1103032" y="126061"/>
                  <a:pt x="1243969" y="124800"/>
                  <a:pt x="1273718" y="5924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911960-2627-426D-A0F2-55BAE251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8796" y="3050202"/>
            <a:ext cx="120640" cy="147869"/>
          </a:xfrm>
          <a:custGeom xmlns:a="http://schemas.openxmlformats.org/drawingml/2006/main">
            <a:pathLst>
              <a:path w="120640" h="147869">
                <a:moveTo>
                  <a:pt x="115157" y="0"/>
                </a:moveTo>
                <a:lnTo>
                  <a:pt x="120640" y="147869"/>
                </a:lnTo>
                <a:lnTo>
                  <a:pt x="73935" y="90386"/>
                </a:lnTo>
                <a:lnTo>
                  <a:pt x="0" y="93033"/>
                </a:lnTo>
                <a:lnTo>
                  <a:pt x="115157" y="0"/>
                </a:ln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8D63E-A009-44BF-8ED0-E38C6556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8796" y="3050202"/>
            <a:ext cx="120640" cy="147869"/>
          </a:xfrm>
          <a:custGeom xmlns:a="http://schemas.openxmlformats.org/drawingml/2006/main">
            <a:pathLst>
              <a:path w="120640" h="147869" fill="none">
                <a:moveTo>
                  <a:pt x="115157" y="0"/>
                </a:moveTo>
                <a:lnTo>
                  <a:pt x="120640" y="147869"/>
                </a:lnTo>
                <a:lnTo>
                  <a:pt x="73935" y="90386"/>
                </a:lnTo>
                <a:lnTo>
                  <a:pt x="0" y="93033"/>
                </a:lnTo>
                <a:lnTo>
                  <a:pt x="11515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B09A4-7FDA-48D0-BED6-DB2F343C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73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228E9-6825-451B-AAE9-CEF166CA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919" y="162218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D3709-19E9-4429-8FE4-FBE54B27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010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3C9F0F-03F2-4CA6-BFEC-C9DB1DC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556" y="162218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96779-52BA-4646-BBA9-D7286327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647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1FB2E-C442-4412-AD74-FD86D49F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647" y="1631640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EB6B6D-600D-4229-8D2D-7392B284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6284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54ADF-9E5A-4312-AF3B-4A724F84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829" y="162218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4525FF-4691-4143-A8B2-4592D6CA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921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0F8947-96E9-4008-9B94-8350E04A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466" y="162218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B8BE7-8578-4306-91BD-0E9FF385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557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DAB14A-8493-43DF-843D-5C2429D8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103" y="162218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D8A24F-3777-43B7-84F2-14790563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194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AED5BE-DBB8-4AC7-9045-3F6089D7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7740" y="162218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043757-DD80-408C-9974-DADD63F3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31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806E3-C543-400D-BA03-BC66BAB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31" y="1631640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D79B00"/>
            </a:solidFill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58E07-FB67-49FB-ACF5-F5121A9B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468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CC803-893A-4065-9F32-01D7848A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013" y="162218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6EBA5-085B-49B3-8C2E-32F7B133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05" y="1631640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FE580-6943-424C-A7D4-96A1C85B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650" y="1622185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434EB-3B2B-4CA4-8A43-DA9B423D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73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89DDA-2018-4B4F-9A65-770F3485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919" y="124400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C55820-5CB8-41B2-8A7E-12AC550B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010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C2B7DC-B50E-4C27-BFB9-1469A709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556" y="124400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6D905F-529D-4483-AA71-81E7DC1D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647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FA282-0509-4AEF-B112-431006E8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192" y="124400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DCE435-DB70-443D-83BC-E9A8EBC9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6284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1F9D1-0D7F-462A-8615-C463E8A1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6284" y="1253457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675838-98EA-4726-B3EB-DD9112C6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921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5FC4A-B976-4CD5-ADF9-CCD93CD1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921" y="1253457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961C0-99B0-492E-A9E8-C908965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557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80150-0A7A-43F6-B35B-A1243CF0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557" y="1253457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AA625-301B-4893-9F04-819BA735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194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2E85BA-A611-4274-ACC1-F5D57D63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194" y="1253457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9CB443-E78F-415B-A1DB-7C9A0D81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31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9CDF1-F1D3-48D3-A041-61A72EFA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31" y="1253457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50B58-19D2-47E4-81B2-F551BB46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468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432DC-76C9-49B2-B10F-D3295B7D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013" y="124400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2CDAEF-1832-46E0-B83A-62D0A275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05" y="125345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D49DD-8172-4F2C-B535-65907267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650" y="1244003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368BE5-8435-403C-9C89-2E8ABEF6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373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6098A-017A-4A3C-BB59-EC949EB3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919" y="200036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E0A46-7690-4290-8A01-401A705E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9010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830DF1-759B-4197-8DE4-558124D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9556" y="200036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6BD808-B5C4-4983-B66E-0D143AC7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647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FDF80-59F8-472B-BE67-1E85061A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192" y="200036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1AC8C8-90A5-4819-993A-22BACFDB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6284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E352AC-13DC-4AB0-B072-B5F53368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6829" y="200036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4B0C1-0C59-4E6E-8D4F-0E6A6E48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921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874DC-680A-4374-8300-C9C63F86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9921" y="2009822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3DA0F2-F92C-46B9-8760-3338F8E1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557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1A654-69F1-49B2-911E-58F5E406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557" y="2009822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90163-6992-4A11-B6DA-BC578C08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194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F4D36-1F9D-461F-804B-BE8E483E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7740" y="200036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66E1D-6493-482A-86AF-463F400D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0831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ED046-30E3-4AFE-AFBC-5B64C9C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1377" y="200036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ABE8F-5F55-4B4B-B153-BFD90DB3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4468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D54FB-83D8-474B-BC69-725DBA33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013" y="200036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F4721-0401-4D74-A75E-7D51EBF1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8105" y="2009822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E24360-0E7D-4AFD-B524-2C34895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650" y="2000367"/>
            <a:ext cx="208000" cy="208000"/>
          </a:xfrm>
          <a:custGeom xmlns:a="http://schemas.openxmlformats.org/drawingml/2006/main">
            <a:pathLst>
              <a:path w="208000" h="208000">
                <a:moveTo>
                  <a:pt x="66182" y="0"/>
                </a:moveTo>
                <a:lnTo>
                  <a:pt x="9455" y="0"/>
                </a:lnTo>
                <a:lnTo>
                  <a:pt x="9455" y="18909"/>
                </a:lnTo>
                <a:lnTo>
                  <a:pt x="66182" y="18909"/>
                </a:lnTo>
                <a:lnTo>
                  <a:pt x="66182" y="0"/>
                </a:lnTo>
                <a:close/>
                <a:moveTo>
                  <a:pt x="179637" y="0"/>
                </a:moveTo>
                <a:lnTo>
                  <a:pt x="122909" y="0"/>
                </a:lnTo>
                <a:lnTo>
                  <a:pt x="122909" y="18909"/>
                </a:lnTo>
                <a:lnTo>
                  <a:pt x="179637" y="18909"/>
                </a:lnTo>
                <a:lnTo>
                  <a:pt x="179637" y="0"/>
                </a:lnTo>
                <a:close/>
                <a:moveTo>
                  <a:pt x="0" y="28364"/>
                </a:moveTo>
                <a:lnTo>
                  <a:pt x="0" y="85091"/>
                </a:lnTo>
                <a:lnTo>
                  <a:pt x="18909" y="85091"/>
                </a:lnTo>
                <a:lnTo>
                  <a:pt x="18909" y="28364"/>
                </a:lnTo>
                <a:lnTo>
                  <a:pt x="0" y="28364"/>
                </a:lnTo>
                <a:close/>
                <a:moveTo>
                  <a:pt x="208000" y="104000"/>
                </a:moveTo>
                <a:lnTo>
                  <a:pt x="208000" y="47273"/>
                </a:lnTo>
                <a:lnTo>
                  <a:pt x="189091" y="47273"/>
                </a:lnTo>
                <a:lnTo>
                  <a:pt x="189091" y="104000"/>
                </a:lnTo>
                <a:lnTo>
                  <a:pt x="208000" y="104000"/>
                </a:lnTo>
                <a:close/>
                <a:moveTo>
                  <a:pt x="0" y="141818"/>
                </a:moveTo>
                <a:lnTo>
                  <a:pt x="0" y="198546"/>
                </a:lnTo>
                <a:lnTo>
                  <a:pt x="18909" y="198546"/>
                </a:lnTo>
                <a:lnTo>
                  <a:pt x="18909" y="141818"/>
                </a:lnTo>
                <a:lnTo>
                  <a:pt x="0" y="141818"/>
                </a:lnTo>
                <a:close/>
                <a:moveTo>
                  <a:pt x="208000" y="208000"/>
                </a:moveTo>
                <a:lnTo>
                  <a:pt x="208000" y="160728"/>
                </a:lnTo>
                <a:lnTo>
                  <a:pt x="189091" y="160728"/>
                </a:lnTo>
                <a:lnTo>
                  <a:pt x="189091" y="189091"/>
                </a:lnTo>
                <a:lnTo>
                  <a:pt x="179637" y="189091"/>
                </a:lnTo>
                <a:lnTo>
                  <a:pt x="179637" y="208000"/>
                </a:lnTo>
                <a:lnTo>
                  <a:pt x="208000" y="208000"/>
                </a:lnTo>
                <a:close/>
                <a:moveTo>
                  <a:pt x="66182" y="208000"/>
                </a:moveTo>
                <a:lnTo>
                  <a:pt x="122909" y="208000"/>
                </a:lnTo>
                <a:lnTo>
                  <a:pt x="122909" y="189091"/>
                </a:lnTo>
                <a:lnTo>
                  <a:pt x="66182" y="189091"/>
                </a:lnTo>
                <a:lnTo>
                  <a:pt x="66182" y="208000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7705A-4F18-47F4-A6F6-17A0107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9012" y="2319364"/>
            <a:ext cx="10" cy="238822"/>
          </a:xfrm>
          <a:custGeom xmlns:a="http://schemas.openxmlformats.org/drawingml/2006/main">
            <a:pathLst>
              <a:path w="1" h="238822" fill="none">
                <a:moveTo>
                  <a:pt x="0" y="23882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270DE-E608-49CB-95E9-E46AD4D6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830" y="2220091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12B37-6ABA-4BC8-86D7-D7ABDD62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830" y="2220091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799C1-D494-40AB-A82A-41633AE9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192" y="2558187"/>
            <a:ext cx="1323639" cy="472728"/>
          </a:xfrm>
          <a:custGeom xmlns:a="http://schemas.openxmlformats.org/drawingml/2006/main">
            <a:pathLst>
              <a:path w="1323639" h="472728">
                <a:moveTo>
                  <a:pt x="70910" y="0"/>
                </a:moveTo>
                <a:lnTo>
                  <a:pt x="1252730" y="0"/>
                </a:lnTo>
                <a:cubicBezTo>
                  <a:pt x="1262132" y="0"/>
                  <a:pt x="1271176" y="1799"/>
                  <a:pt x="1279864" y="5397"/>
                </a:cubicBezTo>
                <a:cubicBezTo>
                  <a:pt x="1288551" y="8996"/>
                  <a:pt x="1296219" y="14119"/>
                  <a:pt x="1302869" y="20768"/>
                </a:cubicBezTo>
                <a:cubicBezTo>
                  <a:pt x="1309518" y="27417"/>
                  <a:pt x="1314640" y="35086"/>
                  <a:pt x="1318239" y="43773"/>
                </a:cubicBezTo>
                <a:cubicBezTo>
                  <a:pt x="1321837" y="52460"/>
                  <a:pt x="1323639" y="61506"/>
                  <a:pt x="1323639" y="70909"/>
                </a:cubicBezTo>
                <a:lnTo>
                  <a:pt x="1323639" y="401819"/>
                </a:lnTo>
                <a:cubicBezTo>
                  <a:pt x="1323639" y="411222"/>
                  <a:pt x="1321837" y="420267"/>
                  <a:pt x="1318239" y="428954"/>
                </a:cubicBezTo>
                <a:cubicBezTo>
                  <a:pt x="1314640" y="437641"/>
                  <a:pt x="1309518" y="445310"/>
                  <a:pt x="1302869" y="451959"/>
                </a:cubicBezTo>
                <a:cubicBezTo>
                  <a:pt x="1296219" y="458608"/>
                  <a:pt x="1288551" y="463731"/>
                  <a:pt x="1279864" y="467330"/>
                </a:cubicBezTo>
                <a:cubicBezTo>
                  <a:pt x="1271176" y="470928"/>
                  <a:pt x="1262132" y="472728"/>
                  <a:pt x="1252730" y="472728"/>
                </a:cubicBezTo>
                <a:lnTo>
                  <a:pt x="70910" y="472728"/>
                </a:lnTo>
                <a:cubicBezTo>
                  <a:pt x="61505" y="472728"/>
                  <a:pt x="52460" y="470928"/>
                  <a:pt x="43773" y="467330"/>
                </a:cubicBezTo>
                <a:cubicBezTo>
                  <a:pt x="35086" y="463731"/>
                  <a:pt x="27417" y="458608"/>
                  <a:pt x="20768" y="451959"/>
                </a:cubicBezTo>
                <a:cubicBezTo>
                  <a:pt x="14120" y="445310"/>
                  <a:pt x="8995" y="437641"/>
                  <a:pt x="5397" y="428954"/>
                </a:cubicBezTo>
                <a:cubicBezTo>
                  <a:pt x="1798" y="420267"/>
                  <a:pt x="0" y="411222"/>
                  <a:pt x="1" y="401819"/>
                </a:cubicBezTo>
                <a:lnTo>
                  <a:pt x="1" y="70909"/>
                </a:lnTo>
                <a:cubicBezTo>
                  <a:pt x="0" y="61506"/>
                  <a:pt x="1798" y="52460"/>
                  <a:pt x="5397" y="43773"/>
                </a:cubicBezTo>
                <a:cubicBezTo>
                  <a:pt x="8995" y="35086"/>
                  <a:pt x="14120" y="27417"/>
                  <a:pt x="20768" y="20768"/>
                </a:cubicBezTo>
                <a:cubicBezTo>
                  <a:pt x="27417" y="14119"/>
                  <a:pt x="35086" y="8996"/>
                  <a:pt x="43773" y="5397"/>
                </a:cubicBezTo>
                <a:cubicBezTo>
                  <a:pt x="52460" y="1799"/>
                  <a:pt x="61505" y="0"/>
                  <a:pt x="70910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5A898-60A4-4C10-BF39-6B1C06FF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7192" y="2558187"/>
            <a:ext cx="1323639" cy="472728"/>
          </a:xfrm>
          <a:custGeom xmlns:a="http://schemas.openxmlformats.org/drawingml/2006/main">
            <a:pathLst>
              <a:path w="1323639" h="472728" fill="none">
                <a:moveTo>
                  <a:pt x="70910" y="0"/>
                </a:moveTo>
                <a:lnTo>
                  <a:pt x="1252730" y="0"/>
                </a:lnTo>
                <a:cubicBezTo>
                  <a:pt x="1262132" y="0"/>
                  <a:pt x="1271176" y="1799"/>
                  <a:pt x="1279864" y="5397"/>
                </a:cubicBezTo>
                <a:cubicBezTo>
                  <a:pt x="1288551" y="8996"/>
                  <a:pt x="1296219" y="14119"/>
                  <a:pt x="1302869" y="20768"/>
                </a:cubicBezTo>
                <a:cubicBezTo>
                  <a:pt x="1309518" y="27417"/>
                  <a:pt x="1314640" y="35086"/>
                  <a:pt x="1318239" y="43773"/>
                </a:cubicBezTo>
                <a:cubicBezTo>
                  <a:pt x="1321837" y="52460"/>
                  <a:pt x="1323639" y="61506"/>
                  <a:pt x="1323639" y="70909"/>
                </a:cubicBezTo>
                <a:lnTo>
                  <a:pt x="1323639" y="401819"/>
                </a:lnTo>
                <a:cubicBezTo>
                  <a:pt x="1323639" y="411222"/>
                  <a:pt x="1321837" y="420267"/>
                  <a:pt x="1318239" y="428954"/>
                </a:cubicBezTo>
                <a:cubicBezTo>
                  <a:pt x="1314640" y="437641"/>
                  <a:pt x="1309518" y="445310"/>
                  <a:pt x="1302869" y="451959"/>
                </a:cubicBezTo>
                <a:cubicBezTo>
                  <a:pt x="1296219" y="458608"/>
                  <a:pt x="1288551" y="463731"/>
                  <a:pt x="1279864" y="467330"/>
                </a:cubicBezTo>
                <a:cubicBezTo>
                  <a:pt x="1271176" y="470928"/>
                  <a:pt x="1262132" y="472728"/>
                  <a:pt x="1252730" y="472728"/>
                </a:cubicBezTo>
                <a:lnTo>
                  <a:pt x="70910" y="472728"/>
                </a:lnTo>
                <a:cubicBezTo>
                  <a:pt x="61505" y="472728"/>
                  <a:pt x="52460" y="470928"/>
                  <a:pt x="43773" y="467330"/>
                </a:cubicBezTo>
                <a:cubicBezTo>
                  <a:pt x="35086" y="463731"/>
                  <a:pt x="27417" y="458608"/>
                  <a:pt x="20768" y="451959"/>
                </a:cubicBezTo>
                <a:cubicBezTo>
                  <a:pt x="14120" y="445310"/>
                  <a:pt x="8995" y="437641"/>
                  <a:pt x="5397" y="428954"/>
                </a:cubicBezTo>
                <a:cubicBezTo>
                  <a:pt x="1798" y="420267"/>
                  <a:pt x="0" y="411222"/>
                  <a:pt x="1" y="401819"/>
                </a:cubicBezTo>
                <a:lnTo>
                  <a:pt x="1" y="70909"/>
                </a:lnTo>
                <a:cubicBezTo>
                  <a:pt x="0" y="61506"/>
                  <a:pt x="1798" y="52460"/>
                  <a:pt x="5397" y="43773"/>
                </a:cubicBezTo>
                <a:cubicBezTo>
                  <a:pt x="8995" y="35086"/>
                  <a:pt x="14120" y="27417"/>
                  <a:pt x="20768" y="20768"/>
                </a:cubicBezTo>
                <a:cubicBezTo>
                  <a:pt x="27417" y="14119"/>
                  <a:pt x="35086" y="8996"/>
                  <a:pt x="43773" y="5397"/>
                </a:cubicBezTo>
                <a:cubicBezTo>
                  <a:pt x="52460" y="1799"/>
                  <a:pt x="61505" y="0"/>
                  <a:pt x="7091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189C4-C5C5-4268-9D78-34EA07CD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72" y="1467887"/>
            <a:ext cx="67001" cy="1090300"/>
          </a:xfrm>
          <a:custGeom xmlns:a="http://schemas.openxmlformats.org/drawingml/2006/main">
            <a:pathLst>
              <a:path w="67001" h="1090300" fill="none">
                <a:moveTo>
                  <a:pt x="67001" y="1090300"/>
                </a:moveTo>
                <a:cubicBezTo>
                  <a:pt x="3971" y="913815"/>
                  <a:pt x="0" y="550382"/>
                  <a:pt x="55088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5B8048"/>
            </a:solidFill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0CB77-C262-4F2D-8811-95B55A89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253" y="1368992"/>
            <a:ext cx="131607" cy="138415"/>
          </a:xfrm>
          <a:custGeom xmlns:a="http://schemas.openxmlformats.org/drawingml/2006/main">
            <a:pathLst>
              <a:path w="131607" h="138415">
                <a:moveTo>
                  <a:pt x="79040" y="0"/>
                </a:moveTo>
                <a:lnTo>
                  <a:pt x="131607" y="138415"/>
                </a:lnTo>
                <a:lnTo>
                  <a:pt x="69207" y="98895"/>
                </a:lnTo>
                <a:lnTo>
                  <a:pt x="0" y="125178"/>
                </a:lnTo>
                <a:lnTo>
                  <a:pt x="79040" y="0"/>
                </a:lnTo>
                <a:close/>
              </a:path>
            </a:pathLst>
          </a:custGeom>
          <a:solidFill xmlns:a="http://schemas.openxmlformats.org/drawingml/2006/main">
            <a:srgbClr val="5B804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8D8D5F-37CB-4EED-8B25-8C8B72DB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253" y="1368992"/>
            <a:ext cx="131607" cy="138415"/>
          </a:xfrm>
          <a:custGeom xmlns:a="http://schemas.openxmlformats.org/drawingml/2006/main">
            <a:pathLst>
              <a:path w="131607" h="138415" fill="none">
                <a:moveTo>
                  <a:pt x="79040" y="0"/>
                </a:moveTo>
                <a:lnTo>
                  <a:pt x="131607" y="138415"/>
                </a:lnTo>
                <a:lnTo>
                  <a:pt x="69207" y="98895"/>
                </a:lnTo>
                <a:lnTo>
                  <a:pt x="0" y="125178"/>
                </a:lnTo>
                <a:lnTo>
                  <a:pt x="7904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5B8048"/>
            </a:solidFill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3D9BD-5193-4AAD-8706-41F7C495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455" y="1839640"/>
            <a:ext cx="3970916" cy="945456"/>
          </a:xfrm>
          <a:custGeom xmlns:a="http://schemas.openxmlformats.org/drawingml/2006/main">
            <a:pathLst>
              <a:path w="3970916" h="945456">
                <a:moveTo>
                  <a:pt x="141819" y="0"/>
                </a:moveTo>
                <a:lnTo>
                  <a:pt x="3829098" y="0"/>
                </a:lnTo>
                <a:cubicBezTo>
                  <a:pt x="3838410" y="0"/>
                  <a:pt x="3847632" y="908"/>
                  <a:pt x="3856765" y="2725"/>
                </a:cubicBezTo>
                <a:cubicBezTo>
                  <a:pt x="3865897" y="4542"/>
                  <a:pt x="3874765" y="7231"/>
                  <a:pt x="3883368" y="10795"/>
                </a:cubicBezTo>
                <a:cubicBezTo>
                  <a:pt x="3891971" y="14358"/>
                  <a:pt x="3900143" y="18727"/>
                  <a:pt x="3907884" y="23900"/>
                </a:cubicBezTo>
                <a:cubicBezTo>
                  <a:pt x="3915628" y="29074"/>
                  <a:pt x="3922792" y="34953"/>
                  <a:pt x="3929378" y="41537"/>
                </a:cubicBezTo>
                <a:cubicBezTo>
                  <a:pt x="3935963" y="48122"/>
                  <a:pt x="3941841" y="55285"/>
                  <a:pt x="3947015" y="63028"/>
                </a:cubicBezTo>
                <a:cubicBezTo>
                  <a:pt x="3952189" y="70770"/>
                  <a:pt x="3956557" y="78943"/>
                  <a:pt x="3960121" y="87546"/>
                </a:cubicBezTo>
                <a:cubicBezTo>
                  <a:pt x="3963685" y="96149"/>
                  <a:pt x="3966374" y="105017"/>
                  <a:pt x="3968191" y="114150"/>
                </a:cubicBezTo>
                <a:cubicBezTo>
                  <a:pt x="3970008" y="123284"/>
                  <a:pt x="3970916" y="132506"/>
                  <a:pt x="3970916" y="141818"/>
                </a:cubicBezTo>
                <a:lnTo>
                  <a:pt x="3970916" y="803638"/>
                </a:lnTo>
                <a:cubicBezTo>
                  <a:pt x="3970916" y="812950"/>
                  <a:pt x="3970008" y="822172"/>
                  <a:pt x="3968191" y="831305"/>
                </a:cubicBezTo>
                <a:cubicBezTo>
                  <a:pt x="3966374" y="840438"/>
                  <a:pt x="3963685" y="849306"/>
                  <a:pt x="3960121" y="857909"/>
                </a:cubicBezTo>
                <a:cubicBezTo>
                  <a:pt x="3956557" y="866512"/>
                  <a:pt x="3952189" y="874685"/>
                  <a:pt x="3947015" y="882427"/>
                </a:cubicBezTo>
                <a:cubicBezTo>
                  <a:pt x="3941841" y="890170"/>
                  <a:pt x="3935963" y="897334"/>
                  <a:pt x="3929378" y="903918"/>
                </a:cubicBezTo>
                <a:cubicBezTo>
                  <a:pt x="3922792" y="910503"/>
                  <a:pt x="3915630" y="916381"/>
                  <a:pt x="3907886" y="921555"/>
                </a:cubicBezTo>
                <a:cubicBezTo>
                  <a:pt x="3900143" y="926729"/>
                  <a:pt x="3891971" y="931097"/>
                  <a:pt x="3883368" y="934661"/>
                </a:cubicBezTo>
                <a:cubicBezTo>
                  <a:pt x="3874765" y="938224"/>
                  <a:pt x="3865897" y="940914"/>
                  <a:pt x="3856765" y="942731"/>
                </a:cubicBezTo>
                <a:cubicBezTo>
                  <a:pt x="3847632" y="944548"/>
                  <a:pt x="3838410" y="945456"/>
                  <a:pt x="3829098" y="945456"/>
                </a:cubicBezTo>
                <a:lnTo>
                  <a:pt x="141819" y="945456"/>
                </a:lnTo>
                <a:cubicBezTo>
                  <a:pt x="132507" y="945456"/>
                  <a:pt x="123284" y="944548"/>
                  <a:pt x="114151" y="942731"/>
                </a:cubicBezTo>
                <a:cubicBezTo>
                  <a:pt x="105018" y="940914"/>
                  <a:pt x="96150" y="938224"/>
                  <a:pt x="87547" y="934661"/>
                </a:cubicBezTo>
                <a:cubicBezTo>
                  <a:pt x="78944" y="931097"/>
                  <a:pt x="70771" y="926729"/>
                  <a:pt x="63028" y="921555"/>
                </a:cubicBezTo>
                <a:cubicBezTo>
                  <a:pt x="55286" y="916381"/>
                  <a:pt x="48122" y="910503"/>
                  <a:pt x="41538" y="903918"/>
                </a:cubicBezTo>
                <a:cubicBezTo>
                  <a:pt x="34953" y="897334"/>
                  <a:pt x="29074" y="890170"/>
                  <a:pt x="23901" y="882428"/>
                </a:cubicBezTo>
                <a:cubicBezTo>
                  <a:pt x="18727" y="874685"/>
                  <a:pt x="14359" y="866512"/>
                  <a:pt x="10796" y="857909"/>
                </a:cubicBezTo>
                <a:cubicBezTo>
                  <a:pt x="7232" y="849306"/>
                  <a:pt x="4542" y="840438"/>
                  <a:pt x="2725" y="831305"/>
                </a:cubicBezTo>
                <a:cubicBezTo>
                  <a:pt x="908" y="822172"/>
                  <a:pt x="0" y="812950"/>
                  <a:pt x="0" y="803638"/>
                </a:cubicBezTo>
                <a:lnTo>
                  <a:pt x="0" y="141818"/>
                </a:lnTo>
                <a:cubicBezTo>
                  <a:pt x="0" y="132506"/>
                  <a:pt x="908" y="123284"/>
                  <a:pt x="2725" y="114150"/>
                </a:cubicBezTo>
                <a:cubicBezTo>
                  <a:pt x="4542" y="105017"/>
                  <a:pt x="7232" y="96149"/>
                  <a:pt x="10796" y="87546"/>
                </a:cubicBezTo>
                <a:cubicBezTo>
                  <a:pt x="14359" y="78943"/>
                  <a:pt x="18727" y="70770"/>
                  <a:pt x="23901" y="63028"/>
                </a:cubicBezTo>
                <a:cubicBezTo>
                  <a:pt x="29074" y="55285"/>
                  <a:pt x="34953" y="48122"/>
                  <a:pt x="41538" y="41537"/>
                </a:cubicBezTo>
                <a:cubicBezTo>
                  <a:pt x="48122" y="34953"/>
                  <a:pt x="55286" y="29074"/>
                  <a:pt x="63029" y="23900"/>
                </a:cubicBezTo>
                <a:cubicBezTo>
                  <a:pt x="70771" y="18727"/>
                  <a:pt x="78944" y="14358"/>
                  <a:pt x="87547" y="10795"/>
                </a:cubicBezTo>
                <a:cubicBezTo>
                  <a:pt x="96150" y="7231"/>
                  <a:pt x="105018" y="4542"/>
                  <a:pt x="114151" y="2725"/>
                </a:cubicBezTo>
                <a:cubicBezTo>
                  <a:pt x="123284" y="908"/>
                  <a:pt x="132507" y="0"/>
                  <a:pt x="141819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207B0-7986-4A1D-9FCF-F424426B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455" y="1839640"/>
            <a:ext cx="3970916" cy="945456"/>
          </a:xfrm>
          <a:custGeom xmlns:a="http://schemas.openxmlformats.org/drawingml/2006/main">
            <a:pathLst>
              <a:path w="3970916" h="945456" fill="none">
                <a:moveTo>
                  <a:pt x="141819" y="0"/>
                </a:moveTo>
                <a:lnTo>
                  <a:pt x="3829098" y="0"/>
                </a:lnTo>
                <a:cubicBezTo>
                  <a:pt x="3838410" y="0"/>
                  <a:pt x="3847632" y="908"/>
                  <a:pt x="3856765" y="2725"/>
                </a:cubicBezTo>
                <a:cubicBezTo>
                  <a:pt x="3865897" y="4542"/>
                  <a:pt x="3874765" y="7231"/>
                  <a:pt x="3883368" y="10795"/>
                </a:cubicBezTo>
                <a:cubicBezTo>
                  <a:pt x="3891971" y="14358"/>
                  <a:pt x="3900143" y="18727"/>
                  <a:pt x="3907884" y="23900"/>
                </a:cubicBezTo>
                <a:cubicBezTo>
                  <a:pt x="3915628" y="29074"/>
                  <a:pt x="3922792" y="34953"/>
                  <a:pt x="3929378" y="41537"/>
                </a:cubicBezTo>
                <a:cubicBezTo>
                  <a:pt x="3935963" y="48122"/>
                  <a:pt x="3941841" y="55285"/>
                  <a:pt x="3947015" y="63028"/>
                </a:cubicBezTo>
                <a:cubicBezTo>
                  <a:pt x="3952189" y="70770"/>
                  <a:pt x="3956557" y="78943"/>
                  <a:pt x="3960121" y="87546"/>
                </a:cubicBezTo>
                <a:cubicBezTo>
                  <a:pt x="3963685" y="96149"/>
                  <a:pt x="3966374" y="105017"/>
                  <a:pt x="3968191" y="114150"/>
                </a:cubicBezTo>
                <a:cubicBezTo>
                  <a:pt x="3970008" y="123284"/>
                  <a:pt x="3970916" y="132506"/>
                  <a:pt x="3970916" y="141818"/>
                </a:cubicBezTo>
                <a:lnTo>
                  <a:pt x="3970916" y="803638"/>
                </a:lnTo>
                <a:cubicBezTo>
                  <a:pt x="3970916" y="812950"/>
                  <a:pt x="3970008" y="822172"/>
                  <a:pt x="3968191" y="831305"/>
                </a:cubicBezTo>
                <a:cubicBezTo>
                  <a:pt x="3966374" y="840438"/>
                  <a:pt x="3963685" y="849306"/>
                  <a:pt x="3960121" y="857909"/>
                </a:cubicBezTo>
                <a:cubicBezTo>
                  <a:pt x="3956557" y="866512"/>
                  <a:pt x="3952189" y="874685"/>
                  <a:pt x="3947015" y="882427"/>
                </a:cubicBezTo>
                <a:cubicBezTo>
                  <a:pt x="3941841" y="890170"/>
                  <a:pt x="3935963" y="897334"/>
                  <a:pt x="3929378" y="903918"/>
                </a:cubicBezTo>
                <a:cubicBezTo>
                  <a:pt x="3922792" y="910503"/>
                  <a:pt x="3915630" y="916381"/>
                  <a:pt x="3907886" y="921555"/>
                </a:cubicBezTo>
                <a:cubicBezTo>
                  <a:pt x="3900143" y="926729"/>
                  <a:pt x="3891971" y="931097"/>
                  <a:pt x="3883368" y="934661"/>
                </a:cubicBezTo>
                <a:cubicBezTo>
                  <a:pt x="3874765" y="938224"/>
                  <a:pt x="3865897" y="940914"/>
                  <a:pt x="3856765" y="942731"/>
                </a:cubicBezTo>
                <a:cubicBezTo>
                  <a:pt x="3847632" y="944548"/>
                  <a:pt x="3838410" y="945456"/>
                  <a:pt x="3829098" y="945456"/>
                </a:cubicBezTo>
                <a:lnTo>
                  <a:pt x="141819" y="945456"/>
                </a:lnTo>
                <a:cubicBezTo>
                  <a:pt x="132507" y="945456"/>
                  <a:pt x="123284" y="944548"/>
                  <a:pt x="114151" y="942731"/>
                </a:cubicBezTo>
                <a:cubicBezTo>
                  <a:pt x="105018" y="940914"/>
                  <a:pt x="96150" y="938224"/>
                  <a:pt x="87547" y="934661"/>
                </a:cubicBezTo>
                <a:cubicBezTo>
                  <a:pt x="78944" y="931097"/>
                  <a:pt x="70771" y="926729"/>
                  <a:pt x="63028" y="921555"/>
                </a:cubicBezTo>
                <a:cubicBezTo>
                  <a:pt x="55286" y="916381"/>
                  <a:pt x="48122" y="910503"/>
                  <a:pt x="41538" y="903918"/>
                </a:cubicBezTo>
                <a:cubicBezTo>
                  <a:pt x="34953" y="897334"/>
                  <a:pt x="29074" y="890170"/>
                  <a:pt x="23901" y="882428"/>
                </a:cubicBezTo>
                <a:cubicBezTo>
                  <a:pt x="18727" y="874685"/>
                  <a:pt x="14359" y="866512"/>
                  <a:pt x="10796" y="857909"/>
                </a:cubicBezTo>
                <a:cubicBezTo>
                  <a:pt x="7232" y="849306"/>
                  <a:pt x="4542" y="840438"/>
                  <a:pt x="2725" y="831305"/>
                </a:cubicBezTo>
                <a:cubicBezTo>
                  <a:pt x="908" y="822172"/>
                  <a:pt x="0" y="812950"/>
                  <a:pt x="0" y="803638"/>
                </a:cubicBezTo>
                <a:lnTo>
                  <a:pt x="0" y="141818"/>
                </a:lnTo>
                <a:cubicBezTo>
                  <a:pt x="0" y="132506"/>
                  <a:pt x="908" y="123284"/>
                  <a:pt x="2725" y="114150"/>
                </a:cubicBezTo>
                <a:cubicBezTo>
                  <a:pt x="4542" y="105017"/>
                  <a:pt x="7232" y="96149"/>
                  <a:pt x="10796" y="87546"/>
                </a:cubicBezTo>
                <a:cubicBezTo>
                  <a:pt x="14359" y="78943"/>
                  <a:pt x="18727" y="70770"/>
                  <a:pt x="23901" y="63028"/>
                </a:cubicBezTo>
                <a:cubicBezTo>
                  <a:pt x="29074" y="55285"/>
                  <a:pt x="34953" y="48122"/>
                  <a:pt x="41538" y="41537"/>
                </a:cubicBezTo>
                <a:cubicBezTo>
                  <a:pt x="48122" y="34953"/>
                  <a:pt x="55286" y="29074"/>
                  <a:pt x="63029" y="23900"/>
                </a:cubicBezTo>
                <a:cubicBezTo>
                  <a:pt x="70771" y="18727"/>
                  <a:pt x="78944" y="14358"/>
                  <a:pt x="87547" y="10795"/>
                </a:cubicBezTo>
                <a:cubicBezTo>
                  <a:pt x="96150" y="7231"/>
                  <a:pt x="105018" y="4542"/>
                  <a:pt x="114151" y="2725"/>
                </a:cubicBezTo>
                <a:cubicBezTo>
                  <a:pt x="123284" y="908"/>
                  <a:pt x="132507" y="0"/>
                  <a:pt x="141819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536" name="Text Transformers">
            <a:extLst xmlns:a="http://schemas.openxmlformats.org/drawingml/2006/main">
              <a:ext uri="{FF2B5EF4-FFF2-40B4-BE49-F238E27FC236}">
                <a16:creationId xmlns:a16="http://schemas.microsoft.com/office/drawing/2014/main" id="{D0B3CB65-9FA5-4FAD-8AA3-CD89ECC7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214" y="2187982"/>
            <a:ext cx="1993163" cy="254276"/>
          </a:xfrm>
          <a:custGeom xmlns:a="http://schemas.openxmlformats.org/drawingml/2006/main">
            <a:pathLst>
              <a:path w="1993163" h="254276">
                <a:moveTo>
                  <a:pt x="198103" y="2991"/>
                </a:moveTo>
                <a:lnTo>
                  <a:pt x="198103" y="32242"/>
                </a:lnTo>
                <a:lnTo>
                  <a:pt x="115837" y="32242"/>
                </a:lnTo>
                <a:lnTo>
                  <a:pt x="115837" y="247296"/>
                </a:lnTo>
                <a:lnTo>
                  <a:pt x="82266" y="247296"/>
                </a:lnTo>
                <a:lnTo>
                  <a:pt x="82266" y="32242"/>
                </a:lnTo>
                <a:lnTo>
                  <a:pt x="0" y="32242"/>
                </a:lnTo>
                <a:lnTo>
                  <a:pt x="0" y="2991"/>
                </a:lnTo>
                <a:lnTo>
                  <a:pt x="198103" y="2991"/>
                </a:lnTo>
                <a:close/>
                <a:moveTo>
                  <a:pt x="212727" y="69136"/>
                </a:moveTo>
                <a:lnTo>
                  <a:pt x="241146" y="69136"/>
                </a:lnTo>
                <a:lnTo>
                  <a:pt x="241146" y="100048"/>
                </a:lnTo>
                <a:cubicBezTo>
                  <a:pt x="243473" y="94038"/>
                  <a:pt x="249179" y="86718"/>
                  <a:pt x="258264" y="78090"/>
                </a:cubicBezTo>
                <a:cubicBezTo>
                  <a:pt x="267349" y="69462"/>
                  <a:pt x="277820" y="65148"/>
                  <a:pt x="289675" y="65148"/>
                </a:cubicBezTo>
                <a:cubicBezTo>
                  <a:pt x="290229" y="65148"/>
                  <a:pt x="291170" y="65215"/>
                  <a:pt x="292500" y="65350"/>
                </a:cubicBezTo>
                <a:cubicBezTo>
                  <a:pt x="293830" y="65482"/>
                  <a:pt x="296101" y="65747"/>
                  <a:pt x="299314" y="66145"/>
                </a:cubicBezTo>
                <a:lnTo>
                  <a:pt x="299314" y="97722"/>
                </a:lnTo>
                <a:cubicBezTo>
                  <a:pt x="297541" y="97324"/>
                  <a:pt x="295907" y="97059"/>
                  <a:pt x="294411" y="96927"/>
                </a:cubicBezTo>
                <a:cubicBezTo>
                  <a:pt x="292915" y="96792"/>
                  <a:pt x="291281" y="96725"/>
                  <a:pt x="289508" y="96725"/>
                </a:cubicBezTo>
                <a:cubicBezTo>
                  <a:pt x="274440" y="96725"/>
                  <a:pt x="262862" y="101600"/>
                  <a:pt x="254774" y="111350"/>
                </a:cubicBezTo>
                <a:cubicBezTo>
                  <a:pt x="246686" y="121100"/>
                  <a:pt x="242642" y="132290"/>
                  <a:pt x="242642" y="144921"/>
                </a:cubicBezTo>
                <a:lnTo>
                  <a:pt x="242642" y="247296"/>
                </a:lnTo>
                <a:lnTo>
                  <a:pt x="212727" y="247296"/>
                </a:lnTo>
                <a:lnTo>
                  <a:pt x="212727" y="69136"/>
                </a:lnTo>
                <a:close/>
                <a:moveTo>
                  <a:pt x="348173" y="200014"/>
                </a:moveTo>
                <a:cubicBezTo>
                  <a:pt x="348173" y="208684"/>
                  <a:pt x="351330" y="215518"/>
                  <a:pt x="357646" y="220518"/>
                </a:cubicBezTo>
                <a:cubicBezTo>
                  <a:pt x="363961" y="225518"/>
                  <a:pt x="371440" y="228017"/>
                  <a:pt x="380082" y="228017"/>
                </a:cubicBezTo>
                <a:cubicBezTo>
                  <a:pt x="390607" y="228017"/>
                  <a:pt x="400801" y="225559"/>
                  <a:pt x="410661" y="220643"/>
                </a:cubicBezTo>
                <a:cubicBezTo>
                  <a:pt x="427281" y="212485"/>
                  <a:pt x="435590" y="199211"/>
                  <a:pt x="435590" y="180818"/>
                </a:cubicBezTo>
                <a:lnTo>
                  <a:pt x="435590" y="156720"/>
                </a:lnTo>
                <a:cubicBezTo>
                  <a:pt x="431934" y="159096"/>
                  <a:pt x="427225" y="161074"/>
                  <a:pt x="421464" y="162657"/>
                </a:cubicBezTo>
                <a:cubicBezTo>
                  <a:pt x="415703" y="164239"/>
                  <a:pt x="410052" y="165352"/>
                  <a:pt x="404512" y="165996"/>
                </a:cubicBezTo>
                <a:lnTo>
                  <a:pt x="386397" y="168255"/>
                </a:lnTo>
                <a:cubicBezTo>
                  <a:pt x="375539" y="169651"/>
                  <a:pt x="367396" y="171905"/>
                  <a:pt x="361967" y="175017"/>
                </a:cubicBezTo>
                <a:cubicBezTo>
                  <a:pt x="352771" y="180239"/>
                  <a:pt x="348173" y="188571"/>
                  <a:pt x="348173" y="200014"/>
                </a:cubicBezTo>
                <a:moveTo>
                  <a:pt x="420633" y="139436"/>
                </a:moveTo>
                <a:cubicBezTo>
                  <a:pt x="427502" y="138550"/>
                  <a:pt x="432100" y="135669"/>
                  <a:pt x="434427" y="130794"/>
                </a:cubicBezTo>
                <a:cubicBezTo>
                  <a:pt x="435757" y="128125"/>
                  <a:pt x="436421" y="124287"/>
                  <a:pt x="436421" y="119280"/>
                </a:cubicBezTo>
                <a:cubicBezTo>
                  <a:pt x="436421" y="109045"/>
                  <a:pt x="432793" y="101620"/>
                  <a:pt x="425536" y="97005"/>
                </a:cubicBezTo>
                <a:cubicBezTo>
                  <a:pt x="418279" y="92386"/>
                  <a:pt x="407892" y="90077"/>
                  <a:pt x="394375" y="90077"/>
                </a:cubicBezTo>
                <a:cubicBezTo>
                  <a:pt x="378752" y="90077"/>
                  <a:pt x="367673" y="94308"/>
                  <a:pt x="361136" y="102770"/>
                </a:cubicBezTo>
                <a:cubicBezTo>
                  <a:pt x="357480" y="107448"/>
                  <a:pt x="355097" y="114407"/>
                  <a:pt x="353989" y="123648"/>
                </a:cubicBezTo>
                <a:lnTo>
                  <a:pt x="326069" y="123648"/>
                </a:lnTo>
                <a:cubicBezTo>
                  <a:pt x="326623" y="101648"/>
                  <a:pt x="333742" y="86343"/>
                  <a:pt x="347425" y="77732"/>
                </a:cubicBezTo>
                <a:cubicBezTo>
                  <a:pt x="361108" y="69121"/>
                  <a:pt x="376980" y="64815"/>
                  <a:pt x="395039" y="64815"/>
                </a:cubicBezTo>
                <a:cubicBezTo>
                  <a:pt x="415980" y="64815"/>
                  <a:pt x="432987" y="68804"/>
                  <a:pt x="446061" y="76781"/>
                </a:cubicBezTo>
                <a:cubicBezTo>
                  <a:pt x="459024" y="84759"/>
                  <a:pt x="465505" y="97178"/>
                  <a:pt x="465505" y="114040"/>
                </a:cubicBezTo>
                <a:lnTo>
                  <a:pt x="465505" y="216711"/>
                </a:lnTo>
                <a:cubicBezTo>
                  <a:pt x="465505" y="219817"/>
                  <a:pt x="466142" y="222311"/>
                  <a:pt x="467417" y="224195"/>
                </a:cubicBezTo>
                <a:cubicBezTo>
                  <a:pt x="468691" y="226078"/>
                  <a:pt x="471377" y="227020"/>
                  <a:pt x="475477" y="227020"/>
                </a:cubicBezTo>
                <a:cubicBezTo>
                  <a:pt x="476806" y="227020"/>
                  <a:pt x="478302" y="226937"/>
                  <a:pt x="479964" y="226771"/>
                </a:cubicBezTo>
                <a:cubicBezTo>
                  <a:pt x="481626" y="226605"/>
                  <a:pt x="483399" y="226355"/>
                  <a:pt x="485282" y="226023"/>
                </a:cubicBezTo>
                <a:lnTo>
                  <a:pt x="485282" y="248293"/>
                </a:lnTo>
                <a:cubicBezTo>
                  <a:pt x="480629" y="249623"/>
                  <a:pt x="477083" y="250454"/>
                  <a:pt x="474646" y="250786"/>
                </a:cubicBezTo>
                <a:cubicBezTo>
                  <a:pt x="472208" y="251118"/>
                  <a:pt x="468885" y="251285"/>
                  <a:pt x="464674" y="251285"/>
                </a:cubicBezTo>
                <a:cubicBezTo>
                  <a:pt x="454370" y="251285"/>
                  <a:pt x="446892" y="247606"/>
                  <a:pt x="442238" y="240248"/>
                </a:cubicBezTo>
                <a:cubicBezTo>
                  <a:pt x="439801" y="236346"/>
                  <a:pt x="438083" y="230829"/>
                  <a:pt x="437086" y="223696"/>
                </a:cubicBezTo>
                <a:cubicBezTo>
                  <a:pt x="430992" y="231764"/>
                  <a:pt x="422240" y="238766"/>
                  <a:pt x="410828" y="244704"/>
                </a:cubicBezTo>
                <a:cubicBezTo>
                  <a:pt x="399416" y="250642"/>
                  <a:pt x="386840" y="253611"/>
                  <a:pt x="373102" y="253611"/>
                </a:cubicBezTo>
                <a:cubicBezTo>
                  <a:pt x="356593" y="253611"/>
                  <a:pt x="343104" y="248582"/>
                  <a:pt x="332634" y="238524"/>
                </a:cubicBezTo>
                <a:cubicBezTo>
                  <a:pt x="322163" y="228466"/>
                  <a:pt x="316928" y="215880"/>
                  <a:pt x="316928" y="200767"/>
                </a:cubicBezTo>
                <a:cubicBezTo>
                  <a:pt x="316928" y="184206"/>
                  <a:pt x="322080" y="171370"/>
                  <a:pt x="332384" y="162257"/>
                </a:cubicBezTo>
                <a:cubicBezTo>
                  <a:pt x="342688" y="153144"/>
                  <a:pt x="356205" y="147531"/>
                  <a:pt x="372936" y="145419"/>
                </a:cubicBezTo>
                <a:lnTo>
                  <a:pt x="420633" y="139436"/>
                </a:lnTo>
                <a:moveTo>
                  <a:pt x="395870" y="64815"/>
                </a:moveTo>
                <a:lnTo>
                  <a:pt x="395870" y="64815"/>
                </a:lnTo>
                <a:close/>
                <a:moveTo>
                  <a:pt x="514480" y="69136"/>
                </a:moveTo>
                <a:lnTo>
                  <a:pt x="542899" y="69136"/>
                </a:lnTo>
                <a:lnTo>
                  <a:pt x="542899" y="94398"/>
                </a:lnTo>
                <a:cubicBezTo>
                  <a:pt x="551320" y="83983"/>
                  <a:pt x="560239" y="76504"/>
                  <a:pt x="569656" y="71962"/>
                </a:cubicBezTo>
                <a:cubicBezTo>
                  <a:pt x="579074" y="67419"/>
                  <a:pt x="589544" y="65148"/>
                  <a:pt x="601067" y="65148"/>
                </a:cubicBezTo>
                <a:cubicBezTo>
                  <a:pt x="626328" y="65148"/>
                  <a:pt x="643391" y="73965"/>
                  <a:pt x="652255" y="91599"/>
                </a:cubicBezTo>
                <a:cubicBezTo>
                  <a:pt x="657130" y="101245"/>
                  <a:pt x="659567" y="115051"/>
                  <a:pt x="659567" y="133017"/>
                </a:cubicBezTo>
                <a:lnTo>
                  <a:pt x="659567" y="247296"/>
                </a:lnTo>
                <a:lnTo>
                  <a:pt x="629154" y="247296"/>
                </a:lnTo>
                <a:lnTo>
                  <a:pt x="629154" y="134996"/>
                </a:lnTo>
                <a:cubicBezTo>
                  <a:pt x="629154" y="124124"/>
                  <a:pt x="627547" y="115361"/>
                  <a:pt x="624334" y="108706"/>
                </a:cubicBezTo>
                <a:cubicBezTo>
                  <a:pt x="619016" y="97616"/>
                  <a:pt x="609377" y="92071"/>
                  <a:pt x="595416" y="92071"/>
                </a:cubicBezTo>
                <a:cubicBezTo>
                  <a:pt x="588326" y="92071"/>
                  <a:pt x="582509" y="92791"/>
                  <a:pt x="577966" y="94232"/>
                </a:cubicBezTo>
                <a:cubicBezTo>
                  <a:pt x="569767" y="96673"/>
                  <a:pt x="562566" y="101553"/>
                  <a:pt x="556361" y="108872"/>
                </a:cubicBezTo>
                <a:cubicBezTo>
                  <a:pt x="551375" y="114751"/>
                  <a:pt x="548134" y="120824"/>
                  <a:pt x="546639" y="127091"/>
                </a:cubicBezTo>
                <a:cubicBezTo>
                  <a:pt x="545143" y="133358"/>
                  <a:pt x="544395" y="142314"/>
                  <a:pt x="544395" y="153957"/>
                </a:cubicBezTo>
                <a:lnTo>
                  <a:pt x="544395" y="247296"/>
                </a:lnTo>
                <a:lnTo>
                  <a:pt x="514480" y="247296"/>
                </a:lnTo>
                <a:lnTo>
                  <a:pt x="514480" y="69136"/>
                </a:lnTo>
                <a:moveTo>
                  <a:pt x="584780" y="64815"/>
                </a:moveTo>
                <a:lnTo>
                  <a:pt x="584780" y="64815"/>
                </a:lnTo>
                <a:close/>
                <a:moveTo>
                  <a:pt x="721505" y="191455"/>
                </a:moveTo>
                <a:cubicBezTo>
                  <a:pt x="722392" y="201471"/>
                  <a:pt x="724884" y="209151"/>
                  <a:pt x="728984" y="214493"/>
                </a:cubicBezTo>
                <a:cubicBezTo>
                  <a:pt x="736518" y="224174"/>
                  <a:pt x="749592" y="229015"/>
                  <a:pt x="768206" y="229015"/>
                </a:cubicBezTo>
                <a:cubicBezTo>
                  <a:pt x="779285" y="229015"/>
                  <a:pt x="789035" y="226600"/>
                  <a:pt x="797456" y="221770"/>
                </a:cubicBezTo>
                <a:cubicBezTo>
                  <a:pt x="805876" y="216936"/>
                  <a:pt x="810086" y="209464"/>
                  <a:pt x="810086" y="199354"/>
                </a:cubicBezTo>
                <a:cubicBezTo>
                  <a:pt x="810086" y="191689"/>
                  <a:pt x="806707" y="185856"/>
                  <a:pt x="799948" y="181857"/>
                </a:cubicBezTo>
                <a:cubicBezTo>
                  <a:pt x="795627" y="179413"/>
                  <a:pt x="787096" y="176582"/>
                  <a:pt x="774355" y="173366"/>
                </a:cubicBezTo>
                <a:lnTo>
                  <a:pt x="750589" y="167372"/>
                </a:lnTo>
                <a:cubicBezTo>
                  <a:pt x="735410" y="163598"/>
                  <a:pt x="724220" y="159381"/>
                  <a:pt x="717018" y="154721"/>
                </a:cubicBezTo>
                <a:cubicBezTo>
                  <a:pt x="704166" y="146619"/>
                  <a:pt x="697740" y="135408"/>
                  <a:pt x="697740" y="121088"/>
                </a:cubicBezTo>
                <a:cubicBezTo>
                  <a:pt x="697740" y="104219"/>
                  <a:pt x="703806" y="90569"/>
                  <a:pt x="715938" y="80136"/>
                </a:cubicBezTo>
                <a:cubicBezTo>
                  <a:pt x="728070" y="69701"/>
                  <a:pt x="744384" y="64483"/>
                  <a:pt x="764882" y="64483"/>
                </a:cubicBezTo>
                <a:cubicBezTo>
                  <a:pt x="791694" y="64483"/>
                  <a:pt x="811028" y="72350"/>
                  <a:pt x="822883" y="88083"/>
                </a:cubicBezTo>
                <a:cubicBezTo>
                  <a:pt x="830307" y="98054"/>
                  <a:pt x="833907" y="108801"/>
                  <a:pt x="833686" y="120324"/>
                </a:cubicBezTo>
                <a:lnTo>
                  <a:pt x="805433" y="120324"/>
                </a:lnTo>
                <a:cubicBezTo>
                  <a:pt x="804879" y="113638"/>
                  <a:pt x="802497" y="107557"/>
                  <a:pt x="798287" y="102079"/>
                </a:cubicBezTo>
                <a:cubicBezTo>
                  <a:pt x="791417" y="94299"/>
                  <a:pt x="779507" y="90409"/>
                  <a:pt x="762555" y="90409"/>
                </a:cubicBezTo>
                <a:cubicBezTo>
                  <a:pt x="751254" y="90409"/>
                  <a:pt x="742695" y="92561"/>
                  <a:pt x="736878" y="96865"/>
                </a:cubicBezTo>
                <a:cubicBezTo>
                  <a:pt x="731061" y="101165"/>
                  <a:pt x="728153" y="106845"/>
                  <a:pt x="728153" y="113905"/>
                </a:cubicBezTo>
                <a:cubicBezTo>
                  <a:pt x="728153" y="121626"/>
                  <a:pt x="731975" y="127803"/>
                  <a:pt x="739620" y="132435"/>
                </a:cubicBezTo>
                <a:cubicBezTo>
                  <a:pt x="744052" y="135191"/>
                  <a:pt x="750589" y="137624"/>
                  <a:pt x="759231" y="139732"/>
                </a:cubicBezTo>
                <a:lnTo>
                  <a:pt x="779008" y="144562"/>
                </a:lnTo>
                <a:cubicBezTo>
                  <a:pt x="800502" y="149780"/>
                  <a:pt x="814906" y="154830"/>
                  <a:pt x="822218" y="159712"/>
                </a:cubicBezTo>
                <a:cubicBezTo>
                  <a:pt x="833852" y="167371"/>
                  <a:pt x="839669" y="179413"/>
                  <a:pt x="839669" y="195838"/>
                </a:cubicBezTo>
                <a:cubicBezTo>
                  <a:pt x="839669" y="211710"/>
                  <a:pt x="833658" y="225417"/>
                  <a:pt x="821637" y="236961"/>
                </a:cubicBezTo>
                <a:cubicBezTo>
                  <a:pt x="809615" y="248504"/>
                  <a:pt x="791306" y="254276"/>
                  <a:pt x="766710" y="254276"/>
                </a:cubicBezTo>
                <a:cubicBezTo>
                  <a:pt x="740230" y="254276"/>
                  <a:pt x="721477" y="248250"/>
                  <a:pt x="710453" y="236197"/>
                </a:cubicBezTo>
                <a:cubicBezTo>
                  <a:pt x="699429" y="224145"/>
                  <a:pt x="693529" y="209231"/>
                  <a:pt x="692754" y="191455"/>
                </a:cubicBezTo>
                <a:lnTo>
                  <a:pt x="721505" y="191455"/>
                </a:lnTo>
                <a:moveTo>
                  <a:pt x="765713" y="64815"/>
                </a:moveTo>
                <a:lnTo>
                  <a:pt x="765713" y="64815"/>
                </a:lnTo>
                <a:close/>
                <a:moveTo>
                  <a:pt x="881383" y="42343"/>
                </a:moveTo>
                <a:cubicBezTo>
                  <a:pt x="881826" y="29993"/>
                  <a:pt x="883987" y="20951"/>
                  <a:pt x="887865" y="15217"/>
                </a:cubicBezTo>
                <a:cubicBezTo>
                  <a:pt x="894845" y="5072"/>
                  <a:pt x="908307" y="0"/>
                  <a:pt x="928250" y="0"/>
                </a:cubicBezTo>
                <a:cubicBezTo>
                  <a:pt x="930133" y="0"/>
                  <a:pt x="932072" y="55"/>
                  <a:pt x="934067" y="166"/>
                </a:cubicBezTo>
                <a:cubicBezTo>
                  <a:pt x="936061" y="277"/>
                  <a:pt x="938332" y="443"/>
                  <a:pt x="940881" y="665"/>
                </a:cubicBezTo>
                <a:lnTo>
                  <a:pt x="940881" y="27920"/>
                </a:lnTo>
                <a:cubicBezTo>
                  <a:pt x="937778" y="27772"/>
                  <a:pt x="935535" y="27680"/>
                  <a:pt x="934150" y="27645"/>
                </a:cubicBezTo>
                <a:cubicBezTo>
                  <a:pt x="932765" y="27607"/>
                  <a:pt x="931463" y="27588"/>
                  <a:pt x="930244" y="27588"/>
                </a:cubicBezTo>
                <a:cubicBezTo>
                  <a:pt x="921159" y="27588"/>
                  <a:pt x="915730" y="29915"/>
                  <a:pt x="913957" y="34568"/>
                </a:cubicBezTo>
                <a:cubicBezTo>
                  <a:pt x="912185" y="39222"/>
                  <a:pt x="911298" y="51077"/>
                  <a:pt x="911298" y="70134"/>
                </a:cubicBezTo>
                <a:lnTo>
                  <a:pt x="940881" y="70134"/>
                </a:lnTo>
                <a:lnTo>
                  <a:pt x="940881" y="93733"/>
                </a:lnTo>
                <a:lnTo>
                  <a:pt x="910966" y="93733"/>
                </a:lnTo>
                <a:lnTo>
                  <a:pt x="910966" y="247296"/>
                </a:lnTo>
                <a:lnTo>
                  <a:pt x="881383" y="247296"/>
                </a:lnTo>
                <a:lnTo>
                  <a:pt x="881383" y="93733"/>
                </a:lnTo>
                <a:lnTo>
                  <a:pt x="856620" y="93733"/>
                </a:lnTo>
                <a:lnTo>
                  <a:pt x="856620" y="70134"/>
                </a:lnTo>
                <a:lnTo>
                  <a:pt x="881383" y="70134"/>
                </a:lnTo>
                <a:lnTo>
                  <a:pt x="881383" y="42343"/>
                </a:lnTo>
                <a:close/>
                <a:moveTo>
                  <a:pt x="1039158" y="227685"/>
                </a:moveTo>
                <a:cubicBezTo>
                  <a:pt x="1058991" y="227685"/>
                  <a:pt x="1072591" y="220170"/>
                  <a:pt x="1079959" y="205140"/>
                </a:cubicBezTo>
                <a:cubicBezTo>
                  <a:pt x="1087327" y="190110"/>
                  <a:pt x="1091011" y="173387"/>
                  <a:pt x="1091011" y="154970"/>
                </a:cubicBezTo>
                <a:cubicBezTo>
                  <a:pt x="1091011" y="138330"/>
                  <a:pt x="1088352" y="124797"/>
                  <a:pt x="1083033" y="114372"/>
                </a:cubicBezTo>
                <a:cubicBezTo>
                  <a:pt x="1074613" y="97954"/>
                  <a:pt x="1060099" y="89744"/>
                  <a:pt x="1039491" y="89744"/>
                </a:cubicBezTo>
                <a:cubicBezTo>
                  <a:pt x="1021209" y="89744"/>
                  <a:pt x="1007914" y="96733"/>
                  <a:pt x="999604" y="110711"/>
                </a:cubicBezTo>
                <a:cubicBezTo>
                  <a:pt x="991295" y="124688"/>
                  <a:pt x="987140" y="141550"/>
                  <a:pt x="987140" y="161296"/>
                </a:cubicBezTo>
                <a:cubicBezTo>
                  <a:pt x="987140" y="180263"/>
                  <a:pt x="991295" y="196070"/>
                  <a:pt x="999604" y="208718"/>
                </a:cubicBezTo>
                <a:cubicBezTo>
                  <a:pt x="1007914" y="221363"/>
                  <a:pt x="1021099" y="227685"/>
                  <a:pt x="1039158" y="227685"/>
                </a:cubicBezTo>
                <a:moveTo>
                  <a:pt x="1040322" y="63818"/>
                </a:moveTo>
                <a:cubicBezTo>
                  <a:pt x="1063256" y="63818"/>
                  <a:pt x="1082646" y="71470"/>
                  <a:pt x="1098489" y="86774"/>
                </a:cubicBezTo>
                <a:cubicBezTo>
                  <a:pt x="1114333" y="102077"/>
                  <a:pt x="1122255" y="124588"/>
                  <a:pt x="1122255" y="154305"/>
                </a:cubicBezTo>
                <a:cubicBezTo>
                  <a:pt x="1122255" y="183029"/>
                  <a:pt x="1115275" y="206762"/>
                  <a:pt x="1101315" y="225504"/>
                </a:cubicBezTo>
                <a:cubicBezTo>
                  <a:pt x="1087354" y="244242"/>
                  <a:pt x="1065694" y="253611"/>
                  <a:pt x="1036333" y="253611"/>
                </a:cubicBezTo>
                <a:cubicBezTo>
                  <a:pt x="1011847" y="253611"/>
                  <a:pt x="992403" y="245322"/>
                  <a:pt x="977999" y="228745"/>
                </a:cubicBezTo>
                <a:cubicBezTo>
                  <a:pt x="963596" y="212167"/>
                  <a:pt x="956394" y="189905"/>
                  <a:pt x="956394" y="161961"/>
                </a:cubicBezTo>
                <a:cubicBezTo>
                  <a:pt x="956394" y="132018"/>
                  <a:pt x="963984" y="108176"/>
                  <a:pt x="979163" y="90435"/>
                </a:cubicBezTo>
                <a:cubicBezTo>
                  <a:pt x="994342" y="72691"/>
                  <a:pt x="1014728" y="63818"/>
                  <a:pt x="1040322" y="63818"/>
                </a:cubicBezTo>
                <a:moveTo>
                  <a:pt x="1039325" y="64815"/>
                </a:moveTo>
                <a:lnTo>
                  <a:pt x="1039325" y="64815"/>
                </a:lnTo>
                <a:close/>
                <a:moveTo>
                  <a:pt x="1158599" y="69136"/>
                </a:moveTo>
                <a:lnTo>
                  <a:pt x="1187018" y="69136"/>
                </a:lnTo>
                <a:lnTo>
                  <a:pt x="1187018" y="100048"/>
                </a:lnTo>
                <a:cubicBezTo>
                  <a:pt x="1189345" y="94038"/>
                  <a:pt x="1195051" y="86718"/>
                  <a:pt x="1204136" y="78090"/>
                </a:cubicBezTo>
                <a:cubicBezTo>
                  <a:pt x="1213222" y="69462"/>
                  <a:pt x="1223692" y="65148"/>
                  <a:pt x="1235547" y="65148"/>
                </a:cubicBezTo>
                <a:cubicBezTo>
                  <a:pt x="1236101" y="65148"/>
                  <a:pt x="1237043" y="65215"/>
                  <a:pt x="1238372" y="65350"/>
                </a:cubicBezTo>
                <a:cubicBezTo>
                  <a:pt x="1239702" y="65482"/>
                  <a:pt x="1241973" y="65747"/>
                  <a:pt x="1245186" y="66145"/>
                </a:cubicBezTo>
                <a:lnTo>
                  <a:pt x="1245186" y="97722"/>
                </a:lnTo>
                <a:cubicBezTo>
                  <a:pt x="1243413" y="97324"/>
                  <a:pt x="1241779" y="97059"/>
                  <a:pt x="1240283" y="96927"/>
                </a:cubicBezTo>
                <a:cubicBezTo>
                  <a:pt x="1238788" y="96792"/>
                  <a:pt x="1237153" y="96725"/>
                  <a:pt x="1235381" y="96725"/>
                </a:cubicBezTo>
                <a:cubicBezTo>
                  <a:pt x="1220313" y="96725"/>
                  <a:pt x="1208734" y="101600"/>
                  <a:pt x="1200646" y="111350"/>
                </a:cubicBezTo>
                <a:cubicBezTo>
                  <a:pt x="1192558" y="121100"/>
                  <a:pt x="1188514" y="132290"/>
                  <a:pt x="1188514" y="144921"/>
                </a:cubicBezTo>
                <a:lnTo>
                  <a:pt x="1188514" y="247296"/>
                </a:lnTo>
                <a:lnTo>
                  <a:pt x="1158599" y="247296"/>
                </a:lnTo>
                <a:lnTo>
                  <a:pt x="1158599" y="69136"/>
                </a:lnTo>
                <a:close/>
                <a:moveTo>
                  <a:pt x="1271110" y="69136"/>
                </a:moveTo>
                <a:lnTo>
                  <a:pt x="1300692" y="69136"/>
                </a:lnTo>
                <a:lnTo>
                  <a:pt x="1300692" y="94398"/>
                </a:lnTo>
                <a:cubicBezTo>
                  <a:pt x="1307783" y="85645"/>
                  <a:pt x="1314209" y="79274"/>
                  <a:pt x="1319971" y="75286"/>
                </a:cubicBezTo>
                <a:cubicBezTo>
                  <a:pt x="1329832" y="68527"/>
                  <a:pt x="1341022" y="65148"/>
                  <a:pt x="1353542" y="65148"/>
                </a:cubicBezTo>
                <a:cubicBezTo>
                  <a:pt x="1367724" y="65148"/>
                  <a:pt x="1379136" y="68638"/>
                  <a:pt x="1387778" y="75618"/>
                </a:cubicBezTo>
                <a:cubicBezTo>
                  <a:pt x="1392653" y="79607"/>
                  <a:pt x="1397085" y="85479"/>
                  <a:pt x="1401073" y="93235"/>
                </a:cubicBezTo>
                <a:cubicBezTo>
                  <a:pt x="1407721" y="83706"/>
                  <a:pt x="1415532" y="76643"/>
                  <a:pt x="1424507" y="72045"/>
                </a:cubicBezTo>
                <a:cubicBezTo>
                  <a:pt x="1433481" y="67447"/>
                  <a:pt x="1443563" y="65148"/>
                  <a:pt x="1454754" y="65148"/>
                </a:cubicBezTo>
                <a:cubicBezTo>
                  <a:pt x="1478686" y="65148"/>
                  <a:pt x="1494973" y="73799"/>
                  <a:pt x="1503615" y="91100"/>
                </a:cubicBezTo>
                <a:cubicBezTo>
                  <a:pt x="1508268" y="100414"/>
                  <a:pt x="1510595" y="112944"/>
                  <a:pt x="1510595" y="128691"/>
                </a:cubicBezTo>
                <a:lnTo>
                  <a:pt x="1510595" y="247296"/>
                </a:lnTo>
                <a:lnTo>
                  <a:pt x="1479517" y="247296"/>
                </a:lnTo>
                <a:lnTo>
                  <a:pt x="1479517" y="123513"/>
                </a:lnTo>
                <a:cubicBezTo>
                  <a:pt x="1479517" y="111647"/>
                  <a:pt x="1476553" y="103497"/>
                  <a:pt x="1470625" y="99062"/>
                </a:cubicBezTo>
                <a:cubicBezTo>
                  <a:pt x="1464698" y="94623"/>
                  <a:pt x="1457468" y="92404"/>
                  <a:pt x="1448937" y="92404"/>
                </a:cubicBezTo>
                <a:cubicBezTo>
                  <a:pt x="1437193" y="92404"/>
                  <a:pt x="1427083" y="96342"/>
                  <a:pt x="1418607" y="104219"/>
                </a:cubicBezTo>
                <a:cubicBezTo>
                  <a:pt x="1410131" y="112092"/>
                  <a:pt x="1405893" y="125235"/>
                  <a:pt x="1405893" y="143648"/>
                </a:cubicBezTo>
                <a:lnTo>
                  <a:pt x="1405893" y="247296"/>
                </a:lnTo>
                <a:lnTo>
                  <a:pt x="1375479" y="247296"/>
                </a:lnTo>
                <a:lnTo>
                  <a:pt x="1375479" y="131002"/>
                </a:lnTo>
                <a:cubicBezTo>
                  <a:pt x="1375479" y="118911"/>
                  <a:pt x="1374039" y="110095"/>
                  <a:pt x="1371158" y="104551"/>
                </a:cubicBezTo>
                <a:cubicBezTo>
                  <a:pt x="1366616" y="96231"/>
                  <a:pt x="1358140" y="92071"/>
                  <a:pt x="1345731" y="92071"/>
                </a:cubicBezTo>
                <a:cubicBezTo>
                  <a:pt x="1334430" y="92071"/>
                  <a:pt x="1324153" y="96453"/>
                  <a:pt x="1314902" y="105216"/>
                </a:cubicBezTo>
                <a:cubicBezTo>
                  <a:pt x="1305651" y="113976"/>
                  <a:pt x="1301025" y="129835"/>
                  <a:pt x="1301025" y="152794"/>
                </a:cubicBezTo>
                <a:lnTo>
                  <a:pt x="1301025" y="247296"/>
                </a:lnTo>
                <a:lnTo>
                  <a:pt x="1271110" y="247296"/>
                </a:lnTo>
                <a:lnTo>
                  <a:pt x="1271110" y="69136"/>
                </a:lnTo>
                <a:close/>
                <a:moveTo>
                  <a:pt x="1628756" y="65148"/>
                </a:moveTo>
                <a:cubicBezTo>
                  <a:pt x="1641387" y="65148"/>
                  <a:pt x="1653630" y="68112"/>
                  <a:pt x="1665485" y="74039"/>
                </a:cubicBezTo>
                <a:cubicBezTo>
                  <a:pt x="1677340" y="79967"/>
                  <a:pt x="1686370" y="87638"/>
                  <a:pt x="1692574" y="97052"/>
                </a:cubicBezTo>
                <a:cubicBezTo>
                  <a:pt x="1698557" y="106026"/>
                  <a:pt x="1702546" y="116495"/>
                  <a:pt x="1704540" y="128457"/>
                </a:cubicBezTo>
                <a:cubicBezTo>
                  <a:pt x="1706313" y="136656"/>
                  <a:pt x="1707199" y="149789"/>
                  <a:pt x="1707199" y="167855"/>
                </a:cubicBezTo>
                <a:lnTo>
                  <a:pt x="1576737" y="167855"/>
                </a:lnTo>
                <a:cubicBezTo>
                  <a:pt x="1577291" y="185915"/>
                  <a:pt x="1581557" y="200402"/>
                  <a:pt x="1589534" y="211315"/>
                </a:cubicBezTo>
                <a:cubicBezTo>
                  <a:pt x="1597512" y="222228"/>
                  <a:pt x="1609865" y="227685"/>
                  <a:pt x="1626595" y="227685"/>
                </a:cubicBezTo>
                <a:cubicBezTo>
                  <a:pt x="1642218" y="227685"/>
                  <a:pt x="1654682" y="222580"/>
                  <a:pt x="1663989" y="212369"/>
                </a:cubicBezTo>
                <a:cubicBezTo>
                  <a:pt x="1669307" y="206442"/>
                  <a:pt x="1673074" y="199581"/>
                  <a:pt x="1675290" y="191787"/>
                </a:cubicBezTo>
                <a:lnTo>
                  <a:pt x="1704706" y="191787"/>
                </a:lnTo>
                <a:cubicBezTo>
                  <a:pt x="1703931" y="198290"/>
                  <a:pt x="1701355" y="205536"/>
                  <a:pt x="1696978" y="213527"/>
                </a:cubicBezTo>
                <a:cubicBezTo>
                  <a:pt x="1692602" y="221515"/>
                  <a:pt x="1687699" y="228043"/>
                  <a:pt x="1682270" y="233112"/>
                </a:cubicBezTo>
                <a:cubicBezTo>
                  <a:pt x="1673185" y="241931"/>
                  <a:pt x="1661939" y="247883"/>
                  <a:pt x="1648533" y="250968"/>
                </a:cubicBezTo>
                <a:cubicBezTo>
                  <a:pt x="1641331" y="252730"/>
                  <a:pt x="1633188" y="253611"/>
                  <a:pt x="1624103" y="253611"/>
                </a:cubicBezTo>
                <a:cubicBezTo>
                  <a:pt x="1601943" y="253611"/>
                  <a:pt x="1583164" y="245544"/>
                  <a:pt x="1567763" y="229409"/>
                </a:cubicBezTo>
                <a:cubicBezTo>
                  <a:pt x="1552362" y="213275"/>
                  <a:pt x="1544662" y="190679"/>
                  <a:pt x="1544662" y="161623"/>
                </a:cubicBezTo>
                <a:cubicBezTo>
                  <a:pt x="1544662" y="133014"/>
                  <a:pt x="1552418" y="109783"/>
                  <a:pt x="1567929" y="91931"/>
                </a:cubicBezTo>
                <a:cubicBezTo>
                  <a:pt x="1583441" y="74076"/>
                  <a:pt x="1603716" y="65148"/>
                  <a:pt x="1628756" y="65148"/>
                </a:cubicBezTo>
                <a:moveTo>
                  <a:pt x="1676453" y="143924"/>
                </a:moveTo>
                <a:cubicBezTo>
                  <a:pt x="1675235" y="130919"/>
                  <a:pt x="1672409" y="120527"/>
                  <a:pt x="1667978" y="112747"/>
                </a:cubicBezTo>
                <a:cubicBezTo>
                  <a:pt x="1659779" y="98298"/>
                  <a:pt x="1646095" y="91074"/>
                  <a:pt x="1626928" y="91074"/>
                </a:cubicBezTo>
                <a:cubicBezTo>
                  <a:pt x="1613189" y="91074"/>
                  <a:pt x="1601666" y="96048"/>
                  <a:pt x="1592360" y="105995"/>
                </a:cubicBezTo>
                <a:cubicBezTo>
                  <a:pt x="1583053" y="115942"/>
                  <a:pt x="1578122" y="128585"/>
                  <a:pt x="1577568" y="143924"/>
                </a:cubicBezTo>
                <a:lnTo>
                  <a:pt x="1676453" y="143924"/>
                </a:lnTo>
                <a:moveTo>
                  <a:pt x="1625931" y="64815"/>
                </a:moveTo>
                <a:lnTo>
                  <a:pt x="1625931" y="64815"/>
                </a:lnTo>
                <a:close/>
                <a:moveTo>
                  <a:pt x="1744707" y="69136"/>
                </a:moveTo>
                <a:lnTo>
                  <a:pt x="1773126" y="69136"/>
                </a:lnTo>
                <a:lnTo>
                  <a:pt x="1773126" y="100048"/>
                </a:lnTo>
                <a:cubicBezTo>
                  <a:pt x="1775453" y="94038"/>
                  <a:pt x="1781159" y="86718"/>
                  <a:pt x="1790244" y="78090"/>
                </a:cubicBezTo>
                <a:cubicBezTo>
                  <a:pt x="1799329" y="69462"/>
                  <a:pt x="1809799" y="65148"/>
                  <a:pt x="1821654" y="65148"/>
                </a:cubicBezTo>
                <a:cubicBezTo>
                  <a:pt x="1822208" y="65148"/>
                  <a:pt x="1823150" y="65215"/>
                  <a:pt x="1824480" y="65350"/>
                </a:cubicBezTo>
                <a:cubicBezTo>
                  <a:pt x="1825809" y="65482"/>
                  <a:pt x="1828081" y="65747"/>
                  <a:pt x="1831294" y="66145"/>
                </a:cubicBezTo>
                <a:lnTo>
                  <a:pt x="1831294" y="97722"/>
                </a:lnTo>
                <a:cubicBezTo>
                  <a:pt x="1829521" y="97324"/>
                  <a:pt x="1827887" y="97059"/>
                  <a:pt x="1826391" y="96927"/>
                </a:cubicBezTo>
                <a:cubicBezTo>
                  <a:pt x="1824895" y="96792"/>
                  <a:pt x="1823261" y="96725"/>
                  <a:pt x="1821488" y="96725"/>
                </a:cubicBezTo>
                <a:cubicBezTo>
                  <a:pt x="1806420" y="96725"/>
                  <a:pt x="1794842" y="101600"/>
                  <a:pt x="1786754" y="111350"/>
                </a:cubicBezTo>
                <a:cubicBezTo>
                  <a:pt x="1778666" y="121100"/>
                  <a:pt x="1774622" y="132290"/>
                  <a:pt x="1774622" y="144921"/>
                </a:cubicBezTo>
                <a:lnTo>
                  <a:pt x="1774622" y="247296"/>
                </a:lnTo>
                <a:lnTo>
                  <a:pt x="1744707" y="247296"/>
                </a:lnTo>
                <a:lnTo>
                  <a:pt x="1744707" y="69136"/>
                </a:lnTo>
                <a:close/>
                <a:moveTo>
                  <a:pt x="1875000" y="191455"/>
                </a:moveTo>
                <a:cubicBezTo>
                  <a:pt x="1875886" y="201471"/>
                  <a:pt x="1878379" y="209151"/>
                  <a:pt x="1882479" y="214493"/>
                </a:cubicBezTo>
                <a:cubicBezTo>
                  <a:pt x="1890013" y="224174"/>
                  <a:pt x="1903087" y="229015"/>
                  <a:pt x="1921700" y="229015"/>
                </a:cubicBezTo>
                <a:cubicBezTo>
                  <a:pt x="1932780" y="229015"/>
                  <a:pt x="1942530" y="226600"/>
                  <a:pt x="1950950" y="221770"/>
                </a:cubicBezTo>
                <a:cubicBezTo>
                  <a:pt x="1959371" y="216936"/>
                  <a:pt x="1963581" y="209464"/>
                  <a:pt x="1963581" y="199354"/>
                </a:cubicBezTo>
                <a:cubicBezTo>
                  <a:pt x="1963581" y="191689"/>
                  <a:pt x="1960202" y="185856"/>
                  <a:pt x="1953443" y="181857"/>
                </a:cubicBezTo>
                <a:cubicBezTo>
                  <a:pt x="1949122" y="179413"/>
                  <a:pt x="1940591" y="176582"/>
                  <a:pt x="1927849" y="173366"/>
                </a:cubicBezTo>
                <a:lnTo>
                  <a:pt x="1904084" y="167372"/>
                </a:lnTo>
                <a:cubicBezTo>
                  <a:pt x="1888905" y="163598"/>
                  <a:pt x="1877714" y="159381"/>
                  <a:pt x="1870513" y="154721"/>
                </a:cubicBezTo>
                <a:cubicBezTo>
                  <a:pt x="1857660" y="146619"/>
                  <a:pt x="1851234" y="135408"/>
                  <a:pt x="1851234" y="121088"/>
                </a:cubicBezTo>
                <a:cubicBezTo>
                  <a:pt x="1851234" y="104219"/>
                  <a:pt x="1857300" y="90569"/>
                  <a:pt x="1869432" y="80136"/>
                </a:cubicBezTo>
                <a:cubicBezTo>
                  <a:pt x="1881565" y="69701"/>
                  <a:pt x="1897879" y="64483"/>
                  <a:pt x="1918376" y="64483"/>
                </a:cubicBezTo>
                <a:cubicBezTo>
                  <a:pt x="1945189" y="64483"/>
                  <a:pt x="1964523" y="72350"/>
                  <a:pt x="1976378" y="88083"/>
                </a:cubicBezTo>
                <a:cubicBezTo>
                  <a:pt x="1983801" y="98054"/>
                  <a:pt x="1987402" y="108801"/>
                  <a:pt x="1987181" y="120324"/>
                </a:cubicBezTo>
                <a:lnTo>
                  <a:pt x="1958928" y="120324"/>
                </a:lnTo>
                <a:cubicBezTo>
                  <a:pt x="1958374" y="113638"/>
                  <a:pt x="1955992" y="107557"/>
                  <a:pt x="1951781" y="102079"/>
                </a:cubicBezTo>
                <a:cubicBezTo>
                  <a:pt x="1944912" y="94299"/>
                  <a:pt x="1933001" y="90409"/>
                  <a:pt x="1916050" y="90409"/>
                </a:cubicBezTo>
                <a:cubicBezTo>
                  <a:pt x="1904749" y="90409"/>
                  <a:pt x="1896190" y="92561"/>
                  <a:pt x="1890373" y="96865"/>
                </a:cubicBezTo>
                <a:cubicBezTo>
                  <a:pt x="1884556" y="101165"/>
                  <a:pt x="1881648" y="106845"/>
                  <a:pt x="1881648" y="113905"/>
                </a:cubicBezTo>
                <a:cubicBezTo>
                  <a:pt x="1881648" y="121626"/>
                  <a:pt x="1885470" y="127803"/>
                  <a:pt x="1893115" y="132435"/>
                </a:cubicBezTo>
                <a:cubicBezTo>
                  <a:pt x="1897547" y="135191"/>
                  <a:pt x="1904084" y="137624"/>
                  <a:pt x="1912726" y="139732"/>
                </a:cubicBezTo>
                <a:lnTo>
                  <a:pt x="1932503" y="144562"/>
                </a:lnTo>
                <a:cubicBezTo>
                  <a:pt x="1953997" y="149780"/>
                  <a:pt x="1968401" y="154830"/>
                  <a:pt x="1975713" y="159712"/>
                </a:cubicBezTo>
                <a:cubicBezTo>
                  <a:pt x="1987347" y="167371"/>
                  <a:pt x="1993163" y="179413"/>
                  <a:pt x="1993163" y="195838"/>
                </a:cubicBezTo>
                <a:cubicBezTo>
                  <a:pt x="1993163" y="211710"/>
                  <a:pt x="1987153" y="225417"/>
                  <a:pt x="1975131" y="236961"/>
                </a:cubicBezTo>
                <a:cubicBezTo>
                  <a:pt x="1963110" y="248504"/>
                  <a:pt x="1944801" y="254276"/>
                  <a:pt x="1920205" y="254276"/>
                </a:cubicBezTo>
                <a:cubicBezTo>
                  <a:pt x="1893724" y="254276"/>
                  <a:pt x="1874972" y="248250"/>
                  <a:pt x="1863948" y="236197"/>
                </a:cubicBezTo>
                <a:cubicBezTo>
                  <a:pt x="1852924" y="224145"/>
                  <a:pt x="1847024" y="209231"/>
                  <a:pt x="1846248" y="191455"/>
                </a:cubicBezTo>
                <a:lnTo>
                  <a:pt x="1875000" y="191455"/>
                </a:lnTo>
                <a:moveTo>
                  <a:pt x="1919207" y="64815"/>
                </a:moveTo>
                <a:lnTo>
                  <a:pt x="1919207" y="648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C6DA7-0738-4C48-93C1-129DC96F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190" y="1073820"/>
            <a:ext cx="378182" cy="378182"/>
          </a:xfrm>
          <a:custGeom xmlns:a="http://schemas.openxmlformats.org/drawingml/2006/main">
            <a:pathLst>
              <a:path w="378182" h="378182">
                <a:moveTo>
                  <a:pt x="187540" y="6"/>
                </a:moveTo>
                <a:lnTo>
                  <a:pt x="185990" y="25"/>
                </a:lnTo>
                <a:lnTo>
                  <a:pt x="184441" y="57"/>
                </a:lnTo>
                <a:lnTo>
                  <a:pt x="182893" y="101"/>
                </a:lnTo>
                <a:lnTo>
                  <a:pt x="181347" y="158"/>
                </a:lnTo>
                <a:lnTo>
                  <a:pt x="179802" y="227"/>
                </a:lnTo>
                <a:lnTo>
                  <a:pt x="178258" y="309"/>
                </a:lnTo>
                <a:lnTo>
                  <a:pt x="176715" y="404"/>
                </a:lnTo>
                <a:lnTo>
                  <a:pt x="175174" y="511"/>
                </a:lnTo>
                <a:lnTo>
                  <a:pt x="173633" y="631"/>
                </a:lnTo>
                <a:lnTo>
                  <a:pt x="172095" y="763"/>
                </a:lnTo>
                <a:lnTo>
                  <a:pt x="170557" y="908"/>
                </a:lnTo>
                <a:lnTo>
                  <a:pt x="169020" y="1066"/>
                </a:lnTo>
                <a:lnTo>
                  <a:pt x="167485" y="1236"/>
                </a:lnTo>
                <a:lnTo>
                  <a:pt x="165951" y="1419"/>
                </a:lnTo>
                <a:lnTo>
                  <a:pt x="164418" y="1615"/>
                </a:lnTo>
                <a:lnTo>
                  <a:pt x="162887" y="1823"/>
                </a:lnTo>
                <a:lnTo>
                  <a:pt x="161357" y="2044"/>
                </a:lnTo>
                <a:lnTo>
                  <a:pt x="159828" y="2277"/>
                </a:lnTo>
                <a:lnTo>
                  <a:pt x="158300" y="2523"/>
                </a:lnTo>
                <a:lnTo>
                  <a:pt x="156773" y="2782"/>
                </a:lnTo>
                <a:lnTo>
                  <a:pt x="155248" y="3053"/>
                </a:lnTo>
                <a:lnTo>
                  <a:pt x="153724" y="3337"/>
                </a:lnTo>
                <a:lnTo>
                  <a:pt x="152201" y="3633"/>
                </a:lnTo>
                <a:lnTo>
                  <a:pt x="150681" y="3942"/>
                </a:lnTo>
                <a:lnTo>
                  <a:pt x="149164" y="4263"/>
                </a:lnTo>
                <a:lnTo>
                  <a:pt x="147651" y="4596"/>
                </a:lnTo>
                <a:lnTo>
                  <a:pt x="146142" y="4941"/>
                </a:lnTo>
                <a:lnTo>
                  <a:pt x="144636" y="5299"/>
                </a:lnTo>
                <a:lnTo>
                  <a:pt x="143135" y="5668"/>
                </a:lnTo>
                <a:lnTo>
                  <a:pt x="141636" y="6050"/>
                </a:lnTo>
                <a:lnTo>
                  <a:pt x="140142" y="6444"/>
                </a:lnTo>
                <a:lnTo>
                  <a:pt x="138651" y="6850"/>
                </a:lnTo>
                <a:lnTo>
                  <a:pt x="137164" y="7268"/>
                </a:lnTo>
                <a:lnTo>
                  <a:pt x="135680" y="7698"/>
                </a:lnTo>
                <a:lnTo>
                  <a:pt x="134200" y="8140"/>
                </a:lnTo>
                <a:lnTo>
                  <a:pt x="132724" y="8595"/>
                </a:lnTo>
                <a:lnTo>
                  <a:pt x="131252" y="9061"/>
                </a:lnTo>
                <a:lnTo>
                  <a:pt x="129783" y="9540"/>
                </a:lnTo>
                <a:lnTo>
                  <a:pt x="128318" y="10031"/>
                </a:lnTo>
                <a:lnTo>
                  <a:pt x="126856" y="10533"/>
                </a:lnTo>
                <a:lnTo>
                  <a:pt x="125398" y="11049"/>
                </a:lnTo>
                <a:lnTo>
                  <a:pt x="123944" y="11576"/>
                </a:lnTo>
                <a:lnTo>
                  <a:pt x="122494" y="12115"/>
                </a:lnTo>
                <a:lnTo>
                  <a:pt x="121047" y="12667"/>
                </a:lnTo>
                <a:lnTo>
                  <a:pt x="119604" y="13230"/>
                </a:lnTo>
                <a:lnTo>
                  <a:pt x="118165" y="13806"/>
                </a:lnTo>
                <a:lnTo>
                  <a:pt x="116729" y="14394"/>
                </a:lnTo>
                <a:lnTo>
                  <a:pt x="115298" y="14993"/>
                </a:lnTo>
                <a:lnTo>
                  <a:pt x="113873" y="15604"/>
                </a:lnTo>
                <a:lnTo>
                  <a:pt x="112454" y="16226"/>
                </a:lnTo>
                <a:lnTo>
                  <a:pt x="111042" y="16859"/>
                </a:lnTo>
                <a:lnTo>
                  <a:pt x="109635" y="17503"/>
                </a:lnTo>
                <a:lnTo>
                  <a:pt x="108234" y="18158"/>
                </a:lnTo>
                <a:lnTo>
                  <a:pt x="106839" y="18825"/>
                </a:lnTo>
                <a:lnTo>
                  <a:pt x="105450" y="19503"/>
                </a:lnTo>
                <a:lnTo>
                  <a:pt x="104066" y="20192"/>
                </a:lnTo>
                <a:lnTo>
                  <a:pt x="102689" y="20892"/>
                </a:lnTo>
                <a:lnTo>
                  <a:pt x="101318" y="21603"/>
                </a:lnTo>
                <a:lnTo>
                  <a:pt x="99953" y="22326"/>
                </a:lnTo>
                <a:lnTo>
                  <a:pt x="98594" y="23059"/>
                </a:lnTo>
                <a:lnTo>
                  <a:pt x="97241" y="23804"/>
                </a:lnTo>
                <a:lnTo>
                  <a:pt x="95894" y="24560"/>
                </a:lnTo>
                <a:lnTo>
                  <a:pt x="94552" y="25327"/>
                </a:lnTo>
                <a:lnTo>
                  <a:pt x="93217" y="26106"/>
                </a:lnTo>
                <a:lnTo>
                  <a:pt x="91888" y="26895"/>
                </a:lnTo>
                <a:lnTo>
                  <a:pt x="90565" y="27696"/>
                </a:lnTo>
                <a:lnTo>
                  <a:pt x="89247" y="28508"/>
                </a:lnTo>
                <a:lnTo>
                  <a:pt x="87936" y="29331"/>
                </a:lnTo>
                <a:lnTo>
                  <a:pt x="86631" y="30165"/>
                </a:lnTo>
                <a:lnTo>
                  <a:pt x="85331" y="31011"/>
                </a:lnTo>
                <a:lnTo>
                  <a:pt x="84038" y="31868"/>
                </a:lnTo>
                <a:lnTo>
                  <a:pt x="82751" y="32735"/>
                </a:lnTo>
                <a:lnTo>
                  <a:pt x="81473" y="33612"/>
                </a:lnTo>
                <a:lnTo>
                  <a:pt x="80203" y="34498"/>
                </a:lnTo>
                <a:lnTo>
                  <a:pt x="78940" y="35395"/>
                </a:lnTo>
                <a:lnTo>
                  <a:pt x="77686" y="36301"/>
                </a:lnTo>
                <a:lnTo>
                  <a:pt x="76440" y="37217"/>
                </a:lnTo>
                <a:lnTo>
                  <a:pt x="75202" y="38143"/>
                </a:lnTo>
                <a:lnTo>
                  <a:pt x="73972" y="39079"/>
                </a:lnTo>
                <a:lnTo>
                  <a:pt x="72750" y="40025"/>
                </a:lnTo>
                <a:lnTo>
                  <a:pt x="71536" y="40980"/>
                </a:lnTo>
                <a:lnTo>
                  <a:pt x="70330" y="41945"/>
                </a:lnTo>
                <a:lnTo>
                  <a:pt x="69132" y="42920"/>
                </a:lnTo>
                <a:lnTo>
                  <a:pt x="67942" y="43905"/>
                </a:lnTo>
                <a:lnTo>
                  <a:pt x="66760" y="44899"/>
                </a:lnTo>
                <a:lnTo>
                  <a:pt x="65586" y="45904"/>
                </a:lnTo>
                <a:lnTo>
                  <a:pt x="64420" y="46918"/>
                </a:lnTo>
                <a:lnTo>
                  <a:pt x="63263" y="47942"/>
                </a:lnTo>
                <a:lnTo>
                  <a:pt x="62113" y="48975"/>
                </a:lnTo>
                <a:lnTo>
                  <a:pt x="60971" y="50019"/>
                </a:lnTo>
                <a:lnTo>
                  <a:pt x="59838" y="51072"/>
                </a:lnTo>
                <a:lnTo>
                  <a:pt x="58712" y="52135"/>
                </a:lnTo>
                <a:lnTo>
                  <a:pt x="57594" y="53208"/>
                </a:lnTo>
                <a:lnTo>
                  <a:pt x="56485" y="54291"/>
                </a:lnTo>
                <a:lnTo>
                  <a:pt x="55384" y="55384"/>
                </a:lnTo>
                <a:lnTo>
                  <a:pt x="54291" y="56485"/>
                </a:lnTo>
                <a:lnTo>
                  <a:pt x="53208" y="57594"/>
                </a:lnTo>
                <a:lnTo>
                  <a:pt x="52135" y="58712"/>
                </a:lnTo>
                <a:lnTo>
                  <a:pt x="51072" y="59838"/>
                </a:lnTo>
                <a:lnTo>
                  <a:pt x="50019" y="60971"/>
                </a:lnTo>
                <a:lnTo>
                  <a:pt x="48975" y="62113"/>
                </a:lnTo>
                <a:lnTo>
                  <a:pt x="47942" y="63263"/>
                </a:lnTo>
                <a:lnTo>
                  <a:pt x="46918" y="64420"/>
                </a:lnTo>
                <a:lnTo>
                  <a:pt x="45904" y="65586"/>
                </a:lnTo>
                <a:lnTo>
                  <a:pt x="44899" y="66760"/>
                </a:lnTo>
                <a:lnTo>
                  <a:pt x="43905" y="67942"/>
                </a:lnTo>
                <a:lnTo>
                  <a:pt x="42920" y="69132"/>
                </a:lnTo>
                <a:lnTo>
                  <a:pt x="41945" y="70330"/>
                </a:lnTo>
                <a:lnTo>
                  <a:pt x="40980" y="71536"/>
                </a:lnTo>
                <a:lnTo>
                  <a:pt x="40025" y="72750"/>
                </a:lnTo>
                <a:lnTo>
                  <a:pt x="39079" y="73972"/>
                </a:lnTo>
                <a:lnTo>
                  <a:pt x="38143" y="75202"/>
                </a:lnTo>
                <a:lnTo>
                  <a:pt x="37217" y="76440"/>
                </a:lnTo>
                <a:lnTo>
                  <a:pt x="36301" y="77686"/>
                </a:lnTo>
                <a:lnTo>
                  <a:pt x="35395" y="78940"/>
                </a:lnTo>
                <a:lnTo>
                  <a:pt x="34498" y="80203"/>
                </a:lnTo>
                <a:lnTo>
                  <a:pt x="33612" y="81473"/>
                </a:lnTo>
                <a:lnTo>
                  <a:pt x="32735" y="82751"/>
                </a:lnTo>
                <a:lnTo>
                  <a:pt x="31868" y="84038"/>
                </a:lnTo>
                <a:lnTo>
                  <a:pt x="31011" y="85331"/>
                </a:lnTo>
                <a:lnTo>
                  <a:pt x="30165" y="86631"/>
                </a:lnTo>
                <a:lnTo>
                  <a:pt x="29331" y="87936"/>
                </a:lnTo>
                <a:lnTo>
                  <a:pt x="28508" y="89247"/>
                </a:lnTo>
                <a:lnTo>
                  <a:pt x="27696" y="90565"/>
                </a:lnTo>
                <a:lnTo>
                  <a:pt x="26895" y="91888"/>
                </a:lnTo>
                <a:lnTo>
                  <a:pt x="26106" y="93217"/>
                </a:lnTo>
                <a:lnTo>
                  <a:pt x="25327" y="94552"/>
                </a:lnTo>
                <a:lnTo>
                  <a:pt x="24560" y="95894"/>
                </a:lnTo>
                <a:lnTo>
                  <a:pt x="23804" y="97241"/>
                </a:lnTo>
                <a:lnTo>
                  <a:pt x="23059" y="98594"/>
                </a:lnTo>
                <a:lnTo>
                  <a:pt x="22326" y="99953"/>
                </a:lnTo>
                <a:lnTo>
                  <a:pt x="21603" y="101318"/>
                </a:lnTo>
                <a:lnTo>
                  <a:pt x="20892" y="102689"/>
                </a:lnTo>
                <a:lnTo>
                  <a:pt x="20192" y="104066"/>
                </a:lnTo>
                <a:lnTo>
                  <a:pt x="19503" y="105450"/>
                </a:lnTo>
                <a:lnTo>
                  <a:pt x="18825" y="106839"/>
                </a:lnTo>
                <a:lnTo>
                  <a:pt x="18158" y="108234"/>
                </a:lnTo>
                <a:lnTo>
                  <a:pt x="17503" y="109635"/>
                </a:lnTo>
                <a:lnTo>
                  <a:pt x="16859" y="111042"/>
                </a:lnTo>
                <a:lnTo>
                  <a:pt x="16226" y="112454"/>
                </a:lnTo>
                <a:lnTo>
                  <a:pt x="15604" y="113873"/>
                </a:lnTo>
                <a:lnTo>
                  <a:pt x="14993" y="115298"/>
                </a:lnTo>
                <a:lnTo>
                  <a:pt x="14394" y="116729"/>
                </a:lnTo>
                <a:lnTo>
                  <a:pt x="13806" y="118165"/>
                </a:lnTo>
                <a:lnTo>
                  <a:pt x="13230" y="119604"/>
                </a:lnTo>
                <a:lnTo>
                  <a:pt x="12667" y="121047"/>
                </a:lnTo>
                <a:lnTo>
                  <a:pt x="12115" y="122494"/>
                </a:lnTo>
                <a:lnTo>
                  <a:pt x="11576" y="123944"/>
                </a:lnTo>
                <a:lnTo>
                  <a:pt x="11049" y="125398"/>
                </a:lnTo>
                <a:lnTo>
                  <a:pt x="10533" y="126856"/>
                </a:lnTo>
                <a:lnTo>
                  <a:pt x="10031" y="128318"/>
                </a:lnTo>
                <a:lnTo>
                  <a:pt x="9540" y="129783"/>
                </a:lnTo>
                <a:lnTo>
                  <a:pt x="9061" y="131252"/>
                </a:lnTo>
                <a:lnTo>
                  <a:pt x="8595" y="132724"/>
                </a:lnTo>
                <a:lnTo>
                  <a:pt x="8140" y="134200"/>
                </a:lnTo>
                <a:lnTo>
                  <a:pt x="7698" y="135680"/>
                </a:lnTo>
                <a:lnTo>
                  <a:pt x="7268" y="137164"/>
                </a:lnTo>
                <a:lnTo>
                  <a:pt x="6850" y="138651"/>
                </a:lnTo>
                <a:lnTo>
                  <a:pt x="6444" y="140142"/>
                </a:lnTo>
                <a:lnTo>
                  <a:pt x="6050" y="141636"/>
                </a:lnTo>
                <a:lnTo>
                  <a:pt x="5668" y="143135"/>
                </a:lnTo>
                <a:lnTo>
                  <a:pt x="5299" y="144637"/>
                </a:lnTo>
                <a:lnTo>
                  <a:pt x="4941" y="146142"/>
                </a:lnTo>
                <a:lnTo>
                  <a:pt x="4596" y="147651"/>
                </a:lnTo>
                <a:lnTo>
                  <a:pt x="4263" y="149164"/>
                </a:lnTo>
                <a:lnTo>
                  <a:pt x="3942" y="150681"/>
                </a:lnTo>
                <a:lnTo>
                  <a:pt x="3633" y="152201"/>
                </a:lnTo>
                <a:lnTo>
                  <a:pt x="3337" y="153724"/>
                </a:lnTo>
                <a:lnTo>
                  <a:pt x="3053" y="155248"/>
                </a:lnTo>
                <a:lnTo>
                  <a:pt x="2782" y="156773"/>
                </a:lnTo>
                <a:lnTo>
                  <a:pt x="2523" y="158300"/>
                </a:lnTo>
                <a:lnTo>
                  <a:pt x="2277" y="159828"/>
                </a:lnTo>
                <a:lnTo>
                  <a:pt x="2044" y="161357"/>
                </a:lnTo>
                <a:lnTo>
                  <a:pt x="1823" y="162887"/>
                </a:lnTo>
                <a:lnTo>
                  <a:pt x="1615" y="164418"/>
                </a:lnTo>
                <a:lnTo>
                  <a:pt x="1419" y="165951"/>
                </a:lnTo>
                <a:lnTo>
                  <a:pt x="1236" y="167485"/>
                </a:lnTo>
                <a:lnTo>
                  <a:pt x="1066" y="169020"/>
                </a:lnTo>
                <a:lnTo>
                  <a:pt x="908" y="170557"/>
                </a:lnTo>
                <a:lnTo>
                  <a:pt x="763" y="172095"/>
                </a:lnTo>
                <a:lnTo>
                  <a:pt x="631" y="173633"/>
                </a:lnTo>
                <a:lnTo>
                  <a:pt x="511" y="175174"/>
                </a:lnTo>
                <a:lnTo>
                  <a:pt x="404" y="176715"/>
                </a:lnTo>
                <a:lnTo>
                  <a:pt x="309" y="178258"/>
                </a:lnTo>
                <a:lnTo>
                  <a:pt x="227" y="179802"/>
                </a:lnTo>
                <a:lnTo>
                  <a:pt x="158" y="181347"/>
                </a:lnTo>
                <a:lnTo>
                  <a:pt x="101" y="182893"/>
                </a:lnTo>
                <a:lnTo>
                  <a:pt x="57" y="184441"/>
                </a:lnTo>
                <a:lnTo>
                  <a:pt x="25" y="185990"/>
                </a:lnTo>
                <a:lnTo>
                  <a:pt x="6" y="187540"/>
                </a:lnTo>
                <a:lnTo>
                  <a:pt x="0" y="189091"/>
                </a:lnTo>
                <a:lnTo>
                  <a:pt x="6" y="190643"/>
                </a:lnTo>
                <a:lnTo>
                  <a:pt x="25" y="192193"/>
                </a:lnTo>
                <a:lnTo>
                  <a:pt x="57" y="193742"/>
                </a:lnTo>
                <a:lnTo>
                  <a:pt x="101" y="195289"/>
                </a:lnTo>
                <a:lnTo>
                  <a:pt x="158" y="196836"/>
                </a:lnTo>
                <a:lnTo>
                  <a:pt x="227" y="198381"/>
                </a:lnTo>
                <a:lnTo>
                  <a:pt x="309" y="199925"/>
                </a:lnTo>
                <a:lnTo>
                  <a:pt x="404" y="201467"/>
                </a:lnTo>
                <a:lnTo>
                  <a:pt x="511" y="203009"/>
                </a:lnTo>
                <a:lnTo>
                  <a:pt x="631" y="204549"/>
                </a:lnTo>
                <a:lnTo>
                  <a:pt x="763" y="206088"/>
                </a:lnTo>
                <a:lnTo>
                  <a:pt x="908" y="207626"/>
                </a:lnTo>
                <a:lnTo>
                  <a:pt x="1066" y="209162"/>
                </a:lnTo>
                <a:lnTo>
                  <a:pt x="1236" y="210697"/>
                </a:lnTo>
                <a:lnTo>
                  <a:pt x="1419" y="212231"/>
                </a:lnTo>
                <a:lnTo>
                  <a:pt x="1615" y="213764"/>
                </a:lnTo>
                <a:lnTo>
                  <a:pt x="1823" y="215295"/>
                </a:lnTo>
                <a:lnTo>
                  <a:pt x="2044" y="216826"/>
                </a:lnTo>
                <a:lnTo>
                  <a:pt x="2277" y="218355"/>
                </a:lnTo>
                <a:lnTo>
                  <a:pt x="2523" y="219882"/>
                </a:lnTo>
                <a:lnTo>
                  <a:pt x="2782" y="221409"/>
                </a:lnTo>
                <a:lnTo>
                  <a:pt x="3053" y="222934"/>
                </a:lnTo>
                <a:lnTo>
                  <a:pt x="3337" y="224458"/>
                </a:lnTo>
                <a:lnTo>
                  <a:pt x="3633" y="225981"/>
                </a:lnTo>
                <a:lnTo>
                  <a:pt x="3942" y="227501"/>
                </a:lnTo>
                <a:lnTo>
                  <a:pt x="4263" y="229018"/>
                </a:lnTo>
                <a:lnTo>
                  <a:pt x="4596" y="230531"/>
                </a:lnTo>
                <a:lnTo>
                  <a:pt x="4941" y="232040"/>
                </a:lnTo>
                <a:lnTo>
                  <a:pt x="5299" y="233546"/>
                </a:lnTo>
                <a:lnTo>
                  <a:pt x="5668" y="235048"/>
                </a:lnTo>
                <a:lnTo>
                  <a:pt x="6050" y="236546"/>
                </a:lnTo>
                <a:lnTo>
                  <a:pt x="6444" y="238041"/>
                </a:lnTo>
                <a:lnTo>
                  <a:pt x="6850" y="239532"/>
                </a:lnTo>
                <a:lnTo>
                  <a:pt x="7268" y="241019"/>
                </a:lnTo>
                <a:lnTo>
                  <a:pt x="7698" y="242502"/>
                </a:lnTo>
                <a:lnTo>
                  <a:pt x="8140" y="243982"/>
                </a:lnTo>
                <a:lnTo>
                  <a:pt x="8595" y="245458"/>
                </a:lnTo>
                <a:lnTo>
                  <a:pt x="9061" y="246931"/>
                </a:lnTo>
                <a:lnTo>
                  <a:pt x="9540" y="248400"/>
                </a:lnTo>
                <a:lnTo>
                  <a:pt x="10031" y="249865"/>
                </a:lnTo>
                <a:lnTo>
                  <a:pt x="10533" y="251326"/>
                </a:lnTo>
                <a:lnTo>
                  <a:pt x="11049" y="252784"/>
                </a:lnTo>
                <a:lnTo>
                  <a:pt x="11576" y="254238"/>
                </a:lnTo>
                <a:lnTo>
                  <a:pt x="12115" y="255688"/>
                </a:lnTo>
                <a:lnTo>
                  <a:pt x="12667" y="257135"/>
                </a:lnTo>
                <a:lnTo>
                  <a:pt x="13230" y="258578"/>
                </a:lnTo>
                <a:lnTo>
                  <a:pt x="13806" y="260018"/>
                </a:lnTo>
                <a:lnTo>
                  <a:pt x="14394" y="261453"/>
                </a:lnTo>
                <a:lnTo>
                  <a:pt x="14993" y="262884"/>
                </a:lnTo>
                <a:lnTo>
                  <a:pt x="15604" y="264309"/>
                </a:lnTo>
                <a:lnTo>
                  <a:pt x="16226" y="265728"/>
                </a:lnTo>
                <a:lnTo>
                  <a:pt x="16859" y="267141"/>
                </a:lnTo>
                <a:lnTo>
                  <a:pt x="17503" y="268548"/>
                </a:lnTo>
                <a:lnTo>
                  <a:pt x="18158" y="269949"/>
                </a:lnTo>
                <a:lnTo>
                  <a:pt x="18825" y="271344"/>
                </a:lnTo>
                <a:lnTo>
                  <a:pt x="19503" y="272733"/>
                </a:lnTo>
                <a:lnTo>
                  <a:pt x="20192" y="274116"/>
                </a:lnTo>
                <a:lnTo>
                  <a:pt x="20892" y="275493"/>
                </a:lnTo>
                <a:lnTo>
                  <a:pt x="21603" y="276864"/>
                </a:lnTo>
                <a:lnTo>
                  <a:pt x="22326" y="278229"/>
                </a:lnTo>
                <a:lnTo>
                  <a:pt x="23059" y="279588"/>
                </a:lnTo>
                <a:lnTo>
                  <a:pt x="23804" y="280942"/>
                </a:lnTo>
                <a:lnTo>
                  <a:pt x="24560" y="282289"/>
                </a:lnTo>
                <a:lnTo>
                  <a:pt x="25327" y="283630"/>
                </a:lnTo>
                <a:lnTo>
                  <a:pt x="26106" y="284965"/>
                </a:lnTo>
                <a:lnTo>
                  <a:pt x="26895" y="286294"/>
                </a:lnTo>
                <a:lnTo>
                  <a:pt x="27696" y="287618"/>
                </a:lnTo>
                <a:lnTo>
                  <a:pt x="28508" y="288935"/>
                </a:lnTo>
                <a:lnTo>
                  <a:pt x="29331" y="290246"/>
                </a:lnTo>
                <a:lnTo>
                  <a:pt x="30165" y="291552"/>
                </a:lnTo>
                <a:lnTo>
                  <a:pt x="31011" y="292851"/>
                </a:lnTo>
                <a:lnTo>
                  <a:pt x="31868" y="294145"/>
                </a:lnTo>
                <a:lnTo>
                  <a:pt x="32735" y="295431"/>
                </a:lnTo>
                <a:lnTo>
                  <a:pt x="33612" y="296709"/>
                </a:lnTo>
                <a:lnTo>
                  <a:pt x="34498" y="297980"/>
                </a:lnTo>
                <a:lnTo>
                  <a:pt x="35395" y="299242"/>
                </a:lnTo>
                <a:lnTo>
                  <a:pt x="36301" y="300496"/>
                </a:lnTo>
                <a:lnTo>
                  <a:pt x="37217" y="301742"/>
                </a:lnTo>
                <a:lnTo>
                  <a:pt x="38143" y="302981"/>
                </a:lnTo>
                <a:lnTo>
                  <a:pt x="39079" y="304211"/>
                </a:lnTo>
                <a:lnTo>
                  <a:pt x="40025" y="305433"/>
                </a:lnTo>
                <a:lnTo>
                  <a:pt x="40980" y="306647"/>
                </a:lnTo>
                <a:lnTo>
                  <a:pt x="41945" y="307853"/>
                </a:lnTo>
                <a:lnTo>
                  <a:pt x="42920" y="309051"/>
                </a:lnTo>
                <a:lnTo>
                  <a:pt x="43905" y="310241"/>
                </a:lnTo>
                <a:lnTo>
                  <a:pt x="44899" y="311423"/>
                </a:lnTo>
                <a:lnTo>
                  <a:pt x="45904" y="312596"/>
                </a:lnTo>
                <a:lnTo>
                  <a:pt x="46918" y="313762"/>
                </a:lnTo>
                <a:lnTo>
                  <a:pt x="47942" y="314920"/>
                </a:lnTo>
                <a:lnTo>
                  <a:pt x="48975" y="316070"/>
                </a:lnTo>
                <a:lnTo>
                  <a:pt x="50019" y="317211"/>
                </a:lnTo>
                <a:lnTo>
                  <a:pt x="51072" y="318345"/>
                </a:lnTo>
                <a:lnTo>
                  <a:pt x="52135" y="319470"/>
                </a:lnTo>
                <a:lnTo>
                  <a:pt x="53208" y="320588"/>
                </a:lnTo>
                <a:lnTo>
                  <a:pt x="54291" y="321697"/>
                </a:lnTo>
                <a:lnTo>
                  <a:pt x="55384" y="322799"/>
                </a:lnTo>
                <a:lnTo>
                  <a:pt x="56485" y="323891"/>
                </a:lnTo>
                <a:lnTo>
                  <a:pt x="57594" y="324974"/>
                </a:lnTo>
                <a:lnTo>
                  <a:pt x="58712" y="326047"/>
                </a:lnTo>
                <a:lnTo>
                  <a:pt x="59838" y="327110"/>
                </a:lnTo>
                <a:lnTo>
                  <a:pt x="60971" y="328164"/>
                </a:lnTo>
                <a:lnTo>
                  <a:pt x="62113" y="329207"/>
                </a:lnTo>
                <a:lnTo>
                  <a:pt x="63263" y="330241"/>
                </a:lnTo>
                <a:lnTo>
                  <a:pt x="64420" y="331265"/>
                </a:lnTo>
                <a:lnTo>
                  <a:pt x="65586" y="332279"/>
                </a:lnTo>
                <a:lnTo>
                  <a:pt x="66760" y="333283"/>
                </a:lnTo>
                <a:lnTo>
                  <a:pt x="67942" y="334278"/>
                </a:lnTo>
                <a:lnTo>
                  <a:pt x="69132" y="335262"/>
                </a:lnTo>
                <a:lnTo>
                  <a:pt x="70330" y="336237"/>
                </a:lnTo>
                <a:lnTo>
                  <a:pt x="71536" y="337202"/>
                </a:lnTo>
                <a:lnTo>
                  <a:pt x="72750" y="338158"/>
                </a:lnTo>
                <a:lnTo>
                  <a:pt x="73972" y="339103"/>
                </a:lnTo>
                <a:lnTo>
                  <a:pt x="75202" y="340039"/>
                </a:lnTo>
                <a:lnTo>
                  <a:pt x="76440" y="340965"/>
                </a:lnTo>
                <a:lnTo>
                  <a:pt x="77686" y="341881"/>
                </a:lnTo>
                <a:lnTo>
                  <a:pt x="78940" y="342787"/>
                </a:lnTo>
                <a:lnTo>
                  <a:pt x="80203" y="343684"/>
                </a:lnTo>
                <a:lnTo>
                  <a:pt x="81473" y="344571"/>
                </a:lnTo>
                <a:lnTo>
                  <a:pt x="82751" y="345448"/>
                </a:lnTo>
                <a:lnTo>
                  <a:pt x="84038" y="346315"/>
                </a:lnTo>
                <a:lnTo>
                  <a:pt x="85331" y="347171"/>
                </a:lnTo>
                <a:lnTo>
                  <a:pt x="86631" y="348017"/>
                </a:lnTo>
                <a:lnTo>
                  <a:pt x="87936" y="348851"/>
                </a:lnTo>
                <a:lnTo>
                  <a:pt x="89247" y="349674"/>
                </a:lnTo>
                <a:lnTo>
                  <a:pt x="90565" y="350486"/>
                </a:lnTo>
                <a:lnTo>
                  <a:pt x="91888" y="351287"/>
                </a:lnTo>
                <a:lnTo>
                  <a:pt x="93217" y="352077"/>
                </a:lnTo>
                <a:lnTo>
                  <a:pt x="94552" y="352855"/>
                </a:lnTo>
                <a:lnTo>
                  <a:pt x="95894" y="353622"/>
                </a:lnTo>
                <a:lnTo>
                  <a:pt x="97241" y="354378"/>
                </a:lnTo>
                <a:lnTo>
                  <a:pt x="98594" y="355123"/>
                </a:lnTo>
                <a:lnTo>
                  <a:pt x="99953" y="355857"/>
                </a:lnTo>
                <a:lnTo>
                  <a:pt x="101318" y="356579"/>
                </a:lnTo>
                <a:lnTo>
                  <a:pt x="102689" y="357290"/>
                </a:lnTo>
                <a:lnTo>
                  <a:pt x="104066" y="357991"/>
                </a:lnTo>
                <a:lnTo>
                  <a:pt x="105450" y="358680"/>
                </a:lnTo>
                <a:lnTo>
                  <a:pt x="106839" y="359357"/>
                </a:lnTo>
                <a:lnTo>
                  <a:pt x="108234" y="360024"/>
                </a:lnTo>
                <a:lnTo>
                  <a:pt x="109635" y="360679"/>
                </a:lnTo>
                <a:lnTo>
                  <a:pt x="111042" y="361324"/>
                </a:lnTo>
                <a:lnTo>
                  <a:pt x="112454" y="361957"/>
                </a:lnTo>
                <a:lnTo>
                  <a:pt x="113873" y="362578"/>
                </a:lnTo>
                <a:lnTo>
                  <a:pt x="115298" y="363189"/>
                </a:lnTo>
                <a:lnTo>
                  <a:pt x="116729" y="363789"/>
                </a:lnTo>
                <a:lnTo>
                  <a:pt x="118165" y="364377"/>
                </a:lnTo>
                <a:lnTo>
                  <a:pt x="119604" y="364952"/>
                </a:lnTo>
                <a:lnTo>
                  <a:pt x="121047" y="365516"/>
                </a:lnTo>
                <a:lnTo>
                  <a:pt x="122494" y="366067"/>
                </a:lnTo>
                <a:lnTo>
                  <a:pt x="123944" y="366607"/>
                </a:lnTo>
                <a:lnTo>
                  <a:pt x="125398" y="367134"/>
                </a:lnTo>
                <a:lnTo>
                  <a:pt x="126856" y="367649"/>
                </a:lnTo>
                <a:lnTo>
                  <a:pt x="128318" y="368152"/>
                </a:lnTo>
                <a:lnTo>
                  <a:pt x="129783" y="368643"/>
                </a:lnTo>
                <a:lnTo>
                  <a:pt x="131252" y="369121"/>
                </a:lnTo>
                <a:lnTo>
                  <a:pt x="132724" y="369588"/>
                </a:lnTo>
                <a:lnTo>
                  <a:pt x="134200" y="370042"/>
                </a:lnTo>
                <a:lnTo>
                  <a:pt x="135680" y="370485"/>
                </a:lnTo>
                <a:lnTo>
                  <a:pt x="137164" y="370915"/>
                </a:lnTo>
                <a:lnTo>
                  <a:pt x="138651" y="371333"/>
                </a:lnTo>
                <a:lnTo>
                  <a:pt x="140142" y="371739"/>
                </a:lnTo>
                <a:lnTo>
                  <a:pt x="141636" y="372132"/>
                </a:lnTo>
                <a:lnTo>
                  <a:pt x="143135" y="372514"/>
                </a:lnTo>
                <a:lnTo>
                  <a:pt x="144637" y="372884"/>
                </a:lnTo>
                <a:lnTo>
                  <a:pt x="146142" y="373241"/>
                </a:lnTo>
                <a:lnTo>
                  <a:pt x="147651" y="373586"/>
                </a:lnTo>
                <a:lnTo>
                  <a:pt x="149164" y="373919"/>
                </a:lnTo>
                <a:lnTo>
                  <a:pt x="150681" y="374240"/>
                </a:lnTo>
                <a:lnTo>
                  <a:pt x="152201" y="374549"/>
                </a:lnTo>
                <a:lnTo>
                  <a:pt x="153724" y="374846"/>
                </a:lnTo>
                <a:lnTo>
                  <a:pt x="155248" y="375129"/>
                </a:lnTo>
                <a:lnTo>
                  <a:pt x="156773" y="375401"/>
                </a:lnTo>
                <a:lnTo>
                  <a:pt x="158300" y="375659"/>
                </a:lnTo>
                <a:lnTo>
                  <a:pt x="159828" y="375905"/>
                </a:lnTo>
                <a:lnTo>
                  <a:pt x="161357" y="376139"/>
                </a:lnTo>
                <a:lnTo>
                  <a:pt x="162887" y="376359"/>
                </a:lnTo>
                <a:lnTo>
                  <a:pt x="164418" y="376568"/>
                </a:lnTo>
                <a:lnTo>
                  <a:pt x="165951" y="376763"/>
                </a:lnTo>
                <a:lnTo>
                  <a:pt x="167485" y="376946"/>
                </a:lnTo>
                <a:lnTo>
                  <a:pt x="169020" y="377116"/>
                </a:lnTo>
                <a:lnTo>
                  <a:pt x="170557" y="377274"/>
                </a:lnTo>
                <a:lnTo>
                  <a:pt x="172095" y="377419"/>
                </a:lnTo>
                <a:lnTo>
                  <a:pt x="173633" y="377552"/>
                </a:lnTo>
                <a:lnTo>
                  <a:pt x="175174" y="377671"/>
                </a:lnTo>
                <a:lnTo>
                  <a:pt x="176715" y="377779"/>
                </a:lnTo>
                <a:lnTo>
                  <a:pt x="178258" y="377873"/>
                </a:lnTo>
                <a:lnTo>
                  <a:pt x="179802" y="377955"/>
                </a:lnTo>
                <a:lnTo>
                  <a:pt x="181347" y="378025"/>
                </a:lnTo>
                <a:lnTo>
                  <a:pt x="182893" y="378082"/>
                </a:lnTo>
                <a:lnTo>
                  <a:pt x="184441" y="378126"/>
                </a:lnTo>
                <a:lnTo>
                  <a:pt x="185990" y="378157"/>
                </a:lnTo>
                <a:lnTo>
                  <a:pt x="187540" y="378176"/>
                </a:lnTo>
                <a:lnTo>
                  <a:pt x="189091" y="378182"/>
                </a:lnTo>
                <a:lnTo>
                  <a:pt x="190643" y="378176"/>
                </a:lnTo>
                <a:lnTo>
                  <a:pt x="192193" y="378157"/>
                </a:lnTo>
                <a:lnTo>
                  <a:pt x="193742" y="378126"/>
                </a:lnTo>
                <a:lnTo>
                  <a:pt x="195289" y="378082"/>
                </a:lnTo>
                <a:lnTo>
                  <a:pt x="196836" y="378025"/>
                </a:lnTo>
                <a:lnTo>
                  <a:pt x="198381" y="377955"/>
                </a:lnTo>
                <a:lnTo>
                  <a:pt x="199925" y="377873"/>
                </a:lnTo>
                <a:lnTo>
                  <a:pt x="201467" y="377779"/>
                </a:lnTo>
                <a:lnTo>
                  <a:pt x="203009" y="377671"/>
                </a:lnTo>
                <a:lnTo>
                  <a:pt x="204549" y="377552"/>
                </a:lnTo>
                <a:lnTo>
                  <a:pt x="206088" y="377419"/>
                </a:lnTo>
                <a:lnTo>
                  <a:pt x="207626" y="377274"/>
                </a:lnTo>
                <a:lnTo>
                  <a:pt x="209162" y="377116"/>
                </a:lnTo>
                <a:lnTo>
                  <a:pt x="210697" y="376946"/>
                </a:lnTo>
                <a:lnTo>
                  <a:pt x="212231" y="376763"/>
                </a:lnTo>
                <a:lnTo>
                  <a:pt x="213764" y="376568"/>
                </a:lnTo>
                <a:lnTo>
                  <a:pt x="215295" y="376359"/>
                </a:lnTo>
                <a:lnTo>
                  <a:pt x="216826" y="376139"/>
                </a:lnTo>
                <a:lnTo>
                  <a:pt x="218355" y="375905"/>
                </a:lnTo>
                <a:lnTo>
                  <a:pt x="219882" y="375659"/>
                </a:lnTo>
                <a:lnTo>
                  <a:pt x="221409" y="375401"/>
                </a:lnTo>
                <a:lnTo>
                  <a:pt x="222934" y="375129"/>
                </a:lnTo>
                <a:lnTo>
                  <a:pt x="224458" y="374846"/>
                </a:lnTo>
                <a:lnTo>
                  <a:pt x="225981" y="374549"/>
                </a:lnTo>
                <a:lnTo>
                  <a:pt x="227501" y="374240"/>
                </a:lnTo>
                <a:lnTo>
                  <a:pt x="229018" y="373919"/>
                </a:lnTo>
                <a:lnTo>
                  <a:pt x="230531" y="373586"/>
                </a:lnTo>
                <a:lnTo>
                  <a:pt x="232040" y="373241"/>
                </a:lnTo>
                <a:lnTo>
                  <a:pt x="233546" y="372884"/>
                </a:lnTo>
                <a:lnTo>
                  <a:pt x="235048" y="372514"/>
                </a:lnTo>
                <a:lnTo>
                  <a:pt x="236546" y="372132"/>
                </a:lnTo>
                <a:lnTo>
                  <a:pt x="238041" y="371739"/>
                </a:lnTo>
                <a:lnTo>
                  <a:pt x="239532" y="371333"/>
                </a:lnTo>
                <a:lnTo>
                  <a:pt x="241019" y="370915"/>
                </a:lnTo>
                <a:lnTo>
                  <a:pt x="242502" y="370485"/>
                </a:lnTo>
                <a:lnTo>
                  <a:pt x="243982" y="370042"/>
                </a:lnTo>
                <a:lnTo>
                  <a:pt x="245458" y="369588"/>
                </a:lnTo>
                <a:lnTo>
                  <a:pt x="246931" y="369121"/>
                </a:lnTo>
                <a:lnTo>
                  <a:pt x="248400" y="368643"/>
                </a:lnTo>
                <a:lnTo>
                  <a:pt x="249865" y="368152"/>
                </a:lnTo>
                <a:lnTo>
                  <a:pt x="251326" y="367649"/>
                </a:lnTo>
                <a:lnTo>
                  <a:pt x="252784" y="367134"/>
                </a:lnTo>
                <a:lnTo>
                  <a:pt x="254238" y="366607"/>
                </a:lnTo>
                <a:lnTo>
                  <a:pt x="255688" y="366067"/>
                </a:lnTo>
                <a:lnTo>
                  <a:pt x="257135" y="365516"/>
                </a:lnTo>
                <a:lnTo>
                  <a:pt x="258578" y="364952"/>
                </a:lnTo>
                <a:lnTo>
                  <a:pt x="260018" y="364377"/>
                </a:lnTo>
                <a:lnTo>
                  <a:pt x="261453" y="363789"/>
                </a:lnTo>
                <a:lnTo>
                  <a:pt x="262884" y="363189"/>
                </a:lnTo>
                <a:lnTo>
                  <a:pt x="264309" y="362578"/>
                </a:lnTo>
                <a:lnTo>
                  <a:pt x="265728" y="361957"/>
                </a:lnTo>
                <a:lnTo>
                  <a:pt x="267141" y="361324"/>
                </a:lnTo>
                <a:lnTo>
                  <a:pt x="268548" y="360679"/>
                </a:lnTo>
                <a:lnTo>
                  <a:pt x="269949" y="360024"/>
                </a:lnTo>
                <a:lnTo>
                  <a:pt x="271344" y="359357"/>
                </a:lnTo>
                <a:lnTo>
                  <a:pt x="272733" y="358680"/>
                </a:lnTo>
                <a:lnTo>
                  <a:pt x="274116" y="357991"/>
                </a:lnTo>
                <a:lnTo>
                  <a:pt x="275493" y="357290"/>
                </a:lnTo>
                <a:lnTo>
                  <a:pt x="276864" y="356579"/>
                </a:lnTo>
                <a:lnTo>
                  <a:pt x="278229" y="355857"/>
                </a:lnTo>
                <a:lnTo>
                  <a:pt x="279588" y="355123"/>
                </a:lnTo>
                <a:lnTo>
                  <a:pt x="280942" y="354378"/>
                </a:lnTo>
                <a:lnTo>
                  <a:pt x="282289" y="353622"/>
                </a:lnTo>
                <a:lnTo>
                  <a:pt x="283630" y="352855"/>
                </a:lnTo>
                <a:lnTo>
                  <a:pt x="284965" y="352077"/>
                </a:lnTo>
                <a:lnTo>
                  <a:pt x="286294" y="351287"/>
                </a:lnTo>
                <a:lnTo>
                  <a:pt x="287618" y="350486"/>
                </a:lnTo>
                <a:lnTo>
                  <a:pt x="288935" y="349674"/>
                </a:lnTo>
                <a:lnTo>
                  <a:pt x="290246" y="348851"/>
                </a:lnTo>
                <a:lnTo>
                  <a:pt x="291552" y="348017"/>
                </a:lnTo>
                <a:lnTo>
                  <a:pt x="292851" y="347171"/>
                </a:lnTo>
                <a:lnTo>
                  <a:pt x="294145" y="346315"/>
                </a:lnTo>
                <a:lnTo>
                  <a:pt x="295431" y="345448"/>
                </a:lnTo>
                <a:lnTo>
                  <a:pt x="296709" y="344571"/>
                </a:lnTo>
                <a:lnTo>
                  <a:pt x="297980" y="343684"/>
                </a:lnTo>
                <a:lnTo>
                  <a:pt x="299242" y="342787"/>
                </a:lnTo>
                <a:lnTo>
                  <a:pt x="300496" y="341881"/>
                </a:lnTo>
                <a:lnTo>
                  <a:pt x="301742" y="340965"/>
                </a:lnTo>
                <a:lnTo>
                  <a:pt x="302981" y="340039"/>
                </a:lnTo>
                <a:lnTo>
                  <a:pt x="304211" y="339103"/>
                </a:lnTo>
                <a:lnTo>
                  <a:pt x="305433" y="338158"/>
                </a:lnTo>
                <a:lnTo>
                  <a:pt x="306647" y="337202"/>
                </a:lnTo>
                <a:lnTo>
                  <a:pt x="307853" y="336237"/>
                </a:lnTo>
                <a:lnTo>
                  <a:pt x="309051" y="335262"/>
                </a:lnTo>
                <a:lnTo>
                  <a:pt x="310241" y="334278"/>
                </a:lnTo>
                <a:lnTo>
                  <a:pt x="311423" y="333283"/>
                </a:lnTo>
                <a:lnTo>
                  <a:pt x="312596" y="332279"/>
                </a:lnTo>
                <a:lnTo>
                  <a:pt x="313762" y="331265"/>
                </a:lnTo>
                <a:lnTo>
                  <a:pt x="314920" y="330241"/>
                </a:lnTo>
                <a:lnTo>
                  <a:pt x="316070" y="329207"/>
                </a:lnTo>
                <a:lnTo>
                  <a:pt x="317211" y="328164"/>
                </a:lnTo>
                <a:lnTo>
                  <a:pt x="318345" y="327110"/>
                </a:lnTo>
                <a:lnTo>
                  <a:pt x="319470" y="326047"/>
                </a:lnTo>
                <a:lnTo>
                  <a:pt x="320588" y="324974"/>
                </a:lnTo>
                <a:lnTo>
                  <a:pt x="321697" y="323891"/>
                </a:lnTo>
                <a:lnTo>
                  <a:pt x="322799" y="322799"/>
                </a:lnTo>
                <a:lnTo>
                  <a:pt x="323891" y="321697"/>
                </a:lnTo>
                <a:lnTo>
                  <a:pt x="324974" y="320588"/>
                </a:lnTo>
                <a:lnTo>
                  <a:pt x="326047" y="319470"/>
                </a:lnTo>
                <a:lnTo>
                  <a:pt x="327110" y="318345"/>
                </a:lnTo>
                <a:lnTo>
                  <a:pt x="328164" y="317211"/>
                </a:lnTo>
                <a:lnTo>
                  <a:pt x="329207" y="316070"/>
                </a:lnTo>
                <a:lnTo>
                  <a:pt x="330241" y="314920"/>
                </a:lnTo>
                <a:lnTo>
                  <a:pt x="331265" y="313762"/>
                </a:lnTo>
                <a:lnTo>
                  <a:pt x="332279" y="312596"/>
                </a:lnTo>
                <a:lnTo>
                  <a:pt x="333283" y="311423"/>
                </a:lnTo>
                <a:lnTo>
                  <a:pt x="334278" y="310241"/>
                </a:lnTo>
                <a:lnTo>
                  <a:pt x="335262" y="309051"/>
                </a:lnTo>
                <a:lnTo>
                  <a:pt x="336237" y="307853"/>
                </a:lnTo>
                <a:lnTo>
                  <a:pt x="337202" y="306647"/>
                </a:lnTo>
                <a:lnTo>
                  <a:pt x="338158" y="305433"/>
                </a:lnTo>
                <a:lnTo>
                  <a:pt x="339103" y="304211"/>
                </a:lnTo>
                <a:lnTo>
                  <a:pt x="340039" y="302981"/>
                </a:lnTo>
                <a:lnTo>
                  <a:pt x="340965" y="301742"/>
                </a:lnTo>
                <a:lnTo>
                  <a:pt x="341881" y="300496"/>
                </a:lnTo>
                <a:lnTo>
                  <a:pt x="342787" y="299242"/>
                </a:lnTo>
                <a:lnTo>
                  <a:pt x="343684" y="297980"/>
                </a:lnTo>
                <a:lnTo>
                  <a:pt x="344571" y="296709"/>
                </a:lnTo>
                <a:lnTo>
                  <a:pt x="345448" y="295431"/>
                </a:lnTo>
                <a:lnTo>
                  <a:pt x="346315" y="294145"/>
                </a:lnTo>
                <a:lnTo>
                  <a:pt x="347171" y="292851"/>
                </a:lnTo>
                <a:lnTo>
                  <a:pt x="348017" y="291552"/>
                </a:lnTo>
                <a:lnTo>
                  <a:pt x="348851" y="290246"/>
                </a:lnTo>
                <a:lnTo>
                  <a:pt x="349674" y="288935"/>
                </a:lnTo>
                <a:lnTo>
                  <a:pt x="350486" y="287618"/>
                </a:lnTo>
                <a:lnTo>
                  <a:pt x="351287" y="286294"/>
                </a:lnTo>
                <a:lnTo>
                  <a:pt x="352077" y="284965"/>
                </a:lnTo>
                <a:lnTo>
                  <a:pt x="352855" y="283630"/>
                </a:lnTo>
                <a:lnTo>
                  <a:pt x="353622" y="282289"/>
                </a:lnTo>
                <a:lnTo>
                  <a:pt x="354378" y="280942"/>
                </a:lnTo>
                <a:lnTo>
                  <a:pt x="355123" y="279588"/>
                </a:lnTo>
                <a:lnTo>
                  <a:pt x="355857" y="278229"/>
                </a:lnTo>
                <a:lnTo>
                  <a:pt x="356579" y="276864"/>
                </a:lnTo>
                <a:lnTo>
                  <a:pt x="357290" y="275493"/>
                </a:lnTo>
                <a:lnTo>
                  <a:pt x="357991" y="274116"/>
                </a:lnTo>
                <a:lnTo>
                  <a:pt x="358680" y="272733"/>
                </a:lnTo>
                <a:lnTo>
                  <a:pt x="359357" y="271344"/>
                </a:lnTo>
                <a:lnTo>
                  <a:pt x="360024" y="269949"/>
                </a:lnTo>
                <a:lnTo>
                  <a:pt x="360679" y="268548"/>
                </a:lnTo>
                <a:lnTo>
                  <a:pt x="361324" y="267141"/>
                </a:lnTo>
                <a:lnTo>
                  <a:pt x="361957" y="265728"/>
                </a:lnTo>
                <a:lnTo>
                  <a:pt x="362578" y="264309"/>
                </a:lnTo>
                <a:lnTo>
                  <a:pt x="363189" y="262884"/>
                </a:lnTo>
                <a:lnTo>
                  <a:pt x="363789" y="261453"/>
                </a:lnTo>
                <a:lnTo>
                  <a:pt x="364377" y="260018"/>
                </a:lnTo>
                <a:lnTo>
                  <a:pt x="364952" y="258578"/>
                </a:lnTo>
                <a:lnTo>
                  <a:pt x="365516" y="257135"/>
                </a:lnTo>
                <a:lnTo>
                  <a:pt x="366067" y="255688"/>
                </a:lnTo>
                <a:lnTo>
                  <a:pt x="366607" y="254238"/>
                </a:lnTo>
                <a:lnTo>
                  <a:pt x="367134" y="252784"/>
                </a:lnTo>
                <a:lnTo>
                  <a:pt x="367649" y="251326"/>
                </a:lnTo>
                <a:lnTo>
                  <a:pt x="368152" y="249865"/>
                </a:lnTo>
                <a:lnTo>
                  <a:pt x="368643" y="248400"/>
                </a:lnTo>
                <a:lnTo>
                  <a:pt x="369121" y="246931"/>
                </a:lnTo>
                <a:lnTo>
                  <a:pt x="369588" y="245458"/>
                </a:lnTo>
                <a:lnTo>
                  <a:pt x="370042" y="243982"/>
                </a:lnTo>
                <a:lnTo>
                  <a:pt x="370485" y="242502"/>
                </a:lnTo>
                <a:lnTo>
                  <a:pt x="370915" y="241019"/>
                </a:lnTo>
                <a:lnTo>
                  <a:pt x="371333" y="239532"/>
                </a:lnTo>
                <a:lnTo>
                  <a:pt x="371739" y="238041"/>
                </a:lnTo>
                <a:lnTo>
                  <a:pt x="372132" y="236546"/>
                </a:lnTo>
                <a:lnTo>
                  <a:pt x="372514" y="235048"/>
                </a:lnTo>
                <a:lnTo>
                  <a:pt x="372884" y="233546"/>
                </a:lnTo>
                <a:lnTo>
                  <a:pt x="373241" y="232040"/>
                </a:lnTo>
                <a:lnTo>
                  <a:pt x="373586" y="230531"/>
                </a:lnTo>
                <a:lnTo>
                  <a:pt x="373919" y="229018"/>
                </a:lnTo>
                <a:lnTo>
                  <a:pt x="374240" y="227501"/>
                </a:lnTo>
                <a:lnTo>
                  <a:pt x="374549" y="225981"/>
                </a:lnTo>
                <a:lnTo>
                  <a:pt x="374846" y="224458"/>
                </a:lnTo>
                <a:lnTo>
                  <a:pt x="375129" y="222934"/>
                </a:lnTo>
                <a:lnTo>
                  <a:pt x="375401" y="221409"/>
                </a:lnTo>
                <a:lnTo>
                  <a:pt x="375659" y="219882"/>
                </a:lnTo>
                <a:lnTo>
                  <a:pt x="375905" y="218355"/>
                </a:lnTo>
                <a:lnTo>
                  <a:pt x="376139" y="216826"/>
                </a:lnTo>
                <a:lnTo>
                  <a:pt x="376359" y="215295"/>
                </a:lnTo>
                <a:lnTo>
                  <a:pt x="376568" y="213764"/>
                </a:lnTo>
                <a:lnTo>
                  <a:pt x="376763" y="212231"/>
                </a:lnTo>
                <a:lnTo>
                  <a:pt x="376946" y="210697"/>
                </a:lnTo>
                <a:lnTo>
                  <a:pt x="377116" y="209162"/>
                </a:lnTo>
                <a:lnTo>
                  <a:pt x="377274" y="207626"/>
                </a:lnTo>
                <a:lnTo>
                  <a:pt x="377419" y="206088"/>
                </a:lnTo>
                <a:lnTo>
                  <a:pt x="377552" y="204549"/>
                </a:lnTo>
                <a:lnTo>
                  <a:pt x="377671" y="203009"/>
                </a:lnTo>
                <a:lnTo>
                  <a:pt x="377779" y="201467"/>
                </a:lnTo>
                <a:lnTo>
                  <a:pt x="377873" y="199925"/>
                </a:lnTo>
                <a:lnTo>
                  <a:pt x="377955" y="198381"/>
                </a:lnTo>
                <a:lnTo>
                  <a:pt x="378025" y="196836"/>
                </a:lnTo>
                <a:lnTo>
                  <a:pt x="378082" y="195289"/>
                </a:lnTo>
                <a:lnTo>
                  <a:pt x="378126" y="193742"/>
                </a:lnTo>
                <a:lnTo>
                  <a:pt x="378157" y="192193"/>
                </a:lnTo>
                <a:lnTo>
                  <a:pt x="378176" y="190643"/>
                </a:lnTo>
                <a:lnTo>
                  <a:pt x="378182" y="189091"/>
                </a:lnTo>
                <a:lnTo>
                  <a:pt x="378176" y="187540"/>
                </a:lnTo>
                <a:lnTo>
                  <a:pt x="378157" y="185990"/>
                </a:lnTo>
                <a:lnTo>
                  <a:pt x="378126" y="184441"/>
                </a:lnTo>
                <a:lnTo>
                  <a:pt x="378082" y="182893"/>
                </a:lnTo>
                <a:lnTo>
                  <a:pt x="378025" y="181347"/>
                </a:lnTo>
                <a:lnTo>
                  <a:pt x="377955" y="179802"/>
                </a:lnTo>
                <a:lnTo>
                  <a:pt x="377873" y="178258"/>
                </a:lnTo>
                <a:lnTo>
                  <a:pt x="377779" y="176715"/>
                </a:lnTo>
                <a:lnTo>
                  <a:pt x="377671" y="175174"/>
                </a:lnTo>
                <a:lnTo>
                  <a:pt x="377552" y="173633"/>
                </a:lnTo>
                <a:lnTo>
                  <a:pt x="377419" y="172095"/>
                </a:lnTo>
                <a:lnTo>
                  <a:pt x="377274" y="170557"/>
                </a:lnTo>
                <a:lnTo>
                  <a:pt x="377116" y="169020"/>
                </a:lnTo>
                <a:lnTo>
                  <a:pt x="376946" y="167485"/>
                </a:lnTo>
                <a:lnTo>
                  <a:pt x="376763" y="165951"/>
                </a:lnTo>
                <a:lnTo>
                  <a:pt x="376568" y="164418"/>
                </a:lnTo>
                <a:lnTo>
                  <a:pt x="376359" y="162887"/>
                </a:lnTo>
                <a:lnTo>
                  <a:pt x="376139" y="161357"/>
                </a:lnTo>
                <a:lnTo>
                  <a:pt x="375905" y="159828"/>
                </a:lnTo>
                <a:lnTo>
                  <a:pt x="375659" y="158300"/>
                </a:lnTo>
                <a:lnTo>
                  <a:pt x="375401" y="156773"/>
                </a:lnTo>
                <a:lnTo>
                  <a:pt x="375129" y="155248"/>
                </a:lnTo>
                <a:lnTo>
                  <a:pt x="374846" y="153724"/>
                </a:lnTo>
                <a:lnTo>
                  <a:pt x="374549" y="152201"/>
                </a:lnTo>
                <a:lnTo>
                  <a:pt x="374240" y="150681"/>
                </a:lnTo>
                <a:lnTo>
                  <a:pt x="373919" y="149164"/>
                </a:lnTo>
                <a:lnTo>
                  <a:pt x="373586" y="147651"/>
                </a:lnTo>
                <a:lnTo>
                  <a:pt x="373241" y="146142"/>
                </a:lnTo>
                <a:lnTo>
                  <a:pt x="372884" y="144636"/>
                </a:lnTo>
                <a:lnTo>
                  <a:pt x="372514" y="143135"/>
                </a:lnTo>
                <a:lnTo>
                  <a:pt x="372132" y="141636"/>
                </a:lnTo>
                <a:lnTo>
                  <a:pt x="371739" y="140142"/>
                </a:lnTo>
                <a:lnTo>
                  <a:pt x="371333" y="138651"/>
                </a:lnTo>
                <a:lnTo>
                  <a:pt x="370915" y="137164"/>
                </a:lnTo>
                <a:lnTo>
                  <a:pt x="370485" y="135680"/>
                </a:lnTo>
                <a:lnTo>
                  <a:pt x="370042" y="134200"/>
                </a:lnTo>
                <a:lnTo>
                  <a:pt x="369588" y="132724"/>
                </a:lnTo>
                <a:lnTo>
                  <a:pt x="369121" y="131252"/>
                </a:lnTo>
                <a:lnTo>
                  <a:pt x="368643" y="129783"/>
                </a:lnTo>
                <a:lnTo>
                  <a:pt x="368152" y="128318"/>
                </a:lnTo>
                <a:lnTo>
                  <a:pt x="367649" y="126856"/>
                </a:lnTo>
                <a:lnTo>
                  <a:pt x="367134" y="125398"/>
                </a:lnTo>
                <a:lnTo>
                  <a:pt x="366607" y="123944"/>
                </a:lnTo>
                <a:lnTo>
                  <a:pt x="366067" y="122494"/>
                </a:lnTo>
                <a:lnTo>
                  <a:pt x="365516" y="121047"/>
                </a:lnTo>
                <a:lnTo>
                  <a:pt x="364952" y="119604"/>
                </a:lnTo>
                <a:lnTo>
                  <a:pt x="364377" y="118165"/>
                </a:lnTo>
                <a:lnTo>
                  <a:pt x="363789" y="116729"/>
                </a:lnTo>
                <a:lnTo>
                  <a:pt x="363189" y="115298"/>
                </a:lnTo>
                <a:lnTo>
                  <a:pt x="362578" y="113873"/>
                </a:lnTo>
                <a:lnTo>
                  <a:pt x="361957" y="112454"/>
                </a:lnTo>
                <a:lnTo>
                  <a:pt x="361324" y="111042"/>
                </a:lnTo>
                <a:lnTo>
                  <a:pt x="360679" y="109635"/>
                </a:lnTo>
                <a:lnTo>
                  <a:pt x="360024" y="108234"/>
                </a:lnTo>
                <a:lnTo>
                  <a:pt x="359357" y="106839"/>
                </a:lnTo>
                <a:lnTo>
                  <a:pt x="358680" y="105450"/>
                </a:lnTo>
                <a:lnTo>
                  <a:pt x="357991" y="104066"/>
                </a:lnTo>
                <a:lnTo>
                  <a:pt x="357290" y="102689"/>
                </a:lnTo>
                <a:lnTo>
                  <a:pt x="356579" y="101318"/>
                </a:lnTo>
                <a:lnTo>
                  <a:pt x="355857" y="99953"/>
                </a:lnTo>
                <a:lnTo>
                  <a:pt x="355123" y="98594"/>
                </a:lnTo>
                <a:lnTo>
                  <a:pt x="354378" y="97241"/>
                </a:lnTo>
                <a:lnTo>
                  <a:pt x="353622" y="95894"/>
                </a:lnTo>
                <a:lnTo>
                  <a:pt x="352855" y="94552"/>
                </a:lnTo>
                <a:lnTo>
                  <a:pt x="352077" y="93217"/>
                </a:lnTo>
                <a:lnTo>
                  <a:pt x="351287" y="91888"/>
                </a:lnTo>
                <a:lnTo>
                  <a:pt x="350486" y="90565"/>
                </a:lnTo>
                <a:lnTo>
                  <a:pt x="349674" y="89247"/>
                </a:lnTo>
                <a:lnTo>
                  <a:pt x="348851" y="87936"/>
                </a:lnTo>
                <a:lnTo>
                  <a:pt x="348017" y="86631"/>
                </a:lnTo>
                <a:lnTo>
                  <a:pt x="347171" y="85331"/>
                </a:lnTo>
                <a:lnTo>
                  <a:pt x="346315" y="84038"/>
                </a:lnTo>
                <a:lnTo>
                  <a:pt x="345448" y="82751"/>
                </a:lnTo>
                <a:lnTo>
                  <a:pt x="344571" y="81473"/>
                </a:lnTo>
                <a:lnTo>
                  <a:pt x="343684" y="80203"/>
                </a:lnTo>
                <a:lnTo>
                  <a:pt x="342787" y="78940"/>
                </a:lnTo>
                <a:lnTo>
                  <a:pt x="341881" y="77686"/>
                </a:lnTo>
                <a:lnTo>
                  <a:pt x="340965" y="76440"/>
                </a:lnTo>
                <a:lnTo>
                  <a:pt x="340039" y="75202"/>
                </a:lnTo>
                <a:lnTo>
                  <a:pt x="339103" y="73972"/>
                </a:lnTo>
                <a:lnTo>
                  <a:pt x="338158" y="72750"/>
                </a:lnTo>
                <a:lnTo>
                  <a:pt x="337202" y="71536"/>
                </a:lnTo>
                <a:lnTo>
                  <a:pt x="336237" y="70330"/>
                </a:lnTo>
                <a:lnTo>
                  <a:pt x="335262" y="69132"/>
                </a:lnTo>
                <a:lnTo>
                  <a:pt x="334278" y="67942"/>
                </a:lnTo>
                <a:lnTo>
                  <a:pt x="333283" y="66760"/>
                </a:lnTo>
                <a:lnTo>
                  <a:pt x="332279" y="65586"/>
                </a:lnTo>
                <a:lnTo>
                  <a:pt x="331265" y="64420"/>
                </a:lnTo>
                <a:lnTo>
                  <a:pt x="330241" y="63263"/>
                </a:lnTo>
                <a:lnTo>
                  <a:pt x="329207" y="62113"/>
                </a:lnTo>
                <a:lnTo>
                  <a:pt x="328164" y="60971"/>
                </a:lnTo>
                <a:lnTo>
                  <a:pt x="327110" y="59838"/>
                </a:lnTo>
                <a:lnTo>
                  <a:pt x="326047" y="58712"/>
                </a:lnTo>
                <a:lnTo>
                  <a:pt x="324974" y="57594"/>
                </a:lnTo>
                <a:lnTo>
                  <a:pt x="323891" y="56485"/>
                </a:lnTo>
                <a:lnTo>
                  <a:pt x="322799" y="55384"/>
                </a:lnTo>
                <a:lnTo>
                  <a:pt x="321697" y="54291"/>
                </a:lnTo>
                <a:lnTo>
                  <a:pt x="320588" y="53208"/>
                </a:lnTo>
                <a:lnTo>
                  <a:pt x="319470" y="52135"/>
                </a:lnTo>
                <a:lnTo>
                  <a:pt x="318345" y="51072"/>
                </a:lnTo>
                <a:lnTo>
                  <a:pt x="317211" y="50019"/>
                </a:lnTo>
                <a:lnTo>
                  <a:pt x="316070" y="48975"/>
                </a:lnTo>
                <a:lnTo>
                  <a:pt x="314920" y="47942"/>
                </a:lnTo>
                <a:lnTo>
                  <a:pt x="313762" y="46918"/>
                </a:lnTo>
                <a:lnTo>
                  <a:pt x="312596" y="45904"/>
                </a:lnTo>
                <a:lnTo>
                  <a:pt x="311423" y="44899"/>
                </a:lnTo>
                <a:lnTo>
                  <a:pt x="310241" y="43905"/>
                </a:lnTo>
                <a:lnTo>
                  <a:pt x="309051" y="42920"/>
                </a:lnTo>
                <a:lnTo>
                  <a:pt x="307853" y="41945"/>
                </a:lnTo>
                <a:lnTo>
                  <a:pt x="306647" y="40980"/>
                </a:lnTo>
                <a:lnTo>
                  <a:pt x="305433" y="40025"/>
                </a:lnTo>
                <a:lnTo>
                  <a:pt x="304211" y="39079"/>
                </a:lnTo>
                <a:lnTo>
                  <a:pt x="302981" y="38143"/>
                </a:lnTo>
                <a:lnTo>
                  <a:pt x="301742" y="37217"/>
                </a:lnTo>
                <a:lnTo>
                  <a:pt x="300496" y="36301"/>
                </a:lnTo>
                <a:lnTo>
                  <a:pt x="299242" y="35395"/>
                </a:lnTo>
                <a:lnTo>
                  <a:pt x="297980" y="34498"/>
                </a:lnTo>
                <a:lnTo>
                  <a:pt x="296709" y="33612"/>
                </a:lnTo>
                <a:lnTo>
                  <a:pt x="295431" y="32735"/>
                </a:lnTo>
                <a:lnTo>
                  <a:pt x="294145" y="31868"/>
                </a:lnTo>
                <a:lnTo>
                  <a:pt x="292851" y="31011"/>
                </a:lnTo>
                <a:lnTo>
                  <a:pt x="291552" y="30165"/>
                </a:lnTo>
                <a:lnTo>
                  <a:pt x="290246" y="29331"/>
                </a:lnTo>
                <a:lnTo>
                  <a:pt x="288935" y="28508"/>
                </a:lnTo>
                <a:lnTo>
                  <a:pt x="287618" y="27696"/>
                </a:lnTo>
                <a:lnTo>
                  <a:pt x="286294" y="26895"/>
                </a:lnTo>
                <a:lnTo>
                  <a:pt x="284965" y="26106"/>
                </a:lnTo>
                <a:lnTo>
                  <a:pt x="283630" y="25327"/>
                </a:lnTo>
                <a:lnTo>
                  <a:pt x="282289" y="24560"/>
                </a:lnTo>
                <a:lnTo>
                  <a:pt x="280942" y="23804"/>
                </a:lnTo>
                <a:lnTo>
                  <a:pt x="279588" y="23059"/>
                </a:lnTo>
                <a:lnTo>
                  <a:pt x="278229" y="22326"/>
                </a:lnTo>
                <a:lnTo>
                  <a:pt x="276864" y="21603"/>
                </a:lnTo>
                <a:lnTo>
                  <a:pt x="275493" y="20892"/>
                </a:lnTo>
                <a:lnTo>
                  <a:pt x="274116" y="20192"/>
                </a:lnTo>
                <a:lnTo>
                  <a:pt x="272733" y="19503"/>
                </a:lnTo>
                <a:lnTo>
                  <a:pt x="271344" y="18825"/>
                </a:lnTo>
                <a:lnTo>
                  <a:pt x="269949" y="18158"/>
                </a:lnTo>
                <a:lnTo>
                  <a:pt x="268548" y="17503"/>
                </a:lnTo>
                <a:lnTo>
                  <a:pt x="267141" y="16859"/>
                </a:lnTo>
                <a:lnTo>
                  <a:pt x="265728" y="16226"/>
                </a:lnTo>
                <a:lnTo>
                  <a:pt x="264309" y="15604"/>
                </a:lnTo>
                <a:lnTo>
                  <a:pt x="262884" y="14993"/>
                </a:lnTo>
                <a:lnTo>
                  <a:pt x="261453" y="14394"/>
                </a:lnTo>
                <a:lnTo>
                  <a:pt x="260018" y="13806"/>
                </a:lnTo>
                <a:lnTo>
                  <a:pt x="258578" y="13230"/>
                </a:lnTo>
                <a:lnTo>
                  <a:pt x="257135" y="12667"/>
                </a:lnTo>
                <a:lnTo>
                  <a:pt x="255688" y="12115"/>
                </a:lnTo>
                <a:lnTo>
                  <a:pt x="254238" y="11576"/>
                </a:lnTo>
                <a:lnTo>
                  <a:pt x="252784" y="11049"/>
                </a:lnTo>
                <a:lnTo>
                  <a:pt x="251326" y="10533"/>
                </a:lnTo>
                <a:lnTo>
                  <a:pt x="249865" y="10031"/>
                </a:lnTo>
                <a:lnTo>
                  <a:pt x="248400" y="9540"/>
                </a:lnTo>
                <a:lnTo>
                  <a:pt x="246931" y="9061"/>
                </a:lnTo>
                <a:lnTo>
                  <a:pt x="245458" y="8595"/>
                </a:lnTo>
                <a:lnTo>
                  <a:pt x="243982" y="8140"/>
                </a:lnTo>
                <a:lnTo>
                  <a:pt x="242502" y="7698"/>
                </a:lnTo>
                <a:lnTo>
                  <a:pt x="241019" y="7268"/>
                </a:lnTo>
                <a:lnTo>
                  <a:pt x="239532" y="6850"/>
                </a:lnTo>
                <a:lnTo>
                  <a:pt x="238041" y="6444"/>
                </a:lnTo>
                <a:lnTo>
                  <a:pt x="236546" y="6050"/>
                </a:lnTo>
                <a:lnTo>
                  <a:pt x="235048" y="5668"/>
                </a:lnTo>
                <a:lnTo>
                  <a:pt x="233546" y="5299"/>
                </a:lnTo>
                <a:lnTo>
                  <a:pt x="232040" y="4941"/>
                </a:lnTo>
                <a:lnTo>
                  <a:pt x="230531" y="4596"/>
                </a:lnTo>
                <a:lnTo>
                  <a:pt x="229018" y="4263"/>
                </a:lnTo>
                <a:lnTo>
                  <a:pt x="227501" y="3942"/>
                </a:lnTo>
                <a:lnTo>
                  <a:pt x="225981" y="3633"/>
                </a:lnTo>
                <a:lnTo>
                  <a:pt x="224458" y="3337"/>
                </a:lnTo>
                <a:lnTo>
                  <a:pt x="222934" y="3053"/>
                </a:lnTo>
                <a:lnTo>
                  <a:pt x="221409" y="2782"/>
                </a:lnTo>
                <a:lnTo>
                  <a:pt x="219882" y="2523"/>
                </a:lnTo>
                <a:lnTo>
                  <a:pt x="218355" y="2277"/>
                </a:lnTo>
                <a:lnTo>
                  <a:pt x="216826" y="2044"/>
                </a:lnTo>
                <a:lnTo>
                  <a:pt x="215295" y="1823"/>
                </a:lnTo>
                <a:lnTo>
                  <a:pt x="213764" y="1615"/>
                </a:lnTo>
                <a:lnTo>
                  <a:pt x="212231" y="1419"/>
                </a:lnTo>
                <a:lnTo>
                  <a:pt x="210697" y="1236"/>
                </a:lnTo>
                <a:lnTo>
                  <a:pt x="209162" y="1066"/>
                </a:lnTo>
                <a:lnTo>
                  <a:pt x="207626" y="908"/>
                </a:lnTo>
                <a:lnTo>
                  <a:pt x="206088" y="763"/>
                </a:lnTo>
                <a:lnTo>
                  <a:pt x="204549" y="631"/>
                </a:lnTo>
                <a:lnTo>
                  <a:pt x="203009" y="511"/>
                </a:lnTo>
                <a:lnTo>
                  <a:pt x="201467" y="404"/>
                </a:lnTo>
                <a:lnTo>
                  <a:pt x="199925" y="309"/>
                </a:lnTo>
                <a:lnTo>
                  <a:pt x="198381" y="227"/>
                </a:lnTo>
                <a:lnTo>
                  <a:pt x="196836" y="158"/>
                </a:lnTo>
                <a:lnTo>
                  <a:pt x="195289" y="101"/>
                </a:lnTo>
                <a:lnTo>
                  <a:pt x="193742" y="57"/>
                </a:lnTo>
                <a:lnTo>
                  <a:pt x="192193" y="25"/>
                </a:lnTo>
                <a:lnTo>
                  <a:pt x="190643" y="6"/>
                </a:lnTo>
                <a:lnTo>
                  <a:pt x="189091" y="0"/>
                </a:lnTo>
                <a:lnTo>
                  <a:pt x="187540" y="6"/>
                </a:lnTo>
                <a:close/>
                <a:moveTo>
                  <a:pt x="130829" y="206273"/>
                </a:moveTo>
                <a:lnTo>
                  <a:pt x="130246" y="206246"/>
                </a:lnTo>
                <a:lnTo>
                  <a:pt x="129671" y="206203"/>
                </a:lnTo>
                <a:lnTo>
                  <a:pt x="129103" y="206141"/>
                </a:lnTo>
                <a:lnTo>
                  <a:pt x="128542" y="206063"/>
                </a:lnTo>
                <a:lnTo>
                  <a:pt x="127989" y="205967"/>
                </a:lnTo>
                <a:lnTo>
                  <a:pt x="127442" y="205853"/>
                </a:lnTo>
                <a:lnTo>
                  <a:pt x="126903" y="205722"/>
                </a:lnTo>
                <a:lnTo>
                  <a:pt x="126371" y="205573"/>
                </a:lnTo>
                <a:lnTo>
                  <a:pt x="125847" y="205407"/>
                </a:lnTo>
                <a:lnTo>
                  <a:pt x="125329" y="205224"/>
                </a:lnTo>
                <a:lnTo>
                  <a:pt x="124819" y="205023"/>
                </a:lnTo>
                <a:lnTo>
                  <a:pt x="124317" y="204804"/>
                </a:lnTo>
                <a:lnTo>
                  <a:pt x="123821" y="204568"/>
                </a:lnTo>
                <a:lnTo>
                  <a:pt x="123333" y="204315"/>
                </a:lnTo>
                <a:lnTo>
                  <a:pt x="122851" y="204044"/>
                </a:lnTo>
                <a:lnTo>
                  <a:pt x="122378" y="203755"/>
                </a:lnTo>
                <a:lnTo>
                  <a:pt x="121911" y="203449"/>
                </a:lnTo>
                <a:lnTo>
                  <a:pt x="121452" y="203126"/>
                </a:lnTo>
                <a:lnTo>
                  <a:pt x="120999" y="202785"/>
                </a:lnTo>
                <a:lnTo>
                  <a:pt x="120554" y="202427"/>
                </a:lnTo>
                <a:lnTo>
                  <a:pt x="120117" y="202051"/>
                </a:lnTo>
                <a:lnTo>
                  <a:pt x="119686" y="201657"/>
                </a:lnTo>
                <a:lnTo>
                  <a:pt x="119263" y="201246"/>
                </a:lnTo>
                <a:lnTo>
                  <a:pt x="118852" y="200823"/>
                </a:lnTo>
                <a:lnTo>
                  <a:pt x="118459" y="200393"/>
                </a:lnTo>
                <a:lnTo>
                  <a:pt x="118083" y="199955"/>
                </a:lnTo>
                <a:lnTo>
                  <a:pt x="117725" y="199510"/>
                </a:lnTo>
                <a:lnTo>
                  <a:pt x="117384" y="199058"/>
                </a:lnTo>
                <a:lnTo>
                  <a:pt x="117060" y="198599"/>
                </a:lnTo>
                <a:lnTo>
                  <a:pt x="116754" y="198132"/>
                </a:lnTo>
                <a:lnTo>
                  <a:pt x="116466" y="197658"/>
                </a:lnTo>
                <a:lnTo>
                  <a:pt x="116195" y="197177"/>
                </a:lnTo>
                <a:lnTo>
                  <a:pt x="115942" y="196689"/>
                </a:lnTo>
                <a:lnTo>
                  <a:pt x="115706" y="196193"/>
                </a:lnTo>
                <a:lnTo>
                  <a:pt x="115487" y="195690"/>
                </a:lnTo>
                <a:lnTo>
                  <a:pt x="115286" y="195180"/>
                </a:lnTo>
                <a:lnTo>
                  <a:pt x="115102" y="194663"/>
                </a:lnTo>
                <a:lnTo>
                  <a:pt x="114936" y="194138"/>
                </a:lnTo>
                <a:lnTo>
                  <a:pt x="114788" y="193606"/>
                </a:lnTo>
                <a:lnTo>
                  <a:pt x="114657" y="193067"/>
                </a:lnTo>
                <a:lnTo>
                  <a:pt x="114543" y="192521"/>
                </a:lnTo>
                <a:lnTo>
                  <a:pt x="114447" y="191968"/>
                </a:lnTo>
                <a:lnTo>
                  <a:pt x="114368" y="191407"/>
                </a:lnTo>
                <a:lnTo>
                  <a:pt x="114307" y="190839"/>
                </a:lnTo>
                <a:lnTo>
                  <a:pt x="114263" y="190263"/>
                </a:lnTo>
                <a:lnTo>
                  <a:pt x="114237" y="189681"/>
                </a:lnTo>
                <a:lnTo>
                  <a:pt x="114228" y="189091"/>
                </a:lnTo>
                <a:lnTo>
                  <a:pt x="114237" y="188501"/>
                </a:lnTo>
                <a:lnTo>
                  <a:pt x="114263" y="187919"/>
                </a:lnTo>
                <a:lnTo>
                  <a:pt x="114307" y="187344"/>
                </a:lnTo>
                <a:lnTo>
                  <a:pt x="114368" y="186776"/>
                </a:lnTo>
                <a:lnTo>
                  <a:pt x="114447" y="186215"/>
                </a:lnTo>
                <a:lnTo>
                  <a:pt x="114543" y="185661"/>
                </a:lnTo>
                <a:lnTo>
                  <a:pt x="114657" y="185115"/>
                </a:lnTo>
                <a:lnTo>
                  <a:pt x="114788" y="184576"/>
                </a:lnTo>
                <a:lnTo>
                  <a:pt x="114936" y="184044"/>
                </a:lnTo>
                <a:lnTo>
                  <a:pt x="115102" y="183520"/>
                </a:lnTo>
                <a:lnTo>
                  <a:pt x="115286" y="183002"/>
                </a:lnTo>
                <a:lnTo>
                  <a:pt x="115487" y="182492"/>
                </a:lnTo>
                <a:lnTo>
                  <a:pt x="115706" y="181989"/>
                </a:lnTo>
                <a:lnTo>
                  <a:pt x="115942" y="181494"/>
                </a:lnTo>
                <a:lnTo>
                  <a:pt x="116195" y="181005"/>
                </a:lnTo>
                <a:lnTo>
                  <a:pt x="116466" y="180524"/>
                </a:lnTo>
                <a:lnTo>
                  <a:pt x="116754" y="180050"/>
                </a:lnTo>
                <a:lnTo>
                  <a:pt x="117060" y="179584"/>
                </a:lnTo>
                <a:lnTo>
                  <a:pt x="117384" y="179124"/>
                </a:lnTo>
                <a:lnTo>
                  <a:pt x="117725" y="178672"/>
                </a:lnTo>
                <a:lnTo>
                  <a:pt x="118083" y="178227"/>
                </a:lnTo>
                <a:lnTo>
                  <a:pt x="118459" y="177790"/>
                </a:lnTo>
                <a:lnTo>
                  <a:pt x="118852" y="177359"/>
                </a:lnTo>
                <a:lnTo>
                  <a:pt x="119263" y="176936"/>
                </a:lnTo>
                <a:lnTo>
                  <a:pt x="119686" y="176525"/>
                </a:lnTo>
                <a:lnTo>
                  <a:pt x="120117" y="176132"/>
                </a:lnTo>
                <a:lnTo>
                  <a:pt x="120554" y="175756"/>
                </a:lnTo>
                <a:lnTo>
                  <a:pt x="120999" y="175398"/>
                </a:lnTo>
                <a:lnTo>
                  <a:pt x="121452" y="175057"/>
                </a:lnTo>
                <a:lnTo>
                  <a:pt x="121911" y="174733"/>
                </a:lnTo>
                <a:lnTo>
                  <a:pt x="122378" y="174427"/>
                </a:lnTo>
                <a:lnTo>
                  <a:pt x="122851" y="174139"/>
                </a:lnTo>
                <a:lnTo>
                  <a:pt x="123333" y="173868"/>
                </a:lnTo>
                <a:lnTo>
                  <a:pt x="123821" y="173614"/>
                </a:lnTo>
                <a:lnTo>
                  <a:pt x="124317" y="173378"/>
                </a:lnTo>
                <a:lnTo>
                  <a:pt x="124819" y="173160"/>
                </a:lnTo>
                <a:lnTo>
                  <a:pt x="125329" y="172959"/>
                </a:lnTo>
                <a:lnTo>
                  <a:pt x="125847" y="172775"/>
                </a:lnTo>
                <a:lnTo>
                  <a:pt x="126371" y="172609"/>
                </a:lnTo>
                <a:lnTo>
                  <a:pt x="126903" y="172461"/>
                </a:lnTo>
                <a:lnTo>
                  <a:pt x="127442" y="172329"/>
                </a:lnTo>
                <a:lnTo>
                  <a:pt x="127989" y="172216"/>
                </a:lnTo>
                <a:lnTo>
                  <a:pt x="128542" y="172120"/>
                </a:lnTo>
                <a:lnTo>
                  <a:pt x="129103" y="172041"/>
                </a:lnTo>
                <a:lnTo>
                  <a:pt x="129671" y="171980"/>
                </a:lnTo>
                <a:lnTo>
                  <a:pt x="130246" y="171936"/>
                </a:lnTo>
                <a:lnTo>
                  <a:pt x="130829" y="171910"/>
                </a:lnTo>
                <a:lnTo>
                  <a:pt x="131418" y="171901"/>
                </a:lnTo>
                <a:lnTo>
                  <a:pt x="132008" y="171910"/>
                </a:lnTo>
                <a:lnTo>
                  <a:pt x="132591" y="171936"/>
                </a:lnTo>
                <a:lnTo>
                  <a:pt x="133166" y="171980"/>
                </a:lnTo>
                <a:lnTo>
                  <a:pt x="133734" y="172041"/>
                </a:lnTo>
                <a:lnTo>
                  <a:pt x="134295" y="172120"/>
                </a:lnTo>
                <a:lnTo>
                  <a:pt x="134848" y="172216"/>
                </a:lnTo>
                <a:lnTo>
                  <a:pt x="135395" y="172329"/>
                </a:lnTo>
                <a:lnTo>
                  <a:pt x="135934" y="172461"/>
                </a:lnTo>
                <a:lnTo>
                  <a:pt x="136465" y="172609"/>
                </a:lnTo>
                <a:lnTo>
                  <a:pt x="136990" y="172775"/>
                </a:lnTo>
                <a:lnTo>
                  <a:pt x="137507" y="172959"/>
                </a:lnTo>
                <a:lnTo>
                  <a:pt x="138017" y="173160"/>
                </a:lnTo>
                <a:lnTo>
                  <a:pt x="138520" y="173378"/>
                </a:lnTo>
                <a:lnTo>
                  <a:pt x="139016" y="173614"/>
                </a:lnTo>
                <a:lnTo>
                  <a:pt x="139504" y="173868"/>
                </a:lnTo>
                <a:lnTo>
                  <a:pt x="139985" y="174139"/>
                </a:lnTo>
                <a:lnTo>
                  <a:pt x="140459" y="174427"/>
                </a:lnTo>
                <a:lnTo>
                  <a:pt x="140926" y="174733"/>
                </a:lnTo>
                <a:lnTo>
                  <a:pt x="141385" y="175057"/>
                </a:lnTo>
                <a:lnTo>
                  <a:pt x="141837" y="175398"/>
                </a:lnTo>
                <a:lnTo>
                  <a:pt x="142282" y="175756"/>
                </a:lnTo>
                <a:lnTo>
                  <a:pt x="142720" y="176132"/>
                </a:lnTo>
                <a:lnTo>
                  <a:pt x="143150" y="176525"/>
                </a:lnTo>
                <a:lnTo>
                  <a:pt x="143574" y="176936"/>
                </a:lnTo>
                <a:lnTo>
                  <a:pt x="143984" y="177359"/>
                </a:lnTo>
                <a:lnTo>
                  <a:pt x="144378" y="177790"/>
                </a:lnTo>
                <a:lnTo>
                  <a:pt x="144754" y="178227"/>
                </a:lnTo>
                <a:lnTo>
                  <a:pt x="145112" y="178672"/>
                </a:lnTo>
                <a:lnTo>
                  <a:pt x="145453" y="179124"/>
                </a:lnTo>
                <a:lnTo>
                  <a:pt x="145776" y="179584"/>
                </a:lnTo>
                <a:lnTo>
                  <a:pt x="146082" y="180050"/>
                </a:lnTo>
                <a:lnTo>
                  <a:pt x="146371" y="180524"/>
                </a:lnTo>
                <a:lnTo>
                  <a:pt x="146642" y="181005"/>
                </a:lnTo>
                <a:lnTo>
                  <a:pt x="146895" y="181494"/>
                </a:lnTo>
                <a:lnTo>
                  <a:pt x="147131" y="181989"/>
                </a:lnTo>
                <a:lnTo>
                  <a:pt x="147350" y="182492"/>
                </a:lnTo>
                <a:lnTo>
                  <a:pt x="147551" y="183002"/>
                </a:lnTo>
                <a:lnTo>
                  <a:pt x="147734" y="183520"/>
                </a:lnTo>
                <a:lnTo>
                  <a:pt x="147900" y="184044"/>
                </a:lnTo>
                <a:lnTo>
                  <a:pt x="148049" y="184576"/>
                </a:lnTo>
                <a:lnTo>
                  <a:pt x="148180" y="185115"/>
                </a:lnTo>
                <a:lnTo>
                  <a:pt x="148294" y="185661"/>
                </a:lnTo>
                <a:lnTo>
                  <a:pt x="148390" y="186215"/>
                </a:lnTo>
                <a:lnTo>
                  <a:pt x="148469" y="186776"/>
                </a:lnTo>
                <a:lnTo>
                  <a:pt x="148530" y="187344"/>
                </a:lnTo>
                <a:lnTo>
                  <a:pt x="148574" y="187919"/>
                </a:lnTo>
                <a:lnTo>
                  <a:pt x="148600" y="188501"/>
                </a:lnTo>
                <a:lnTo>
                  <a:pt x="148609" y="189091"/>
                </a:lnTo>
                <a:lnTo>
                  <a:pt x="148600" y="189681"/>
                </a:lnTo>
                <a:lnTo>
                  <a:pt x="148574" y="190263"/>
                </a:lnTo>
                <a:lnTo>
                  <a:pt x="148530" y="190839"/>
                </a:lnTo>
                <a:lnTo>
                  <a:pt x="148469" y="191407"/>
                </a:lnTo>
                <a:lnTo>
                  <a:pt x="148390" y="191968"/>
                </a:lnTo>
                <a:lnTo>
                  <a:pt x="148294" y="192521"/>
                </a:lnTo>
                <a:lnTo>
                  <a:pt x="148180" y="193067"/>
                </a:lnTo>
                <a:lnTo>
                  <a:pt x="148049" y="193606"/>
                </a:lnTo>
                <a:lnTo>
                  <a:pt x="147900" y="194138"/>
                </a:lnTo>
                <a:lnTo>
                  <a:pt x="147734" y="194663"/>
                </a:lnTo>
                <a:lnTo>
                  <a:pt x="147551" y="195180"/>
                </a:lnTo>
                <a:lnTo>
                  <a:pt x="147350" y="195690"/>
                </a:lnTo>
                <a:lnTo>
                  <a:pt x="147131" y="196193"/>
                </a:lnTo>
                <a:lnTo>
                  <a:pt x="146895" y="196689"/>
                </a:lnTo>
                <a:lnTo>
                  <a:pt x="146642" y="197177"/>
                </a:lnTo>
                <a:lnTo>
                  <a:pt x="146371" y="197658"/>
                </a:lnTo>
                <a:lnTo>
                  <a:pt x="146082" y="198132"/>
                </a:lnTo>
                <a:lnTo>
                  <a:pt x="145776" y="198599"/>
                </a:lnTo>
                <a:lnTo>
                  <a:pt x="145453" y="199058"/>
                </a:lnTo>
                <a:lnTo>
                  <a:pt x="145112" y="199510"/>
                </a:lnTo>
                <a:lnTo>
                  <a:pt x="144754" y="199955"/>
                </a:lnTo>
                <a:lnTo>
                  <a:pt x="144378" y="200393"/>
                </a:lnTo>
                <a:lnTo>
                  <a:pt x="143984" y="200823"/>
                </a:lnTo>
                <a:lnTo>
                  <a:pt x="143574" y="201246"/>
                </a:lnTo>
                <a:lnTo>
                  <a:pt x="143150" y="201657"/>
                </a:lnTo>
                <a:lnTo>
                  <a:pt x="142720" y="202051"/>
                </a:lnTo>
                <a:lnTo>
                  <a:pt x="142282" y="202427"/>
                </a:lnTo>
                <a:lnTo>
                  <a:pt x="141837" y="202785"/>
                </a:lnTo>
                <a:lnTo>
                  <a:pt x="141385" y="203126"/>
                </a:lnTo>
                <a:lnTo>
                  <a:pt x="140926" y="203449"/>
                </a:lnTo>
                <a:lnTo>
                  <a:pt x="140459" y="203755"/>
                </a:lnTo>
                <a:lnTo>
                  <a:pt x="139985" y="204044"/>
                </a:lnTo>
                <a:lnTo>
                  <a:pt x="139504" y="204315"/>
                </a:lnTo>
                <a:lnTo>
                  <a:pt x="139016" y="204568"/>
                </a:lnTo>
                <a:lnTo>
                  <a:pt x="138520" y="204804"/>
                </a:lnTo>
                <a:lnTo>
                  <a:pt x="138017" y="205023"/>
                </a:lnTo>
                <a:lnTo>
                  <a:pt x="137507" y="205224"/>
                </a:lnTo>
                <a:lnTo>
                  <a:pt x="136990" y="205407"/>
                </a:lnTo>
                <a:lnTo>
                  <a:pt x="136465" y="205573"/>
                </a:lnTo>
                <a:lnTo>
                  <a:pt x="135934" y="205722"/>
                </a:lnTo>
                <a:lnTo>
                  <a:pt x="135395" y="205853"/>
                </a:lnTo>
                <a:lnTo>
                  <a:pt x="134848" y="205967"/>
                </a:lnTo>
                <a:lnTo>
                  <a:pt x="134295" y="206063"/>
                </a:lnTo>
                <a:lnTo>
                  <a:pt x="133734" y="206141"/>
                </a:lnTo>
                <a:lnTo>
                  <a:pt x="133166" y="206203"/>
                </a:lnTo>
                <a:lnTo>
                  <a:pt x="132591" y="206246"/>
                </a:lnTo>
                <a:lnTo>
                  <a:pt x="132008" y="206273"/>
                </a:lnTo>
                <a:lnTo>
                  <a:pt x="131418" y="206281"/>
                </a:lnTo>
                <a:lnTo>
                  <a:pt x="130829" y="206273"/>
                </a:lnTo>
                <a:close/>
                <a:moveTo>
                  <a:pt x="183257" y="250649"/>
                </a:moveTo>
                <a:lnTo>
                  <a:pt x="183007" y="250829"/>
                </a:lnTo>
                <a:lnTo>
                  <a:pt x="182754" y="251002"/>
                </a:lnTo>
                <a:lnTo>
                  <a:pt x="182498" y="251167"/>
                </a:lnTo>
                <a:lnTo>
                  <a:pt x="182239" y="251323"/>
                </a:lnTo>
                <a:lnTo>
                  <a:pt x="181978" y="251472"/>
                </a:lnTo>
                <a:lnTo>
                  <a:pt x="181714" y="251613"/>
                </a:lnTo>
                <a:lnTo>
                  <a:pt x="181447" y="251745"/>
                </a:lnTo>
                <a:lnTo>
                  <a:pt x="181177" y="251870"/>
                </a:lnTo>
                <a:lnTo>
                  <a:pt x="180905" y="251987"/>
                </a:lnTo>
                <a:lnTo>
                  <a:pt x="180630" y="252095"/>
                </a:lnTo>
                <a:lnTo>
                  <a:pt x="180352" y="252196"/>
                </a:lnTo>
                <a:lnTo>
                  <a:pt x="180071" y="252289"/>
                </a:lnTo>
                <a:lnTo>
                  <a:pt x="179788" y="252374"/>
                </a:lnTo>
                <a:lnTo>
                  <a:pt x="179501" y="252450"/>
                </a:lnTo>
                <a:lnTo>
                  <a:pt x="179212" y="252519"/>
                </a:lnTo>
                <a:lnTo>
                  <a:pt x="178920" y="252580"/>
                </a:lnTo>
                <a:lnTo>
                  <a:pt x="178626" y="252632"/>
                </a:lnTo>
                <a:lnTo>
                  <a:pt x="178329" y="252677"/>
                </a:lnTo>
                <a:lnTo>
                  <a:pt x="178028" y="252714"/>
                </a:lnTo>
                <a:lnTo>
                  <a:pt x="177726" y="252742"/>
                </a:lnTo>
                <a:lnTo>
                  <a:pt x="177420" y="252763"/>
                </a:lnTo>
                <a:lnTo>
                  <a:pt x="177111" y="252776"/>
                </a:lnTo>
                <a:lnTo>
                  <a:pt x="176800" y="252781"/>
                </a:lnTo>
                <a:lnTo>
                  <a:pt x="176176" y="252769"/>
                </a:lnTo>
                <a:lnTo>
                  <a:pt x="175570" y="252732"/>
                </a:lnTo>
                <a:lnTo>
                  <a:pt x="174981" y="252671"/>
                </a:lnTo>
                <a:lnTo>
                  <a:pt x="174410" y="252585"/>
                </a:lnTo>
                <a:lnTo>
                  <a:pt x="173856" y="252474"/>
                </a:lnTo>
                <a:lnTo>
                  <a:pt x="173320" y="252338"/>
                </a:lnTo>
                <a:lnTo>
                  <a:pt x="172802" y="252177"/>
                </a:lnTo>
                <a:lnTo>
                  <a:pt x="172300" y="251991"/>
                </a:lnTo>
                <a:lnTo>
                  <a:pt x="171817" y="251781"/>
                </a:lnTo>
                <a:lnTo>
                  <a:pt x="171351" y="251545"/>
                </a:lnTo>
                <a:lnTo>
                  <a:pt x="170902" y="251285"/>
                </a:lnTo>
                <a:lnTo>
                  <a:pt x="170471" y="251000"/>
                </a:lnTo>
                <a:lnTo>
                  <a:pt x="170057" y="250690"/>
                </a:lnTo>
                <a:lnTo>
                  <a:pt x="169661" y="250355"/>
                </a:lnTo>
                <a:lnTo>
                  <a:pt x="169283" y="249995"/>
                </a:lnTo>
                <a:lnTo>
                  <a:pt x="168922" y="249611"/>
                </a:lnTo>
                <a:lnTo>
                  <a:pt x="168578" y="249201"/>
                </a:lnTo>
                <a:lnTo>
                  <a:pt x="168252" y="248767"/>
                </a:lnTo>
                <a:lnTo>
                  <a:pt x="167944" y="248308"/>
                </a:lnTo>
                <a:lnTo>
                  <a:pt x="167653" y="247824"/>
                </a:lnTo>
                <a:lnTo>
                  <a:pt x="167380" y="247315"/>
                </a:lnTo>
                <a:lnTo>
                  <a:pt x="167124" y="246781"/>
                </a:lnTo>
                <a:lnTo>
                  <a:pt x="166885" y="246222"/>
                </a:lnTo>
                <a:lnTo>
                  <a:pt x="166665" y="245639"/>
                </a:lnTo>
                <a:lnTo>
                  <a:pt x="166467" y="245047"/>
                </a:lnTo>
                <a:lnTo>
                  <a:pt x="166299" y="244463"/>
                </a:lnTo>
                <a:lnTo>
                  <a:pt x="166160" y="243888"/>
                </a:lnTo>
                <a:lnTo>
                  <a:pt x="166051" y="243321"/>
                </a:lnTo>
                <a:lnTo>
                  <a:pt x="165970" y="242762"/>
                </a:lnTo>
                <a:lnTo>
                  <a:pt x="165919" y="242211"/>
                </a:lnTo>
                <a:lnTo>
                  <a:pt x="165898" y="241668"/>
                </a:lnTo>
                <a:lnTo>
                  <a:pt x="165905" y="241134"/>
                </a:lnTo>
                <a:lnTo>
                  <a:pt x="165942" y="240608"/>
                </a:lnTo>
                <a:lnTo>
                  <a:pt x="166008" y="240090"/>
                </a:lnTo>
                <a:lnTo>
                  <a:pt x="166104" y="239580"/>
                </a:lnTo>
                <a:lnTo>
                  <a:pt x="166229" y="239078"/>
                </a:lnTo>
                <a:lnTo>
                  <a:pt x="166383" y="238585"/>
                </a:lnTo>
                <a:lnTo>
                  <a:pt x="166566" y="238100"/>
                </a:lnTo>
                <a:lnTo>
                  <a:pt x="166779" y="237623"/>
                </a:lnTo>
                <a:lnTo>
                  <a:pt x="167020" y="237154"/>
                </a:lnTo>
                <a:lnTo>
                  <a:pt x="167292" y="236693"/>
                </a:lnTo>
                <a:lnTo>
                  <a:pt x="167592" y="236241"/>
                </a:lnTo>
                <a:lnTo>
                  <a:pt x="167922" y="235797"/>
                </a:lnTo>
                <a:lnTo>
                  <a:pt x="168281" y="235361"/>
                </a:lnTo>
                <a:lnTo>
                  <a:pt x="168669" y="234933"/>
                </a:lnTo>
                <a:lnTo>
                  <a:pt x="169087" y="234514"/>
                </a:lnTo>
                <a:lnTo>
                  <a:pt x="169534" y="234103"/>
                </a:lnTo>
                <a:lnTo>
                  <a:pt x="170010" y="233700"/>
                </a:lnTo>
                <a:lnTo>
                  <a:pt x="171760" y="232253"/>
                </a:lnTo>
                <a:lnTo>
                  <a:pt x="173436" y="230770"/>
                </a:lnTo>
                <a:lnTo>
                  <a:pt x="175037" y="229252"/>
                </a:lnTo>
                <a:lnTo>
                  <a:pt x="176563" y="227697"/>
                </a:lnTo>
                <a:lnTo>
                  <a:pt x="178014" y="226107"/>
                </a:lnTo>
                <a:lnTo>
                  <a:pt x="179391" y="224481"/>
                </a:lnTo>
                <a:lnTo>
                  <a:pt x="180693" y="222820"/>
                </a:lnTo>
                <a:lnTo>
                  <a:pt x="181921" y="221122"/>
                </a:lnTo>
                <a:lnTo>
                  <a:pt x="183074" y="219389"/>
                </a:lnTo>
                <a:lnTo>
                  <a:pt x="184152" y="217619"/>
                </a:lnTo>
                <a:lnTo>
                  <a:pt x="185156" y="215815"/>
                </a:lnTo>
                <a:lnTo>
                  <a:pt x="186085" y="213974"/>
                </a:lnTo>
                <a:lnTo>
                  <a:pt x="186940" y="212097"/>
                </a:lnTo>
                <a:lnTo>
                  <a:pt x="187719" y="210185"/>
                </a:lnTo>
                <a:lnTo>
                  <a:pt x="188425" y="208237"/>
                </a:lnTo>
                <a:lnTo>
                  <a:pt x="189055" y="206253"/>
                </a:lnTo>
                <a:lnTo>
                  <a:pt x="189611" y="204233"/>
                </a:lnTo>
                <a:lnTo>
                  <a:pt x="190092" y="202177"/>
                </a:lnTo>
                <a:lnTo>
                  <a:pt x="190499" y="200086"/>
                </a:lnTo>
                <a:lnTo>
                  <a:pt x="190831" y="197958"/>
                </a:lnTo>
                <a:lnTo>
                  <a:pt x="191088" y="195795"/>
                </a:lnTo>
                <a:lnTo>
                  <a:pt x="191271" y="193596"/>
                </a:lnTo>
                <a:lnTo>
                  <a:pt x="191379" y="191362"/>
                </a:lnTo>
                <a:lnTo>
                  <a:pt x="191412" y="189091"/>
                </a:lnTo>
                <a:lnTo>
                  <a:pt x="191374" y="186824"/>
                </a:lnTo>
                <a:lnTo>
                  <a:pt x="191261" y="184591"/>
                </a:lnTo>
                <a:lnTo>
                  <a:pt x="191075" y="182394"/>
                </a:lnTo>
                <a:lnTo>
                  <a:pt x="190815" y="180232"/>
                </a:lnTo>
                <a:lnTo>
                  <a:pt x="190481" y="178106"/>
                </a:lnTo>
                <a:lnTo>
                  <a:pt x="190074" y="176014"/>
                </a:lnTo>
                <a:lnTo>
                  <a:pt x="189592" y="173958"/>
                </a:lnTo>
                <a:lnTo>
                  <a:pt x="189036" y="171937"/>
                </a:lnTo>
                <a:lnTo>
                  <a:pt x="188407" y="169952"/>
                </a:lnTo>
                <a:lnTo>
                  <a:pt x="187703" y="168002"/>
                </a:lnTo>
                <a:lnTo>
                  <a:pt x="186926" y="166086"/>
                </a:lnTo>
                <a:lnTo>
                  <a:pt x="186075" y="164206"/>
                </a:lnTo>
                <a:lnTo>
                  <a:pt x="185150" y="162362"/>
                </a:lnTo>
                <a:lnTo>
                  <a:pt x="184151" y="160552"/>
                </a:lnTo>
                <a:lnTo>
                  <a:pt x="183078" y="158778"/>
                </a:lnTo>
                <a:lnTo>
                  <a:pt x="181931" y="157039"/>
                </a:lnTo>
                <a:lnTo>
                  <a:pt x="180710" y="155336"/>
                </a:lnTo>
                <a:lnTo>
                  <a:pt x="179416" y="153667"/>
                </a:lnTo>
                <a:lnTo>
                  <a:pt x="178047" y="152034"/>
                </a:lnTo>
                <a:lnTo>
                  <a:pt x="176605" y="150436"/>
                </a:lnTo>
                <a:lnTo>
                  <a:pt x="175088" y="148874"/>
                </a:lnTo>
                <a:lnTo>
                  <a:pt x="173498" y="147346"/>
                </a:lnTo>
                <a:lnTo>
                  <a:pt x="171834" y="145854"/>
                </a:lnTo>
                <a:lnTo>
                  <a:pt x="170096" y="144397"/>
                </a:lnTo>
                <a:lnTo>
                  <a:pt x="169796" y="144160"/>
                </a:lnTo>
                <a:lnTo>
                  <a:pt x="169508" y="143917"/>
                </a:lnTo>
                <a:lnTo>
                  <a:pt x="169230" y="143667"/>
                </a:lnTo>
                <a:lnTo>
                  <a:pt x="168964" y="143412"/>
                </a:lnTo>
                <a:lnTo>
                  <a:pt x="168708" y="143150"/>
                </a:lnTo>
                <a:lnTo>
                  <a:pt x="168464" y="142882"/>
                </a:lnTo>
                <a:lnTo>
                  <a:pt x="168231" y="142607"/>
                </a:lnTo>
                <a:lnTo>
                  <a:pt x="168009" y="142327"/>
                </a:lnTo>
                <a:lnTo>
                  <a:pt x="167798" y="142040"/>
                </a:lnTo>
                <a:lnTo>
                  <a:pt x="167599" y="141748"/>
                </a:lnTo>
                <a:lnTo>
                  <a:pt x="167410" y="141449"/>
                </a:lnTo>
                <a:lnTo>
                  <a:pt x="167233" y="141143"/>
                </a:lnTo>
                <a:lnTo>
                  <a:pt x="167066" y="140832"/>
                </a:lnTo>
                <a:lnTo>
                  <a:pt x="166911" y="140514"/>
                </a:lnTo>
                <a:lnTo>
                  <a:pt x="166767" y="140190"/>
                </a:lnTo>
                <a:lnTo>
                  <a:pt x="166634" y="139860"/>
                </a:lnTo>
                <a:lnTo>
                  <a:pt x="166513" y="139524"/>
                </a:lnTo>
                <a:lnTo>
                  <a:pt x="166402" y="139181"/>
                </a:lnTo>
                <a:lnTo>
                  <a:pt x="166303" y="138833"/>
                </a:lnTo>
                <a:lnTo>
                  <a:pt x="166214" y="138478"/>
                </a:lnTo>
                <a:lnTo>
                  <a:pt x="166137" y="138117"/>
                </a:lnTo>
                <a:lnTo>
                  <a:pt x="166071" y="137750"/>
                </a:lnTo>
                <a:lnTo>
                  <a:pt x="166016" y="137376"/>
                </a:lnTo>
                <a:lnTo>
                  <a:pt x="165972" y="136996"/>
                </a:lnTo>
                <a:lnTo>
                  <a:pt x="165940" y="136616"/>
                </a:lnTo>
                <a:lnTo>
                  <a:pt x="165920" y="136239"/>
                </a:lnTo>
                <a:lnTo>
                  <a:pt x="165912" y="135866"/>
                </a:lnTo>
                <a:lnTo>
                  <a:pt x="165916" y="135496"/>
                </a:lnTo>
                <a:lnTo>
                  <a:pt x="165932" y="135131"/>
                </a:lnTo>
                <a:lnTo>
                  <a:pt x="165961" y="134770"/>
                </a:lnTo>
                <a:lnTo>
                  <a:pt x="166001" y="134412"/>
                </a:lnTo>
                <a:lnTo>
                  <a:pt x="166054" y="134058"/>
                </a:lnTo>
                <a:lnTo>
                  <a:pt x="166119" y="133708"/>
                </a:lnTo>
                <a:lnTo>
                  <a:pt x="166196" y="133362"/>
                </a:lnTo>
                <a:lnTo>
                  <a:pt x="166285" y="133020"/>
                </a:lnTo>
                <a:lnTo>
                  <a:pt x="166387" y="132682"/>
                </a:lnTo>
                <a:lnTo>
                  <a:pt x="166500" y="132348"/>
                </a:lnTo>
                <a:lnTo>
                  <a:pt x="166626" y="132017"/>
                </a:lnTo>
                <a:lnTo>
                  <a:pt x="166763" y="131691"/>
                </a:lnTo>
                <a:lnTo>
                  <a:pt x="166913" y="131368"/>
                </a:lnTo>
                <a:lnTo>
                  <a:pt x="167075" y="131049"/>
                </a:lnTo>
                <a:lnTo>
                  <a:pt x="167249" y="130734"/>
                </a:lnTo>
                <a:lnTo>
                  <a:pt x="167436" y="130423"/>
                </a:lnTo>
                <a:lnTo>
                  <a:pt x="167634" y="130116"/>
                </a:lnTo>
                <a:lnTo>
                  <a:pt x="167845" y="129813"/>
                </a:lnTo>
                <a:lnTo>
                  <a:pt x="168067" y="129513"/>
                </a:lnTo>
                <a:lnTo>
                  <a:pt x="168302" y="129218"/>
                </a:lnTo>
                <a:lnTo>
                  <a:pt x="168549" y="128926"/>
                </a:lnTo>
                <a:lnTo>
                  <a:pt x="168788" y="128646"/>
                </a:lnTo>
                <a:lnTo>
                  <a:pt x="169032" y="128376"/>
                </a:lnTo>
                <a:lnTo>
                  <a:pt x="169281" y="128116"/>
                </a:lnTo>
                <a:lnTo>
                  <a:pt x="169536" y="127867"/>
                </a:lnTo>
                <a:lnTo>
                  <a:pt x="169797" y="127628"/>
                </a:lnTo>
                <a:lnTo>
                  <a:pt x="170063" y="127400"/>
                </a:lnTo>
                <a:lnTo>
                  <a:pt x="170334" y="127182"/>
                </a:lnTo>
                <a:lnTo>
                  <a:pt x="170611" y="126974"/>
                </a:lnTo>
                <a:lnTo>
                  <a:pt x="170894" y="126776"/>
                </a:lnTo>
                <a:lnTo>
                  <a:pt x="171182" y="126589"/>
                </a:lnTo>
                <a:lnTo>
                  <a:pt x="171476" y="126412"/>
                </a:lnTo>
                <a:lnTo>
                  <a:pt x="171775" y="126245"/>
                </a:lnTo>
                <a:lnTo>
                  <a:pt x="172080" y="126089"/>
                </a:lnTo>
                <a:lnTo>
                  <a:pt x="172390" y="125943"/>
                </a:lnTo>
                <a:lnTo>
                  <a:pt x="172706" y="125808"/>
                </a:lnTo>
                <a:lnTo>
                  <a:pt x="173027" y="125682"/>
                </a:lnTo>
                <a:lnTo>
                  <a:pt x="173354" y="125567"/>
                </a:lnTo>
                <a:lnTo>
                  <a:pt x="173686" y="125462"/>
                </a:lnTo>
                <a:lnTo>
                  <a:pt x="174024" y="125368"/>
                </a:lnTo>
                <a:lnTo>
                  <a:pt x="174367" y="125284"/>
                </a:lnTo>
                <a:lnTo>
                  <a:pt x="174716" y="125210"/>
                </a:lnTo>
                <a:lnTo>
                  <a:pt x="175070" y="125147"/>
                </a:lnTo>
                <a:lnTo>
                  <a:pt x="175430" y="125094"/>
                </a:lnTo>
                <a:lnTo>
                  <a:pt x="175795" y="125051"/>
                </a:lnTo>
                <a:lnTo>
                  <a:pt x="176162" y="125019"/>
                </a:lnTo>
                <a:lnTo>
                  <a:pt x="176525" y="124998"/>
                </a:lnTo>
                <a:lnTo>
                  <a:pt x="176885" y="124988"/>
                </a:lnTo>
                <a:lnTo>
                  <a:pt x="177242" y="124990"/>
                </a:lnTo>
                <a:lnTo>
                  <a:pt x="177595" y="125003"/>
                </a:lnTo>
                <a:lnTo>
                  <a:pt x="177945" y="125027"/>
                </a:lnTo>
                <a:lnTo>
                  <a:pt x="178291" y="125062"/>
                </a:lnTo>
                <a:lnTo>
                  <a:pt x="178635" y="125109"/>
                </a:lnTo>
                <a:lnTo>
                  <a:pt x="178975" y="125166"/>
                </a:lnTo>
                <a:lnTo>
                  <a:pt x="179311" y="125235"/>
                </a:lnTo>
                <a:lnTo>
                  <a:pt x="179645" y="125316"/>
                </a:lnTo>
                <a:lnTo>
                  <a:pt x="179975" y="125407"/>
                </a:lnTo>
                <a:lnTo>
                  <a:pt x="180301" y="125509"/>
                </a:lnTo>
                <a:lnTo>
                  <a:pt x="180625" y="125623"/>
                </a:lnTo>
                <a:lnTo>
                  <a:pt x="180945" y="125748"/>
                </a:lnTo>
                <a:lnTo>
                  <a:pt x="181262" y="125885"/>
                </a:lnTo>
                <a:lnTo>
                  <a:pt x="181575" y="126032"/>
                </a:lnTo>
                <a:lnTo>
                  <a:pt x="181885" y="126191"/>
                </a:lnTo>
                <a:lnTo>
                  <a:pt x="182192" y="126361"/>
                </a:lnTo>
                <a:lnTo>
                  <a:pt x="182495" y="126542"/>
                </a:lnTo>
                <a:lnTo>
                  <a:pt x="182796" y="126734"/>
                </a:lnTo>
                <a:lnTo>
                  <a:pt x="183093" y="126938"/>
                </a:lnTo>
                <a:lnTo>
                  <a:pt x="183386" y="127153"/>
                </a:lnTo>
                <a:lnTo>
                  <a:pt x="183676" y="127379"/>
                </a:lnTo>
                <a:lnTo>
                  <a:pt x="184246" y="127843"/>
                </a:lnTo>
                <a:lnTo>
                  <a:pt x="184811" y="128313"/>
                </a:lnTo>
                <a:lnTo>
                  <a:pt x="185371" y="128787"/>
                </a:lnTo>
                <a:lnTo>
                  <a:pt x="185926" y="129266"/>
                </a:lnTo>
                <a:lnTo>
                  <a:pt x="186476" y="129750"/>
                </a:lnTo>
                <a:lnTo>
                  <a:pt x="187021" y="130239"/>
                </a:lnTo>
                <a:lnTo>
                  <a:pt x="187562" y="130732"/>
                </a:lnTo>
                <a:lnTo>
                  <a:pt x="188097" y="131230"/>
                </a:lnTo>
                <a:lnTo>
                  <a:pt x="188628" y="131733"/>
                </a:lnTo>
                <a:lnTo>
                  <a:pt x="189154" y="132241"/>
                </a:lnTo>
                <a:lnTo>
                  <a:pt x="189675" y="132753"/>
                </a:lnTo>
                <a:lnTo>
                  <a:pt x="190192" y="133271"/>
                </a:lnTo>
                <a:lnTo>
                  <a:pt x="190703" y="133793"/>
                </a:lnTo>
                <a:lnTo>
                  <a:pt x="191210" y="134320"/>
                </a:lnTo>
                <a:lnTo>
                  <a:pt x="191712" y="134852"/>
                </a:lnTo>
                <a:lnTo>
                  <a:pt x="192209" y="135388"/>
                </a:lnTo>
                <a:lnTo>
                  <a:pt x="192701" y="135929"/>
                </a:lnTo>
                <a:lnTo>
                  <a:pt x="193188" y="136475"/>
                </a:lnTo>
                <a:lnTo>
                  <a:pt x="193670" y="137026"/>
                </a:lnTo>
                <a:lnTo>
                  <a:pt x="194148" y="137582"/>
                </a:lnTo>
                <a:lnTo>
                  <a:pt x="194621" y="138142"/>
                </a:lnTo>
                <a:lnTo>
                  <a:pt x="195088" y="138708"/>
                </a:lnTo>
                <a:lnTo>
                  <a:pt x="195551" y="139278"/>
                </a:lnTo>
                <a:lnTo>
                  <a:pt x="196010" y="139853"/>
                </a:lnTo>
                <a:lnTo>
                  <a:pt x="196463" y="140432"/>
                </a:lnTo>
                <a:lnTo>
                  <a:pt x="196910" y="141014"/>
                </a:lnTo>
                <a:lnTo>
                  <a:pt x="197351" y="141600"/>
                </a:lnTo>
                <a:lnTo>
                  <a:pt x="197786" y="142190"/>
                </a:lnTo>
                <a:lnTo>
                  <a:pt x="198216" y="142784"/>
                </a:lnTo>
                <a:lnTo>
                  <a:pt x="198640" y="143381"/>
                </a:lnTo>
                <a:lnTo>
                  <a:pt x="199058" y="143981"/>
                </a:lnTo>
                <a:lnTo>
                  <a:pt x="199471" y="144586"/>
                </a:lnTo>
                <a:lnTo>
                  <a:pt x="199877" y="145193"/>
                </a:lnTo>
                <a:lnTo>
                  <a:pt x="200278" y="145805"/>
                </a:lnTo>
                <a:lnTo>
                  <a:pt x="200673" y="146420"/>
                </a:lnTo>
                <a:lnTo>
                  <a:pt x="201062" y="147039"/>
                </a:lnTo>
                <a:lnTo>
                  <a:pt x="201446" y="147661"/>
                </a:lnTo>
                <a:lnTo>
                  <a:pt x="201823" y="148287"/>
                </a:lnTo>
                <a:lnTo>
                  <a:pt x="202195" y="148916"/>
                </a:lnTo>
                <a:lnTo>
                  <a:pt x="202561" y="149549"/>
                </a:lnTo>
                <a:lnTo>
                  <a:pt x="202922" y="150186"/>
                </a:lnTo>
                <a:lnTo>
                  <a:pt x="203276" y="150826"/>
                </a:lnTo>
                <a:lnTo>
                  <a:pt x="203625" y="151470"/>
                </a:lnTo>
                <a:lnTo>
                  <a:pt x="203968" y="152117"/>
                </a:lnTo>
                <a:lnTo>
                  <a:pt x="204305" y="152768"/>
                </a:lnTo>
                <a:lnTo>
                  <a:pt x="204637" y="153423"/>
                </a:lnTo>
                <a:lnTo>
                  <a:pt x="204962" y="154081"/>
                </a:lnTo>
                <a:lnTo>
                  <a:pt x="205282" y="154743"/>
                </a:lnTo>
                <a:lnTo>
                  <a:pt x="205596" y="155408"/>
                </a:lnTo>
                <a:lnTo>
                  <a:pt x="205903" y="156075"/>
                </a:lnTo>
                <a:lnTo>
                  <a:pt x="206204" y="156744"/>
                </a:lnTo>
                <a:lnTo>
                  <a:pt x="206499" y="157416"/>
                </a:lnTo>
                <a:lnTo>
                  <a:pt x="206786" y="158089"/>
                </a:lnTo>
                <a:lnTo>
                  <a:pt x="207068" y="158765"/>
                </a:lnTo>
                <a:lnTo>
                  <a:pt x="207343" y="159444"/>
                </a:lnTo>
                <a:lnTo>
                  <a:pt x="207612" y="160124"/>
                </a:lnTo>
                <a:lnTo>
                  <a:pt x="207874" y="160807"/>
                </a:lnTo>
                <a:lnTo>
                  <a:pt x="208130" y="161491"/>
                </a:lnTo>
                <a:lnTo>
                  <a:pt x="208379" y="162179"/>
                </a:lnTo>
                <a:lnTo>
                  <a:pt x="208622" y="162868"/>
                </a:lnTo>
                <a:lnTo>
                  <a:pt x="208859" y="163560"/>
                </a:lnTo>
                <a:lnTo>
                  <a:pt x="209089" y="164253"/>
                </a:lnTo>
                <a:lnTo>
                  <a:pt x="209312" y="164949"/>
                </a:lnTo>
                <a:lnTo>
                  <a:pt x="209530" y="165648"/>
                </a:lnTo>
                <a:lnTo>
                  <a:pt x="209740" y="166348"/>
                </a:lnTo>
                <a:lnTo>
                  <a:pt x="209945" y="167051"/>
                </a:lnTo>
                <a:lnTo>
                  <a:pt x="210143" y="167756"/>
                </a:lnTo>
                <a:lnTo>
                  <a:pt x="210334" y="168463"/>
                </a:lnTo>
                <a:lnTo>
                  <a:pt x="210519" y="169173"/>
                </a:lnTo>
                <a:lnTo>
                  <a:pt x="210698" y="169884"/>
                </a:lnTo>
                <a:lnTo>
                  <a:pt x="210870" y="170598"/>
                </a:lnTo>
                <a:lnTo>
                  <a:pt x="211036" y="171314"/>
                </a:lnTo>
                <a:lnTo>
                  <a:pt x="211195" y="172032"/>
                </a:lnTo>
                <a:lnTo>
                  <a:pt x="211347" y="172751"/>
                </a:lnTo>
                <a:lnTo>
                  <a:pt x="211493" y="173470"/>
                </a:lnTo>
                <a:lnTo>
                  <a:pt x="211631" y="174190"/>
                </a:lnTo>
                <a:lnTo>
                  <a:pt x="211763" y="174910"/>
                </a:lnTo>
                <a:lnTo>
                  <a:pt x="211889" y="175632"/>
                </a:lnTo>
                <a:lnTo>
                  <a:pt x="212007" y="176354"/>
                </a:lnTo>
                <a:lnTo>
                  <a:pt x="212119" y="177077"/>
                </a:lnTo>
                <a:lnTo>
                  <a:pt x="212224" y="177801"/>
                </a:lnTo>
                <a:lnTo>
                  <a:pt x="212322" y="178525"/>
                </a:lnTo>
                <a:lnTo>
                  <a:pt x="212413" y="179250"/>
                </a:lnTo>
                <a:lnTo>
                  <a:pt x="212498" y="179976"/>
                </a:lnTo>
                <a:lnTo>
                  <a:pt x="212576" y="180703"/>
                </a:lnTo>
                <a:lnTo>
                  <a:pt x="212647" y="181431"/>
                </a:lnTo>
                <a:lnTo>
                  <a:pt x="212711" y="182159"/>
                </a:lnTo>
                <a:lnTo>
                  <a:pt x="212769" y="182888"/>
                </a:lnTo>
                <a:lnTo>
                  <a:pt x="212820" y="183618"/>
                </a:lnTo>
                <a:lnTo>
                  <a:pt x="212864" y="184348"/>
                </a:lnTo>
                <a:lnTo>
                  <a:pt x="212901" y="185080"/>
                </a:lnTo>
                <a:lnTo>
                  <a:pt x="212931" y="185812"/>
                </a:lnTo>
                <a:lnTo>
                  <a:pt x="212955" y="186544"/>
                </a:lnTo>
                <a:lnTo>
                  <a:pt x="212972" y="187278"/>
                </a:lnTo>
                <a:lnTo>
                  <a:pt x="212982" y="188012"/>
                </a:lnTo>
                <a:lnTo>
                  <a:pt x="212986" y="188747"/>
                </a:lnTo>
                <a:lnTo>
                  <a:pt x="212982" y="189482"/>
                </a:lnTo>
                <a:lnTo>
                  <a:pt x="212972" y="190217"/>
                </a:lnTo>
                <a:lnTo>
                  <a:pt x="212955" y="190950"/>
                </a:lnTo>
                <a:lnTo>
                  <a:pt x="212931" y="191683"/>
                </a:lnTo>
                <a:lnTo>
                  <a:pt x="212901" y="192415"/>
                </a:lnTo>
                <a:lnTo>
                  <a:pt x="212864" y="193147"/>
                </a:lnTo>
                <a:lnTo>
                  <a:pt x="212820" y="193877"/>
                </a:lnTo>
                <a:lnTo>
                  <a:pt x="212769" y="194607"/>
                </a:lnTo>
                <a:lnTo>
                  <a:pt x="212711" y="195336"/>
                </a:lnTo>
                <a:lnTo>
                  <a:pt x="212647" y="196064"/>
                </a:lnTo>
                <a:lnTo>
                  <a:pt x="212576" y="196792"/>
                </a:lnTo>
                <a:lnTo>
                  <a:pt x="212498" y="197518"/>
                </a:lnTo>
                <a:lnTo>
                  <a:pt x="212413" y="198244"/>
                </a:lnTo>
                <a:lnTo>
                  <a:pt x="212322" y="198970"/>
                </a:lnTo>
                <a:lnTo>
                  <a:pt x="212224" y="199694"/>
                </a:lnTo>
                <a:lnTo>
                  <a:pt x="212119" y="200418"/>
                </a:lnTo>
                <a:lnTo>
                  <a:pt x="212007" y="201141"/>
                </a:lnTo>
                <a:lnTo>
                  <a:pt x="211889" y="201863"/>
                </a:lnTo>
                <a:lnTo>
                  <a:pt x="211763" y="202584"/>
                </a:lnTo>
                <a:lnTo>
                  <a:pt x="211631" y="203305"/>
                </a:lnTo>
                <a:lnTo>
                  <a:pt x="211493" y="204025"/>
                </a:lnTo>
                <a:lnTo>
                  <a:pt x="211347" y="204744"/>
                </a:lnTo>
                <a:lnTo>
                  <a:pt x="211195" y="205463"/>
                </a:lnTo>
                <a:lnTo>
                  <a:pt x="211036" y="206180"/>
                </a:lnTo>
                <a:lnTo>
                  <a:pt x="210870" y="206897"/>
                </a:lnTo>
                <a:lnTo>
                  <a:pt x="210698" y="207610"/>
                </a:lnTo>
                <a:lnTo>
                  <a:pt x="210519" y="208322"/>
                </a:lnTo>
                <a:lnTo>
                  <a:pt x="210334" y="209032"/>
                </a:lnTo>
                <a:lnTo>
                  <a:pt x="210143" y="209739"/>
                </a:lnTo>
                <a:lnTo>
                  <a:pt x="209945" y="210444"/>
                </a:lnTo>
                <a:lnTo>
                  <a:pt x="209740" y="211147"/>
                </a:lnTo>
                <a:lnTo>
                  <a:pt x="209530" y="211847"/>
                </a:lnTo>
                <a:lnTo>
                  <a:pt x="209312" y="212545"/>
                </a:lnTo>
                <a:lnTo>
                  <a:pt x="209089" y="213241"/>
                </a:lnTo>
                <a:lnTo>
                  <a:pt x="208859" y="213935"/>
                </a:lnTo>
                <a:lnTo>
                  <a:pt x="208622" y="214627"/>
                </a:lnTo>
                <a:lnTo>
                  <a:pt x="208379" y="215316"/>
                </a:lnTo>
                <a:lnTo>
                  <a:pt x="208130" y="216003"/>
                </a:lnTo>
                <a:lnTo>
                  <a:pt x="207874" y="216688"/>
                </a:lnTo>
                <a:lnTo>
                  <a:pt x="207612" y="217371"/>
                </a:lnTo>
                <a:lnTo>
                  <a:pt x="207343" y="218051"/>
                </a:lnTo>
                <a:lnTo>
                  <a:pt x="207068" y="218729"/>
                </a:lnTo>
                <a:lnTo>
                  <a:pt x="206787" y="219405"/>
                </a:lnTo>
                <a:lnTo>
                  <a:pt x="206499" y="220079"/>
                </a:lnTo>
                <a:lnTo>
                  <a:pt x="206204" y="220751"/>
                </a:lnTo>
                <a:lnTo>
                  <a:pt x="205903" y="221420"/>
                </a:lnTo>
                <a:lnTo>
                  <a:pt x="205596" y="222087"/>
                </a:lnTo>
                <a:lnTo>
                  <a:pt x="205282" y="222752"/>
                </a:lnTo>
                <a:lnTo>
                  <a:pt x="204962" y="223413"/>
                </a:lnTo>
                <a:lnTo>
                  <a:pt x="204637" y="224072"/>
                </a:lnTo>
                <a:lnTo>
                  <a:pt x="204305" y="224726"/>
                </a:lnTo>
                <a:lnTo>
                  <a:pt x="203968" y="225377"/>
                </a:lnTo>
                <a:lnTo>
                  <a:pt x="203625" y="226025"/>
                </a:lnTo>
                <a:lnTo>
                  <a:pt x="203276" y="226669"/>
                </a:lnTo>
                <a:lnTo>
                  <a:pt x="202922" y="227309"/>
                </a:lnTo>
                <a:lnTo>
                  <a:pt x="202561" y="227946"/>
                </a:lnTo>
                <a:lnTo>
                  <a:pt x="202195" y="228579"/>
                </a:lnTo>
                <a:lnTo>
                  <a:pt x="201823" y="229208"/>
                </a:lnTo>
                <a:lnTo>
                  <a:pt x="201446" y="229834"/>
                </a:lnTo>
                <a:lnTo>
                  <a:pt x="201062" y="230456"/>
                </a:lnTo>
                <a:lnTo>
                  <a:pt x="200673" y="231075"/>
                </a:lnTo>
                <a:lnTo>
                  <a:pt x="200278" y="231690"/>
                </a:lnTo>
                <a:lnTo>
                  <a:pt x="199877" y="232301"/>
                </a:lnTo>
                <a:lnTo>
                  <a:pt x="199471" y="232909"/>
                </a:lnTo>
                <a:lnTo>
                  <a:pt x="199058" y="233513"/>
                </a:lnTo>
                <a:lnTo>
                  <a:pt x="198640" y="234114"/>
                </a:lnTo>
                <a:lnTo>
                  <a:pt x="198216" y="234711"/>
                </a:lnTo>
                <a:lnTo>
                  <a:pt x="197786" y="235304"/>
                </a:lnTo>
                <a:lnTo>
                  <a:pt x="197351" y="235894"/>
                </a:lnTo>
                <a:lnTo>
                  <a:pt x="196910" y="236481"/>
                </a:lnTo>
                <a:lnTo>
                  <a:pt x="196463" y="237063"/>
                </a:lnTo>
                <a:lnTo>
                  <a:pt x="196010" y="237642"/>
                </a:lnTo>
                <a:lnTo>
                  <a:pt x="195551" y="238217"/>
                </a:lnTo>
                <a:lnTo>
                  <a:pt x="195088" y="238787"/>
                </a:lnTo>
                <a:lnTo>
                  <a:pt x="194621" y="239352"/>
                </a:lnTo>
                <a:lnTo>
                  <a:pt x="194148" y="239913"/>
                </a:lnTo>
                <a:lnTo>
                  <a:pt x="193670" y="240468"/>
                </a:lnTo>
                <a:lnTo>
                  <a:pt x="193188" y="241019"/>
                </a:lnTo>
                <a:lnTo>
                  <a:pt x="192701" y="241565"/>
                </a:lnTo>
                <a:lnTo>
                  <a:pt x="192209" y="242107"/>
                </a:lnTo>
                <a:lnTo>
                  <a:pt x="191712" y="242643"/>
                </a:lnTo>
                <a:lnTo>
                  <a:pt x="191210" y="243175"/>
                </a:lnTo>
                <a:lnTo>
                  <a:pt x="190703" y="243702"/>
                </a:lnTo>
                <a:lnTo>
                  <a:pt x="190192" y="244224"/>
                </a:lnTo>
                <a:lnTo>
                  <a:pt x="189675" y="244741"/>
                </a:lnTo>
                <a:lnTo>
                  <a:pt x="189154" y="245254"/>
                </a:lnTo>
                <a:lnTo>
                  <a:pt x="188628" y="245762"/>
                </a:lnTo>
                <a:lnTo>
                  <a:pt x="188097" y="246265"/>
                </a:lnTo>
                <a:lnTo>
                  <a:pt x="187562" y="246763"/>
                </a:lnTo>
                <a:lnTo>
                  <a:pt x="187021" y="247256"/>
                </a:lnTo>
                <a:lnTo>
                  <a:pt x="186476" y="247745"/>
                </a:lnTo>
                <a:lnTo>
                  <a:pt x="185926" y="248229"/>
                </a:lnTo>
                <a:lnTo>
                  <a:pt x="185371" y="248708"/>
                </a:lnTo>
                <a:lnTo>
                  <a:pt x="184811" y="249182"/>
                </a:lnTo>
                <a:lnTo>
                  <a:pt x="184246" y="249651"/>
                </a:lnTo>
                <a:lnTo>
                  <a:pt x="183676" y="250116"/>
                </a:lnTo>
                <a:lnTo>
                  <a:pt x="183504" y="250460"/>
                </a:lnTo>
                <a:lnTo>
                  <a:pt x="183257" y="250649"/>
                </a:lnTo>
                <a:close/>
                <a:moveTo>
                  <a:pt x="235930" y="285087"/>
                </a:moveTo>
                <a:lnTo>
                  <a:pt x="235663" y="285324"/>
                </a:lnTo>
                <a:lnTo>
                  <a:pt x="235392" y="285550"/>
                </a:lnTo>
                <a:lnTo>
                  <a:pt x="235117" y="285766"/>
                </a:lnTo>
                <a:lnTo>
                  <a:pt x="234837" y="285971"/>
                </a:lnTo>
                <a:lnTo>
                  <a:pt x="234553" y="286165"/>
                </a:lnTo>
                <a:lnTo>
                  <a:pt x="234265" y="286349"/>
                </a:lnTo>
                <a:lnTo>
                  <a:pt x="233973" y="286522"/>
                </a:lnTo>
                <a:lnTo>
                  <a:pt x="233676" y="286684"/>
                </a:lnTo>
                <a:lnTo>
                  <a:pt x="233375" y="286836"/>
                </a:lnTo>
                <a:lnTo>
                  <a:pt x="233070" y="286977"/>
                </a:lnTo>
                <a:lnTo>
                  <a:pt x="232760" y="287108"/>
                </a:lnTo>
                <a:lnTo>
                  <a:pt x="232447" y="287228"/>
                </a:lnTo>
                <a:lnTo>
                  <a:pt x="232129" y="287337"/>
                </a:lnTo>
                <a:lnTo>
                  <a:pt x="231807" y="287436"/>
                </a:lnTo>
                <a:lnTo>
                  <a:pt x="231480" y="287524"/>
                </a:lnTo>
                <a:lnTo>
                  <a:pt x="231149" y="287602"/>
                </a:lnTo>
                <a:lnTo>
                  <a:pt x="230814" y="287669"/>
                </a:lnTo>
                <a:lnTo>
                  <a:pt x="230475" y="287725"/>
                </a:lnTo>
                <a:lnTo>
                  <a:pt x="230131" y="287771"/>
                </a:lnTo>
                <a:lnTo>
                  <a:pt x="229784" y="287806"/>
                </a:lnTo>
                <a:lnTo>
                  <a:pt x="229431" y="287831"/>
                </a:lnTo>
                <a:lnTo>
                  <a:pt x="229075" y="287845"/>
                </a:lnTo>
                <a:lnTo>
                  <a:pt x="228714" y="287848"/>
                </a:lnTo>
                <a:lnTo>
                  <a:pt x="228333" y="287844"/>
                </a:lnTo>
                <a:lnTo>
                  <a:pt x="227957" y="287828"/>
                </a:lnTo>
                <a:lnTo>
                  <a:pt x="227587" y="287801"/>
                </a:lnTo>
                <a:lnTo>
                  <a:pt x="227221" y="287761"/>
                </a:lnTo>
                <a:lnTo>
                  <a:pt x="226860" y="287710"/>
                </a:lnTo>
                <a:lnTo>
                  <a:pt x="226505" y="287647"/>
                </a:lnTo>
                <a:lnTo>
                  <a:pt x="226154" y="287572"/>
                </a:lnTo>
                <a:lnTo>
                  <a:pt x="225809" y="287486"/>
                </a:lnTo>
                <a:lnTo>
                  <a:pt x="225469" y="287387"/>
                </a:lnTo>
                <a:lnTo>
                  <a:pt x="225134" y="287277"/>
                </a:lnTo>
                <a:lnTo>
                  <a:pt x="224804" y="287155"/>
                </a:lnTo>
                <a:lnTo>
                  <a:pt x="224479" y="287021"/>
                </a:lnTo>
                <a:lnTo>
                  <a:pt x="224159" y="286876"/>
                </a:lnTo>
                <a:lnTo>
                  <a:pt x="223844" y="286718"/>
                </a:lnTo>
                <a:lnTo>
                  <a:pt x="223535" y="286549"/>
                </a:lnTo>
                <a:lnTo>
                  <a:pt x="223230" y="286368"/>
                </a:lnTo>
                <a:lnTo>
                  <a:pt x="222931" y="286176"/>
                </a:lnTo>
                <a:lnTo>
                  <a:pt x="222637" y="285971"/>
                </a:lnTo>
                <a:lnTo>
                  <a:pt x="222348" y="285755"/>
                </a:lnTo>
                <a:lnTo>
                  <a:pt x="222064" y="285527"/>
                </a:lnTo>
                <a:lnTo>
                  <a:pt x="221785" y="285287"/>
                </a:lnTo>
                <a:lnTo>
                  <a:pt x="221511" y="285035"/>
                </a:lnTo>
                <a:lnTo>
                  <a:pt x="221242" y="284772"/>
                </a:lnTo>
                <a:lnTo>
                  <a:pt x="220979" y="284496"/>
                </a:lnTo>
                <a:lnTo>
                  <a:pt x="220722" y="284234"/>
                </a:lnTo>
                <a:lnTo>
                  <a:pt x="220476" y="283966"/>
                </a:lnTo>
                <a:lnTo>
                  <a:pt x="220241" y="283694"/>
                </a:lnTo>
                <a:lnTo>
                  <a:pt x="220017" y="283418"/>
                </a:lnTo>
                <a:lnTo>
                  <a:pt x="219803" y="283137"/>
                </a:lnTo>
                <a:lnTo>
                  <a:pt x="219601" y="282851"/>
                </a:lnTo>
                <a:lnTo>
                  <a:pt x="219410" y="282561"/>
                </a:lnTo>
                <a:lnTo>
                  <a:pt x="219229" y="282266"/>
                </a:lnTo>
                <a:lnTo>
                  <a:pt x="219060" y="281967"/>
                </a:lnTo>
                <a:lnTo>
                  <a:pt x="218901" y="281664"/>
                </a:lnTo>
                <a:lnTo>
                  <a:pt x="218754" y="281355"/>
                </a:lnTo>
                <a:lnTo>
                  <a:pt x="218617" y="281042"/>
                </a:lnTo>
                <a:lnTo>
                  <a:pt x="218491" y="280725"/>
                </a:lnTo>
                <a:lnTo>
                  <a:pt x="218377" y="280403"/>
                </a:lnTo>
                <a:lnTo>
                  <a:pt x="218273" y="280076"/>
                </a:lnTo>
                <a:lnTo>
                  <a:pt x="218180" y="279745"/>
                </a:lnTo>
                <a:lnTo>
                  <a:pt x="218098" y="279410"/>
                </a:lnTo>
                <a:lnTo>
                  <a:pt x="218027" y="279069"/>
                </a:lnTo>
                <a:lnTo>
                  <a:pt x="217966" y="278725"/>
                </a:lnTo>
                <a:lnTo>
                  <a:pt x="217917" y="278375"/>
                </a:lnTo>
                <a:lnTo>
                  <a:pt x="217879" y="278022"/>
                </a:lnTo>
                <a:lnTo>
                  <a:pt x="217852" y="277663"/>
                </a:lnTo>
                <a:lnTo>
                  <a:pt x="217835" y="277300"/>
                </a:lnTo>
                <a:lnTo>
                  <a:pt x="217830" y="276933"/>
                </a:lnTo>
                <a:lnTo>
                  <a:pt x="217835" y="276565"/>
                </a:lnTo>
                <a:lnTo>
                  <a:pt x="217852" y="276202"/>
                </a:lnTo>
                <a:lnTo>
                  <a:pt x="217879" y="275844"/>
                </a:lnTo>
                <a:lnTo>
                  <a:pt x="217917" y="275490"/>
                </a:lnTo>
                <a:lnTo>
                  <a:pt x="217966" y="275141"/>
                </a:lnTo>
                <a:lnTo>
                  <a:pt x="218027" y="274796"/>
                </a:lnTo>
                <a:lnTo>
                  <a:pt x="218098" y="274456"/>
                </a:lnTo>
                <a:lnTo>
                  <a:pt x="218180" y="274120"/>
                </a:lnTo>
                <a:lnTo>
                  <a:pt x="218273" y="273789"/>
                </a:lnTo>
                <a:lnTo>
                  <a:pt x="218377" y="273462"/>
                </a:lnTo>
                <a:lnTo>
                  <a:pt x="218491" y="273141"/>
                </a:lnTo>
                <a:lnTo>
                  <a:pt x="218617" y="272823"/>
                </a:lnTo>
                <a:lnTo>
                  <a:pt x="218754" y="272510"/>
                </a:lnTo>
                <a:lnTo>
                  <a:pt x="218901" y="272202"/>
                </a:lnTo>
                <a:lnTo>
                  <a:pt x="219060" y="271898"/>
                </a:lnTo>
                <a:lnTo>
                  <a:pt x="219229" y="271599"/>
                </a:lnTo>
                <a:lnTo>
                  <a:pt x="219410" y="271304"/>
                </a:lnTo>
                <a:lnTo>
                  <a:pt x="219601" y="271014"/>
                </a:lnTo>
                <a:lnTo>
                  <a:pt x="219803" y="270729"/>
                </a:lnTo>
                <a:lnTo>
                  <a:pt x="220017" y="270448"/>
                </a:lnTo>
                <a:lnTo>
                  <a:pt x="220241" y="270171"/>
                </a:lnTo>
                <a:lnTo>
                  <a:pt x="220476" y="269899"/>
                </a:lnTo>
                <a:lnTo>
                  <a:pt x="220722" y="269632"/>
                </a:lnTo>
                <a:lnTo>
                  <a:pt x="220979" y="269369"/>
                </a:lnTo>
                <a:lnTo>
                  <a:pt x="221652" y="268715"/>
                </a:lnTo>
                <a:lnTo>
                  <a:pt x="222319" y="268056"/>
                </a:lnTo>
                <a:lnTo>
                  <a:pt x="222980" y="267392"/>
                </a:lnTo>
                <a:lnTo>
                  <a:pt x="223635" y="266723"/>
                </a:lnTo>
                <a:lnTo>
                  <a:pt x="224283" y="266048"/>
                </a:lnTo>
                <a:lnTo>
                  <a:pt x="224926" y="265369"/>
                </a:lnTo>
                <a:lnTo>
                  <a:pt x="225563" y="264685"/>
                </a:lnTo>
                <a:lnTo>
                  <a:pt x="226194" y="263995"/>
                </a:lnTo>
                <a:lnTo>
                  <a:pt x="226819" y="263300"/>
                </a:lnTo>
                <a:lnTo>
                  <a:pt x="227438" y="262601"/>
                </a:lnTo>
                <a:lnTo>
                  <a:pt x="228051" y="261896"/>
                </a:lnTo>
                <a:lnTo>
                  <a:pt x="228659" y="261186"/>
                </a:lnTo>
                <a:lnTo>
                  <a:pt x="229260" y="260471"/>
                </a:lnTo>
                <a:lnTo>
                  <a:pt x="229855" y="259751"/>
                </a:lnTo>
                <a:lnTo>
                  <a:pt x="230444" y="259026"/>
                </a:lnTo>
                <a:lnTo>
                  <a:pt x="231027" y="258296"/>
                </a:lnTo>
                <a:lnTo>
                  <a:pt x="231604" y="257561"/>
                </a:lnTo>
                <a:lnTo>
                  <a:pt x="232175" y="256821"/>
                </a:lnTo>
                <a:lnTo>
                  <a:pt x="232740" y="256076"/>
                </a:lnTo>
                <a:lnTo>
                  <a:pt x="233300" y="255325"/>
                </a:lnTo>
                <a:lnTo>
                  <a:pt x="233853" y="254570"/>
                </a:lnTo>
                <a:lnTo>
                  <a:pt x="234400" y="253809"/>
                </a:lnTo>
                <a:lnTo>
                  <a:pt x="234941" y="253043"/>
                </a:lnTo>
                <a:lnTo>
                  <a:pt x="235476" y="252273"/>
                </a:lnTo>
                <a:lnTo>
                  <a:pt x="236005" y="251498"/>
                </a:lnTo>
                <a:lnTo>
                  <a:pt x="236527" y="250719"/>
                </a:lnTo>
                <a:lnTo>
                  <a:pt x="237042" y="249936"/>
                </a:lnTo>
                <a:lnTo>
                  <a:pt x="237550" y="249150"/>
                </a:lnTo>
                <a:lnTo>
                  <a:pt x="238052" y="248359"/>
                </a:lnTo>
                <a:lnTo>
                  <a:pt x="238546" y="247565"/>
                </a:lnTo>
                <a:lnTo>
                  <a:pt x="239034" y="246768"/>
                </a:lnTo>
                <a:lnTo>
                  <a:pt x="239514" y="245966"/>
                </a:lnTo>
                <a:lnTo>
                  <a:pt x="239988" y="245161"/>
                </a:lnTo>
                <a:lnTo>
                  <a:pt x="240455" y="244351"/>
                </a:lnTo>
                <a:lnTo>
                  <a:pt x="240915" y="243539"/>
                </a:lnTo>
                <a:lnTo>
                  <a:pt x="241368" y="242722"/>
                </a:lnTo>
                <a:lnTo>
                  <a:pt x="241814" y="241901"/>
                </a:lnTo>
                <a:lnTo>
                  <a:pt x="242254" y="241077"/>
                </a:lnTo>
                <a:lnTo>
                  <a:pt x="242686" y="240249"/>
                </a:lnTo>
                <a:lnTo>
                  <a:pt x="243112" y="239417"/>
                </a:lnTo>
                <a:lnTo>
                  <a:pt x="243531" y="238582"/>
                </a:lnTo>
                <a:lnTo>
                  <a:pt x="243943" y="237742"/>
                </a:lnTo>
                <a:lnTo>
                  <a:pt x="244348" y="236899"/>
                </a:lnTo>
                <a:lnTo>
                  <a:pt x="244746" y="236052"/>
                </a:lnTo>
                <a:lnTo>
                  <a:pt x="245137" y="235202"/>
                </a:lnTo>
                <a:lnTo>
                  <a:pt x="245522" y="234347"/>
                </a:lnTo>
                <a:lnTo>
                  <a:pt x="245899" y="233489"/>
                </a:lnTo>
                <a:lnTo>
                  <a:pt x="246270" y="232627"/>
                </a:lnTo>
                <a:lnTo>
                  <a:pt x="246633" y="231762"/>
                </a:lnTo>
                <a:lnTo>
                  <a:pt x="246989" y="230894"/>
                </a:lnTo>
                <a:lnTo>
                  <a:pt x="247338" y="230025"/>
                </a:lnTo>
                <a:lnTo>
                  <a:pt x="247679" y="229153"/>
                </a:lnTo>
                <a:lnTo>
                  <a:pt x="248012" y="228278"/>
                </a:lnTo>
                <a:lnTo>
                  <a:pt x="248338" y="227401"/>
                </a:lnTo>
                <a:lnTo>
                  <a:pt x="248656" y="226522"/>
                </a:lnTo>
                <a:lnTo>
                  <a:pt x="248967" y="225641"/>
                </a:lnTo>
                <a:lnTo>
                  <a:pt x="249271" y="224757"/>
                </a:lnTo>
                <a:lnTo>
                  <a:pt x="249567" y="223871"/>
                </a:lnTo>
                <a:lnTo>
                  <a:pt x="249856" y="222983"/>
                </a:lnTo>
                <a:lnTo>
                  <a:pt x="250137" y="222092"/>
                </a:lnTo>
                <a:lnTo>
                  <a:pt x="250410" y="221199"/>
                </a:lnTo>
                <a:lnTo>
                  <a:pt x="250676" y="220304"/>
                </a:lnTo>
                <a:lnTo>
                  <a:pt x="250935" y="219406"/>
                </a:lnTo>
                <a:lnTo>
                  <a:pt x="251186" y="218506"/>
                </a:lnTo>
                <a:lnTo>
                  <a:pt x="251429" y="217604"/>
                </a:lnTo>
                <a:lnTo>
                  <a:pt x="251665" y="216699"/>
                </a:lnTo>
                <a:lnTo>
                  <a:pt x="251894" y="215792"/>
                </a:lnTo>
                <a:lnTo>
                  <a:pt x="252115" y="214883"/>
                </a:lnTo>
                <a:lnTo>
                  <a:pt x="252329" y="213971"/>
                </a:lnTo>
                <a:lnTo>
                  <a:pt x="252535" y="213057"/>
                </a:lnTo>
                <a:lnTo>
                  <a:pt x="252733" y="212141"/>
                </a:lnTo>
                <a:lnTo>
                  <a:pt x="252924" y="211222"/>
                </a:lnTo>
                <a:lnTo>
                  <a:pt x="253108" y="210302"/>
                </a:lnTo>
                <a:lnTo>
                  <a:pt x="253284" y="209381"/>
                </a:lnTo>
                <a:lnTo>
                  <a:pt x="253451" y="208459"/>
                </a:lnTo>
                <a:lnTo>
                  <a:pt x="253611" y="207536"/>
                </a:lnTo>
                <a:lnTo>
                  <a:pt x="253764" y="206613"/>
                </a:lnTo>
                <a:lnTo>
                  <a:pt x="253908" y="205689"/>
                </a:lnTo>
                <a:lnTo>
                  <a:pt x="254045" y="204764"/>
                </a:lnTo>
                <a:lnTo>
                  <a:pt x="254174" y="203838"/>
                </a:lnTo>
                <a:lnTo>
                  <a:pt x="254295" y="202912"/>
                </a:lnTo>
                <a:lnTo>
                  <a:pt x="254408" y="201984"/>
                </a:lnTo>
                <a:lnTo>
                  <a:pt x="254513" y="201056"/>
                </a:lnTo>
                <a:lnTo>
                  <a:pt x="254611" y="200127"/>
                </a:lnTo>
                <a:lnTo>
                  <a:pt x="254701" y="199198"/>
                </a:lnTo>
                <a:lnTo>
                  <a:pt x="254783" y="198267"/>
                </a:lnTo>
                <a:lnTo>
                  <a:pt x="254857" y="197336"/>
                </a:lnTo>
                <a:lnTo>
                  <a:pt x="254923" y="196404"/>
                </a:lnTo>
                <a:lnTo>
                  <a:pt x="254982" y="195471"/>
                </a:lnTo>
                <a:lnTo>
                  <a:pt x="255032" y="194537"/>
                </a:lnTo>
                <a:lnTo>
                  <a:pt x="255075" y="193603"/>
                </a:lnTo>
                <a:lnTo>
                  <a:pt x="255110" y="192668"/>
                </a:lnTo>
                <a:lnTo>
                  <a:pt x="255138" y="191732"/>
                </a:lnTo>
                <a:lnTo>
                  <a:pt x="255157" y="190795"/>
                </a:lnTo>
                <a:lnTo>
                  <a:pt x="255169" y="189858"/>
                </a:lnTo>
                <a:lnTo>
                  <a:pt x="255173" y="188919"/>
                </a:lnTo>
                <a:lnTo>
                  <a:pt x="255169" y="187981"/>
                </a:lnTo>
                <a:lnTo>
                  <a:pt x="255157" y="187043"/>
                </a:lnTo>
                <a:lnTo>
                  <a:pt x="255138" y="186107"/>
                </a:lnTo>
                <a:lnTo>
                  <a:pt x="255110" y="185171"/>
                </a:lnTo>
                <a:lnTo>
                  <a:pt x="255075" y="184236"/>
                </a:lnTo>
                <a:lnTo>
                  <a:pt x="255032" y="183301"/>
                </a:lnTo>
                <a:lnTo>
                  <a:pt x="254982" y="182368"/>
                </a:lnTo>
                <a:lnTo>
                  <a:pt x="254923" y="181435"/>
                </a:lnTo>
                <a:lnTo>
                  <a:pt x="254857" y="180503"/>
                </a:lnTo>
                <a:lnTo>
                  <a:pt x="254783" y="179571"/>
                </a:lnTo>
                <a:lnTo>
                  <a:pt x="254701" y="178641"/>
                </a:lnTo>
                <a:lnTo>
                  <a:pt x="254611" y="177711"/>
                </a:lnTo>
                <a:lnTo>
                  <a:pt x="254513" y="176782"/>
                </a:lnTo>
                <a:lnTo>
                  <a:pt x="254408" y="175854"/>
                </a:lnTo>
                <a:lnTo>
                  <a:pt x="254295" y="174927"/>
                </a:lnTo>
                <a:lnTo>
                  <a:pt x="254174" y="174001"/>
                </a:lnTo>
                <a:lnTo>
                  <a:pt x="254045" y="173075"/>
                </a:lnTo>
                <a:lnTo>
                  <a:pt x="253908" y="172150"/>
                </a:lnTo>
                <a:lnTo>
                  <a:pt x="253764" y="171226"/>
                </a:lnTo>
                <a:lnTo>
                  <a:pt x="253611" y="170302"/>
                </a:lnTo>
                <a:lnTo>
                  <a:pt x="253451" y="169380"/>
                </a:lnTo>
                <a:lnTo>
                  <a:pt x="253284" y="168458"/>
                </a:lnTo>
                <a:lnTo>
                  <a:pt x="253108" y="167537"/>
                </a:lnTo>
                <a:lnTo>
                  <a:pt x="252924" y="166617"/>
                </a:lnTo>
                <a:lnTo>
                  <a:pt x="252733" y="165698"/>
                </a:lnTo>
                <a:lnTo>
                  <a:pt x="252535" y="164782"/>
                </a:lnTo>
                <a:lnTo>
                  <a:pt x="252329" y="163868"/>
                </a:lnTo>
                <a:lnTo>
                  <a:pt x="252115" y="162956"/>
                </a:lnTo>
                <a:lnTo>
                  <a:pt x="251894" y="162047"/>
                </a:lnTo>
                <a:lnTo>
                  <a:pt x="251665" y="161140"/>
                </a:lnTo>
                <a:lnTo>
                  <a:pt x="251429" y="160235"/>
                </a:lnTo>
                <a:lnTo>
                  <a:pt x="251186" y="159333"/>
                </a:lnTo>
                <a:lnTo>
                  <a:pt x="250935" y="158433"/>
                </a:lnTo>
                <a:lnTo>
                  <a:pt x="250676" y="157535"/>
                </a:lnTo>
                <a:lnTo>
                  <a:pt x="250410" y="156640"/>
                </a:lnTo>
                <a:lnTo>
                  <a:pt x="250137" y="155747"/>
                </a:lnTo>
                <a:lnTo>
                  <a:pt x="249856" y="154856"/>
                </a:lnTo>
                <a:lnTo>
                  <a:pt x="249567" y="153967"/>
                </a:lnTo>
                <a:lnTo>
                  <a:pt x="249271" y="153081"/>
                </a:lnTo>
                <a:lnTo>
                  <a:pt x="248967" y="152198"/>
                </a:lnTo>
                <a:lnTo>
                  <a:pt x="248656" y="151316"/>
                </a:lnTo>
                <a:lnTo>
                  <a:pt x="248338" y="150437"/>
                </a:lnTo>
                <a:lnTo>
                  <a:pt x="248012" y="149561"/>
                </a:lnTo>
                <a:lnTo>
                  <a:pt x="247679" y="148686"/>
                </a:lnTo>
                <a:lnTo>
                  <a:pt x="247338" y="147814"/>
                </a:lnTo>
                <a:lnTo>
                  <a:pt x="246989" y="146944"/>
                </a:lnTo>
                <a:lnTo>
                  <a:pt x="246633" y="146077"/>
                </a:lnTo>
                <a:lnTo>
                  <a:pt x="246270" y="145212"/>
                </a:lnTo>
                <a:lnTo>
                  <a:pt x="245899" y="144350"/>
                </a:lnTo>
                <a:lnTo>
                  <a:pt x="245522" y="143492"/>
                </a:lnTo>
                <a:lnTo>
                  <a:pt x="245137" y="142637"/>
                </a:lnTo>
                <a:lnTo>
                  <a:pt x="244746" y="141786"/>
                </a:lnTo>
                <a:lnTo>
                  <a:pt x="244348" y="140939"/>
                </a:lnTo>
                <a:lnTo>
                  <a:pt x="243943" y="140096"/>
                </a:lnTo>
                <a:lnTo>
                  <a:pt x="243531" y="139257"/>
                </a:lnTo>
                <a:lnTo>
                  <a:pt x="243112" y="138421"/>
                </a:lnTo>
                <a:lnTo>
                  <a:pt x="242686" y="137590"/>
                </a:lnTo>
                <a:lnTo>
                  <a:pt x="242254" y="136762"/>
                </a:lnTo>
                <a:lnTo>
                  <a:pt x="241814" y="135937"/>
                </a:lnTo>
                <a:lnTo>
                  <a:pt x="241368" y="135117"/>
                </a:lnTo>
                <a:lnTo>
                  <a:pt x="240915" y="134300"/>
                </a:lnTo>
                <a:lnTo>
                  <a:pt x="240455" y="133487"/>
                </a:lnTo>
                <a:lnTo>
                  <a:pt x="239988" y="132678"/>
                </a:lnTo>
                <a:lnTo>
                  <a:pt x="239514" y="131873"/>
                </a:lnTo>
                <a:lnTo>
                  <a:pt x="239034" y="131071"/>
                </a:lnTo>
                <a:lnTo>
                  <a:pt x="238546" y="130273"/>
                </a:lnTo>
                <a:lnTo>
                  <a:pt x="238052" y="129479"/>
                </a:lnTo>
                <a:lnTo>
                  <a:pt x="237550" y="128689"/>
                </a:lnTo>
                <a:lnTo>
                  <a:pt x="237042" y="127903"/>
                </a:lnTo>
                <a:lnTo>
                  <a:pt x="236527" y="127120"/>
                </a:lnTo>
                <a:lnTo>
                  <a:pt x="236005" y="126341"/>
                </a:lnTo>
                <a:lnTo>
                  <a:pt x="235476" y="125566"/>
                </a:lnTo>
                <a:lnTo>
                  <a:pt x="234941" y="124795"/>
                </a:lnTo>
                <a:lnTo>
                  <a:pt x="234400" y="124030"/>
                </a:lnTo>
                <a:lnTo>
                  <a:pt x="233853" y="123269"/>
                </a:lnTo>
                <a:lnTo>
                  <a:pt x="233300" y="122513"/>
                </a:lnTo>
                <a:lnTo>
                  <a:pt x="232740" y="121763"/>
                </a:lnTo>
                <a:lnTo>
                  <a:pt x="232175" y="121018"/>
                </a:lnTo>
                <a:lnTo>
                  <a:pt x="231604" y="120277"/>
                </a:lnTo>
                <a:lnTo>
                  <a:pt x="231027" y="119542"/>
                </a:lnTo>
                <a:lnTo>
                  <a:pt x="230444" y="118812"/>
                </a:lnTo>
                <a:lnTo>
                  <a:pt x="229855" y="118087"/>
                </a:lnTo>
                <a:lnTo>
                  <a:pt x="229260" y="117367"/>
                </a:lnTo>
                <a:lnTo>
                  <a:pt x="228659" y="116652"/>
                </a:lnTo>
                <a:lnTo>
                  <a:pt x="228051" y="115943"/>
                </a:lnTo>
                <a:lnTo>
                  <a:pt x="227438" y="115238"/>
                </a:lnTo>
                <a:lnTo>
                  <a:pt x="226819" y="114538"/>
                </a:lnTo>
                <a:lnTo>
                  <a:pt x="226194" y="113844"/>
                </a:lnTo>
                <a:lnTo>
                  <a:pt x="225563" y="113154"/>
                </a:lnTo>
                <a:lnTo>
                  <a:pt x="224926" y="112470"/>
                </a:lnTo>
                <a:lnTo>
                  <a:pt x="224283" y="111790"/>
                </a:lnTo>
                <a:lnTo>
                  <a:pt x="223635" y="111116"/>
                </a:lnTo>
                <a:lnTo>
                  <a:pt x="222980" y="110447"/>
                </a:lnTo>
                <a:lnTo>
                  <a:pt x="222319" y="109783"/>
                </a:lnTo>
                <a:lnTo>
                  <a:pt x="221652" y="109124"/>
                </a:lnTo>
                <a:lnTo>
                  <a:pt x="220979" y="108470"/>
                </a:lnTo>
                <a:lnTo>
                  <a:pt x="220694" y="108215"/>
                </a:lnTo>
                <a:lnTo>
                  <a:pt x="220420" y="107955"/>
                </a:lnTo>
                <a:lnTo>
                  <a:pt x="220157" y="107690"/>
                </a:lnTo>
                <a:lnTo>
                  <a:pt x="219906" y="107419"/>
                </a:lnTo>
                <a:lnTo>
                  <a:pt x="219667" y="107142"/>
                </a:lnTo>
                <a:lnTo>
                  <a:pt x="219438" y="106860"/>
                </a:lnTo>
                <a:lnTo>
                  <a:pt x="219222" y="106573"/>
                </a:lnTo>
                <a:lnTo>
                  <a:pt x="219016" y="106279"/>
                </a:lnTo>
                <a:lnTo>
                  <a:pt x="218822" y="105981"/>
                </a:lnTo>
                <a:lnTo>
                  <a:pt x="218639" y="105677"/>
                </a:lnTo>
                <a:lnTo>
                  <a:pt x="218468" y="105367"/>
                </a:lnTo>
                <a:lnTo>
                  <a:pt x="218308" y="105052"/>
                </a:lnTo>
                <a:lnTo>
                  <a:pt x="218159" y="104731"/>
                </a:lnTo>
                <a:lnTo>
                  <a:pt x="218022" y="104405"/>
                </a:lnTo>
                <a:lnTo>
                  <a:pt x="217896" y="104073"/>
                </a:lnTo>
                <a:lnTo>
                  <a:pt x="217782" y="103736"/>
                </a:lnTo>
                <a:lnTo>
                  <a:pt x="217679" y="103393"/>
                </a:lnTo>
                <a:lnTo>
                  <a:pt x="217587" y="103045"/>
                </a:lnTo>
                <a:lnTo>
                  <a:pt x="217507" y="102691"/>
                </a:lnTo>
                <a:lnTo>
                  <a:pt x="217438" y="102331"/>
                </a:lnTo>
                <a:lnTo>
                  <a:pt x="217380" y="101966"/>
                </a:lnTo>
                <a:lnTo>
                  <a:pt x="217334" y="101596"/>
                </a:lnTo>
                <a:lnTo>
                  <a:pt x="217299" y="101220"/>
                </a:lnTo>
                <a:lnTo>
                  <a:pt x="217276" y="100839"/>
                </a:lnTo>
                <a:lnTo>
                  <a:pt x="217264" y="100457"/>
                </a:lnTo>
                <a:lnTo>
                  <a:pt x="217264" y="100079"/>
                </a:lnTo>
                <a:lnTo>
                  <a:pt x="217276" y="99706"/>
                </a:lnTo>
                <a:lnTo>
                  <a:pt x="217300" y="99337"/>
                </a:lnTo>
                <a:lnTo>
                  <a:pt x="217336" y="98973"/>
                </a:lnTo>
                <a:lnTo>
                  <a:pt x="217383" y="98613"/>
                </a:lnTo>
                <a:lnTo>
                  <a:pt x="217442" y="98258"/>
                </a:lnTo>
                <a:lnTo>
                  <a:pt x="217513" y="97907"/>
                </a:lnTo>
                <a:lnTo>
                  <a:pt x="217596" y="97561"/>
                </a:lnTo>
                <a:lnTo>
                  <a:pt x="217691" y="97219"/>
                </a:lnTo>
                <a:lnTo>
                  <a:pt x="217798" y="96881"/>
                </a:lnTo>
                <a:lnTo>
                  <a:pt x="217916" y="96548"/>
                </a:lnTo>
                <a:lnTo>
                  <a:pt x="218047" y="96220"/>
                </a:lnTo>
                <a:lnTo>
                  <a:pt x="218189" y="95896"/>
                </a:lnTo>
                <a:lnTo>
                  <a:pt x="218343" y="95576"/>
                </a:lnTo>
                <a:lnTo>
                  <a:pt x="218509" y="95261"/>
                </a:lnTo>
                <a:lnTo>
                  <a:pt x="218687" y="94950"/>
                </a:lnTo>
                <a:lnTo>
                  <a:pt x="218876" y="94644"/>
                </a:lnTo>
                <a:lnTo>
                  <a:pt x="219078" y="94342"/>
                </a:lnTo>
                <a:lnTo>
                  <a:pt x="219291" y="94045"/>
                </a:lnTo>
                <a:lnTo>
                  <a:pt x="219516" y="93752"/>
                </a:lnTo>
                <a:lnTo>
                  <a:pt x="219753" y="93463"/>
                </a:lnTo>
                <a:lnTo>
                  <a:pt x="220002" y="93179"/>
                </a:lnTo>
                <a:lnTo>
                  <a:pt x="220262" y="92900"/>
                </a:lnTo>
                <a:lnTo>
                  <a:pt x="220531" y="92628"/>
                </a:lnTo>
                <a:lnTo>
                  <a:pt x="220805" y="92368"/>
                </a:lnTo>
                <a:lnTo>
                  <a:pt x="221084" y="92120"/>
                </a:lnTo>
                <a:lnTo>
                  <a:pt x="221368" y="91884"/>
                </a:lnTo>
                <a:lnTo>
                  <a:pt x="221657" y="91659"/>
                </a:lnTo>
                <a:lnTo>
                  <a:pt x="221950" y="91446"/>
                </a:lnTo>
                <a:lnTo>
                  <a:pt x="222249" y="91244"/>
                </a:lnTo>
                <a:lnTo>
                  <a:pt x="222552" y="91054"/>
                </a:lnTo>
                <a:lnTo>
                  <a:pt x="222860" y="90876"/>
                </a:lnTo>
                <a:lnTo>
                  <a:pt x="223174" y="90709"/>
                </a:lnTo>
                <a:lnTo>
                  <a:pt x="223492" y="90554"/>
                </a:lnTo>
                <a:lnTo>
                  <a:pt x="223815" y="90411"/>
                </a:lnTo>
                <a:lnTo>
                  <a:pt x="224143" y="90279"/>
                </a:lnTo>
                <a:lnTo>
                  <a:pt x="224476" y="90160"/>
                </a:lnTo>
                <a:lnTo>
                  <a:pt x="224814" y="90051"/>
                </a:lnTo>
                <a:lnTo>
                  <a:pt x="225157" y="89955"/>
                </a:lnTo>
                <a:lnTo>
                  <a:pt x="225505" y="89870"/>
                </a:lnTo>
                <a:lnTo>
                  <a:pt x="225857" y="89796"/>
                </a:lnTo>
                <a:lnTo>
                  <a:pt x="226215" y="89735"/>
                </a:lnTo>
                <a:lnTo>
                  <a:pt x="226577" y="89685"/>
                </a:lnTo>
                <a:lnTo>
                  <a:pt x="226945" y="89646"/>
                </a:lnTo>
                <a:lnTo>
                  <a:pt x="227317" y="89619"/>
                </a:lnTo>
                <a:lnTo>
                  <a:pt x="227694" y="89604"/>
                </a:lnTo>
                <a:lnTo>
                  <a:pt x="228077" y="89601"/>
                </a:lnTo>
                <a:lnTo>
                  <a:pt x="228459" y="89609"/>
                </a:lnTo>
                <a:lnTo>
                  <a:pt x="228836" y="89629"/>
                </a:lnTo>
                <a:lnTo>
                  <a:pt x="229208" y="89661"/>
                </a:lnTo>
                <a:lnTo>
                  <a:pt x="229575" y="89704"/>
                </a:lnTo>
                <a:lnTo>
                  <a:pt x="229936" y="89758"/>
                </a:lnTo>
                <a:lnTo>
                  <a:pt x="230293" y="89824"/>
                </a:lnTo>
                <a:lnTo>
                  <a:pt x="230645" y="89902"/>
                </a:lnTo>
                <a:lnTo>
                  <a:pt x="230992" y="89992"/>
                </a:lnTo>
                <a:lnTo>
                  <a:pt x="231333" y="90093"/>
                </a:lnTo>
                <a:lnTo>
                  <a:pt x="231670" y="90205"/>
                </a:lnTo>
                <a:lnTo>
                  <a:pt x="232001" y="90329"/>
                </a:lnTo>
                <a:lnTo>
                  <a:pt x="232327" y="90465"/>
                </a:lnTo>
                <a:lnTo>
                  <a:pt x="232649" y="90612"/>
                </a:lnTo>
                <a:lnTo>
                  <a:pt x="232965" y="90771"/>
                </a:lnTo>
                <a:lnTo>
                  <a:pt x="233276" y="90942"/>
                </a:lnTo>
                <a:lnTo>
                  <a:pt x="233582" y="91124"/>
                </a:lnTo>
                <a:lnTo>
                  <a:pt x="233883" y="91318"/>
                </a:lnTo>
                <a:lnTo>
                  <a:pt x="234179" y="91523"/>
                </a:lnTo>
                <a:lnTo>
                  <a:pt x="234470" y="91740"/>
                </a:lnTo>
                <a:lnTo>
                  <a:pt x="234756" y="91969"/>
                </a:lnTo>
                <a:lnTo>
                  <a:pt x="235037" y="92209"/>
                </a:lnTo>
                <a:lnTo>
                  <a:pt x="235312" y="92460"/>
                </a:lnTo>
                <a:lnTo>
                  <a:pt x="235583" y="92724"/>
                </a:lnTo>
                <a:lnTo>
                  <a:pt x="235848" y="92998"/>
                </a:lnTo>
                <a:lnTo>
                  <a:pt x="236653" y="93777"/>
                </a:lnTo>
                <a:lnTo>
                  <a:pt x="237451" y="94561"/>
                </a:lnTo>
                <a:lnTo>
                  <a:pt x="238242" y="95351"/>
                </a:lnTo>
                <a:lnTo>
                  <a:pt x="239025" y="96148"/>
                </a:lnTo>
                <a:lnTo>
                  <a:pt x="239802" y="96950"/>
                </a:lnTo>
                <a:lnTo>
                  <a:pt x="240571" y="97759"/>
                </a:lnTo>
                <a:lnTo>
                  <a:pt x="241333" y="98574"/>
                </a:lnTo>
                <a:lnTo>
                  <a:pt x="242088" y="99395"/>
                </a:lnTo>
                <a:lnTo>
                  <a:pt x="242836" y="100222"/>
                </a:lnTo>
                <a:lnTo>
                  <a:pt x="243576" y="101055"/>
                </a:lnTo>
                <a:lnTo>
                  <a:pt x="244310" y="101894"/>
                </a:lnTo>
                <a:lnTo>
                  <a:pt x="245036" y="102739"/>
                </a:lnTo>
                <a:lnTo>
                  <a:pt x="245755" y="103590"/>
                </a:lnTo>
                <a:lnTo>
                  <a:pt x="246468" y="104448"/>
                </a:lnTo>
                <a:lnTo>
                  <a:pt x="247172" y="105311"/>
                </a:lnTo>
                <a:lnTo>
                  <a:pt x="247870" y="106181"/>
                </a:lnTo>
                <a:lnTo>
                  <a:pt x="248561" y="107057"/>
                </a:lnTo>
                <a:lnTo>
                  <a:pt x="249244" y="107938"/>
                </a:lnTo>
                <a:lnTo>
                  <a:pt x="249920" y="108826"/>
                </a:lnTo>
                <a:lnTo>
                  <a:pt x="250590" y="109720"/>
                </a:lnTo>
                <a:lnTo>
                  <a:pt x="251252" y="110620"/>
                </a:lnTo>
                <a:lnTo>
                  <a:pt x="251906" y="111526"/>
                </a:lnTo>
                <a:lnTo>
                  <a:pt x="252554" y="112439"/>
                </a:lnTo>
                <a:lnTo>
                  <a:pt x="253195" y="113357"/>
                </a:lnTo>
                <a:lnTo>
                  <a:pt x="253827" y="114281"/>
                </a:lnTo>
                <a:lnTo>
                  <a:pt x="254452" y="115209"/>
                </a:lnTo>
                <a:lnTo>
                  <a:pt x="255068" y="116141"/>
                </a:lnTo>
                <a:lnTo>
                  <a:pt x="255677" y="117079"/>
                </a:lnTo>
                <a:lnTo>
                  <a:pt x="256277" y="118020"/>
                </a:lnTo>
                <a:lnTo>
                  <a:pt x="256868" y="118967"/>
                </a:lnTo>
                <a:lnTo>
                  <a:pt x="257452" y="119918"/>
                </a:lnTo>
                <a:lnTo>
                  <a:pt x="258027" y="120873"/>
                </a:lnTo>
                <a:lnTo>
                  <a:pt x="258594" y="121833"/>
                </a:lnTo>
                <a:lnTo>
                  <a:pt x="259153" y="122798"/>
                </a:lnTo>
                <a:lnTo>
                  <a:pt x="259703" y="123767"/>
                </a:lnTo>
                <a:lnTo>
                  <a:pt x="260246" y="124740"/>
                </a:lnTo>
                <a:lnTo>
                  <a:pt x="260780" y="125718"/>
                </a:lnTo>
                <a:lnTo>
                  <a:pt x="261306" y="126701"/>
                </a:lnTo>
                <a:lnTo>
                  <a:pt x="261823" y="127688"/>
                </a:lnTo>
                <a:lnTo>
                  <a:pt x="262333" y="128680"/>
                </a:lnTo>
                <a:lnTo>
                  <a:pt x="262834" y="129676"/>
                </a:lnTo>
                <a:lnTo>
                  <a:pt x="263327" y="130677"/>
                </a:lnTo>
                <a:lnTo>
                  <a:pt x="263812" y="131682"/>
                </a:lnTo>
                <a:lnTo>
                  <a:pt x="264289" y="132692"/>
                </a:lnTo>
                <a:lnTo>
                  <a:pt x="264757" y="133706"/>
                </a:lnTo>
                <a:lnTo>
                  <a:pt x="265217" y="134725"/>
                </a:lnTo>
                <a:lnTo>
                  <a:pt x="265669" y="135749"/>
                </a:lnTo>
                <a:lnTo>
                  <a:pt x="266112" y="136777"/>
                </a:lnTo>
                <a:lnTo>
                  <a:pt x="266548" y="137808"/>
                </a:lnTo>
                <a:lnTo>
                  <a:pt x="266974" y="138843"/>
                </a:lnTo>
                <a:lnTo>
                  <a:pt x="267391" y="139880"/>
                </a:lnTo>
                <a:lnTo>
                  <a:pt x="267799" y="140920"/>
                </a:lnTo>
                <a:lnTo>
                  <a:pt x="268198" y="141963"/>
                </a:lnTo>
                <a:lnTo>
                  <a:pt x="268588" y="143009"/>
                </a:lnTo>
                <a:lnTo>
                  <a:pt x="268970" y="144057"/>
                </a:lnTo>
                <a:lnTo>
                  <a:pt x="269342" y="145108"/>
                </a:lnTo>
                <a:lnTo>
                  <a:pt x="269705" y="146162"/>
                </a:lnTo>
                <a:lnTo>
                  <a:pt x="270059" y="147219"/>
                </a:lnTo>
                <a:lnTo>
                  <a:pt x="270405" y="148279"/>
                </a:lnTo>
                <a:lnTo>
                  <a:pt x="270741" y="149341"/>
                </a:lnTo>
                <a:lnTo>
                  <a:pt x="271069" y="150407"/>
                </a:lnTo>
                <a:lnTo>
                  <a:pt x="271387" y="151475"/>
                </a:lnTo>
                <a:lnTo>
                  <a:pt x="271697" y="152545"/>
                </a:lnTo>
                <a:lnTo>
                  <a:pt x="271997" y="153619"/>
                </a:lnTo>
                <a:lnTo>
                  <a:pt x="272289" y="154696"/>
                </a:lnTo>
                <a:lnTo>
                  <a:pt x="272571" y="155775"/>
                </a:lnTo>
                <a:lnTo>
                  <a:pt x="272845" y="156857"/>
                </a:lnTo>
                <a:lnTo>
                  <a:pt x="273110" y="157942"/>
                </a:lnTo>
                <a:lnTo>
                  <a:pt x="273365" y="159029"/>
                </a:lnTo>
                <a:lnTo>
                  <a:pt x="273612" y="160120"/>
                </a:lnTo>
                <a:lnTo>
                  <a:pt x="273850" y="161213"/>
                </a:lnTo>
                <a:lnTo>
                  <a:pt x="274079" y="162309"/>
                </a:lnTo>
                <a:lnTo>
                  <a:pt x="274298" y="163407"/>
                </a:lnTo>
                <a:lnTo>
                  <a:pt x="274509" y="164506"/>
                </a:lnTo>
                <a:lnTo>
                  <a:pt x="274710" y="165605"/>
                </a:lnTo>
                <a:lnTo>
                  <a:pt x="274901" y="166706"/>
                </a:lnTo>
                <a:lnTo>
                  <a:pt x="275083" y="167808"/>
                </a:lnTo>
                <a:lnTo>
                  <a:pt x="275256" y="168910"/>
                </a:lnTo>
                <a:lnTo>
                  <a:pt x="275420" y="170014"/>
                </a:lnTo>
                <a:lnTo>
                  <a:pt x="275574" y="171119"/>
                </a:lnTo>
                <a:lnTo>
                  <a:pt x="275719" y="172224"/>
                </a:lnTo>
                <a:lnTo>
                  <a:pt x="275854" y="173330"/>
                </a:lnTo>
                <a:lnTo>
                  <a:pt x="275981" y="174438"/>
                </a:lnTo>
                <a:lnTo>
                  <a:pt x="276098" y="175546"/>
                </a:lnTo>
                <a:lnTo>
                  <a:pt x="276205" y="176655"/>
                </a:lnTo>
                <a:lnTo>
                  <a:pt x="276303" y="177765"/>
                </a:lnTo>
                <a:lnTo>
                  <a:pt x="276392" y="178877"/>
                </a:lnTo>
                <a:lnTo>
                  <a:pt x="276471" y="179989"/>
                </a:lnTo>
                <a:lnTo>
                  <a:pt x="276541" y="181102"/>
                </a:lnTo>
                <a:lnTo>
                  <a:pt x="276602" y="182216"/>
                </a:lnTo>
                <a:lnTo>
                  <a:pt x="276654" y="183331"/>
                </a:lnTo>
                <a:lnTo>
                  <a:pt x="276696" y="184446"/>
                </a:lnTo>
                <a:lnTo>
                  <a:pt x="276728" y="185563"/>
                </a:lnTo>
                <a:lnTo>
                  <a:pt x="276752" y="186681"/>
                </a:lnTo>
                <a:lnTo>
                  <a:pt x="276766" y="187800"/>
                </a:lnTo>
                <a:lnTo>
                  <a:pt x="276770" y="188919"/>
                </a:lnTo>
                <a:lnTo>
                  <a:pt x="276766" y="190039"/>
                </a:lnTo>
                <a:lnTo>
                  <a:pt x="276752" y="191158"/>
                </a:lnTo>
                <a:lnTo>
                  <a:pt x="276728" y="192275"/>
                </a:lnTo>
                <a:lnTo>
                  <a:pt x="276696" y="193392"/>
                </a:lnTo>
                <a:lnTo>
                  <a:pt x="276654" y="194508"/>
                </a:lnTo>
                <a:lnTo>
                  <a:pt x="276602" y="195623"/>
                </a:lnTo>
                <a:lnTo>
                  <a:pt x="276541" y="196737"/>
                </a:lnTo>
                <a:lnTo>
                  <a:pt x="276471" y="197850"/>
                </a:lnTo>
                <a:lnTo>
                  <a:pt x="276392" y="198962"/>
                </a:lnTo>
                <a:lnTo>
                  <a:pt x="276303" y="200073"/>
                </a:lnTo>
                <a:lnTo>
                  <a:pt x="276205" y="201183"/>
                </a:lnTo>
                <a:lnTo>
                  <a:pt x="276098" y="202293"/>
                </a:lnTo>
                <a:lnTo>
                  <a:pt x="275981" y="203401"/>
                </a:lnTo>
                <a:lnTo>
                  <a:pt x="275854" y="204508"/>
                </a:lnTo>
                <a:lnTo>
                  <a:pt x="275719" y="205615"/>
                </a:lnTo>
                <a:lnTo>
                  <a:pt x="275574" y="206720"/>
                </a:lnTo>
                <a:lnTo>
                  <a:pt x="275420" y="207825"/>
                </a:lnTo>
                <a:lnTo>
                  <a:pt x="275256" y="208928"/>
                </a:lnTo>
                <a:lnTo>
                  <a:pt x="275083" y="210031"/>
                </a:lnTo>
                <a:lnTo>
                  <a:pt x="274901" y="211132"/>
                </a:lnTo>
                <a:lnTo>
                  <a:pt x="274710" y="212233"/>
                </a:lnTo>
                <a:lnTo>
                  <a:pt x="274509" y="213333"/>
                </a:lnTo>
                <a:lnTo>
                  <a:pt x="274298" y="214432"/>
                </a:lnTo>
                <a:lnTo>
                  <a:pt x="274079" y="215530"/>
                </a:lnTo>
                <a:lnTo>
                  <a:pt x="273850" y="216626"/>
                </a:lnTo>
                <a:lnTo>
                  <a:pt x="273612" y="217719"/>
                </a:lnTo>
                <a:lnTo>
                  <a:pt x="273365" y="218809"/>
                </a:lnTo>
                <a:lnTo>
                  <a:pt x="273110" y="219897"/>
                </a:lnTo>
                <a:lnTo>
                  <a:pt x="272845" y="220982"/>
                </a:lnTo>
                <a:lnTo>
                  <a:pt x="272571" y="222064"/>
                </a:lnTo>
                <a:lnTo>
                  <a:pt x="272289" y="223143"/>
                </a:lnTo>
                <a:lnTo>
                  <a:pt x="271997" y="224219"/>
                </a:lnTo>
                <a:lnTo>
                  <a:pt x="271697" y="225293"/>
                </a:lnTo>
                <a:lnTo>
                  <a:pt x="271387" y="226364"/>
                </a:lnTo>
                <a:lnTo>
                  <a:pt x="271069" y="227432"/>
                </a:lnTo>
                <a:lnTo>
                  <a:pt x="270741" y="228497"/>
                </a:lnTo>
                <a:lnTo>
                  <a:pt x="270405" y="229560"/>
                </a:lnTo>
                <a:lnTo>
                  <a:pt x="270059" y="230619"/>
                </a:lnTo>
                <a:lnTo>
                  <a:pt x="269705" y="231676"/>
                </a:lnTo>
                <a:lnTo>
                  <a:pt x="269342" y="232730"/>
                </a:lnTo>
                <a:lnTo>
                  <a:pt x="268970" y="233782"/>
                </a:lnTo>
                <a:lnTo>
                  <a:pt x="268588" y="234830"/>
                </a:lnTo>
                <a:lnTo>
                  <a:pt x="268198" y="235876"/>
                </a:lnTo>
                <a:lnTo>
                  <a:pt x="267799" y="236918"/>
                </a:lnTo>
                <a:lnTo>
                  <a:pt x="267391" y="237959"/>
                </a:lnTo>
                <a:lnTo>
                  <a:pt x="266974" y="238996"/>
                </a:lnTo>
                <a:lnTo>
                  <a:pt x="266548" y="240030"/>
                </a:lnTo>
                <a:lnTo>
                  <a:pt x="266113" y="241062"/>
                </a:lnTo>
                <a:lnTo>
                  <a:pt x="265669" y="242090"/>
                </a:lnTo>
                <a:lnTo>
                  <a:pt x="265217" y="243113"/>
                </a:lnTo>
                <a:lnTo>
                  <a:pt x="264757" y="244132"/>
                </a:lnTo>
                <a:lnTo>
                  <a:pt x="264289" y="245147"/>
                </a:lnTo>
                <a:lnTo>
                  <a:pt x="263812" y="246157"/>
                </a:lnTo>
                <a:lnTo>
                  <a:pt x="263327" y="247162"/>
                </a:lnTo>
                <a:lnTo>
                  <a:pt x="262834" y="248163"/>
                </a:lnTo>
                <a:lnTo>
                  <a:pt x="262333" y="249159"/>
                </a:lnTo>
                <a:lnTo>
                  <a:pt x="261824" y="250151"/>
                </a:lnTo>
                <a:lnTo>
                  <a:pt x="261306" y="251138"/>
                </a:lnTo>
                <a:lnTo>
                  <a:pt x="260780" y="252120"/>
                </a:lnTo>
                <a:lnTo>
                  <a:pt x="260246" y="253098"/>
                </a:lnTo>
                <a:lnTo>
                  <a:pt x="259703" y="254072"/>
                </a:lnTo>
                <a:lnTo>
                  <a:pt x="259153" y="255041"/>
                </a:lnTo>
                <a:lnTo>
                  <a:pt x="258594" y="256006"/>
                </a:lnTo>
                <a:lnTo>
                  <a:pt x="258027" y="256965"/>
                </a:lnTo>
                <a:lnTo>
                  <a:pt x="257452" y="257921"/>
                </a:lnTo>
                <a:lnTo>
                  <a:pt x="256868" y="258872"/>
                </a:lnTo>
                <a:lnTo>
                  <a:pt x="256277" y="259818"/>
                </a:lnTo>
                <a:lnTo>
                  <a:pt x="255677" y="260760"/>
                </a:lnTo>
                <a:lnTo>
                  <a:pt x="255068" y="261697"/>
                </a:lnTo>
                <a:lnTo>
                  <a:pt x="254452" y="262630"/>
                </a:lnTo>
                <a:lnTo>
                  <a:pt x="253827" y="263558"/>
                </a:lnTo>
                <a:lnTo>
                  <a:pt x="253195" y="264482"/>
                </a:lnTo>
                <a:lnTo>
                  <a:pt x="252554" y="265400"/>
                </a:lnTo>
                <a:lnTo>
                  <a:pt x="251906" y="266312"/>
                </a:lnTo>
                <a:lnTo>
                  <a:pt x="251252" y="267218"/>
                </a:lnTo>
                <a:lnTo>
                  <a:pt x="250590" y="268118"/>
                </a:lnTo>
                <a:lnTo>
                  <a:pt x="249920" y="269012"/>
                </a:lnTo>
                <a:lnTo>
                  <a:pt x="249244" y="269900"/>
                </a:lnTo>
                <a:lnTo>
                  <a:pt x="248561" y="270782"/>
                </a:lnTo>
                <a:lnTo>
                  <a:pt x="247870" y="271658"/>
                </a:lnTo>
                <a:lnTo>
                  <a:pt x="247172" y="272527"/>
                </a:lnTo>
                <a:lnTo>
                  <a:pt x="246468" y="273391"/>
                </a:lnTo>
                <a:lnTo>
                  <a:pt x="245755" y="274248"/>
                </a:lnTo>
                <a:lnTo>
                  <a:pt x="245036" y="275100"/>
                </a:lnTo>
                <a:lnTo>
                  <a:pt x="244310" y="275945"/>
                </a:lnTo>
                <a:lnTo>
                  <a:pt x="243576" y="276784"/>
                </a:lnTo>
                <a:lnTo>
                  <a:pt x="242836" y="277617"/>
                </a:lnTo>
                <a:lnTo>
                  <a:pt x="242088" y="278444"/>
                </a:lnTo>
                <a:lnTo>
                  <a:pt x="241333" y="279265"/>
                </a:lnTo>
                <a:lnTo>
                  <a:pt x="240571" y="280080"/>
                </a:lnTo>
                <a:lnTo>
                  <a:pt x="239802" y="280888"/>
                </a:lnTo>
                <a:lnTo>
                  <a:pt x="239025" y="281691"/>
                </a:lnTo>
                <a:lnTo>
                  <a:pt x="238242" y="282487"/>
                </a:lnTo>
                <a:lnTo>
                  <a:pt x="237451" y="283278"/>
                </a:lnTo>
                <a:lnTo>
                  <a:pt x="236653" y="284062"/>
                </a:lnTo>
                <a:lnTo>
                  <a:pt x="235848" y="284840"/>
                </a:lnTo>
                <a:lnTo>
                  <a:pt x="236192" y="284840"/>
                </a:lnTo>
                <a:lnTo>
                  <a:pt x="235930" y="285087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A56C9-55D5-46EE-B150-E78ADAA6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2100" y="1527639"/>
            <a:ext cx="340364" cy="340364"/>
          </a:xfrm>
          <a:custGeom xmlns:a="http://schemas.openxmlformats.org/drawingml/2006/main">
            <a:pathLst>
              <a:path w="340364" h="340364">
                <a:moveTo>
                  <a:pt x="170182" y="0"/>
                </a:moveTo>
                <a:cubicBezTo>
                  <a:pt x="76193" y="0"/>
                  <a:pt x="0" y="76193"/>
                  <a:pt x="0" y="170182"/>
                </a:cubicBezTo>
                <a:cubicBezTo>
                  <a:pt x="0" y="264171"/>
                  <a:pt x="76193" y="340364"/>
                  <a:pt x="170182" y="340364"/>
                </a:cubicBezTo>
                <a:cubicBezTo>
                  <a:pt x="264171" y="340364"/>
                  <a:pt x="340364" y="264171"/>
                  <a:pt x="340364" y="170182"/>
                </a:cubicBezTo>
                <a:cubicBezTo>
                  <a:pt x="340364" y="76193"/>
                  <a:pt x="264171" y="0"/>
                  <a:pt x="170182" y="0"/>
                </a:cubicBezTo>
                <a:close/>
                <a:moveTo>
                  <a:pt x="106870" y="226506"/>
                </a:moveTo>
                <a:lnTo>
                  <a:pt x="106870" y="262047"/>
                </a:lnTo>
                <a:cubicBezTo>
                  <a:pt x="106870" y="266810"/>
                  <a:pt x="102896" y="270784"/>
                  <a:pt x="98133" y="270784"/>
                </a:cubicBezTo>
                <a:cubicBezTo>
                  <a:pt x="93370" y="270784"/>
                  <a:pt x="89396" y="266810"/>
                  <a:pt x="89396" y="262047"/>
                </a:cubicBezTo>
                <a:lnTo>
                  <a:pt x="89396" y="247166"/>
                </a:lnTo>
                <a:lnTo>
                  <a:pt x="89396" y="226506"/>
                </a:lnTo>
                <a:cubicBezTo>
                  <a:pt x="76884" y="222752"/>
                  <a:pt x="67764" y="211153"/>
                  <a:pt x="67764" y="197418"/>
                </a:cubicBezTo>
                <a:cubicBezTo>
                  <a:pt x="67764" y="183684"/>
                  <a:pt x="76884" y="172085"/>
                  <a:pt x="89396" y="168331"/>
                </a:cubicBezTo>
                <a:lnTo>
                  <a:pt x="89396" y="112188"/>
                </a:lnTo>
                <a:lnTo>
                  <a:pt x="89396" y="78080"/>
                </a:lnTo>
                <a:cubicBezTo>
                  <a:pt x="89396" y="73317"/>
                  <a:pt x="93370" y="69343"/>
                  <a:pt x="98133" y="69343"/>
                </a:cubicBezTo>
                <a:cubicBezTo>
                  <a:pt x="102896" y="69343"/>
                  <a:pt x="106870" y="73317"/>
                  <a:pt x="106870" y="78080"/>
                </a:cubicBezTo>
                <a:lnTo>
                  <a:pt x="106870" y="168331"/>
                </a:lnTo>
                <a:cubicBezTo>
                  <a:pt x="119382" y="172085"/>
                  <a:pt x="128502" y="183684"/>
                  <a:pt x="128502" y="197418"/>
                </a:cubicBezTo>
                <a:cubicBezTo>
                  <a:pt x="128502" y="211153"/>
                  <a:pt x="119382" y="222753"/>
                  <a:pt x="106870" y="226506"/>
                </a:cubicBezTo>
                <a:close/>
                <a:moveTo>
                  <a:pt x="178923" y="148664"/>
                </a:moveTo>
                <a:lnTo>
                  <a:pt x="178923" y="262937"/>
                </a:lnTo>
                <a:cubicBezTo>
                  <a:pt x="178923" y="267700"/>
                  <a:pt x="174949" y="271674"/>
                  <a:pt x="170186" y="271674"/>
                </a:cubicBezTo>
                <a:cubicBezTo>
                  <a:pt x="165423" y="271674"/>
                  <a:pt x="161449" y="267700"/>
                  <a:pt x="161449" y="262937"/>
                </a:cubicBezTo>
                <a:lnTo>
                  <a:pt x="161449" y="248056"/>
                </a:lnTo>
                <a:lnTo>
                  <a:pt x="161449" y="184761"/>
                </a:lnTo>
                <a:lnTo>
                  <a:pt x="161449" y="148195"/>
                </a:lnTo>
                <a:cubicBezTo>
                  <a:pt x="149340" y="144201"/>
                  <a:pt x="140596" y="132803"/>
                  <a:pt x="140596" y="119355"/>
                </a:cubicBezTo>
                <a:cubicBezTo>
                  <a:pt x="140596" y="105908"/>
                  <a:pt x="149340" y="94510"/>
                  <a:pt x="161449" y="90516"/>
                </a:cubicBezTo>
                <a:lnTo>
                  <a:pt x="161449" y="78969"/>
                </a:lnTo>
                <a:cubicBezTo>
                  <a:pt x="161449" y="74207"/>
                  <a:pt x="165423" y="70232"/>
                  <a:pt x="170186" y="70232"/>
                </a:cubicBezTo>
                <a:cubicBezTo>
                  <a:pt x="174949" y="70232"/>
                  <a:pt x="178923" y="74207"/>
                  <a:pt x="178923" y="78969"/>
                </a:cubicBezTo>
                <a:lnTo>
                  <a:pt x="178923" y="90047"/>
                </a:lnTo>
                <a:cubicBezTo>
                  <a:pt x="191834" y="93545"/>
                  <a:pt x="201334" y="105337"/>
                  <a:pt x="201334" y="119355"/>
                </a:cubicBezTo>
                <a:cubicBezTo>
                  <a:pt x="201334" y="133373"/>
                  <a:pt x="191834" y="145166"/>
                  <a:pt x="178923" y="148664"/>
                </a:cubicBezTo>
                <a:lnTo>
                  <a:pt x="178923" y="148664"/>
                </a:lnTo>
                <a:close/>
                <a:moveTo>
                  <a:pt x="250600" y="249878"/>
                </a:moveTo>
                <a:lnTo>
                  <a:pt x="250600" y="262047"/>
                </a:lnTo>
                <a:cubicBezTo>
                  <a:pt x="250600" y="266810"/>
                  <a:pt x="246625" y="270784"/>
                  <a:pt x="241863" y="270784"/>
                </a:cubicBezTo>
                <a:cubicBezTo>
                  <a:pt x="237100" y="270784"/>
                  <a:pt x="233126" y="266810"/>
                  <a:pt x="233126" y="262047"/>
                </a:cubicBezTo>
                <a:lnTo>
                  <a:pt x="233126" y="249857"/>
                </a:lnTo>
                <a:cubicBezTo>
                  <a:pt x="220632" y="246092"/>
                  <a:pt x="211531" y="234501"/>
                  <a:pt x="211531" y="220780"/>
                </a:cubicBezTo>
                <a:cubicBezTo>
                  <a:pt x="211531" y="207059"/>
                  <a:pt x="220632" y="195469"/>
                  <a:pt x="233126" y="191703"/>
                </a:cubicBezTo>
                <a:lnTo>
                  <a:pt x="233126" y="183871"/>
                </a:lnTo>
                <a:lnTo>
                  <a:pt x="233126" y="112188"/>
                </a:lnTo>
                <a:lnTo>
                  <a:pt x="233126" y="78080"/>
                </a:lnTo>
                <a:cubicBezTo>
                  <a:pt x="233126" y="73317"/>
                  <a:pt x="237100" y="69343"/>
                  <a:pt x="241863" y="69343"/>
                </a:cubicBezTo>
                <a:cubicBezTo>
                  <a:pt x="246625" y="69343"/>
                  <a:pt x="250600" y="73317"/>
                  <a:pt x="250600" y="78080"/>
                </a:cubicBezTo>
                <a:lnTo>
                  <a:pt x="250600" y="191682"/>
                </a:lnTo>
                <a:cubicBezTo>
                  <a:pt x="263131" y="195424"/>
                  <a:pt x="272269" y="207032"/>
                  <a:pt x="272269" y="220780"/>
                </a:cubicBezTo>
                <a:cubicBezTo>
                  <a:pt x="272269" y="234528"/>
                  <a:pt x="263131" y="246136"/>
                  <a:pt x="250600" y="249878"/>
                </a:cubicBezTo>
                <a:lnTo>
                  <a:pt x="250600" y="249878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181D9-BF35-4E24-8B0D-117B11D3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9922" y="1929080"/>
            <a:ext cx="264719" cy="331666"/>
          </a:xfrm>
          <a:custGeom xmlns:a="http://schemas.openxmlformats.org/drawingml/2006/main">
            <a:pathLst>
              <a:path w="264719" h="331666">
                <a:moveTo>
                  <a:pt x="236482" y="23690"/>
                </a:moveTo>
                <a:cubicBezTo>
                  <a:pt x="242835" y="29584"/>
                  <a:pt x="247895" y="34475"/>
                  <a:pt x="251659" y="38364"/>
                </a:cubicBezTo>
                <a:cubicBezTo>
                  <a:pt x="255424" y="42254"/>
                  <a:pt x="258307" y="45554"/>
                  <a:pt x="260307" y="48265"/>
                </a:cubicBezTo>
                <a:cubicBezTo>
                  <a:pt x="262307" y="50976"/>
                  <a:pt x="263542" y="53274"/>
                  <a:pt x="264013" y="55160"/>
                </a:cubicBezTo>
                <a:cubicBezTo>
                  <a:pt x="264484" y="57046"/>
                  <a:pt x="264719" y="58696"/>
                  <a:pt x="264719" y="60110"/>
                </a:cubicBezTo>
                <a:lnTo>
                  <a:pt x="264719" y="65767"/>
                </a:lnTo>
                <a:lnTo>
                  <a:pt x="212481" y="65767"/>
                </a:lnTo>
                <a:cubicBezTo>
                  <a:pt x="210128" y="65767"/>
                  <a:pt x="208069" y="64883"/>
                  <a:pt x="206304" y="63116"/>
                </a:cubicBezTo>
                <a:cubicBezTo>
                  <a:pt x="204539" y="61348"/>
                  <a:pt x="203069" y="59285"/>
                  <a:pt x="201892" y="56928"/>
                </a:cubicBezTo>
                <a:cubicBezTo>
                  <a:pt x="200716" y="54570"/>
                  <a:pt x="199833" y="52154"/>
                  <a:pt x="199245" y="49679"/>
                </a:cubicBezTo>
                <a:cubicBezTo>
                  <a:pt x="198657" y="47204"/>
                  <a:pt x="198363" y="45259"/>
                  <a:pt x="198363" y="43845"/>
                </a:cubicBezTo>
                <a:lnTo>
                  <a:pt x="198363" y="0"/>
                </a:lnTo>
                <a:lnTo>
                  <a:pt x="199422" y="0"/>
                </a:lnTo>
                <a:cubicBezTo>
                  <a:pt x="201304" y="0"/>
                  <a:pt x="203245" y="295"/>
                  <a:pt x="205245" y="884"/>
                </a:cubicBezTo>
                <a:cubicBezTo>
                  <a:pt x="207246" y="1473"/>
                  <a:pt x="209540" y="2593"/>
                  <a:pt x="212128" y="4243"/>
                </a:cubicBezTo>
                <a:cubicBezTo>
                  <a:pt x="214716" y="5893"/>
                  <a:pt x="217952" y="8250"/>
                  <a:pt x="221834" y="11315"/>
                </a:cubicBezTo>
                <a:cubicBezTo>
                  <a:pt x="225717" y="14379"/>
                  <a:pt x="230600" y="18504"/>
                  <a:pt x="236482" y="23690"/>
                </a:cubicBezTo>
                <a:lnTo>
                  <a:pt x="236482" y="23690"/>
                </a:lnTo>
                <a:close/>
                <a:moveTo>
                  <a:pt x="176126" y="44199"/>
                </a:moveTo>
                <a:cubicBezTo>
                  <a:pt x="176126" y="48913"/>
                  <a:pt x="176832" y="53804"/>
                  <a:pt x="178244" y="58872"/>
                </a:cubicBezTo>
                <a:cubicBezTo>
                  <a:pt x="179656" y="63941"/>
                  <a:pt x="181891" y="68655"/>
                  <a:pt x="184950" y="73016"/>
                </a:cubicBezTo>
                <a:cubicBezTo>
                  <a:pt x="188009" y="77377"/>
                  <a:pt x="191892" y="80972"/>
                  <a:pt x="196598" y="83800"/>
                </a:cubicBezTo>
                <a:cubicBezTo>
                  <a:pt x="201304" y="86629"/>
                  <a:pt x="206834" y="88044"/>
                  <a:pt x="213187" y="88044"/>
                </a:cubicBezTo>
                <a:lnTo>
                  <a:pt x="264719" y="88044"/>
                </a:lnTo>
                <a:lnTo>
                  <a:pt x="264719" y="287467"/>
                </a:lnTo>
                <a:cubicBezTo>
                  <a:pt x="264719" y="294303"/>
                  <a:pt x="263366" y="300432"/>
                  <a:pt x="260660" y="305854"/>
                </a:cubicBezTo>
                <a:cubicBezTo>
                  <a:pt x="257954" y="311276"/>
                  <a:pt x="254365" y="315872"/>
                  <a:pt x="249895" y="319644"/>
                </a:cubicBezTo>
                <a:cubicBezTo>
                  <a:pt x="245424" y="323415"/>
                  <a:pt x="240482" y="326362"/>
                  <a:pt x="235070" y="328484"/>
                </a:cubicBezTo>
                <a:cubicBezTo>
                  <a:pt x="229658" y="330605"/>
                  <a:pt x="224364" y="331666"/>
                  <a:pt x="219187" y="331666"/>
                </a:cubicBezTo>
                <a:lnTo>
                  <a:pt x="45532" y="331666"/>
                </a:lnTo>
                <a:cubicBezTo>
                  <a:pt x="41061" y="331666"/>
                  <a:pt x="36178" y="330369"/>
                  <a:pt x="30884" y="327776"/>
                </a:cubicBezTo>
                <a:cubicBezTo>
                  <a:pt x="25589" y="325183"/>
                  <a:pt x="20648" y="321765"/>
                  <a:pt x="16060" y="317522"/>
                </a:cubicBezTo>
                <a:cubicBezTo>
                  <a:pt x="11471" y="313279"/>
                  <a:pt x="7647" y="308447"/>
                  <a:pt x="4588" y="303025"/>
                </a:cubicBezTo>
                <a:cubicBezTo>
                  <a:pt x="1529" y="297604"/>
                  <a:pt x="0" y="291946"/>
                  <a:pt x="0" y="286053"/>
                </a:cubicBezTo>
                <a:lnTo>
                  <a:pt x="0" y="45613"/>
                </a:lnTo>
                <a:cubicBezTo>
                  <a:pt x="0" y="40663"/>
                  <a:pt x="1118" y="35536"/>
                  <a:pt x="3353" y="30232"/>
                </a:cubicBezTo>
                <a:cubicBezTo>
                  <a:pt x="5589" y="24928"/>
                  <a:pt x="8647" y="20037"/>
                  <a:pt x="12530" y="15558"/>
                </a:cubicBezTo>
                <a:cubicBezTo>
                  <a:pt x="16413" y="11079"/>
                  <a:pt x="20825" y="7366"/>
                  <a:pt x="25766" y="4420"/>
                </a:cubicBezTo>
                <a:cubicBezTo>
                  <a:pt x="30707" y="1473"/>
                  <a:pt x="35884" y="0"/>
                  <a:pt x="41296" y="0"/>
                </a:cubicBezTo>
                <a:lnTo>
                  <a:pt x="176126" y="0"/>
                </a:lnTo>
                <a:lnTo>
                  <a:pt x="176126" y="44199"/>
                </a:lnTo>
                <a:lnTo>
                  <a:pt x="176126" y="44199"/>
                </a:lnTo>
                <a:close/>
                <a:moveTo>
                  <a:pt x="198363" y="264838"/>
                </a:moveTo>
                <a:cubicBezTo>
                  <a:pt x="204481" y="264838"/>
                  <a:pt x="209657" y="262657"/>
                  <a:pt x="213893" y="258296"/>
                </a:cubicBezTo>
                <a:cubicBezTo>
                  <a:pt x="218128" y="253935"/>
                  <a:pt x="220246" y="248690"/>
                  <a:pt x="220246" y="242562"/>
                </a:cubicBezTo>
                <a:cubicBezTo>
                  <a:pt x="220246" y="236433"/>
                  <a:pt x="218128" y="231247"/>
                  <a:pt x="213893" y="227004"/>
                </a:cubicBezTo>
                <a:cubicBezTo>
                  <a:pt x="209657" y="222761"/>
                  <a:pt x="204481" y="220639"/>
                  <a:pt x="198363" y="220639"/>
                </a:cubicBezTo>
                <a:lnTo>
                  <a:pt x="66003" y="220639"/>
                </a:lnTo>
                <a:cubicBezTo>
                  <a:pt x="59885" y="220639"/>
                  <a:pt x="54709" y="222761"/>
                  <a:pt x="50473" y="227004"/>
                </a:cubicBezTo>
                <a:cubicBezTo>
                  <a:pt x="46238" y="231247"/>
                  <a:pt x="44120" y="236433"/>
                  <a:pt x="44120" y="242562"/>
                </a:cubicBezTo>
                <a:cubicBezTo>
                  <a:pt x="44120" y="248690"/>
                  <a:pt x="46238" y="253935"/>
                  <a:pt x="50473" y="258296"/>
                </a:cubicBezTo>
                <a:cubicBezTo>
                  <a:pt x="54709" y="262657"/>
                  <a:pt x="59885" y="264838"/>
                  <a:pt x="66003" y="264838"/>
                </a:cubicBezTo>
                <a:lnTo>
                  <a:pt x="198363" y="264838"/>
                </a:lnTo>
                <a:lnTo>
                  <a:pt x="198363" y="264838"/>
                </a:lnTo>
                <a:close/>
                <a:moveTo>
                  <a:pt x="220246" y="154518"/>
                </a:moveTo>
                <a:cubicBezTo>
                  <a:pt x="220246" y="148389"/>
                  <a:pt x="218128" y="143144"/>
                  <a:pt x="213893" y="138783"/>
                </a:cubicBezTo>
                <a:cubicBezTo>
                  <a:pt x="209657" y="134423"/>
                  <a:pt x="204481" y="132242"/>
                  <a:pt x="198363" y="132242"/>
                </a:cubicBezTo>
                <a:lnTo>
                  <a:pt x="66003" y="132242"/>
                </a:lnTo>
                <a:cubicBezTo>
                  <a:pt x="59885" y="132242"/>
                  <a:pt x="54709" y="134423"/>
                  <a:pt x="50473" y="138783"/>
                </a:cubicBezTo>
                <a:cubicBezTo>
                  <a:pt x="46238" y="143144"/>
                  <a:pt x="44120" y="148389"/>
                  <a:pt x="44120" y="154518"/>
                </a:cubicBezTo>
                <a:cubicBezTo>
                  <a:pt x="44120" y="160647"/>
                  <a:pt x="46238" y="165833"/>
                  <a:pt x="50473" y="170076"/>
                </a:cubicBezTo>
                <a:cubicBezTo>
                  <a:pt x="54709" y="174319"/>
                  <a:pt x="59885" y="176441"/>
                  <a:pt x="66003" y="176441"/>
                </a:cubicBezTo>
                <a:lnTo>
                  <a:pt x="198363" y="176441"/>
                </a:lnTo>
                <a:cubicBezTo>
                  <a:pt x="204481" y="176441"/>
                  <a:pt x="209657" y="174319"/>
                  <a:pt x="213893" y="170076"/>
                </a:cubicBezTo>
                <a:cubicBezTo>
                  <a:pt x="218128" y="165833"/>
                  <a:pt x="220246" y="160647"/>
                  <a:pt x="220246" y="154518"/>
                </a:cubicBez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D3A2A0-59F4-48D2-9144-517268D5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650" y="1837371"/>
            <a:ext cx="236049" cy="720816"/>
          </a:xfrm>
          <a:custGeom xmlns:a="http://schemas.openxmlformats.org/drawingml/2006/main">
            <a:pathLst>
              <a:path w="236049" h="720816" fill="none">
                <a:moveTo>
                  <a:pt x="0" y="720816"/>
                </a:moveTo>
                <a:cubicBezTo>
                  <a:pt x="189091" y="468694"/>
                  <a:pt x="236049" y="228422"/>
                  <a:pt x="14087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46301-59D2-4FAC-BCD7-CF4239CC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5116" y="1745662"/>
            <a:ext cx="122153" cy="147680"/>
          </a:xfrm>
          <a:custGeom xmlns:a="http://schemas.openxmlformats.org/drawingml/2006/main">
            <a:pathLst>
              <a:path w="122153" h="147680">
                <a:moveTo>
                  <a:pt x="10211" y="0"/>
                </a:moveTo>
                <a:lnTo>
                  <a:pt x="122153" y="96815"/>
                </a:lnTo>
                <a:lnTo>
                  <a:pt x="48407" y="91709"/>
                </a:lnTo>
                <a:lnTo>
                  <a:pt x="0" y="147680"/>
                </a:lnTo>
                <a:lnTo>
                  <a:pt x="10211" y="0"/>
                </a:lnTo>
                <a:close/>
              </a:path>
            </a:pathLst>
          </a:custGeom>
          <a:solidFill xmlns:a="http://schemas.openxmlformats.org/drawingml/2006/main">
            <a:srgbClr val="9673A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10B79-A104-4E88-916E-0CF0897D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5116" y="1745662"/>
            <a:ext cx="122153" cy="147680"/>
          </a:xfrm>
          <a:custGeom xmlns:a="http://schemas.openxmlformats.org/drawingml/2006/main">
            <a:pathLst>
              <a:path w="122153" h="147680" fill="none">
                <a:moveTo>
                  <a:pt x="10211" y="0"/>
                </a:moveTo>
                <a:lnTo>
                  <a:pt x="122153" y="96815"/>
                </a:lnTo>
                <a:lnTo>
                  <a:pt x="48407" y="91709"/>
                </a:lnTo>
                <a:lnTo>
                  <a:pt x="0" y="147680"/>
                </a:lnTo>
                <a:lnTo>
                  <a:pt x="1021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53F4F7-9E98-48A1-8DBB-F0956C31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646" y="2596004"/>
            <a:ext cx="378182" cy="378182"/>
          </a:xfrm>
          <a:custGeom xmlns:a="http://schemas.openxmlformats.org/drawingml/2006/main">
            <a:pathLst>
              <a:path w="378182" h="378182">
                <a:moveTo>
                  <a:pt x="187540" y="6"/>
                </a:moveTo>
                <a:lnTo>
                  <a:pt x="185990" y="25"/>
                </a:lnTo>
                <a:lnTo>
                  <a:pt x="184441" y="57"/>
                </a:lnTo>
                <a:lnTo>
                  <a:pt x="182893" y="101"/>
                </a:lnTo>
                <a:lnTo>
                  <a:pt x="181347" y="158"/>
                </a:lnTo>
                <a:lnTo>
                  <a:pt x="179802" y="227"/>
                </a:lnTo>
                <a:lnTo>
                  <a:pt x="178258" y="309"/>
                </a:lnTo>
                <a:lnTo>
                  <a:pt x="176715" y="404"/>
                </a:lnTo>
                <a:lnTo>
                  <a:pt x="175174" y="511"/>
                </a:lnTo>
                <a:lnTo>
                  <a:pt x="173633" y="631"/>
                </a:lnTo>
                <a:lnTo>
                  <a:pt x="172095" y="763"/>
                </a:lnTo>
                <a:lnTo>
                  <a:pt x="170557" y="908"/>
                </a:lnTo>
                <a:lnTo>
                  <a:pt x="169020" y="1066"/>
                </a:lnTo>
                <a:lnTo>
                  <a:pt x="167485" y="1236"/>
                </a:lnTo>
                <a:lnTo>
                  <a:pt x="165951" y="1419"/>
                </a:lnTo>
                <a:lnTo>
                  <a:pt x="164418" y="1615"/>
                </a:lnTo>
                <a:lnTo>
                  <a:pt x="162887" y="1823"/>
                </a:lnTo>
                <a:lnTo>
                  <a:pt x="161357" y="2044"/>
                </a:lnTo>
                <a:lnTo>
                  <a:pt x="159828" y="2277"/>
                </a:lnTo>
                <a:lnTo>
                  <a:pt x="158300" y="2523"/>
                </a:lnTo>
                <a:lnTo>
                  <a:pt x="156773" y="2782"/>
                </a:lnTo>
                <a:lnTo>
                  <a:pt x="155248" y="3053"/>
                </a:lnTo>
                <a:lnTo>
                  <a:pt x="153724" y="3337"/>
                </a:lnTo>
                <a:lnTo>
                  <a:pt x="152201" y="3633"/>
                </a:lnTo>
                <a:lnTo>
                  <a:pt x="150681" y="3942"/>
                </a:lnTo>
                <a:lnTo>
                  <a:pt x="149164" y="4263"/>
                </a:lnTo>
                <a:lnTo>
                  <a:pt x="147651" y="4596"/>
                </a:lnTo>
                <a:lnTo>
                  <a:pt x="146142" y="4941"/>
                </a:lnTo>
                <a:lnTo>
                  <a:pt x="144636" y="5299"/>
                </a:lnTo>
                <a:lnTo>
                  <a:pt x="143135" y="5668"/>
                </a:lnTo>
                <a:lnTo>
                  <a:pt x="141636" y="6050"/>
                </a:lnTo>
                <a:lnTo>
                  <a:pt x="140142" y="6444"/>
                </a:lnTo>
                <a:lnTo>
                  <a:pt x="138651" y="6850"/>
                </a:lnTo>
                <a:lnTo>
                  <a:pt x="137164" y="7268"/>
                </a:lnTo>
                <a:lnTo>
                  <a:pt x="135680" y="7698"/>
                </a:lnTo>
                <a:lnTo>
                  <a:pt x="134200" y="8140"/>
                </a:lnTo>
                <a:lnTo>
                  <a:pt x="132724" y="8595"/>
                </a:lnTo>
                <a:lnTo>
                  <a:pt x="131252" y="9061"/>
                </a:lnTo>
                <a:lnTo>
                  <a:pt x="129783" y="9540"/>
                </a:lnTo>
                <a:lnTo>
                  <a:pt x="128318" y="10031"/>
                </a:lnTo>
                <a:lnTo>
                  <a:pt x="126856" y="10533"/>
                </a:lnTo>
                <a:lnTo>
                  <a:pt x="125398" y="11049"/>
                </a:lnTo>
                <a:lnTo>
                  <a:pt x="123944" y="11576"/>
                </a:lnTo>
                <a:lnTo>
                  <a:pt x="122494" y="12115"/>
                </a:lnTo>
                <a:lnTo>
                  <a:pt x="121047" y="12667"/>
                </a:lnTo>
                <a:lnTo>
                  <a:pt x="119604" y="13230"/>
                </a:lnTo>
                <a:lnTo>
                  <a:pt x="118165" y="13806"/>
                </a:lnTo>
                <a:lnTo>
                  <a:pt x="116729" y="14394"/>
                </a:lnTo>
                <a:lnTo>
                  <a:pt x="115298" y="14993"/>
                </a:lnTo>
                <a:lnTo>
                  <a:pt x="113873" y="15604"/>
                </a:lnTo>
                <a:lnTo>
                  <a:pt x="112454" y="16226"/>
                </a:lnTo>
                <a:lnTo>
                  <a:pt x="111042" y="16859"/>
                </a:lnTo>
                <a:lnTo>
                  <a:pt x="109635" y="17503"/>
                </a:lnTo>
                <a:lnTo>
                  <a:pt x="108234" y="18158"/>
                </a:lnTo>
                <a:lnTo>
                  <a:pt x="106839" y="18825"/>
                </a:lnTo>
                <a:lnTo>
                  <a:pt x="105450" y="19503"/>
                </a:lnTo>
                <a:lnTo>
                  <a:pt x="104066" y="20192"/>
                </a:lnTo>
                <a:lnTo>
                  <a:pt x="102689" y="20892"/>
                </a:lnTo>
                <a:lnTo>
                  <a:pt x="101318" y="21603"/>
                </a:lnTo>
                <a:lnTo>
                  <a:pt x="99953" y="22326"/>
                </a:lnTo>
                <a:lnTo>
                  <a:pt x="98594" y="23059"/>
                </a:lnTo>
                <a:lnTo>
                  <a:pt x="97241" y="23804"/>
                </a:lnTo>
                <a:lnTo>
                  <a:pt x="95894" y="24560"/>
                </a:lnTo>
                <a:lnTo>
                  <a:pt x="94552" y="25327"/>
                </a:lnTo>
                <a:lnTo>
                  <a:pt x="93217" y="26106"/>
                </a:lnTo>
                <a:lnTo>
                  <a:pt x="91888" y="26895"/>
                </a:lnTo>
                <a:lnTo>
                  <a:pt x="90565" y="27696"/>
                </a:lnTo>
                <a:lnTo>
                  <a:pt x="89247" y="28508"/>
                </a:lnTo>
                <a:lnTo>
                  <a:pt x="87936" y="29331"/>
                </a:lnTo>
                <a:lnTo>
                  <a:pt x="86631" y="30165"/>
                </a:lnTo>
                <a:lnTo>
                  <a:pt x="85331" y="31011"/>
                </a:lnTo>
                <a:lnTo>
                  <a:pt x="84038" y="31868"/>
                </a:lnTo>
                <a:lnTo>
                  <a:pt x="82751" y="32735"/>
                </a:lnTo>
                <a:lnTo>
                  <a:pt x="81473" y="33612"/>
                </a:lnTo>
                <a:lnTo>
                  <a:pt x="80203" y="34498"/>
                </a:lnTo>
                <a:lnTo>
                  <a:pt x="78940" y="35395"/>
                </a:lnTo>
                <a:lnTo>
                  <a:pt x="77686" y="36301"/>
                </a:lnTo>
                <a:lnTo>
                  <a:pt x="76440" y="37217"/>
                </a:lnTo>
                <a:lnTo>
                  <a:pt x="75202" y="38143"/>
                </a:lnTo>
                <a:lnTo>
                  <a:pt x="73972" y="39079"/>
                </a:lnTo>
                <a:lnTo>
                  <a:pt x="72750" y="40025"/>
                </a:lnTo>
                <a:lnTo>
                  <a:pt x="71536" y="40980"/>
                </a:lnTo>
                <a:lnTo>
                  <a:pt x="70330" y="41945"/>
                </a:lnTo>
                <a:lnTo>
                  <a:pt x="69132" y="42920"/>
                </a:lnTo>
                <a:lnTo>
                  <a:pt x="67942" y="43905"/>
                </a:lnTo>
                <a:lnTo>
                  <a:pt x="66760" y="44899"/>
                </a:lnTo>
                <a:lnTo>
                  <a:pt x="65586" y="45904"/>
                </a:lnTo>
                <a:lnTo>
                  <a:pt x="64420" y="46918"/>
                </a:lnTo>
                <a:lnTo>
                  <a:pt x="63263" y="47942"/>
                </a:lnTo>
                <a:lnTo>
                  <a:pt x="62113" y="48975"/>
                </a:lnTo>
                <a:lnTo>
                  <a:pt x="60971" y="50019"/>
                </a:lnTo>
                <a:lnTo>
                  <a:pt x="59838" y="51072"/>
                </a:lnTo>
                <a:lnTo>
                  <a:pt x="58712" y="52135"/>
                </a:lnTo>
                <a:lnTo>
                  <a:pt x="57594" y="53208"/>
                </a:lnTo>
                <a:lnTo>
                  <a:pt x="56485" y="54291"/>
                </a:lnTo>
                <a:lnTo>
                  <a:pt x="55384" y="55384"/>
                </a:lnTo>
                <a:lnTo>
                  <a:pt x="54291" y="56485"/>
                </a:lnTo>
                <a:lnTo>
                  <a:pt x="53208" y="57594"/>
                </a:lnTo>
                <a:lnTo>
                  <a:pt x="52135" y="58712"/>
                </a:lnTo>
                <a:lnTo>
                  <a:pt x="51072" y="59838"/>
                </a:lnTo>
                <a:lnTo>
                  <a:pt x="50019" y="60971"/>
                </a:lnTo>
                <a:lnTo>
                  <a:pt x="48975" y="62113"/>
                </a:lnTo>
                <a:lnTo>
                  <a:pt x="47942" y="63263"/>
                </a:lnTo>
                <a:lnTo>
                  <a:pt x="46918" y="64420"/>
                </a:lnTo>
                <a:lnTo>
                  <a:pt x="45904" y="65586"/>
                </a:lnTo>
                <a:lnTo>
                  <a:pt x="44899" y="66760"/>
                </a:lnTo>
                <a:lnTo>
                  <a:pt x="43905" y="67942"/>
                </a:lnTo>
                <a:lnTo>
                  <a:pt x="42920" y="69132"/>
                </a:lnTo>
                <a:lnTo>
                  <a:pt x="41945" y="70330"/>
                </a:lnTo>
                <a:lnTo>
                  <a:pt x="40980" y="71536"/>
                </a:lnTo>
                <a:lnTo>
                  <a:pt x="40025" y="72750"/>
                </a:lnTo>
                <a:lnTo>
                  <a:pt x="39079" y="73972"/>
                </a:lnTo>
                <a:lnTo>
                  <a:pt x="38143" y="75202"/>
                </a:lnTo>
                <a:lnTo>
                  <a:pt x="37217" y="76440"/>
                </a:lnTo>
                <a:lnTo>
                  <a:pt x="36301" y="77686"/>
                </a:lnTo>
                <a:lnTo>
                  <a:pt x="35395" y="78940"/>
                </a:lnTo>
                <a:lnTo>
                  <a:pt x="34498" y="80203"/>
                </a:lnTo>
                <a:lnTo>
                  <a:pt x="33612" y="81473"/>
                </a:lnTo>
                <a:lnTo>
                  <a:pt x="32735" y="82751"/>
                </a:lnTo>
                <a:lnTo>
                  <a:pt x="31868" y="84038"/>
                </a:lnTo>
                <a:lnTo>
                  <a:pt x="31011" y="85331"/>
                </a:lnTo>
                <a:lnTo>
                  <a:pt x="30165" y="86631"/>
                </a:lnTo>
                <a:lnTo>
                  <a:pt x="29331" y="87936"/>
                </a:lnTo>
                <a:lnTo>
                  <a:pt x="28508" y="89247"/>
                </a:lnTo>
                <a:lnTo>
                  <a:pt x="27696" y="90565"/>
                </a:lnTo>
                <a:lnTo>
                  <a:pt x="26895" y="91888"/>
                </a:lnTo>
                <a:lnTo>
                  <a:pt x="26106" y="93217"/>
                </a:lnTo>
                <a:lnTo>
                  <a:pt x="25327" y="94552"/>
                </a:lnTo>
                <a:lnTo>
                  <a:pt x="24560" y="95894"/>
                </a:lnTo>
                <a:lnTo>
                  <a:pt x="23804" y="97241"/>
                </a:lnTo>
                <a:lnTo>
                  <a:pt x="23059" y="98594"/>
                </a:lnTo>
                <a:lnTo>
                  <a:pt x="22326" y="99953"/>
                </a:lnTo>
                <a:lnTo>
                  <a:pt x="21603" y="101318"/>
                </a:lnTo>
                <a:lnTo>
                  <a:pt x="20892" y="102689"/>
                </a:lnTo>
                <a:lnTo>
                  <a:pt x="20192" y="104066"/>
                </a:lnTo>
                <a:lnTo>
                  <a:pt x="19503" y="105450"/>
                </a:lnTo>
                <a:lnTo>
                  <a:pt x="18825" y="106839"/>
                </a:lnTo>
                <a:lnTo>
                  <a:pt x="18158" y="108234"/>
                </a:lnTo>
                <a:lnTo>
                  <a:pt x="17503" y="109635"/>
                </a:lnTo>
                <a:lnTo>
                  <a:pt x="16859" y="111042"/>
                </a:lnTo>
                <a:lnTo>
                  <a:pt x="16226" y="112454"/>
                </a:lnTo>
                <a:lnTo>
                  <a:pt x="15604" y="113873"/>
                </a:lnTo>
                <a:lnTo>
                  <a:pt x="14993" y="115298"/>
                </a:lnTo>
                <a:lnTo>
                  <a:pt x="14394" y="116729"/>
                </a:lnTo>
                <a:lnTo>
                  <a:pt x="13806" y="118165"/>
                </a:lnTo>
                <a:lnTo>
                  <a:pt x="13230" y="119604"/>
                </a:lnTo>
                <a:lnTo>
                  <a:pt x="12667" y="121047"/>
                </a:lnTo>
                <a:lnTo>
                  <a:pt x="12115" y="122494"/>
                </a:lnTo>
                <a:lnTo>
                  <a:pt x="11576" y="123944"/>
                </a:lnTo>
                <a:lnTo>
                  <a:pt x="11049" y="125398"/>
                </a:lnTo>
                <a:lnTo>
                  <a:pt x="10533" y="126856"/>
                </a:lnTo>
                <a:lnTo>
                  <a:pt x="10031" y="128318"/>
                </a:lnTo>
                <a:lnTo>
                  <a:pt x="9540" y="129783"/>
                </a:lnTo>
                <a:lnTo>
                  <a:pt x="9061" y="131252"/>
                </a:lnTo>
                <a:lnTo>
                  <a:pt x="8595" y="132724"/>
                </a:lnTo>
                <a:lnTo>
                  <a:pt x="8140" y="134200"/>
                </a:lnTo>
                <a:lnTo>
                  <a:pt x="7698" y="135680"/>
                </a:lnTo>
                <a:lnTo>
                  <a:pt x="7268" y="137164"/>
                </a:lnTo>
                <a:lnTo>
                  <a:pt x="6850" y="138651"/>
                </a:lnTo>
                <a:lnTo>
                  <a:pt x="6444" y="140142"/>
                </a:lnTo>
                <a:lnTo>
                  <a:pt x="6050" y="141636"/>
                </a:lnTo>
                <a:lnTo>
                  <a:pt x="5668" y="143135"/>
                </a:lnTo>
                <a:lnTo>
                  <a:pt x="5299" y="144637"/>
                </a:lnTo>
                <a:lnTo>
                  <a:pt x="4941" y="146142"/>
                </a:lnTo>
                <a:lnTo>
                  <a:pt x="4596" y="147651"/>
                </a:lnTo>
                <a:lnTo>
                  <a:pt x="4263" y="149164"/>
                </a:lnTo>
                <a:lnTo>
                  <a:pt x="3942" y="150681"/>
                </a:lnTo>
                <a:lnTo>
                  <a:pt x="3633" y="152201"/>
                </a:lnTo>
                <a:lnTo>
                  <a:pt x="3337" y="153724"/>
                </a:lnTo>
                <a:lnTo>
                  <a:pt x="3053" y="155248"/>
                </a:lnTo>
                <a:lnTo>
                  <a:pt x="2782" y="156773"/>
                </a:lnTo>
                <a:lnTo>
                  <a:pt x="2523" y="158300"/>
                </a:lnTo>
                <a:lnTo>
                  <a:pt x="2277" y="159828"/>
                </a:lnTo>
                <a:lnTo>
                  <a:pt x="2044" y="161357"/>
                </a:lnTo>
                <a:lnTo>
                  <a:pt x="1823" y="162887"/>
                </a:lnTo>
                <a:lnTo>
                  <a:pt x="1615" y="164418"/>
                </a:lnTo>
                <a:lnTo>
                  <a:pt x="1419" y="165951"/>
                </a:lnTo>
                <a:lnTo>
                  <a:pt x="1236" y="167485"/>
                </a:lnTo>
                <a:lnTo>
                  <a:pt x="1066" y="169020"/>
                </a:lnTo>
                <a:lnTo>
                  <a:pt x="908" y="170557"/>
                </a:lnTo>
                <a:lnTo>
                  <a:pt x="763" y="172095"/>
                </a:lnTo>
                <a:lnTo>
                  <a:pt x="631" y="173633"/>
                </a:lnTo>
                <a:lnTo>
                  <a:pt x="511" y="175174"/>
                </a:lnTo>
                <a:lnTo>
                  <a:pt x="404" y="176715"/>
                </a:lnTo>
                <a:lnTo>
                  <a:pt x="309" y="178258"/>
                </a:lnTo>
                <a:lnTo>
                  <a:pt x="227" y="179802"/>
                </a:lnTo>
                <a:lnTo>
                  <a:pt x="158" y="181347"/>
                </a:lnTo>
                <a:lnTo>
                  <a:pt x="101" y="182893"/>
                </a:lnTo>
                <a:lnTo>
                  <a:pt x="57" y="184441"/>
                </a:lnTo>
                <a:lnTo>
                  <a:pt x="25" y="185990"/>
                </a:lnTo>
                <a:lnTo>
                  <a:pt x="6" y="187540"/>
                </a:lnTo>
                <a:lnTo>
                  <a:pt x="0" y="189091"/>
                </a:lnTo>
                <a:lnTo>
                  <a:pt x="6" y="190643"/>
                </a:lnTo>
                <a:lnTo>
                  <a:pt x="25" y="192193"/>
                </a:lnTo>
                <a:lnTo>
                  <a:pt x="57" y="193742"/>
                </a:lnTo>
                <a:lnTo>
                  <a:pt x="101" y="195289"/>
                </a:lnTo>
                <a:lnTo>
                  <a:pt x="158" y="196836"/>
                </a:lnTo>
                <a:lnTo>
                  <a:pt x="227" y="198381"/>
                </a:lnTo>
                <a:lnTo>
                  <a:pt x="309" y="199925"/>
                </a:lnTo>
                <a:lnTo>
                  <a:pt x="404" y="201467"/>
                </a:lnTo>
                <a:lnTo>
                  <a:pt x="511" y="203009"/>
                </a:lnTo>
                <a:lnTo>
                  <a:pt x="631" y="204549"/>
                </a:lnTo>
                <a:lnTo>
                  <a:pt x="763" y="206088"/>
                </a:lnTo>
                <a:lnTo>
                  <a:pt x="908" y="207626"/>
                </a:lnTo>
                <a:lnTo>
                  <a:pt x="1066" y="209162"/>
                </a:lnTo>
                <a:lnTo>
                  <a:pt x="1236" y="210697"/>
                </a:lnTo>
                <a:lnTo>
                  <a:pt x="1419" y="212231"/>
                </a:lnTo>
                <a:lnTo>
                  <a:pt x="1615" y="213764"/>
                </a:lnTo>
                <a:lnTo>
                  <a:pt x="1823" y="215295"/>
                </a:lnTo>
                <a:lnTo>
                  <a:pt x="2044" y="216826"/>
                </a:lnTo>
                <a:lnTo>
                  <a:pt x="2277" y="218355"/>
                </a:lnTo>
                <a:lnTo>
                  <a:pt x="2523" y="219882"/>
                </a:lnTo>
                <a:lnTo>
                  <a:pt x="2782" y="221409"/>
                </a:lnTo>
                <a:lnTo>
                  <a:pt x="3053" y="222934"/>
                </a:lnTo>
                <a:lnTo>
                  <a:pt x="3337" y="224458"/>
                </a:lnTo>
                <a:lnTo>
                  <a:pt x="3633" y="225981"/>
                </a:lnTo>
                <a:lnTo>
                  <a:pt x="3942" y="227501"/>
                </a:lnTo>
                <a:lnTo>
                  <a:pt x="4263" y="229018"/>
                </a:lnTo>
                <a:lnTo>
                  <a:pt x="4596" y="230531"/>
                </a:lnTo>
                <a:lnTo>
                  <a:pt x="4941" y="232040"/>
                </a:lnTo>
                <a:lnTo>
                  <a:pt x="5299" y="233546"/>
                </a:lnTo>
                <a:lnTo>
                  <a:pt x="5668" y="235048"/>
                </a:lnTo>
                <a:lnTo>
                  <a:pt x="6050" y="236546"/>
                </a:lnTo>
                <a:lnTo>
                  <a:pt x="6444" y="238041"/>
                </a:lnTo>
                <a:lnTo>
                  <a:pt x="6850" y="239532"/>
                </a:lnTo>
                <a:lnTo>
                  <a:pt x="7268" y="241019"/>
                </a:lnTo>
                <a:lnTo>
                  <a:pt x="7698" y="242502"/>
                </a:lnTo>
                <a:lnTo>
                  <a:pt x="8140" y="243982"/>
                </a:lnTo>
                <a:lnTo>
                  <a:pt x="8595" y="245458"/>
                </a:lnTo>
                <a:lnTo>
                  <a:pt x="9061" y="246931"/>
                </a:lnTo>
                <a:lnTo>
                  <a:pt x="9540" y="248400"/>
                </a:lnTo>
                <a:lnTo>
                  <a:pt x="10031" y="249865"/>
                </a:lnTo>
                <a:lnTo>
                  <a:pt x="10533" y="251326"/>
                </a:lnTo>
                <a:lnTo>
                  <a:pt x="11049" y="252784"/>
                </a:lnTo>
                <a:lnTo>
                  <a:pt x="11576" y="254238"/>
                </a:lnTo>
                <a:lnTo>
                  <a:pt x="12115" y="255688"/>
                </a:lnTo>
                <a:lnTo>
                  <a:pt x="12667" y="257135"/>
                </a:lnTo>
                <a:lnTo>
                  <a:pt x="13230" y="258578"/>
                </a:lnTo>
                <a:lnTo>
                  <a:pt x="13806" y="260018"/>
                </a:lnTo>
                <a:lnTo>
                  <a:pt x="14394" y="261453"/>
                </a:lnTo>
                <a:lnTo>
                  <a:pt x="14993" y="262884"/>
                </a:lnTo>
                <a:lnTo>
                  <a:pt x="15604" y="264309"/>
                </a:lnTo>
                <a:lnTo>
                  <a:pt x="16226" y="265728"/>
                </a:lnTo>
                <a:lnTo>
                  <a:pt x="16859" y="267141"/>
                </a:lnTo>
                <a:lnTo>
                  <a:pt x="17503" y="268548"/>
                </a:lnTo>
                <a:lnTo>
                  <a:pt x="18158" y="269949"/>
                </a:lnTo>
                <a:lnTo>
                  <a:pt x="18825" y="271344"/>
                </a:lnTo>
                <a:lnTo>
                  <a:pt x="19503" y="272733"/>
                </a:lnTo>
                <a:lnTo>
                  <a:pt x="20192" y="274116"/>
                </a:lnTo>
                <a:lnTo>
                  <a:pt x="20892" y="275493"/>
                </a:lnTo>
                <a:lnTo>
                  <a:pt x="21603" y="276864"/>
                </a:lnTo>
                <a:lnTo>
                  <a:pt x="22326" y="278229"/>
                </a:lnTo>
                <a:lnTo>
                  <a:pt x="23059" y="279588"/>
                </a:lnTo>
                <a:lnTo>
                  <a:pt x="23804" y="280942"/>
                </a:lnTo>
                <a:lnTo>
                  <a:pt x="24560" y="282289"/>
                </a:lnTo>
                <a:lnTo>
                  <a:pt x="25327" y="283630"/>
                </a:lnTo>
                <a:lnTo>
                  <a:pt x="26106" y="284965"/>
                </a:lnTo>
                <a:lnTo>
                  <a:pt x="26895" y="286294"/>
                </a:lnTo>
                <a:lnTo>
                  <a:pt x="27696" y="287618"/>
                </a:lnTo>
                <a:lnTo>
                  <a:pt x="28508" y="288935"/>
                </a:lnTo>
                <a:lnTo>
                  <a:pt x="29331" y="290246"/>
                </a:lnTo>
                <a:lnTo>
                  <a:pt x="30165" y="291552"/>
                </a:lnTo>
                <a:lnTo>
                  <a:pt x="31011" y="292851"/>
                </a:lnTo>
                <a:lnTo>
                  <a:pt x="31868" y="294145"/>
                </a:lnTo>
                <a:lnTo>
                  <a:pt x="32735" y="295431"/>
                </a:lnTo>
                <a:lnTo>
                  <a:pt x="33612" y="296709"/>
                </a:lnTo>
                <a:lnTo>
                  <a:pt x="34498" y="297980"/>
                </a:lnTo>
                <a:lnTo>
                  <a:pt x="35395" y="299242"/>
                </a:lnTo>
                <a:lnTo>
                  <a:pt x="36301" y="300496"/>
                </a:lnTo>
                <a:lnTo>
                  <a:pt x="37217" y="301742"/>
                </a:lnTo>
                <a:lnTo>
                  <a:pt x="38143" y="302981"/>
                </a:lnTo>
                <a:lnTo>
                  <a:pt x="39079" y="304211"/>
                </a:lnTo>
                <a:lnTo>
                  <a:pt x="40025" y="305433"/>
                </a:lnTo>
                <a:lnTo>
                  <a:pt x="40980" y="306647"/>
                </a:lnTo>
                <a:lnTo>
                  <a:pt x="41945" y="307853"/>
                </a:lnTo>
                <a:lnTo>
                  <a:pt x="42920" y="309051"/>
                </a:lnTo>
                <a:lnTo>
                  <a:pt x="43905" y="310241"/>
                </a:lnTo>
                <a:lnTo>
                  <a:pt x="44899" y="311423"/>
                </a:lnTo>
                <a:lnTo>
                  <a:pt x="45904" y="312596"/>
                </a:lnTo>
                <a:lnTo>
                  <a:pt x="46918" y="313762"/>
                </a:lnTo>
                <a:lnTo>
                  <a:pt x="47942" y="314920"/>
                </a:lnTo>
                <a:lnTo>
                  <a:pt x="48975" y="316070"/>
                </a:lnTo>
                <a:lnTo>
                  <a:pt x="50019" y="317211"/>
                </a:lnTo>
                <a:lnTo>
                  <a:pt x="51072" y="318345"/>
                </a:lnTo>
                <a:lnTo>
                  <a:pt x="52135" y="319470"/>
                </a:lnTo>
                <a:lnTo>
                  <a:pt x="53208" y="320588"/>
                </a:lnTo>
                <a:lnTo>
                  <a:pt x="54291" y="321697"/>
                </a:lnTo>
                <a:lnTo>
                  <a:pt x="55384" y="322799"/>
                </a:lnTo>
                <a:lnTo>
                  <a:pt x="56485" y="323891"/>
                </a:lnTo>
                <a:lnTo>
                  <a:pt x="57594" y="324974"/>
                </a:lnTo>
                <a:lnTo>
                  <a:pt x="58712" y="326047"/>
                </a:lnTo>
                <a:lnTo>
                  <a:pt x="59838" y="327110"/>
                </a:lnTo>
                <a:lnTo>
                  <a:pt x="60971" y="328164"/>
                </a:lnTo>
                <a:lnTo>
                  <a:pt x="62113" y="329207"/>
                </a:lnTo>
                <a:lnTo>
                  <a:pt x="63263" y="330241"/>
                </a:lnTo>
                <a:lnTo>
                  <a:pt x="64420" y="331265"/>
                </a:lnTo>
                <a:lnTo>
                  <a:pt x="65586" y="332279"/>
                </a:lnTo>
                <a:lnTo>
                  <a:pt x="66760" y="333283"/>
                </a:lnTo>
                <a:lnTo>
                  <a:pt x="67942" y="334278"/>
                </a:lnTo>
                <a:lnTo>
                  <a:pt x="69132" y="335262"/>
                </a:lnTo>
                <a:lnTo>
                  <a:pt x="70330" y="336237"/>
                </a:lnTo>
                <a:lnTo>
                  <a:pt x="71536" y="337202"/>
                </a:lnTo>
                <a:lnTo>
                  <a:pt x="72750" y="338158"/>
                </a:lnTo>
                <a:lnTo>
                  <a:pt x="73972" y="339103"/>
                </a:lnTo>
                <a:lnTo>
                  <a:pt x="75202" y="340039"/>
                </a:lnTo>
                <a:lnTo>
                  <a:pt x="76440" y="340965"/>
                </a:lnTo>
                <a:lnTo>
                  <a:pt x="77686" y="341881"/>
                </a:lnTo>
                <a:lnTo>
                  <a:pt x="78940" y="342787"/>
                </a:lnTo>
                <a:lnTo>
                  <a:pt x="80203" y="343684"/>
                </a:lnTo>
                <a:lnTo>
                  <a:pt x="81473" y="344571"/>
                </a:lnTo>
                <a:lnTo>
                  <a:pt x="82751" y="345448"/>
                </a:lnTo>
                <a:lnTo>
                  <a:pt x="84038" y="346315"/>
                </a:lnTo>
                <a:lnTo>
                  <a:pt x="85331" y="347171"/>
                </a:lnTo>
                <a:lnTo>
                  <a:pt x="86631" y="348017"/>
                </a:lnTo>
                <a:lnTo>
                  <a:pt x="87936" y="348851"/>
                </a:lnTo>
                <a:lnTo>
                  <a:pt x="89247" y="349674"/>
                </a:lnTo>
                <a:lnTo>
                  <a:pt x="90565" y="350486"/>
                </a:lnTo>
                <a:lnTo>
                  <a:pt x="91888" y="351287"/>
                </a:lnTo>
                <a:lnTo>
                  <a:pt x="93217" y="352077"/>
                </a:lnTo>
                <a:lnTo>
                  <a:pt x="94552" y="352855"/>
                </a:lnTo>
                <a:lnTo>
                  <a:pt x="95894" y="353622"/>
                </a:lnTo>
                <a:lnTo>
                  <a:pt x="97241" y="354378"/>
                </a:lnTo>
                <a:lnTo>
                  <a:pt x="98594" y="355123"/>
                </a:lnTo>
                <a:lnTo>
                  <a:pt x="99953" y="355857"/>
                </a:lnTo>
                <a:lnTo>
                  <a:pt x="101318" y="356579"/>
                </a:lnTo>
                <a:lnTo>
                  <a:pt x="102689" y="357290"/>
                </a:lnTo>
                <a:lnTo>
                  <a:pt x="104066" y="357991"/>
                </a:lnTo>
                <a:lnTo>
                  <a:pt x="105450" y="358680"/>
                </a:lnTo>
                <a:lnTo>
                  <a:pt x="106839" y="359357"/>
                </a:lnTo>
                <a:lnTo>
                  <a:pt x="108234" y="360024"/>
                </a:lnTo>
                <a:lnTo>
                  <a:pt x="109635" y="360679"/>
                </a:lnTo>
                <a:lnTo>
                  <a:pt x="111042" y="361324"/>
                </a:lnTo>
                <a:lnTo>
                  <a:pt x="112454" y="361957"/>
                </a:lnTo>
                <a:lnTo>
                  <a:pt x="113873" y="362578"/>
                </a:lnTo>
                <a:lnTo>
                  <a:pt x="115298" y="363189"/>
                </a:lnTo>
                <a:lnTo>
                  <a:pt x="116729" y="363789"/>
                </a:lnTo>
                <a:lnTo>
                  <a:pt x="118165" y="364377"/>
                </a:lnTo>
                <a:lnTo>
                  <a:pt x="119604" y="364952"/>
                </a:lnTo>
                <a:lnTo>
                  <a:pt x="121047" y="365516"/>
                </a:lnTo>
                <a:lnTo>
                  <a:pt x="122494" y="366067"/>
                </a:lnTo>
                <a:lnTo>
                  <a:pt x="123944" y="366607"/>
                </a:lnTo>
                <a:lnTo>
                  <a:pt x="125398" y="367134"/>
                </a:lnTo>
                <a:lnTo>
                  <a:pt x="126856" y="367649"/>
                </a:lnTo>
                <a:lnTo>
                  <a:pt x="128318" y="368152"/>
                </a:lnTo>
                <a:lnTo>
                  <a:pt x="129783" y="368643"/>
                </a:lnTo>
                <a:lnTo>
                  <a:pt x="131252" y="369121"/>
                </a:lnTo>
                <a:lnTo>
                  <a:pt x="132724" y="369588"/>
                </a:lnTo>
                <a:lnTo>
                  <a:pt x="134200" y="370042"/>
                </a:lnTo>
                <a:lnTo>
                  <a:pt x="135680" y="370485"/>
                </a:lnTo>
                <a:lnTo>
                  <a:pt x="137164" y="370915"/>
                </a:lnTo>
                <a:lnTo>
                  <a:pt x="138651" y="371333"/>
                </a:lnTo>
                <a:lnTo>
                  <a:pt x="140142" y="371739"/>
                </a:lnTo>
                <a:lnTo>
                  <a:pt x="141636" y="372132"/>
                </a:lnTo>
                <a:lnTo>
                  <a:pt x="143135" y="372514"/>
                </a:lnTo>
                <a:lnTo>
                  <a:pt x="144637" y="372884"/>
                </a:lnTo>
                <a:lnTo>
                  <a:pt x="146142" y="373241"/>
                </a:lnTo>
                <a:lnTo>
                  <a:pt x="147651" y="373586"/>
                </a:lnTo>
                <a:lnTo>
                  <a:pt x="149164" y="373919"/>
                </a:lnTo>
                <a:lnTo>
                  <a:pt x="150681" y="374240"/>
                </a:lnTo>
                <a:lnTo>
                  <a:pt x="152201" y="374549"/>
                </a:lnTo>
                <a:lnTo>
                  <a:pt x="153724" y="374846"/>
                </a:lnTo>
                <a:lnTo>
                  <a:pt x="155248" y="375129"/>
                </a:lnTo>
                <a:lnTo>
                  <a:pt x="156773" y="375401"/>
                </a:lnTo>
                <a:lnTo>
                  <a:pt x="158300" y="375659"/>
                </a:lnTo>
                <a:lnTo>
                  <a:pt x="159828" y="375905"/>
                </a:lnTo>
                <a:lnTo>
                  <a:pt x="161357" y="376139"/>
                </a:lnTo>
                <a:lnTo>
                  <a:pt x="162887" y="376359"/>
                </a:lnTo>
                <a:lnTo>
                  <a:pt x="164418" y="376568"/>
                </a:lnTo>
                <a:lnTo>
                  <a:pt x="165951" y="376763"/>
                </a:lnTo>
                <a:lnTo>
                  <a:pt x="167485" y="376946"/>
                </a:lnTo>
                <a:lnTo>
                  <a:pt x="169020" y="377116"/>
                </a:lnTo>
                <a:lnTo>
                  <a:pt x="170557" y="377274"/>
                </a:lnTo>
                <a:lnTo>
                  <a:pt x="172095" y="377419"/>
                </a:lnTo>
                <a:lnTo>
                  <a:pt x="173633" y="377552"/>
                </a:lnTo>
                <a:lnTo>
                  <a:pt x="175174" y="377671"/>
                </a:lnTo>
                <a:lnTo>
                  <a:pt x="176715" y="377779"/>
                </a:lnTo>
                <a:lnTo>
                  <a:pt x="178258" y="377873"/>
                </a:lnTo>
                <a:lnTo>
                  <a:pt x="179802" y="377955"/>
                </a:lnTo>
                <a:lnTo>
                  <a:pt x="181347" y="378025"/>
                </a:lnTo>
                <a:lnTo>
                  <a:pt x="182893" y="378082"/>
                </a:lnTo>
                <a:lnTo>
                  <a:pt x="184441" y="378126"/>
                </a:lnTo>
                <a:lnTo>
                  <a:pt x="185990" y="378157"/>
                </a:lnTo>
                <a:lnTo>
                  <a:pt x="187540" y="378176"/>
                </a:lnTo>
                <a:lnTo>
                  <a:pt x="189091" y="378182"/>
                </a:lnTo>
                <a:lnTo>
                  <a:pt x="190643" y="378176"/>
                </a:lnTo>
                <a:lnTo>
                  <a:pt x="192193" y="378157"/>
                </a:lnTo>
                <a:lnTo>
                  <a:pt x="193742" y="378126"/>
                </a:lnTo>
                <a:lnTo>
                  <a:pt x="195289" y="378082"/>
                </a:lnTo>
                <a:lnTo>
                  <a:pt x="196836" y="378025"/>
                </a:lnTo>
                <a:lnTo>
                  <a:pt x="198381" y="377955"/>
                </a:lnTo>
                <a:lnTo>
                  <a:pt x="199925" y="377873"/>
                </a:lnTo>
                <a:lnTo>
                  <a:pt x="201467" y="377779"/>
                </a:lnTo>
                <a:lnTo>
                  <a:pt x="203009" y="377671"/>
                </a:lnTo>
                <a:lnTo>
                  <a:pt x="204549" y="377552"/>
                </a:lnTo>
                <a:lnTo>
                  <a:pt x="206088" y="377419"/>
                </a:lnTo>
                <a:lnTo>
                  <a:pt x="207626" y="377274"/>
                </a:lnTo>
                <a:lnTo>
                  <a:pt x="209162" y="377116"/>
                </a:lnTo>
                <a:lnTo>
                  <a:pt x="210697" y="376946"/>
                </a:lnTo>
                <a:lnTo>
                  <a:pt x="212231" y="376763"/>
                </a:lnTo>
                <a:lnTo>
                  <a:pt x="213764" y="376568"/>
                </a:lnTo>
                <a:lnTo>
                  <a:pt x="215295" y="376359"/>
                </a:lnTo>
                <a:lnTo>
                  <a:pt x="216826" y="376139"/>
                </a:lnTo>
                <a:lnTo>
                  <a:pt x="218355" y="375905"/>
                </a:lnTo>
                <a:lnTo>
                  <a:pt x="219882" y="375659"/>
                </a:lnTo>
                <a:lnTo>
                  <a:pt x="221409" y="375401"/>
                </a:lnTo>
                <a:lnTo>
                  <a:pt x="222934" y="375129"/>
                </a:lnTo>
                <a:lnTo>
                  <a:pt x="224458" y="374846"/>
                </a:lnTo>
                <a:lnTo>
                  <a:pt x="225981" y="374549"/>
                </a:lnTo>
                <a:lnTo>
                  <a:pt x="227501" y="374240"/>
                </a:lnTo>
                <a:lnTo>
                  <a:pt x="229018" y="373919"/>
                </a:lnTo>
                <a:lnTo>
                  <a:pt x="230531" y="373586"/>
                </a:lnTo>
                <a:lnTo>
                  <a:pt x="232040" y="373241"/>
                </a:lnTo>
                <a:lnTo>
                  <a:pt x="233546" y="372884"/>
                </a:lnTo>
                <a:lnTo>
                  <a:pt x="235048" y="372514"/>
                </a:lnTo>
                <a:lnTo>
                  <a:pt x="236546" y="372132"/>
                </a:lnTo>
                <a:lnTo>
                  <a:pt x="238041" y="371739"/>
                </a:lnTo>
                <a:lnTo>
                  <a:pt x="239532" y="371333"/>
                </a:lnTo>
                <a:lnTo>
                  <a:pt x="241019" y="370915"/>
                </a:lnTo>
                <a:lnTo>
                  <a:pt x="242502" y="370485"/>
                </a:lnTo>
                <a:lnTo>
                  <a:pt x="243982" y="370042"/>
                </a:lnTo>
                <a:lnTo>
                  <a:pt x="245458" y="369588"/>
                </a:lnTo>
                <a:lnTo>
                  <a:pt x="246931" y="369121"/>
                </a:lnTo>
                <a:lnTo>
                  <a:pt x="248400" y="368643"/>
                </a:lnTo>
                <a:lnTo>
                  <a:pt x="249865" y="368152"/>
                </a:lnTo>
                <a:lnTo>
                  <a:pt x="251326" y="367649"/>
                </a:lnTo>
                <a:lnTo>
                  <a:pt x="252784" y="367134"/>
                </a:lnTo>
                <a:lnTo>
                  <a:pt x="254238" y="366607"/>
                </a:lnTo>
                <a:lnTo>
                  <a:pt x="255688" y="366067"/>
                </a:lnTo>
                <a:lnTo>
                  <a:pt x="257135" y="365516"/>
                </a:lnTo>
                <a:lnTo>
                  <a:pt x="258578" y="364952"/>
                </a:lnTo>
                <a:lnTo>
                  <a:pt x="260018" y="364377"/>
                </a:lnTo>
                <a:lnTo>
                  <a:pt x="261453" y="363789"/>
                </a:lnTo>
                <a:lnTo>
                  <a:pt x="262884" y="363189"/>
                </a:lnTo>
                <a:lnTo>
                  <a:pt x="264309" y="362578"/>
                </a:lnTo>
                <a:lnTo>
                  <a:pt x="265728" y="361957"/>
                </a:lnTo>
                <a:lnTo>
                  <a:pt x="267141" y="361324"/>
                </a:lnTo>
                <a:lnTo>
                  <a:pt x="268548" y="360679"/>
                </a:lnTo>
                <a:lnTo>
                  <a:pt x="269949" y="360024"/>
                </a:lnTo>
                <a:lnTo>
                  <a:pt x="271344" y="359357"/>
                </a:lnTo>
                <a:lnTo>
                  <a:pt x="272733" y="358680"/>
                </a:lnTo>
                <a:lnTo>
                  <a:pt x="274116" y="357991"/>
                </a:lnTo>
                <a:lnTo>
                  <a:pt x="275493" y="357290"/>
                </a:lnTo>
                <a:lnTo>
                  <a:pt x="276864" y="356579"/>
                </a:lnTo>
                <a:lnTo>
                  <a:pt x="278229" y="355857"/>
                </a:lnTo>
                <a:lnTo>
                  <a:pt x="279588" y="355123"/>
                </a:lnTo>
                <a:lnTo>
                  <a:pt x="280942" y="354378"/>
                </a:lnTo>
                <a:lnTo>
                  <a:pt x="282289" y="353622"/>
                </a:lnTo>
                <a:lnTo>
                  <a:pt x="283630" y="352855"/>
                </a:lnTo>
                <a:lnTo>
                  <a:pt x="284965" y="352077"/>
                </a:lnTo>
                <a:lnTo>
                  <a:pt x="286294" y="351287"/>
                </a:lnTo>
                <a:lnTo>
                  <a:pt x="287618" y="350486"/>
                </a:lnTo>
                <a:lnTo>
                  <a:pt x="288935" y="349674"/>
                </a:lnTo>
                <a:lnTo>
                  <a:pt x="290246" y="348851"/>
                </a:lnTo>
                <a:lnTo>
                  <a:pt x="291552" y="348017"/>
                </a:lnTo>
                <a:lnTo>
                  <a:pt x="292851" y="347171"/>
                </a:lnTo>
                <a:lnTo>
                  <a:pt x="294145" y="346315"/>
                </a:lnTo>
                <a:lnTo>
                  <a:pt x="295431" y="345448"/>
                </a:lnTo>
                <a:lnTo>
                  <a:pt x="296709" y="344571"/>
                </a:lnTo>
                <a:lnTo>
                  <a:pt x="297980" y="343684"/>
                </a:lnTo>
                <a:lnTo>
                  <a:pt x="299242" y="342787"/>
                </a:lnTo>
                <a:lnTo>
                  <a:pt x="300496" y="341881"/>
                </a:lnTo>
                <a:lnTo>
                  <a:pt x="301742" y="340965"/>
                </a:lnTo>
                <a:lnTo>
                  <a:pt x="302981" y="340039"/>
                </a:lnTo>
                <a:lnTo>
                  <a:pt x="304211" y="339103"/>
                </a:lnTo>
                <a:lnTo>
                  <a:pt x="305433" y="338158"/>
                </a:lnTo>
                <a:lnTo>
                  <a:pt x="306647" y="337202"/>
                </a:lnTo>
                <a:lnTo>
                  <a:pt x="307853" y="336237"/>
                </a:lnTo>
                <a:lnTo>
                  <a:pt x="309051" y="335262"/>
                </a:lnTo>
                <a:lnTo>
                  <a:pt x="310241" y="334278"/>
                </a:lnTo>
                <a:lnTo>
                  <a:pt x="311423" y="333283"/>
                </a:lnTo>
                <a:lnTo>
                  <a:pt x="312596" y="332279"/>
                </a:lnTo>
                <a:lnTo>
                  <a:pt x="313762" y="331265"/>
                </a:lnTo>
                <a:lnTo>
                  <a:pt x="314920" y="330241"/>
                </a:lnTo>
                <a:lnTo>
                  <a:pt x="316070" y="329207"/>
                </a:lnTo>
                <a:lnTo>
                  <a:pt x="317211" y="328164"/>
                </a:lnTo>
                <a:lnTo>
                  <a:pt x="318345" y="327110"/>
                </a:lnTo>
                <a:lnTo>
                  <a:pt x="319470" y="326047"/>
                </a:lnTo>
                <a:lnTo>
                  <a:pt x="320588" y="324974"/>
                </a:lnTo>
                <a:lnTo>
                  <a:pt x="321697" y="323891"/>
                </a:lnTo>
                <a:lnTo>
                  <a:pt x="322799" y="322799"/>
                </a:lnTo>
                <a:lnTo>
                  <a:pt x="323891" y="321697"/>
                </a:lnTo>
                <a:lnTo>
                  <a:pt x="324974" y="320588"/>
                </a:lnTo>
                <a:lnTo>
                  <a:pt x="326047" y="319470"/>
                </a:lnTo>
                <a:lnTo>
                  <a:pt x="327110" y="318345"/>
                </a:lnTo>
                <a:lnTo>
                  <a:pt x="328164" y="317211"/>
                </a:lnTo>
                <a:lnTo>
                  <a:pt x="329207" y="316070"/>
                </a:lnTo>
                <a:lnTo>
                  <a:pt x="330241" y="314920"/>
                </a:lnTo>
                <a:lnTo>
                  <a:pt x="331265" y="313762"/>
                </a:lnTo>
                <a:lnTo>
                  <a:pt x="332279" y="312596"/>
                </a:lnTo>
                <a:lnTo>
                  <a:pt x="333283" y="311423"/>
                </a:lnTo>
                <a:lnTo>
                  <a:pt x="334278" y="310241"/>
                </a:lnTo>
                <a:lnTo>
                  <a:pt x="335262" y="309051"/>
                </a:lnTo>
                <a:lnTo>
                  <a:pt x="336237" y="307853"/>
                </a:lnTo>
                <a:lnTo>
                  <a:pt x="337202" y="306647"/>
                </a:lnTo>
                <a:lnTo>
                  <a:pt x="338158" y="305433"/>
                </a:lnTo>
                <a:lnTo>
                  <a:pt x="339103" y="304211"/>
                </a:lnTo>
                <a:lnTo>
                  <a:pt x="340039" y="302981"/>
                </a:lnTo>
                <a:lnTo>
                  <a:pt x="340965" y="301742"/>
                </a:lnTo>
                <a:lnTo>
                  <a:pt x="341881" y="300496"/>
                </a:lnTo>
                <a:lnTo>
                  <a:pt x="342787" y="299242"/>
                </a:lnTo>
                <a:lnTo>
                  <a:pt x="343684" y="297980"/>
                </a:lnTo>
                <a:lnTo>
                  <a:pt x="344571" y="296709"/>
                </a:lnTo>
                <a:lnTo>
                  <a:pt x="345448" y="295431"/>
                </a:lnTo>
                <a:lnTo>
                  <a:pt x="346315" y="294145"/>
                </a:lnTo>
                <a:lnTo>
                  <a:pt x="347171" y="292851"/>
                </a:lnTo>
                <a:lnTo>
                  <a:pt x="348017" y="291552"/>
                </a:lnTo>
                <a:lnTo>
                  <a:pt x="348851" y="290246"/>
                </a:lnTo>
                <a:lnTo>
                  <a:pt x="349674" y="288935"/>
                </a:lnTo>
                <a:lnTo>
                  <a:pt x="350486" y="287618"/>
                </a:lnTo>
                <a:lnTo>
                  <a:pt x="351287" y="286294"/>
                </a:lnTo>
                <a:lnTo>
                  <a:pt x="352077" y="284965"/>
                </a:lnTo>
                <a:lnTo>
                  <a:pt x="352855" y="283630"/>
                </a:lnTo>
                <a:lnTo>
                  <a:pt x="353622" y="282289"/>
                </a:lnTo>
                <a:lnTo>
                  <a:pt x="354378" y="280942"/>
                </a:lnTo>
                <a:lnTo>
                  <a:pt x="355123" y="279588"/>
                </a:lnTo>
                <a:lnTo>
                  <a:pt x="355857" y="278229"/>
                </a:lnTo>
                <a:lnTo>
                  <a:pt x="356579" y="276864"/>
                </a:lnTo>
                <a:lnTo>
                  <a:pt x="357290" y="275493"/>
                </a:lnTo>
                <a:lnTo>
                  <a:pt x="357991" y="274116"/>
                </a:lnTo>
                <a:lnTo>
                  <a:pt x="358680" y="272733"/>
                </a:lnTo>
                <a:lnTo>
                  <a:pt x="359357" y="271344"/>
                </a:lnTo>
                <a:lnTo>
                  <a:pt x="360024" y="269949"/>
                </a:lnTo>
                <a:lnTo>
                  <a:pt x="360679" y="268548"/>
                </a:lnTo>
                <a:lnTo>
                  <a:pt x="361324" y="267141"/>
                </a:lnTo>
                <a:lnTo>
                  <a:pt x="361957" y="265728"/>
                </a:lnTo>
                <a:lnTo>
                  <a:pt x="362578" y="264309"/>
                </a:lnTo>
                <a:lnTo>
                  <a:pt x="363189" y="262884"/>
                </a:lnTo>
                <a:lnTo>
                  <a:pt x="363789" y="261453"/>
                </a:lnTo>
                <a:lnTo>
                  <a:pt x="364377" y="260018"/>
                </a:lnTo>
                <a:lnTo>
                  <a:pt x="364952" y="258578"/>
                </a:lnTo>
                <a:lnTo>
                  <a:pt x="365516" y="257135"/>
                </a:lnTo>
                <a:lnTo>
                  <a:pt x="366067" y="255688"/>
                </a:lnTo>
                <a:lnTo>
                  <a:pt x="366607" y="254238"/>
                </a:lnTo>
                <a:lnTo>
                  <a:pt x="367134" y="252784"/>
                </a:lnTo>
                <a:lnTo>
                  <a:pt x="367649" y="251326"/>
                </a:lnTo>
                <a:lnTo>
                  <a:pt x="368152" y="249865"/>
                </a:lnTo>
                <a:lnTo>
                  <a:pt x="368643" y="248400"/>
                </a:lnTo>
                <a:lnTo>
                  <a:pt x="369121" y="246931"/>
                </a:lnTo>
                <a:lnTo>
                  <a:pt x="369588" y="245458"/>
                </a:lnTo>
                <a:lnTo>
                  <a:pt x="370042" y="243982"/>
                </a:lnTo>
                <a:lnTo>
                  <a:pt x="370485" y="242502"/>
                </a:lnTo>
                <a:lnTo>
                  <a:pt x="370915" y="241019"/>
                </a:lnTo>
                <a:lnTo>
                  <a:pt x="371333" y="239532"/>
                </a:lnTo>
                <a:lnTo>
                  <a:pt x="371739" y="238041"/>
                </a:lnTo>
                <a:lnTo>
                  <a:pt x="372132" y="236546"/>
                </a:lnTo>
                <a:lnTo>
                  <a:pt x="372514" y="235048"/>
                </a:lnTo>
                <a:lnTo>
                  <a:pt x="372884" y="233546"/>
                </a:lnTo>
                <a:lnTo>
                  <a:pt x="373241" y="232040"/>
                </a:lnTo>
                <a:lnTo>
                  <a:pt x="373586" y="230531"/>
                </a:lnTo>
                <a:lnTo>
                  <a:pt x="373919" y="229018"/>
                </a:lnTo>
                <a:lnTo>
                  <a:pt x="374240" y="227501"/>
                </a:lnTo>
                <a:lnTo>
                  <a:pt x="374549" y="225981"/>
                </a:lnTo>
                <a:lnTo>
                  <a:pt x="374846" y="224458"/>
                </a:lnTo>
                <a:lnTo>
                  <a:pt x="375129" y="222934"/>
                </a:lnTo>
                <a:lnTo>
                  <a:pt x="375401" y="221409"/>
                </a:lnTo>
                <a:lnTo>
                  <a:pt x="375659" y="219882"/>
                </a:lnTo>
                <a:lnTo>
                  <a:pt x="375905" y="218355"/>
                </a:lnTo>
                <a:lnTo>
                  <a:pt x="376139" y="216826"/>
                </a:lnTo>
                <a:lnTo>
                  <a:pt x="376359" y="215295"/>
                </a:lnTo>
                <a:lnTo>
                  <a:pt x="376568" y="213764"/>
                </a:lnTo>
                <a:lnTo>
                  <a:pt x="376763" y="212231"/>
                </a:lnTo>
                <a:lnTo>
                  <a:pt x="376946" y="210697"/>
                </a:lnTo>
                <a:lnTo>
                  <a:pt x="377116" y="209162"/>
                </a:lnTo>
                <a:lnTo>
                  <a:pt x="377274" y="207626"/>
                </a:lnTo>
                <a:lnTo>
                  <a:pt x="377419" y="206088"/>
                </a:lnTo>
                <a:lnTo>
                  <a:pt x="377552" y="204549"/>
                </a:lnTo>
                <a:lnTo>
                  <a:pt x="377671" y="203009"/>
                </a:lnTo>
                <a:lnTo>
                  <a:pt x="377779" y="201467"/>
                </a:lnTo>
                <a:lnTo>
                  <a:pt x="377873" y="199925"/>
                </a:lnTo>
                <a:lnTo>
                  <a:pt x="377955" y="198381"/>
                </a:lnTo>
                <a:lnTo>
                  <a:pt x="378025" y="196836"/>
                </a:lnTo>
                <a:lnTo>
                  <a:pt x="378082" y="195289"/>
                </a:lnTo>
                <a:lnTo>
                  <a:pt x="378126" y="193742"/>
                </a:lnTo>
                <a:lnTo>
                  <a:pt x="378157" y="192193"/>
                </a:lnTo>
                <a:lnTo>
                  <a:pt x="378176" y="190643"/>
                </a:lnTo>
                <a:lnTo>
                  <a:pt x="378182" y="189091"/>
                </a:lnTo>
                <a:lnTo>
                  <a:pt x="378176" y="187540"/>
                </a:lnTo>
                <a:lnTo>
                  <a:pt x="378157" y="185990"/>
                </a:lnTo>
                <a:lnTo>
                  <a:pt x="378126" y="184441"/>
                </a:lnTo>
                <a:lnTo>
                  <a:pt x="378082" y="182893"/>
                </a:lnTo>
                <a:lnTo>
                  <a:pt x="378025" y="181347"/>
                </a:lnTo>
                <a:lnTo>
                  <a:pt x="377955" y="179802"/>
                </a:lnTo>
                <a:lnTo>
                  <a:pt x="377873" y="178258"/>
                </a:lnTo>
                <a:lnTo>
                  <a:pt x="377779" y="176715"/>
                </a:lnTo>
                <a:lnTo>
                  <a:pt x="377671" y="175174"/>
                </a:lnTo>
                <a:lnTo>
                  <a:pt x="377552" y="173633"/>
                </a:lnTo>
                <a:lnTo>
                  <a:pt x="377419" y="172095"/>
                </a:lnTo>
                <a:lnTo>
                  <a:pt x="377274" y="170557"/>
                </a:lnTo>
                <a:lnTo>
                  <a:pt x="377116" y="169020"/>
                </a:lnTo>
                <a:lnTo>
                  <a:pt x="376946" y="167485"/>
                </a:lnTo>
                <a:lnTo>
                  <a:pt x="376763" y="165951"/>
                </a:lnTo>
                <a:lnTo>
                  <a:pt x="376568" y="164418"/>
                </a:lnTo>
                <a:lnTo>
                  <a:pt x="376359" y="162887"/>
                </a:lnTo>
                <a:lnTo>
                  <a:pt x="376139" y="161357"/>
                </a:lnTo>
                <a:lnTo>
                  <a:pt x="375905" y="159828"/>
                </a:lnTo>
                <a:lnTo>
                  <a:pt x="375659" y="158300"/>
                </a:lnTo>
                <a:lnTo>
                  <a:pt x="375401" y="156773"/>
                </a:lnTo>
                <a:lnTo>
                  <a:pt x="375129" y="155248"/>
                </a:lnTo>
                <a:lnTo>
                  <a:pt x="374846" y="153724"/>
                </a:lnTo>
                <a:lnTo>
                  <a:pt x="374549" y="152201"/>
                </a:lnTo>
                <a:lnTo>
                  <a:pt x="374240" y="150681"/>
                </a:lnTo>
                <a:lnTo>
                  <a:pt x="373919" y="149164"/>
                </a:lnTo>
                <a:lnTo>
                  <a:pt x="373586" y="147651"/>
                </a:lnTo>
                <a:lnTo>
                  <a:pt x="373241" y="146142"/>
                </a:lnTo>
                <a:lnTo>
                  <a:pt x="372884" y="144636"/>
                </a:lnTo>
                <a:lnTo>
                  <a:pt x="372514" y="143135"/>
                </a:lnTo>
                <a:lnTo>
                  <a:pt x="372132" y="141636"/>
                </a:lnTo>
                <a:lnTo>
                  <a:pt x="371739" y="140142"/>
                </a:lnTo>
                <a:lnTo>
                  <a:pt x="371333" y="138651"/>
                </a:lnTo>
                <a:lnTo>
                  <a:pt x="370915" y="137164"/>
                </a:lnTo>
                <a:lnTo>
                  <a:pt x="370485" y="135680"/>
                </a:lnTo>
                <a:lnTo>
                  <a:pt x="370042" y="134200"/>
                </a:lnTo>
                <a:lnTo>
                  <a:pt x="369588" y="132724"/>
                </a:lnTo>
                <a:lnTo>
                  <a:pt x="369121" y="131252"/>
                </a:lnTo>
                <a:lnTo>
                  <a:pt x="368643" y="129783"/>
                </a:lnTo>
                <a:lnTo>
                  <a:pt x="368152" y="128318"/>
                </a:lnTo>
                <a:lnTo>
                  <a:pt x="367649" y="126856"/>
                </a:lnTo>
                <a:lnTo>
                  <a:pt x="367134" y="125398"/>
                </a:lnTo>
                <a:lnTo>
                  <a:pt x="366607" y="123944"/>
                </a:lnTo>
                <a:lnTo>
                  <a:pt x="366067" y="122494"/>
                </a:lnTo>
                <a:lnTo>
                  <a:pt x="365516" y="121047"/>
                </a:lnTo>
                <a:lnTo>
                  <a:pt x="364952" y="119604"/>
                </a:lnTo>
                <a:lnTo>
                  <a:pt x="364377" y="118165"/>
                </a:lnTo>
                <a:lnTo>
                  <a:pt x="363789" y="116729"/>
                </a:lnTo>
                <a:lnTo>
                  <a:pt x="363189" y="115298"/>
                </a:lnTo>
                <a:lnTo>
                  <a:pt x="362578" y="113873"/>
                </a:lnTo>
                <a:lnTo>
                  <a:pt x="361957" y="112454"/>
                </a:lnTo>
                <a:lnTo>
                  <a:pt x="361324" y="111042"/>
                </a:lnTo>
                <a:lnTo>
                  <a:pt x="360679" y="109635"/>
                </a:lnTo>
                <a:lnTo>
                  <a:pt x="360024" y="108234"/>
                </a:lnTo>
                <a:lnTo>
                  <a:pt x="359357" y="106839"/>
                </a:lnTo>
                <a:lnTo>
                  <a:pt x="358680" y="105450"/>
                </a:lnTo>
                <a:lnTo>
                  <a:pt x="357991" y="104066"/>
                </a:lnTo>
                <a:lnTo>
                  <a:pt x="357290" y="102689"/>
                </a:lnTo>
                <a:lnTo>
                  <a:pt x="356579" y="101318"/>
                </a:lnTo>
                <a:lnTo>
                  <a:pt x="355857" y="99953"/>
                </a:lnTo>
                <a:lnTo>
                  <a:pt x="355123" y="98594"/>
                </a:lnTo>
                <a:lnTo>
                  <a:pt x="354378" y="97241"/>
                </a:lnTo>
                <a:lnTo>
                  <a:pt x="353622" y="95894"/>
                </a:lnTo>
                <a:lnTo>
                  <a:pt x="352855" y="94552"/>
                </a:lnTo>
                <a:lnTo>
                  <a:pt x="352077" y="93217"/>
                </a:lnTo>
                <a:lnTo>
                  <a:pt x="351287" y="91888"/>
                </a:lnTo>
                <a:lnTo>
                  <a:pt x="350486" y="90565"/>
                </a:lnTo>
                <a:lnTo>
                  <a:pt x="349674" y="89247"/>
                </a:lnTo>
                <a:lnTo>
                  <a:pt x="348851" y="87936"/>
                </a:lnTo>
                <a:lnTo>
                  <a:pt x="348017" y="86631"/>
                </a:lnTo>
                <a:lnTo>
                  <a:pt x="347171" y="85331"/>
                </a:lnTo>
                <a:lnTo>
                  <a:pt x="346315" y="84038"/>
                </a:lnTo>
                <a:lnTo>
                  <a:pt x="345448" y="82751"/>
                </a:lnTo>
                <a:lnTo>
                  <a:pt x="344571" y="81473"/>
                </a:lnTo>
                <a:lnTo>
                  <a:pt x="343684" y="80203"/>
                </a:lnTo>
                <a:lnTo>
                  <a:pt x="342787" y="78940"/>
                </a:lnTo>
                <a:lnTo>
                  <a:pt x="341881" y="77686"/>
                </a:lnTo>
                <a:lnTo>
                  <a:pt x="340965" y="76440"/>
                </a:lnTo>
                <a:lnTo>
                  <a:pt x="340039" y="75202"/>
                </a:lnTo>
                <a:lnTo>
                  <a:pt x="339103" y="73972"/>
                </a:lnTo>
                <a:lnTo>
                  <a:pt x="338158" y="72750"/>
                </a:lnTo>
                <a:lnTo>
                  <a:pt x="337202" y="71536"/>
                </a:lnTo>
                <a:lnTo>
                  <a:pt x="336237" y="70330"/>
                </a:lnTo>
                <a:lnTo>
                  <a:pt x="335262" y="69132"/>
                </a:lnTo>
                <a:lnTo>
                  <a:pt x="334278" y="67942"/>
                </a:lnTo>
                <a:lnTo>
                  <a:pt x="333283" y="66760"/>
                </a:lnTo>
                <a:lnTo>
                  <a:pt x="332279" y="65586"/>
                </a:lnTo>
                <a:lnTo>
                  <a:pt x="331265" y="64420"/>
                </a:lnTo>
                <a:lnTo>
                  <a:pt x="330241" y="63263"/>
                </a:lnTo>
                <a:lnTo>
                  <a:pt x="329207" y="62113"/>
                </a:lnTo>
                <a:lnTo>
                  <a:pt x="328164" y="60971"/>
                </a:lnTo>
                <a:lnTo>
                  <a:pt x="327110" y="59838"/>
                </a:lnTo>
                <a:lnTo>
                  <a:pt x="326047" y="58712"/>
                </a:lnTo>
                <a:lnTo>
                  <a:pt x="324974" y="57594"/>
                </a:lnTo>
                <a:lnTo>
                  <a:pt x="323891" y="56485"/>
                </a:lnTo>
                <a:lnTo>
                  <a:pt x="322799" y="55384"/>
                </a:lnTo>
                <a:lnTo>
                  <a:pt x="321697" y="54291"/>
                </a:lnTo>
                <a:lnTo>
                  <a:pt x="320588" y="53208"/>
                </a:lnTo>
                <a:lnTo>
                  <a:pt x="319470" y="52135"/>
                </a:lnTo>
                <a:lnTo>
                  <a:pt x="318345" y="51072"/>
                </a:lnTo>
                <a:lnTo>
                  <a:pt x="317211" y="50019"/>
                </a:lnTo>
                <a:lnTo>
                  <a:pt x="316070" y="48975"/>
                </a:lnTo>
                <a:lnTo>
                  <a:pt x="314920" y="47942"/>
                </a:lnTo>
                <a:lnTo>
                  <a:pt x="313762" y="46918"/>
                </a:lnTo>
                <a:lnTo>
                  <a:pt x="312596" y="45904"/>
                </a:lnTo>
                <a:lnTo>
                  <a:pt x="311423" y="44899"/>
                </a:lnTo>
                <a:lnTo>
                  <a:pt x="310241" y="43905"/>
                </a:lnTo>
                <a:lnTo>
                  <a:pt x="309051" y="42920"/>
                </a:lnTo>
                <a:lnTo>
                  <a:pt x="307853" y="41945"/>
                </a:lnTo>
                <a:lnTo>
                  <a:pt x="306647" y="40980"/>
                </a:lnTo>
                <a:lnTo>
                  <a:pt x="305433" y="40025"/>
                </a:lnTo>
                <a:lnTo>
                  <a:pt x="304211" y="39079"/>
                </a:lnTo>
                <a:lnTo>
                  <a:pt x="302981" y="38143"/>
                </a:lnTo>
                <a:lnTo>
                  <a:pt x="301742" y="37217"/>
                </a:lnTo>
                <a:lnTo>
                  <a:pt x="300496" y="36301"/>
                </a:lnTo>
                <a:lnTo>
                  <a:pt x="299242" y="35395"/>
                </a:lnTo>
                <a:lnTo>
                  <a:pt x="297980" y="34498"/>
                </a:lnTo>
                <a:lnTo>
                  <a:pt x="296709" y="33612"/>
                </a:lnTo>
                <a:lnTo>
                  <a:pt x="295431" y="32735"/>
                </a:lnTo>
                <a:lnTo>
                  <a:pt x="294145" y="31868"/>
                </a:lnTo>
                <a:lnTo>
                  <a:pt x="292851" y="31011"/>
                </a:lnTo>
                <a:lnTo>
                  <a:pt x="291552" y="30165"/>
                </a:lnTo>
                <a:lnTo>
                  <a:pt x="290246" y="29331"/>
                </a:lnTo>
                <a:lnTo>
                  <a:pt x="288935" y="28508"/>
                </a:lnTo>
                <a:lnTo>
                  <a:pt x="287618" y="27696"/>
                </a:lnTo>
                <a:lnTo>
                  <a:pt x="286294" y="26895"/>
                </a:lnTo>
                <a:lnTo>
                  <a:pt x="284965" y="26106"/>
                </a:lnTo>
                <a:lnTo>
                  <a:pt x="283630" y="25327"/>
                </a:lnTo>
                <a:lnTo>
                  <a:pt x="282289" y="24560"/>
                </a:lnTo>
                <a:lnTo>
                  <a:pt x="280942" y="23804"/>
                </a:lnTo>
                <a:lnTo>
                  <a:pt x="279588" y="23059"/>
                </a:lnTo>
                <a:lnTo>
                  <a:pt x="278229" y="22326"/>
                </a:lnTo>
                <a:lnTo>
                  <a:pt x="276864" y="21603"/>
                </a:lnTo>
                <a:lnTo>
                  <a:pt x="275493" y="20892"/>
                </a:lnTo>
                <a:lnTo>
                  <a:pt x="274116" y="20192"/>
                </a:lnTo>
                <a:lnTo>
                  <a:pt x="272733" y="19503"/>
                </a:lnTo>
                <a:lnTo>
                  <a:pt x="271344" y="18825"/>
                </a:lnTo>
                <a:lnTo>
                  <a:pt x="269949" y="18158"/>
                </a:lnTo>
                <a:lnTo>
                  <a:pt x="268548" y="17503"/>
                </a:lnTo>
                <a:lnTo>
                  <a:pt x="267141" y="16859"/>
                </a:lnTo>
                <a:lnTo>
                  <a:pt x="265728" y="16226"/>
                </a:lnTo>
                <a:lnTo>
                  <a:pt x="264309" y="15604"/>
                </a:lnTo>
                <a:lnTo>
                  <a:pt x="262884" y="14993"/>
                </a:lnTo>
                <a:lnTo>
                  <a:pt x="261453" y="14394"/>
                </a:lnTo>
                <a:lnTo>
                  <a:pt x="260018" y="13806"/>
                </a:lnTo>
                <a:lnTo>
                  <a:pt x="258578" y="13230"/>
                </a:lnTo>
                <a:lnTo>
                  <a:pt x="257135" y="12667"/>
                </a:lnTo>
                <a:lnTo>
                  <a:pt x="255688" y="12115"/>
                </a:lnTo>
                <a:lnTo>
                  <a:pt x="254238" y="11576"/>
                </a:lnTo>
                <a:lnTo>
                  <a:pt x="252784" y="11049"/>
                </a:lnTo>
                <a:lnTo>
                  <a:pt x="251326" y="10533"/>
                </a:lnTo>
                <a:lnTo>
                  <a:pt x="249865" y="10031"/>
                </a:lnTo>
                <a:lnTo>
                  <a:pt x="248400" y="9540"/>
                </a:lnTo>
                <a:lnTo>
                  <a:pt x="246931" y="9061"/>
                </a:lnTo>
                <a:lnTo>
                  <a:pt x="245458" y="8595"/>
                </a:lnTo>
                <a:lnTo>
                  <a:pt x="243982" y="8140"/>
                </a:lnTo>
                <a:lnTo>
                  <a:pt x="242502" y="7698"/>
                </a:lnTo>
                <a:lnTo>
                  <a:pt x="241019" y="7268"/>
                </a:lnTo>
                <a:lnTo>
                  <a:pt x="239532" y="6850"/>
                </a:lnTo>
                <a:lnTo>
                  <a:pt x="238041" y="6444"/>
                </a:lnTo>
                <a:lnTo>
                  <a:pt x="236546" y="6050"/>
                </a:lnTo>
                <a:lnTo>
                  <a:pt x="235048" y="5668"/>
                </a:lnTo>
                <a:lnTo>
                  <a:pt x="233546" y="5299"/>
                </a:lnTo>
                <a:lnTo>
                  <a:pt x="232040" y="4941"/>
                </a:lnTo>
                <a:lnTo>
                  <a:pt x="230531" y="4596"/>
                </a:lnTo>
                <a:lnTo>
                  <a:pt x="229018" y="4263"/>
                </a:lnTo>
                <a:lnTo>
                  <a:pt x="227501" y="3942"/>
                </a:lnTo>
                <a:lnTo>
                  <a:pt x="225981" y="3633"/>
                </a:lnTo>
                <a:lnTo>
                  <a:pt x="224458" y="3337"/>
                </a:lnTo>
                <a:lnTo>
                  <a:pt x="222934" y="3053"/>
                </a:lnTo>
                <a:lnTo>
                  <a:pt x="221409" y="2782"/>
                </a:lnTo>
                <a:lnTo>
                  <a:pt x="219882" y="2523"/>
                </a:lnTo>
                <a:lnTo>
                  <a:pt x="218355" y="2277"/>
                </a:lnTo>
                <a:lnTo>
                  <a:pt x="216826" y="2044"/>
                </a:lnTo>
                <a:lnTo>
                  <a:pt x="215295" y="1823"/>
                </a:lnTo>
                <a:lnTo>
                  <a:pt x="213764" y="1615"/>
                </a:lnTo>
                <a:lnTo>
                  <a:pt x="212231" y="1419"/>
                </a:lnTo>
                <a:lnTo>
                  <a:pt x="210697" y="1236"/>
                </a:lnTo>
                <a:lnTo>
                  <a:pt x="209162" y="1066"/>
                </a:lnTo>
                <a:lnTo>
                  <a:pt x="207626" y="908"/>
                </a:lnTo>
                <a:lnTo>
                  <a:pt x="206088" y="763"/>
                </a:lnTo>
                <a:lnTo>
                  <a:pt x="204549" y="631"/>
                </a:lnTo>
                <a:lnTo>
                  <a:pt x="203009" y="511"/>
                </a:lnTo>
                <a:lnTo>
                  <a:pt x="201467" y="404"/>
                </a:lnTo>
                <a:lnTo>
                  <a:pt x="199925" y="309"/>
                </a:lnTo>
                <a:lnTo>
                  <a:pt x="198381" y="227"/>
                </a:lnTo>
                <a:lnTo>
                  <a:pt x="196836" y="158"/>
                </a:lnTo>
                <a:lnTo>
                  <a:pt x="195289" y="101"/>
                </a:lnTo>
                <a:lnTo>
                  <a:pt x="193742" y="57"/>
                </a:lnTo>
                <a:lnTo>
                  <a:pt x="192193" y="25"/>
                </a:lnTo>
                <a:lnTo>
                  <a:pt x="190643" y="6"/>
                </a:lnTo>
                <a:lnTo>
                  <a:pt x="189091" y="0"/>
                </a:lnTo>
                <a:lnTo>
                  <a:pt x="187540" y="6"/>
                </a:lnTo>
                <a:close/>
                <a:moveTo>
                  <a:pt x="130829" y="206273"/>
                </a:moveTo>
                <a:lnTo>
                  <a:pt x="130246" y="206246"/>
                </a:lnTo>
                <a:lnTo>
                  <a:pt x="129671" y="206203"/>
                </a:lnTo>
                <a:lnTo>
                  <a:pt x="129103" y="206141"/>
                </a:lnTo>
                <a:lnTo>
                  <a:pt x="128542" y="206063"/>
                </a:lnTo>
                <a:lnTo>
                  <a:pt x="127989" y="205967"/>
                </a:lnTo>
                <a:lnTo>
                  <a:pt x="127442" y="205853"/>
                </a:lnTo>
                <a:lnTo>
                  <a:pt x="126903" y="205722"/>
                </a:lnTo>
                <a:lnTo>
                  <a:pt x="126371" y="205573"/>
                </a:lnTo>
                <a:lnTo>
                  <a:pt x="125847" y="205407"/>
                </a:lnTo>
                <a:lnTo>
                  <a:pt x="125329" y="205224"/>
                </a:lnTo>
                <a:lnTo>
                  <a:pt x="124819" y="205023"/>
                </a:lnTo>
                <a:lnTo>
                  <a:pt x="124317" y="204804"/>
                </a:lnTo>
                <a:lnTo>
                  <a:pt x="123821" y="204568"/>
                </a:lnTo>
                <a:lnTo>
                  <a:pt x="123333" y="204315"/>
                </a:lnTo>
                <a:lnTo>
                  <a:pt x="122851" y="204044"/>
                </a:lnTo>
                <a:lnTo>
                  <a:pt x="122378" y="203755"/>
                </a:lnTo>
                <a:lnTo>
                  <a:pt x="121911" y="203449"/>
                </a:lnTo>
                <a:lnTo>
                  <a:pt x="121452" y="203126"/>
                </a:lnTo>
                <a:lnTo>
                  <a:pt x="120999" y="202785"/>
                </a:lnTo>
                <a:lnTo>
                  <a:pt x="120554" y="202427"/>
                </a:lnTo>
                <a:lnTo>
                  <a:pt x="120117" y="202051"/>
                </a:lnTo>
                <a:lnTo>
                  <a:pt x="119686" y="201657"/>
                </a:lnTo>
                <a:lnTo>
                  <a:pt x="119263" y="201246"/>
                </a:lnTo>
                <a:lnTo>
                  <a:pt x="118852" y="200823"/>
                </a:lnTo>
                <a:lnTo>
                  <a:pt x="118459" y="200393"/>
                </a:lnTo>
                <a:lnTo>
                  <a:pt x="118083" y="199955"/>
                </a:lnTo>
                <a:lnTo>
                  <a:pt x="117725" y="199510"/>
                </a:lnTo>
                <a:lnTo>
                  <a:pt x="117384" y="199058"/>
                </a:lnTo>
                <a:lnTo>
                  <a:pt x="117060" y="198599"/>
                </a:lnTo>
                <a:lnTo>
                  <a:pt x="116754" y="198132"/>
                </a:lnTo>
                <a:lnTo>
                  <a:pt x="116466" y="197658"/>
                </a:lnTo>
                <a:lnTo>
                  <a:pt x="116195" y="197177"/>
                </a:lnTo>
                <a:lnTo>
                  <a:pt x="115942" y="196689"/>
                </a:lnTo>
                <a:lnTo>
                  <a:pt x="115706" y="196193"/>
                </a:lnTo>
                <a:lnTo>
                  <a:pt x="115487" y="195690"/>
                </a:lnTo>
                <a:lnTo>
                  <a:pt x="115286" y="195180"/>
                </a:lnTo>
                <a:lnTo>
                  <a:pt x="115102" y="194663"/>
                </a:lnTo>
                <a:lnTo>
                  <a:pt x="114936" y="194138"/>
                </a:lnTo>
                <a:lnTo>
                  <a:pt x="114788" y="193606"/>
                </a:lnTo>
                <a:lnTo>
                  <a:pt x="114657" y="193067"/>
                </a:lnTo>
                <a:lnTo>
                  <a:pt x="114543" y="192521"/>
                </a:lnTo>
                <a:lnTo>
                  <a:pt x="114447" y="191968"/>
                </a:lnTo>
                <a:lnTo>
                  <a:pt x="114368" y="191407"/>
                </a:lnTo>
                <a:lnTo>
                  <a:pt x="114307" y="190839"/>
                </a:lnTo>
                <a:lnTo>
                  <a:pt x="114263" y="190263"/>
                </a:lnTo>
                <a:lnTo>
                  <a:pt x="114237" y="189681"/>
                </a:lnTo>
                <a:lnTo>
                  <a:pt x="114228" y="189091"/>
                </a:lnTo>
                <a:lnTo>
                  <a:pt x="114237" y="188501"/>
                </a:lnTo>
                <a:lnTo>
                  <a:pt x="114263" y="187919"/>
                </a:lnTo>
                <a:lnTo>
                  <a:pt x="114307" y="187344"/>
                </a:lnTo>
                <a:lnTo>
                  <a:pt x="114368" y="186776"/>
                </a:lnTo>
                <a:lnTo>
                  <a:pt x="114447" y="186215"/>
                </a:lnTo>
                <a:lnTo>
                  <a:pt x="114543" y="185661"/>
                </a:lnTo>
                <a:lnTo>
                  <a:pt x="114657" y="185115"/>
                </a:lnTo>
                <a:lnTo>
                  <a:pt x="114788" y="184576"/>
                </a:lnTo>
                <a:lnTo>
                  <a:pt x="114936" y="184044"/>
                </a:lnTo>
                <a:lnTo>
                  <a:pt x="115102" y="183520"/>
                </a:lnTo>
                <a:lnTo>
                  <a:pt x="115286" y="183002"/>
                </a:lnTo>
                <a:lnTo>
                  <a:pt x="115487" y="182492"/>
                </a:lnTo>
                <a:lnTo>
                  <a:pt x="115706" y="181989"/>
                </a:lnTo>
                <a:lnTo>
                  <a:pt x="115942" y="181494"/>
                </a:lnTo>
                <a:lnTo>
                  <a:pt x="116195" y="181005"/>
                </a:lnTo>
                <a:lnTo>
                  <a:pt x="116466" y="180524"/>
                </a:lnTo>
                <a:lnTo>
                  <a:pt x="116754" y="180050"/>
                </a:lnTo>
                <a:lnTo>
                  <a:pt x="117060" y="179584"/>
                </a:lnTo>
                <a:lnTo>
                  <a:pt x="117384" y="179124"/>
                </a:lnTo>
                <a:lnTo>
                  <a:pt x="117725" y="178672"/>
                </a:lnTo>
                <a:lnTo>
                  <a:pt x="118083" y="178227"/>
                </a:lnTo>
                <a:lnTo>
                  <a:pt x="118459" y="177790"/>
                </a:lnTo>
                <a:lnTo>
                  <a:pt x="118852" y="177359"/>
                </a:lnTo>
                <a:lnTo>
                  <a:pt x="119263" y="176936"/>
                </a:lnTo>
                <a:lnTo>
                  <a:pt x="119686" y="176525"/>
                </a:lnTo>
                <a:lnTo>
                  <a:pt x="120117" y="176132"/>
                </a:lnTo>
                <a:lnTo>
                  <a:pt x="120554" y="175756"/>
                </a:lnTo>
                <a:lnTo>
                  <a:pt x="120999" y="175398"/>
                </a:lnTo>
                <a:lnTo>
                  <a:pt x="121452" y="175057"/>
                </a:lnTo>
                <a:lnTo>
                  <a:pt x="121911" y="174733"/>
                </a:lnTo>
                <a:lnTo>
                  <a:pt x="122378" y="174427"/>
                </a:lnTo>
                <a:lnTo>
                  <a:pt x="122851" y="174139"/>
                </a:lnTo>
                <a:lnTo>
                  <a:pt x="123333" y="173868"/>
                </a:lnTo>
                <a:lnTo>
                  <a:pt x="123821" y="173614"/>
                </a:lnTo>
                <a:lnTo>
                  <a:pt x="124317" y="173378"/>
                </a:lnTo>
                <a:lnTo>
                  <a:pt x="124819" y="173160"/>
                </a:lnTo>
                <a:lnTo>
                  <a:pt x="125329" y="172959"/>
                </a:lnTo>
                <a:lnTo>
                  <a:pt x="125847" y="172775"/>
                </a:lnTo>
                <a:lnTo>
                  <a:pt x="126371" y="172609"/>
                </a:lnTo>
                <a:lnTo>
                  <a:pt x="126903" y="172461"/>
                </a:lnTo>
                <a:lnTo>
                  <a:pt x="127442" y="172329"/>
                </a:lnTo>
                <a:lnTo>
                  <a:pt x="127989" y="172216"/>
                </a:lnTo>
                <a:lnTo>
                  <a:pt x="128542" y="172120"/>
                </a:lnTo>
                <a:lnTo>
                  <a:pt x="129103" y="172041"/>
                </a:lnTo>
                <a:lnTo>
                  <a:pt x="129671" y="171980"/>
                </a:lnTo>
                <a:lnTo>
                  <a:pt x="130246" y="171936"/>
                </a:lnTo>
                <a:lnTo>
                  <a:pt x="130829" y="171910"/>
                </a:lnTo>
                <a:lnTo>
                  <a:pt x="131418" y="171901"/>
                </a:lnTo>
                <a:lnTo>
                  <a:pt x="132008" y="171910"/>
                </a:lnTo>
                <a:lnTo>
                  <a:pt x="132591" y="171936"/>
                </a:lnTo>
                <a:lnTo>
                  <a:pt x="133166" y="171980"/>
                </a:lnTo>
                <a:lnTo>
                  <a:pt x="133734" y="172041"/>
                </a:lnTo>
                <a:lnTo>
                  <a:pt x="134295" y="172120"/>
                </a:lnTo>
                <a:lnTo>
                  <a:pt x="134848" y="172216"/>
                </a:lnTo>
                <a:lnTo>
                  <a:pt x="135395" y="172329"/>
                </a:lnTo>
                <a:lnTo>
                  <a:pt x="135934" y="172461"/>
                </a:lnTo>
                <a:lnTo>
                  <a:pt x="136465" y="172609"/>
                </a:lnTo>
                <a:lnTo>
                  <a:pt x="136990" y="172775"/>
                </a:lnTo>
                <a:lnTo>
                  <a:pt x="137507" y="172959"/>
                </a:lnTo>
                <a:lnTo>
                  <a:pt x="138017" y="173160"/>
                </a:lnTo>
                <a:lnTo>
                  <a:pt x="138520" y="173378"/>
                </a:lnTo>
                <a:lnTo>
                  <a:pt x="139016" y="173614"/>
                </a:lnTo>
                <a:lnTo>
                  <a:pt x="139504" y="173868"/>
                </a:lnTo>
                <a:lnTo>
                  <a:pt x="139985" y="174139"/>
                </a:lnTo>
                <a:lnTo>
                  <a:pt x="140459" y="174427"/>
                </a:lnTo>
                <a:lnTo>
                  <a:pt x="140926" y="174733"/>
                </a:lnTo>
                <a:lnTo>
                  <a:pt x="141385" y="175057"/>
                </a:lnTo>
                <a:lnTo>
                  <a:pt x="141837" y="175398"/>
                </a:lnTo>
                <a:lnTo>
                  <a:pt x="142282" y="175756"/>
                </a:lnTo>
                <a:lnTo>
                  <a:pt x="142720" y="176132"/>
                </a:lnTo>
                <a:lnTo>
                  <a:pt x="143150" y="176525"/>
                </a:lnTo>
                <a:lnTo>
                  <a:pt x="143574" y="176936"/>
                </a:lnTo>
                <a:lnTo>
                  <a:pt x="143984" y="177359"/>
                </a:lnTo>
                <a:lnTo>
                  <a:pt x="144378" y="177790"/>
                </a:lnTo>
                <a:lnTo>
                  <a:pt x="144754" y="178227"/>
                </a:lnTo>
                <a:lnTo>
                  <a:pt x="145112" y="178672"/>
                </a:lnTo>
                <a:lnTo>
                  <a:pt x="145453" y="179124"/>
                </a:lnTo>
                <a:lnTo>
                  <a:pt x="145776" y="179584"/>
                </a:lnTo>
                <a:lnTo>
                  <a:pt x="146082" y="180050"/>
                </a:lnTo>
                <a:lnTo>
                  <a:pt x="146371" y="180524"/>
                </a:lnTo>
                <a:lnTo>
                  <a:pt x="146642" y="181005"/>
                </a:lnTo>
                <a:lnTo>
                  <a:pt x="146895" y="181494"/>
                </a:lnTo>
                <a:lnTo>
                  <a:pt x="147131" y="181989"/>
                </a:lnTo>
                <a:lnTo>
                  <a:pt x="147350" y="182492"/>
                </a:lnTo>
                <a:lnTo>
                  <a:pt x="147551" y="183002"/>
                </a:lnTo>
                <a:lnTo>
                  <a:pt x="147734" y="183520"/>
                </a:lnTo>
                <a:lnTo>
                  <a:pt x="147900" y="184044"/>
                </a:lnTo>
                <a:lnTo>
                  <a:pt x="148049" y="184576"/>
                </a:lnTo>
                <a:lnTo>
                  <a:pt x="148180" y="185115"/>
                </a:lnTo>
                <a:lnTo>
                  <a:pt x="148294" y="185661"/>
                </a:lnTo>
                <a:lnTo>
                  <a:pt x="148390" y="186215"/>
                </a:lnTo>
                <a:lnTo>
                  <a:pt x="148469" y="186776"/>
                </a:lnTo>
                <a:lnTo>
                  <a:pt x="148530" y="187344"/>
                </a:lnTo>
                <a:lnTo>
                  <a:pt x="148574" y="187919"/>
                </a:lnTo>
                <a:lnTo>
                  <a:pt x="148600" y="188501"/>
                </a:lnTo>
                <a:lnTo>
                  <a:pt x="148609" y="189091"/>
                </a:lnTo>
                <a:lnTo>
                  <a:pt x="148600" y="189681"/>
                </a:lnTo>
                <a:lnTo>
                  <a:pt x="148574" y="190263"/>
                </a:lnTo>
                <a:lnTo>
                  <a:pt x="148530" y="190839"/>
                </a:lnTo>
                <a:lnTo>
                  <a:pt x="148469" y="191407"/>
                </a:lnTo>
                <a:lnTo>
                  <a:pt x="148390" y="191968"/>
                </a:lnTo>
                <a:lnTo>
                  <a:pt x="148294" y="192521"/>
                </a:lnTo>
                <a:lnTo>
                  <a:pt x="148180" y="193067"/>
                </a:lnTo>
                <a:lnTo>
                  <a:pt x="148049" y="193606"/>
                </a:lnTo>
                <a:lnTo>
                  <a:pt x="147900" y="194138"/>
                </a:lnTo>
                <a:lnTo>
                  <a:pt x="147734" y="194663"/>
                </a:lnTo>
                <a:lnTo>
                  <a:pt x="147551" y="195180"/>
                </a:lnTo>
                <a:lnTo>
                  <a:pt x="147350" y="195690"/>
                </a:lnTo>
                <a:lnTo>
                  <a:pt x="147131" y="196193"/>
                </a:lnTo>
                <a:lnTo>
                  <a:pt x="146895" y="196689"/>
                </a:lnTo>
                <a:lnTo>
                  <a:pt x="146642" y="197177"/>
                </a:lnTo>
                <a:lnTo>
                  <a:pt x="146371" y="197658"/>
                </a:lnTo>
                <a:lnTo>
                  <a:pt x="146082" y="198132"/>
                </a:lnTo>
                <a:lnTo>
                  <a:pt x="145776" y="198599"/>
                </a:lnTo>
                <a:lnTo>
                  <a:pt x="145453" y="199058"/>
                </a:lnTo>
                <a:lnTo>
                  <a:pt x="145112" y="199510"/>
                </a:lnTo>
                <a:lnTo>
                  <a:pt x="144754" y="199955"/>
                </a:lnTo>
                <a:lnTo>
                  <a:pt x="144378" y="200393"/>
                </a:lnTo>
                <a:lnTo>
                  <a:pt x="143984" y="200823"/>
                </a:lnTo>
                <a:lnTo>
                  <a:pt x="143574" y="201246"/>
                </a:lnTo>
                <a:lnTo>
                  <a:pt x="143150" y="201657"/>
                </a:lnTo>
                <a:lnTo>
                  <a:pt x="142720" y="202051"/>
                </a:lnTo>
                <a:lnTo>
                  <a:pt x="142282" y="202427"/>
                </a:lnTo>
                <a:lnTo>
                  <a:pt x="141837" y="202785"/>
                </a:lnTo>
                <a:lnTo>
                  <a:pt x="141385" y="203126"/>
                </a:lnTo>
                <a:lnTo>
                  <a:pt x="140926" y="203449"/>
                </a:lnTo>
                <a:lnTo>
                  <a:pt x="140459" y="203755"/>
                </a:lnTo>
                <a:lnTo>
                  <a:pt x="139985" y="204044"/>
                </a:lnTo>
                <a:lnTo>
                  <a:pt x="139504" y="204315"/>
                </a:lnTo>
                <a:lnTo>
                  <a:pt x="139016" y="204568"/>
                </a:lnTo>
                <a:lnTo>
                  <a:pt x="138520" y="204804"/>
                </a:lnTo>
                <a:lnTo>
                  <a:pt x="138017" y="205023"/>
                </a:lnTo>
                <a:lnTo>
                  <a:pt x="137507" y="205224"/>
                </a:lnTo>
                <a:lnTo>
                  <a:pt x="136990" y="205407"/>
                </a:lnTo>
                <a:lnTo>
                  <a:pt x="136465" y="205573"/>
                </a:lnTo>
                <a:lnTo>
                  <a:pt x="135934" y="205722"/>
                </a:lnTo>
                <a:lnTo>
                  <a:pt x="135395" y="205853"/>
                </a:lnTo>
                <a:lnTo>
                  <a:pt x="134848" y="205967"/>
                </a:lnTo>
                <a:lnTo>
                  <a:pt x="134295" y="206063"/>
                </a:lnTo>
                <a:lnTo>
                  <a:pt x="133734" y="206141"/>
                </a:lnTo>
                <a:lnTo>
                  <a:pt x="133166" y="206203"/>
                </a:lnTo>
                <a:lnTo>
                  <a:pt x="132591" y="206246"/>
                </a:lnTo>
                <a:lnTo>
                  <a:pt x="132008" y="206273"/>
                </a:lnTo>
                <a:lnTo>
                  <a:pt x="131418" y="206281"/>
                </a:lnTo>
                <a:lnTo>
                  <a:pt x="130829" y="206273"/>
                </a:lnTo>
                <a:close/>
                <a:moveTo>
                  <a:pt x="183257" y="250649"/>
                </a:moveTo>
                <a:lnTo>
                  <a:pt x="183007" y="250829"/>
                </a:lnTo>
                <a:lnTo>
                  <a:pt x="182754" y="251002"/>
                </a:lnTo>
                <a:lnTo>
                  <a:pt x="182498" y="251167"/>
                </a:lnTo>
                <a:lnTo>
                  <a:pt x="182239" y="251323"/>
                </a:lnTo>
                <a:lnTo>
                  <a:pt x="181978" y="251472"/>
                </a:lnTo>
                <a:lnTo>
                  <a:pt x="181714" y="251613"/>
                </a:lnTo>
                <a:lnTo>
                  <a:pt x="181447" y="251745"/>
                </a:lnTo>
                <a:lnTo>
                  <a:pt x="181177" y="251870"/>
                </a:lnTo>
                <a:lnTo>
                  <a:pt x="180905" y="251987"/>
                </a:lnTo>
                <a:lnTo>
                  <a:pt x="180630" y="252095"/>
                </a:lnTo>
                <a:lnTo>
                  <a:pt x="180352" y="252196"/>
                </a:lnTo>
                <a:lnTo>
                  <a:pt x="180071" y="252289"/>
                </a:lnTo>
                <a:lnTo>
                  <a:pt x="179788" y="252374"/>
                </a:lnTo>
                <a:lnTo>
                  <a:pt x="179501" y="252450"/>
                </a:lnTo>
                <a:lnTo>
                  <a:pt x="179212" y="252519"/>
                </a:lnTo>
                <a:lnTo>
                  <a:pt x="178920" y="252580"/>
                </a:lnTo>
                <a:lnTo>
                  <a:pt x="178626" y="252632"/>
                </a:lnTo>
                <a:lnTo>
                  <a:pt x="178329" y="252677"/>
                </a:lnTo>
                <a:lnTo>
                  <a:pt x="178028" y="252714"/>
                </a:lnTo>
                <a:lnTo>
                  <a:pt x="177726" y="252742"/>
                </a:lnTo>
                <a:lnTo>
                  <a:pt x="177420" y="252763"/>
                </a:lnTo>
                <a:lnTo>
                  <a:pt x="177111" y="252776"/>
                </a:lnTo>
                <a:lnTo>
                  <a:pt x="176800" y="252781"/>
                </a:lnTo>
                <a:lnTo>
                  <a:pt x="176176" y="252769"/>
                </a:lnTo>
                <a:lnTo>
                  <a:pt x="175570" y="252732"/>
                </a:lnTo>
                <a:lnTo>
                  <a:pt x="174981" y="252671"/>
                </a:lnTo>
                <a:lnTo>
                  <a:pt x="174410" y="252585"/>
                </a:lnTo>
                <a:lnTo>
                  <a:pt x="173856" y="252474"/>
                </a:lnTo>
                <a:lnTo>
                  <a:pt x="173320" y="252338"/>
                </a:lnTo>
                <a:lnTo>
                  <a:pt x="172802" y="252177"/>
                </a:lnTo>
                <a:lnTo>
                  <a:pt x="172300" y="251991"/>
                </a:lnTo>
                <a:lnTo>
                  <a:pt x="171817" y="251781"/>
                </a:lnTo>
                <a:lnTo>
                  <a:pt x="171351" y="251545"/>
                </a:lnTo>
                <a:lnTo>
                  <a:pt x="170902" y="251285"/>
                </a:lnTo>
                <a:lnTo>
                  <a:pt x="170471" y="251000"/>
                </a:lnTo>
                <a:lnTo>
                  <a:pt x="170057" y="250690"/>
                </a:lnTo>
                <a:lnTo>
                  <a:pt x="169661" y="250355"/>
                </a:lnTo>
                <a:lnTo>
                  <a:pt x="169283" y="249995"/>
                </a:lnTo>
                <a:lnTo>
                  <a:pt x="168922" y="249611"/>
                </a:lnTo>
                <a:lnTo>
                  <a:pt x="168578" y="249201"/>
                </a:lnTo>
                <a:lnTo>
                  <a:pt x="168252" y="248767"/>
                </a:lnTo>
                <a:lnTo>
                  <a:pt x="167944" y="248308"/>
                </a:lnTo>
                <a:lnTo>
                  <a:pt x="167653" y="247824"/>
                </a:lnTo>
                <a:lnTo>
                  <a:pt x="167380" y="247315"/>
                </a:lnTo>
                <a:lnTo>
                  <a:pt x="167124" y="246781"/>
                </a:lnTo>
                <a:lnTo>
                  <a:pt x="166885" y="246222"/>
                </a:lnTo>
                <a:lnTo>
                  <a:pt x="166665" y="245639"/>
                </a:lnTo>
                <a:lnTo>
                  <a:pt x="166467" y="245047"/>
                </a:lnTo>
                <a:lnTo>
                  <a:pt x="166299" y="244463"/>
                </a:lnTo>
                <a:lnTo>
                  <a:pt x="166160" y="243888"/>
                </a:lnTo>
                <a:lnTo>
                  <a:pt x="166051" y="243321"/>
                </a:lnTo>
                <a:lnTo>
                  <a:pt x="165970" y="242762"/>
                </a:lnTo>
                <a:lnTo>
                  <a:pt x="165919" y="242211"/>
                </a:lnTo>
                <a:lnTo>
                  <a:pt x="165898" y="241668"/>
                </a:lnTo>
                <a:lnTo>
                  <a:pt x="165905" y="241134"/>
                </a:lnTo>
                <a:lnTo>
                  <a:pt x="165942" y="240608"/>
                </a:lnTo>
                <a:lnTo>
                  <a:pt x="166008" y="240090"/>
                </a:lnTo>
                <a:lnTo>
                  <a:pt x="166104" y="239580"/>
                </a:lnTo>
                <a:lnTo>
                  <a:pt x="166229" y="239078"/>
                </a:lnTo>
                <a:lnTo>
                  <a:pt x="166383" y="238585"/>
                </a:lnTo>
                <a:lnTo>
                  <a:pt x="166566" y="238100"/>
                </a:lnTo>
                <a:lnTo>
                  <a:pt x="166779" y="237623"/>
                </a:lnTo>
                <a:lnTo>
                  <a:pt x="167020" y="237154"/>
                </a:lnTo>
                <a:lnTo>
                  <a:pt x="167292" y="236693"/>
                </a:lnTo>
                <a:lnTo>
                  <a:pt x="167592" y="236241"/>
                </a:lnTo>
                <a:lnTo>
                  <a:pt x="167922" y="235797"/>
                </a:lnTo>
                <a:lnTo>
                  <a:pt x="168281" y="235361"/>
                </a:lnTo>
                <a:lnTo>
                  <a:pt x="168669" y="234933"/>
                </a:lnTo>
                <a:lnTo>
                  <a:pt x="169087" y="234514"/>
                </a:lnTo>
                <a:lnTo>
                  <a:pt x="169534" y="234103"/>
                </a:lnTo>
                <a:lnTo>
                  <a:pt x="170010" y="233700"/>
                </a:lnTo>
                <a:lnTo>
                  <a:pt x="171760" y="232253"/>
                </a:lnTo>
                <a:lnTo>
                  <a:pt x="173436" y="230770"/>
                </a:lnTo>
                <a:lnTo>
                  <a:pt x="175037" y="229252"/>
                </a:lnTo>
                <a:lnTo>
                  <a:pt x="176563" y="227697"/>
                </a:lnTo>
                <a:lnTo>
                  <a:pt x="178014" y="226107"/>
                </a:lnTo>
                <a:lnTo>
                  <a:pt x="179391" y="224481"/>
                </a:lnTo>
                <a:lnTo>
                  <a:pt x="180693" y="222820"/>
                </a:lnTo>
                <a:lnTo>
                  <a:pt x="181921" y="221122"/>
                </a:lnTo>
                <a:lnTo>
                  <a:pt x="183074" y="219389"/>
                </a:lnTo>
                <a:lnTo>
                  <a:pt x="184152" y="217619"/>
                </a:lnTo>
                <a:lnTo>
                  <a:pt x="185156" y="215815"/>
                </a:lnTo>
                <a:lnTo>
                  <a:pt x="186085" y="213974"/>
                </a:lnTo>
                <a:lnTo>
                  <a:pt x="186940" y="212097"/>
                </a:lnTo>
                <a:lnTo>
                  <a:pt x="187719" y="210185"/>
                </a:lnTo>
                <a:lnTo>
                  <a:pt x="188425" y="208237"/>
                </a:lnTo>
                <a:lnTo>
                  <a:pt x="189055" y="206253"/>
                </a:lnTo>
                <a:lnTo>
                  <a:pt x="189611" y="204233"/>
                </a:lnTo>
                <a:lnTo>
                  <a:pt x="190092" y="202177"/>
                </a:lnTo>
                <a:lnTo>
                  <a:pt x="190499" y="200086"/>
                </a:lnTo>
                <a:lnTo>
                  <a:pt x="190831" y="197958"/>
                </a:lnTo>
                <a:lnTo>
                  <a:pt x="191088" y="195795"/>
                </a:lnTo>
                <a:lnTo>
                  <a:pt x="191271" y="193596"/>
                </a:lnTo>
                <a:lnTo>
                  <a:pt x="191379" y="191362"/>
                </a:lnTo>
                <a:lnTo>
                  <a:pt x="191412" y="189091"/>
                </a:lnTo>
                <a:lnTo>
                  <a:pt x="191374" y="186824"/>
                </a:lnTo>
                <a:lnTo>
                  <a:pt x="191261" y="184591"/>
                </a:lnTo>
                <a:lnTo>
                  <a:pt x="191075" y="182394"/>
                </a:lnTo>
                <a:lnTo>
                  <a:pt x="190815" y="180232"/>
                </a:lnTo>
                <a:lnTo>
                  <a:pt x="190481" y="178106"/>
                </a:lnTo>
                <a:lnTo>
                  <a:pt x="190074" y="176014"/>
                </a:lnTo>
                <a:lnTo>
                  <a:pt x="189592" y="173958"/>
                </a:lnTo>
                <a:lnTo>
                  <a:pt x="189036" y="171937"/>
                </a:lnTo>
                <a:lnTo>
                  <a:pt x="188407" y="169952"/>
                </a:lnTo>
                <a:lnTo>
                  <a:pt x="187703" y="168002"/>
                </a:lnTo>
                <a:lnTo>
                  <a:pt x="186926" y="166086"/>
                </a:lnTo>
                <a:lnTo>
                  <a:pt x="186075" y="164206"/>
                </a:lnTo>
                <a:lnTo>
                  <a:pt x="185150" y="162362"/>
                </a:lnTo>
                <a:lnTo>
                  <a:pt x="184151" y="160552"/>
                </a:lnTo>
                <a:lnTo>
                  <a:pt x="183078" y="158778"/>
                </a:lnTo>
                <a:lnTo>
                  <a:pt x="181931" y="157039"/>
                </a:lnTo>
                <a:lnTo>
                  <a:pt x="180710" y="155336"/>
                </a:lnTo>
                <a:lnTo>
                  <a:pt x="179416" y="153667"/>
                </a:lnTo>
                <a:lnTo>
                  <a:pt x="178047" y="152034"/>
                </a:lnTo>
                <a:lnTo>
                  <a:pt x="176605" y="150436"/>
                </a:lnTo>
                <a:lnTo>
                  <a:pt x="175088" y="148874"/>
                </a:lnTo>
                <a:lnTo>
                  <a:pt x="173498" y="147346"/>
                </a:lnTo>
                <a:lnTo>
                  <a:pt x="171834" y="145854"/>
                </a:lnTo>
                <a:lnTo>
                  <a:pt x="170096" y="144397"/>
                </a:lnTo>
                <a:lnTo>
                  <a:pt x="169796" y="144160"/>
                </a:lnTo>
                <a:lnTo>
                  <a:pt x="169508" y="143917"/>
                </a:lnTo>
                <a:lnTo>
                  <a:pt x="169230" y="143667"/>
                </a:lnTo>
                <a:lnTo>
                  <a:pt x="168964" y="143412"/>
                </a:lnTo>
                <a:lnTo>
                  <a:pt x="168708" y="143150"/>
                </a:lnTo>
                <a:lnTo>
                  <a:pt x="168464" y="142882"/>
                </a:lnTo>
                <a:lnTo>
                  <a:pt x="168231" y="142607"/>
                </a:lnTo>
                <a:lnTo>
                  <a:pt x="168009" y="142327"/>
                </a:lnTo>
                <a:lnTo>
                  <a:pt x="167798" y="142040"/>
                </a:lnTo>
                <a:lnTo>
                  <a:pt x="167599" y="141748"/>
                </a:lnTo>
                <a:lnTo>
                  <a:pt x="167410" y="141449"/>
                </a:lnTo>
                <a:lnTo>
                  <a:pt x="167233" y="141143"/>
                </a:lnTo>
                <a:lnTo>
                  <a:pt x="167066" y="140832"/>
                </a:lnTo>
                <a:lnTo>
                  <a:pt x="166911" y="140514"/>
                </a:lnTo>
                <a:lnTo>
                  <a:pt x="166767" y="140190"/>
                </a:lnTo>
                <a:lnTo>
                  <a:pt x="166634" y="139860"/>
                </a:lnTo>
                <a:lnTo>
                  <a:pt x="166513" y="139524"/>
                </a:lnTo>
                <a:lnTo>
                  <a:pt x="166402" y="139181"/>
                </a:lnTo>
                <a:lnTo>
                  <a:pt x="166303" y="138833"/>
                </a:lnTo>
                <a:lnTo>
                  <a:pt x="166214" y="138478"/>
                </a:lnTo>
                <a:lnTo>
                  <a:pt x="166137" y="138117"/>
                </a:lnTo>
                <a:lnTo>
                  <a:pt x="166071" y="137750"/>
                </a:lnTo>
                <a:lnTo>
                  <a:pt x="166016" y="137376"/>
                </a:lnTo>
                <a:lnTo>
                  <a:pt x="165972" y="136996"/>
                </a:lnTo>
                <a:lnTo>
                  <a:pt x="165940" y="136616"/>
                </a:lnTo>
                <a:lnTo>
                  <a:pt x="165920" y="136239"/>
                </a:lnTo>
                <a:lnTo>
                  <a:pt x="165912" y="135866"/>
                </a:lnTo>
                <a:lnTo>
                  <a:pt x="165916" y="135496"/>
                </a:lnTo>
                <a:lnTo>
                  <a:pt x="165932" y="135131"/>
                </a:lnTo>
                <a:lnTo>
                  <a:pt x="165961" y="134770"/>
                </a:lnTo>
                <a:lnTo>
                  <a:pt x="166001" y="134412"/>
                </a:lnTo>
                <a:lnTo>
                  <a:pt x="166054" y="134058"/>
                </a:lnTo>
                <a:lnTo>
                  <a:pt x="166119" y="133708"/>
                </a:lnTo>
                <a:lnTo>
                  <a:pt x="166196" y="133362"/>
                </a:lnTo>
                <a:lnTo>
                  <a:pt x="166285" y="133020"/>
                </a:lnTo>
                <a:lnTo>
                  <a:pt x="166387" y="132682"/>
                </a:lnTo>
                <a:lnTo>
                  <a:pt x="166500" y="132348"/>
                </a:lnTo>
                <a:lnTo>
                  <a:pt x="166626" y="132017"/>
                </a:lnTo>
                <a:lnTo>
                  <a:pt x="166763" y="131691"/>
                </a:lnTo>
                <a:lnTo>
                  <a:pt x="166913" y="131368"/>
                </a:lnTo>
                <a:lnTo>
                  <a:pt x="167075" y="131049"/>
                </a:lnTo>
                <a:lnTo>
                  <a:pt x="167249" y="130734"/>
                </a:lnTo>
                <a:lnTo>
                  <a:pt x="167436" y="130423"/>
                </a:lnTo>
                <a:lnTo>
                  <a:pt x="167634" y="130116"/>
                </a:lnTo>
                <a:lnTo>
                  <a:pt x="167845" y="129813"/>
                </a:lnTo>
                <a:lnTo>
                  <a:pt x="168067" y="129513"/>
                </a:lnTo>
                <a:lnTo>
                  <a:pt x="168302" y="129218"/>
                </a:lnTo>
                <a:lnTo>
                  <a:pt x="168549" y="128926"/>
                </a:lnTo>
                <a:lnTo>
                  <a:pt x="168788" y="128646"/>
                </a:lnTo>
                <a:lnTo>
                  <a:pt x="169032" y="128376"/>
                </a:lnTo>
                <a:lnTo>
                  <a:pt x="169281" y="128116"/>
                </a:lnTo>
                <a:lnTo>
                  <a:pt x="169536" y="127867"/>
                </a:lnTo>
                <a:lnTo>
                  <a:pt x="169797" y="127628"/>
                </a:lnTo>
                <a:lnTo>
                  <a:pt x="170063" y="127400"/>
                </a:lnTo>
                <a:lnTo>
                  <a:pt x="170334" y="127182"/>
                </a:lnTo>
                <a:lnTo>
                  <a:pt x="170611" y="126974"/>
                </a:lnTo>
                <a:lnTo>
                  <a:pt x="170894" y="126776"/>
                </a:lnTo>
                <a:lnTo>
                  <a:pt x="171182" y="126589"/>
                </a:lnTo>
                <a:lnTo>
                  <a:pt x="171476" y="126412"/>
                </a:lnTo>
                <a:lnTo>
                  <a:pt x="171775" y="126245"/>
                </a:lnTo>
                <a:lnTo>
                  <a:pt x="172080" y="126089"/>
                </a:lnTo>
                <a:lnTo>
                  <a:pt x="172390" y="125943"/>
                </a:lnTo>
                <a:lnTo>
                  <a:pt x="172706" y="125808"/>
                </a:lnTo>
                <a:lnTo>
                  <a:pt x="173027" y="125682"/>
                </a:lnTo>
                <a:lnTo>
                  <a:pt x="173354" y="125567"/>
                </a:lnTo>
                <a:lnTo>
                  <a:pt x="173686" y="125462"/>
                </a:lnTo>
                <a:lnTo>
                  <a:pt x="174024" y="125368"/>
                </a:lnTo>
                <a:lnTo>
                  <a:pt x="174367" y="125284"/>
                </a:lnTo>
                <a:lnTo>
                  <a:pt x="174716" y="125210"/>
                </a:lnTo>
                <a:lnTo>
                  <a:pt x="175070" y="125147"/>
                </a:lnTo>
                <a:lnTo>
                  <a:pt x="175430" y="125094"/>
                </a:lnTo>
                <a:lnTo>
                  <a:pt x="175795" y="125051"/>
                </a:lnTo>
                <a:lnTo>
                  <a:pt x="176162" y="125019"/>
                </a:lnTo>
                <a:lnTo>
                  <a:pt x="176525" y="124998"/>
                </a:lnTo>
                <a:lnTo>
                  <a:pt x="176885" y="124988"/>
                </a:lnTo>
                <a:lnTo>
                  <a:pt x="177242" y="124990"/>
                </a:lnTo>
                <a:lnTo>
                  <a:pt x="177595" y="125003"/>
                </a:lnTo>
                <a:lnTo>
                  <a:pt x="177945" y="125027"/>
                </a:lnTo>
                <a:lnTo>
                  <a:pt x="178291" y="125062"/>
                </a:lnTo>
                <a:lnTo>
                  <a:pt x="178635" y="125109"/>
                </a:lnTo>
                <a:lnTo>
                  <a:pt x="178975" y="125166"/>
                </a:lnTo>
                <a:lnTo>
                  <a:pt x="179311" y="125235"/>
                </a:lnTo>
                <a:lnTo>
                  <a:pt x="179645" y="125316"/>
                </a:lnTo>
                <a:lnTo>
                  <a:pt x="179975" y="125407"/>
                </a:lnTo>
                <a:lnTo>
                  <a:pt x="180301" y="125509"/>
                </a:lnTo>
                <a:lnTo>
                  <a:pt x="180625" y="125623"/>
                </a:lnTo>
                <a:lnTo>
                  <a:pt x="180945" y="125748"/>
                </a:lnTo>
                <a:lnTo>
                  <a:pt x="181262" y="125885"/>
                </a:lnTo>
                <a:lnTo>
                  <a:pt x="181575" y="126032"/>
                </a:lnTo>
                <a:lnTo>
                  <a:pt x="181885" y="126191"/>
                </a:lnTo>
                <a:lnTo>
                  <a:pt x="182192" y="126361"/>
                </a:lnTo>
                <a:lnTo>
                  <a:pt x="182495" y="126542"/>
                </a:lnTo>
                <a:lnTo>
                  <a:pt x="182796" y="126734"/>
                </a:lnTo>
                <a:lnTo>
                  <a:pt x="183093" y="126938"/>
                </a:lnTo>
                <a:lnTo>
                  <a:pt x="183386" y="127153"/>
                </a:lnTo>
                <a:lnTo>
                  <a:pt x="183676" y="127379"/>
                </a:lnTo>
                <a:lnTo>
                  <a:pt x="184246" y="127843"/>
                </a:lnTo>
                <a:lnTo>
                  <a:pt x="184811" y="128313"/>
                </a:lnTo>
                <a:lnTo>
                  <a:pt x="185371" y="128787"/>
                </a:lnTo>
                <a:lnTo>
                  <a:pt x="185926" y="129266"/>
                </a:lnTo>
                <a:lnTo>
                  <a:pt x="186476" y="129750"/>
                </a:lnTo>
                <a:lnTo>
                  <a:pt x="187021" y="130239"/>
                </a:lnTo>
                <a:lnTo>
                  <a:pt x="187562" y="130732"/>
                </a:lnTo>
                <a:lnTo>
                  <a:pt x="188097" y="131230"/>
                </a:lnTo>
                <a:lnTo>
                  <a:pt x="188628" y="131733"/>
                </a:lnTo>
                <a:lnTo>
                  <a:pt x="189154" y="132241"/>
                </a:lnTo>
                <a:lnTo>
                  <a:pt x="189675" y="132753"/>
                </a:lnTo>
                <a:lnTo>
                  <a:pt x="190192" y="133271"/>
                </a:lnTo>
                <a:lnTo>
                  <a:pt x="190703" y="133793"/>
                </a:lnTo>
                <a:lnTo>
                  <a:pt x="191210" y="134320"/>
                </a:lnTo>
                <a:lnTo>
                  <a:pt x="191712" y="134852"/>
                </a:lnTo>
                <a:lnTo>
                  <a:pt x="192209" y="135388"/>
                </a:lnTo>
                <a:lnTo>
                  <a:pt x="192701" y="135929"/>
                </a:lnTo>
                <a:lnTo>
                  <a:pt x="193188" y="136475"/>
                </a:lnTo>
                <a:lnTo>
                  <a:pt x="193670" y="137026"/>
                </a:lnTo>
                <a:lnTo>
                  <a:pt x="194148" y="137582"/>
                </a:lnTo>
                <a:lnTo>
                  <a:pt x="194621" y="138142"/>
                </a:lnTo>
                <a:lnTo>
                  <a:pt x="195088" y="138708"/>
                </a:lnTo>
                <a:lnTo>
                  <a:pt x="195551" y="139278"/>
                </a:lnTo>
                <a:lnTo>
                  <a:pt x="196010" y="139853"/>
                </a:lnTo>
                <a:lnTo>
                  <a:pt x="196463" y="140432"/>
                </a:lnTo>
                <a:lnTo>
                  <a:pt x="196910" y="141014"/>
                </a:lnTo>
                <a:lnTo>
                  <a:pt x="197351" y="141600"/>
                </a:lnTo>
                <a:lnTo>
                  <a:pt x="197786" y="142190"/>
                </a:lnTo>
                <a:lnTo>
                  <a:pt x="198216" y="142784"/>
                </a:lnTo>
                <a:lnTo>
                  <a:pt x="198640" y="143381"/>
                </a:lnTo>
                <a:lnTo>
                  <a:pt x="199058" y="143981"/>
                </a:lnTo>
                <a:lnTo>
                  <a:pt x="199471" y="144586"/>
                </a:lnTo>
                <a:lnTo>
                  <a:pt x="199877" y="145193"/>
                </a:lnTo>
                <a:lnTo>
                  <a:pt x="200278" y="145805"/>
                </a:lnTo>
                <a:lnTo>
                  <a:pt x="200673" y="146420"/>
                </a:lnTo>
                <a:lnTo>
                  <a:pt x="201062" y="147039"/>
                </a:lnTo>
                <a:lnTo>
                  <a:pt x="201446" y="147661"/>
                </a:lnTo>
                <a:lnTo>
                  <a:pt x="201823" y="148287"/>
                </a:lnTo>
                <a:lnTo>
                  <a:pt x="202195" y="148916"/>
                </a:lnTo>
                <a:lnTo>
                  <a:pt x="202561" y="149549"/>
                </a:lnTo>
                <a:lnTo>
                  <a:pt x="202922" y="150186"/>
                </a:lnTo>
                <a:lnTo>
                  <a:pt x="203276" y="150826"/>
                </a:lnTo>
                <a:lnTo>
                  <a:pt x="203625" y="151470"/>
                </a:lnTo>
                <a:lnTo>
                  <a:pt x="203968" y="152117"/>
                </a:lnTo>
                <a:lnTo>
                  <a:pt x="204305" y="152768"/>
                </a:lnTo>
                <a:lnTo>
                  <a:pt x="204637" y="153423"/>
                </a:lnTo>
                <a:lnTo>
                  <a:pt x="204962" y="154081"/>
                </a:lnTo>
                <a:lnTo>
                  <a:pt x="205282" y="154743"/>
                </a:lnTo>
                <a:lnTo>
                  <a:pt x="205596" y="155408"/>
                </a:lnTo>
                <a:lnTo>
                  <a:pt x="205903" y="156075"/>
                </a:lnTo>
                <a:lnTo>
                  <a:pt x="206204" y="156744"/>
                </a:lnTo>
                <a:lnTo>
                  <a:pt x="206499" y="157416"/>
                </a:lnTo>
                <a:lnTo>
                  <a:pt x="206786" y="158089"/>
                </a:lnTo>
                <a:lnTo>
                  <a:pt x="207068" y="158765"/>
                </a:lnTo>
                <a:lnTo>
                  <a:pt x="207343" y="159444"/>
                </a:lnTo>
                <a:lnTo>
                  <a:pt x="207612" y="160124"/>
                </a:lnTo>
                <a:lnTo>
                  <a:pt x="207874" y="160807"/>
                </a:lnTo>
                <a:lnTo>
                  <a:pt x="208130" y="161491"/>
                </a:lnTo>
                <a:lnTo>
                  <a:pt x="208379" y="162179"/>
                </a:lnTo>
                <a:lnTo>
                  <a:pt x="208622" y="162868"/>
                </a:lnTo>
                <a:lnTo>
                  <a:pt x="208859" y="163560"/>
                </a:lnTo>
                <a:lnTo>
                  <a:pt x="209089" y="164253"/>
                </a:lnTo>
                <a:lnTo>
                  <a:pt x="209312" y="164949"/>
                </a:lnTo>
                <a:lnTo>
                  <a:pt x="209530" y="165648"/>
                </a:lnTo>
                <a:lnTo>
                  <a:pt x="209740" y="166348"/>
                </a:lnTo>
                <a:lnTo>
                  <a:pt x="209945" y="167051"/>
                </a:lnTo>
                <a:lnTo>
                  <a:pt x="210143" y="167756"/>
                </a:lnTo>
                <a:lnTo>
                  <a:pt x="210334" y="168463"/>
                </a:lnTo>
                <a:lnTo>
                  <a:pt x="210519" y="169173"/>
                </a:lnTo>
                <a:lnTo>
                  <a:pt x="210698" y="169884"/>
                </a:lnTo>
                <a:lnTo>
                  <a:pt x="210870" y="170598"/>
                </a:lnTo>
                <a:lnTo>
                  <a:pt x="211036" y="171314"/>
                </a:lnTo>
                <a:lnTo>
                  <a:pt x="211195" y="172032"/>
                </a:lnTo>
                <a:lnTo>
                  <a:pt x="211347" y="172751"/>
                </a:lnTo>
                <a:lnTo>
                  <a:pt x="211493" y="173470"/>
                </a:lnTo>
                <a:lnTo>
                  <a:pt x="211631" y="174190"/>
                </a:lnTo>
                <a:lnTo>
                  <a:pt x="211763" y="174910"/>
                </a:lnTo>
                <a:lnTo>
                  <a:pt x="211889" y="175632"/>
                </a:lnTo>
                <a:lnTo>
                  <a:pt x="212007" y="176354"/>
                </a:lnTo>
                <a:lnTo>
                  <a:pt x="212119" y="177077"/>
                </a:lnTo>
                <a:lnTo>
                  <a:pt x="212224" y="177801"/>
                </a:lnTo>
                <a:lnTo>
                  <a:pt x="212322" y="178525"/>
                </a:lnTo>
                <a:lnTo>
                  <a:pt x="212413" y="179250"/>
                </a:lnTo>
                <a:lnTo>
                  <a:pt x="212498" y="179976"/>
                </a:lnTo>
                <a:lnTo>
                  <a:pt x="212576" y="180703"/>
                </a:lnTo>
                <a:lnTo>
                  <a:pt x="212647" y="181431"/>
                </a:lnTo>
                <a:lnTo>
                  <a:pt x="212711" y="182159"/>
                </a:lnTo>
                <a:lnTo>
                  <a:pt x="212769" y="182888"/>
                </a:lnTo>
                <a:lnTo>
                  <a:pt x="212820" y="183618"/>
                </a:lnTo>
                <a:lnTo>
                  <a:pt x="212864" y="184348"/>
                </a:lnTo>
                <a:lnTo>
                  <a:pt x="212901" y="185080"/>
                </a:lnTo>
                <a:lnTo>
                  <a:pt x="212931" y="185812"/>
                </a:lnTo>
                <a:lnTo>
                  <a:pt x="212955" y="186544"/>
                </a:lnTo>
                <a:lnTo>
                  <a:pt x="212972" y="187278"/>
                </a:lnTo>
                <a:lnTo>
                  <a:pt x="212982" y="188012"/>
                </a:lnTo>
                <a:lnTo>
                  <a:pt x="212986" y="188747"/>
                </a:lnTo>
                <a:lnTo>
                  <a:pt x="212982" y="189482"/>
                </a:lnTo>
                <a:lnTo>
                  <a:pt x="212972" y="190217"/>
                </a:lnTo>
                <a:lnTo>
                  <a:pt x="212955" y="190950"/>
                </a:lnTo>
                <a:lnTo>
                  <a:pt x="212931" y="191683"/>
                </a:lnTo>
                <a:lnTo>
                  <a:pt x="212901" y="192415"/>
                </a:lnTo>
                <a:lnTo>
                  <a:pt x="212864" y="193147"/>
                </a:lnTo>
                <a:lnTo>
                  <a:pt x="212820" y="193877"/>
                </a:lnTo>
                <a:lnTo>
                  <a:pt x="212769" y="194607"/>
                </a:lnTo>
                <a:lnTo>
                  <a:pt x="212711" y="195336"/>
                </a:lnTo>
                <a:lnTo>
                  <a:pt x="212647" y="196064"/>
                </a:lnTo>
                <a:lnTo>
                  <a:pt x="212576" y="196792"/>
                </a:lnTo>
                <a:lnTo>
                  <a:pt x="212498" y="197518"/>
                </a:lnTo>
                <a:lnTo>
                  <a:pt x="212413" y="198244"/>
                </a:lnTo>
                <a:lnTo>
                  <a:pt x="212322" y="198970"/>
                </a:lnTo>
                <a:lnTo>
                  <a:pt x="212224" y="199694"/>
                </a:lnTo>
                <a:lnTo>
                  <a:pt x="212119" y="200418"/>
                </a:lnTo>
                <a:lnTo>
                  <a:pt x="212007" y="201141"/>
                </a:lnTo>
                <a:lnTo>
                  <a:pt x="211889" y="201863"/>
                </a:lnTo>
                <a:lnTo>
                  <a:pt x="211763" y="202584"/>
                </a:lnTo>
                <a:lnTo>
                  <a:pt x="211631" y="203305"/>
                </a:lnTo>
                <a:lnTo>
                  <a:pt x="211493" y="204025"/>
                </a:lnTo>
                <a:lnTo>
                  <a:pt x="211347" y="204744"/>
                </a:lnTo>
                <a:lnTo>
                  <a:pt x="211195" y="205463"/>
                </a:lnTo>
                <a:lnTo>
                  <a:pt x="211036" y="206180"/>
                </a:lnTo>
                <a:lnTo>
                  <a:pt x="210870" y="206897"/>
                </a:lnTo>
                <a:lnTo>
                  <a:pt x="210698" y="207610"/>
                </a:lnTo>
                <a:lnTo>
                  <a:pt x="210519" y="208322"/>
                </a:lnTo>
                <a:lnTo>
                  <a:pt x="210334" y="209032"/>
                </a:lnTo>
                <a:lnTo>
                  <a:pt x="210143" y="209739"/>
                </a:lnTo>
                <a:lnTo>
                  <a:pt x="209945" y="210444"/>
                </a:lnTo>
                <a:lnTo>
                  <a:pt x="209740" y="211147"/>
                </a:lnTo>
                <a:lnTo>
                  <a:pt x="209530" y="211847"/>
                </a:lnTo>
                <a:lnTo>
                  <a:pt x="209312" y="212545"/>
                </a:lnTo>
                <a:lnTo>
                  <a:pt x="209089" y="213241"/>
                </a:lnTo>
                <a:lnTo>
                  <a:pt x="208859" y="213935"/>
                </a:lnTo>
                <a:lnTo>
                  <a:pt x="208622" y="214627"/>
                </a:lnTo>
                <a:lnTo>
                  <a:pt x="208379" y="215316"/>
                </a:lnTo>
                <a:lnTo>
                  <a:pt x="208130" y="216003"/>
                </a:lnTo>
                <a:lnTo>
                  <a:pt x="207874" y="216688"/>
                </a:lnTo>
                <a:lnTo>
                  <a:pt x="207612" y="217371"/>
                </a:lnTo>
                <a:lnTo>
                  <a:pt x="207343" y="218051"/>
                </a:lnTo>
                <a:lnTo>
                  <a:pt x="207068" y="218729"/>
                </a:lnTo>
                <a:lnTo>
                  <a:pt x="206787" y="219405"/>
                </a:lnTo>
                <a:lnTo>
                  <a:pt x="206499" y="220079"/>
                </a:lnTo>
                <a:lnTo>
                  <a:pt x="206204" y="220751"/>
                </a:lnTo>
                <a:lnTo>
                  <a:pt x="205903" y="221420"/>
                </a:lnTo>
                <a:lnTo>
                  <a:pt x="205596" y="222087"/>
                </a:lnTo>
                <a:lnTo>
                  <a:pt x="205282" y="222752"/>
                </a:lnTo>
                <a:lnTo>
                  <a:pt x="204962" y="223413"/>
                </a:lnTo>
                <a:lnTo>
                  <a:pt x="204637" y="224072"/>
                </a:lnTo>
                <a:lnTo>
                  <a:pt x="204305" y="224726"/>
                </a:lnTo>
                <a:lnTo>
                  <a:pt x="203968" y="225377"/>
                </a:lnTo>
                <a:lnTo>
                  <a:pt x="203625" y="226025"/>
                </a:lnTo>
                <a:lnTo>
                  <a:pt x="203276" y="226669"/>
                </a:lnTo>
                <a:lnTo>
                  <a:pt x="202922" y="227309"/>
                </a:lnTo>
                <a:lnTo>
                  <a:pt x="202561" y="227946"/>
                </a:lnTo>
                <a:lnTo>
                  <a:pt x="202195" y="228579"/>
                </a:lnTo>
                <a:lnTo>
                  <a:pt x="201823" y="229208"/>
                </a:lnTo>
                <a:lnTo>
                  <a:pt x="201446" y="229834"/>
                </a:lnTo>
                <a:lnTo>
                  <a:pt x="201062" y="230456"/>
                </a:lnTo>
                <a:lnTo>
                  <a:pt x="200673" y="231075"/>
                </a:lnTo>
                <a:lnTo>
                  <a:pt x="200278" y="231690"/>
                </a:lnTo>
                <a:lnTo>
                  <a:pt x="199877" y="232301"/>
                </a:lnTo>
                <a:lnTo>
                  <a:pt x="199471" y="232909"/>
                </a:lnTo>
                <a:lnTo>
                  <a:pt x="199058" y="233513"/>
                </a:lnTo>
                <a:lnTo>
                  <a:pt x="198640" y="234114"/>
                </a:lnTo>
                <a:lnTo>
                  <a:pt x="198216" y="234711"/>
                </a:lnTo>
                <a:lnTo>
                  <a:pt x="197786" y="235304"/>
                </a:lnTo>
                <a:lnTo>
                  <a:pt x="197351" y="235894"/>
                </a:lnTo>
                <a:lnTo>
                  <a:pt x="196910" y="236481"/>
                </a:lnTo>
                <a:lnTo>
                  <a:pt x="196463" y="237063"/>
                </a:lnTo>
                <a:lnTo>
                  <a:pt x="196010" y="237642"/>
                </a:lnTo>
                <a:lnTo>
                  <a:pt x="195551" y="238217"/>
                </a:lnTo>
                <a:lnTo>
                  <a:pt x="195088" y="238787"/>
                </a:lnTo>
                <a:lnTo>
                  <a:pt x="194621" y="239352"/>
                </a:lnTo>
                <a:lnTo>
                  <a:pt x="194148" y="239913"/>
                </a:lnTo>
                <a:lnTo>
                  <a:pt x="193670" y="240468"/>
                </a:lnTo>
                <a:lnTo>
                  <a:pt x="193188" y="241019"/>
                </a:lnTo>
                <a:lnTo>
                  <a:pt x="192701" y="241565"/>
                </a:lnTo>
                <a:lnTo>
                  <a:pt x="192209" y="242107"/>
                </a:lnTo>
                <a:lnTo>
                  <a:pt x="191712" y="242643"/>
                </a:lnTo>
                <a:lnTo>
                  <a:pt x="191210" y="243175"/>
                </a:lnTo>
                <a:lnTo>
                  <a:pt x="190703" y="243702"/>
                </a:lnTo>
                <a:lnTo>
                  <a:pt x="190192" y="244224"/>
                </a:lnTo>
                <a:lnTo>
                  <a:pt x="189675" y="244741"/>
                </a:lnTo>
                <a:lnTo>
                  <a:pt x="189154" y="245254"/>
                </a:lnTo>
                <a:lnTo>
                  <a:pt x="188628" y="245762"/>
                </a:lnTo>
                <a:lnTo>
                  <a:pt x="188097" y="246265"/>
                </a:lnTo>
                <a:lnTo>
                  <a:pt x="187562" y="246763"/>
                </a:lnTo>
                <a:lnTo>
                  <a:pt x="187021" y="247256"/>
                </a:lnTo>
                <a:lnTo>
                  <a:pt x="186476" y="247745"/>
                </a:lnTo>
                <a:lnTo>
                  <a:pt x="185926" y="248229"/>
                </a:lnTo>
                <a:lnTo>
                  <a:pt x="185371" y="248708"/>
                </a:lnTo>
                <a:lnTo>
                  <a:pt x="184811" y="249182"/>
                </a:lnTo>
                <a:lnTo>
                  <a:pt x="184246" y="249651"/>
                </a:lnTo>
                <a:lnTo>
                  <a:pt x="183676" y="250116"/>
                </a:lnTo>
                <a:lnTo>
                  <a:pt x="183504" y="250460"/>
                </a:lnTo>
                <a:lnTo>
                  <a:pt x="183257" y="250649"/>
                </a:lnTo>
                <a:close/>
                <a:moveTo>
                  <a:pt x="235930" y="285087"/>
                </a:moveTo>
                <a:lnTo>
                  <a:pt x="235663" y="285324"/>
                </a:lnTo>
                <a:lnTo>
                  <a:pt x="235392" y="285550"/>
                </a:lnTo>
                <a:lnTo>
                  <a:pt x="235117" y="285766"/>
                </a:lnTo>
                <a:lnTo>
                  <a:pt x="234837" y="285971"/>
                </a:lnTo>
                <a:lnTo>
                  <a:pt x="234553" y="286165"/>
                </a:lnTo>
                <a:lnTo>
                  <a:pt x="234265" y="286349"/>
                </a:lnTo>
                <a:lnTo>
                  <a:pt x="233973" y="286522"/>
                </a:lnTo>
                <a:lnTo>
                  <a:pt x="233676" y="286684"/>
                </a:lnTo>
                <a:lnTo>
                  <a:pt x="233375" y="286836"/>
                </a:lnTo>
                <a:lnTo>
                  <a:pt x="233070" y="286977"/>
                </a:lnTo>
                <a:lnTo>
                  <a:pt x="232760" y="287108"/>
                </a:lnTo>
                <a:lnTo>
                  <a:pt x="232447" y="287228"/>
                </a:lnTo>
                <a:lnTo>
                  <a:pt x="232129" y="287337"/>
                </a:lnTo>
                <a:lnTo>
                  <a:pt x="231807" y="287436"/>
                </a:lnTo>
                <a:lnTo>
                  <a:pt x="231480" y="287524"/>
                </a:lnTo>
                <a:lnTo>
                  <a:pt x="231149" y="287602"/>
                </a:lnTo>
                <a:lnTo>
                  <a:pt x="230814" y="287669"/>
                </a:lnTo>
                <a:lnTo>
                  <a:pt x="230475" y="287725"/>
                </a:lnTo>
                <a:lnTo>
                  <a:pt x="230131" y="287771"/>
                </a:lnTo>
                <a:lnTo>
                  <a:pt x="229784" y="287806"/>
                </a:lnTo>
                <a:lnTo>
                  <a:pt x="229431" y="287831"/>
                </a:lnTo>
                <a:lnTo>
                  <a:pt x="229075" y="287845"/>
                </a:lnTo>
                <a:lnTo>
                  <a:pt x="228714" y="287848"/>
                </a:lnTo>
                <a:lnTo>
                  <a:pt x="228333" y="287844"/>
                </a:lnTo>
                <a:lnTo>
                  <a:pt x="227957" y="287828"/>
                </a:lnTo>
                <a:lnTo>
                  <a:pt x="227587" y="287801"/>
                </a:lnTo>
                <a:lnTo>
                  <a:pt x="227221" y="287761"/>
                </a:lnTo>
                <a:lnTo>
                  <a:pt x="226860" y="287710"/>
                </a:lnTo>
                <a:lnTo>
                  <a:pt x="226505" y="287647"/>
                </a:lnTo>
                <a:lnTo>
                  <a:pt x="226154" y="287572"/>
                </a:lnTo>
                <a:lnTo>
                  <a:pt x="225809" y="287486"/>
                </a:lnTo>
                <a:lnTo>
                  <a:pt x="225469" y="287387"/>
                </a:lnTo>
                <a:lnTo>
                  <a:pt x="225134" y="287277"/>
                </a:lnTo>
                <a:lnTo>
                  <a:pt x="224804" y="287155"/>
                </a:lnTo>
                <a:lnTo>
                  <a:pt x="224479" y="287021"/>
                </a:lnTo>
                <a:lnTo>
                  <a:pt x="224159" y="286876"/>
                </a:lnTo>
                <a:lnTo>
                  <a:pt x="223844" y="286718"/>
                </a:lnTo>
                <a:lnTo>
                  <a:pt x="223535" y="286549"/>
                </a:lnTo>
                <a:lnTo>
                  <a:pt x="223230" y="286368"/>
                </a:lnTo>
                <a:lnTo>
                  <a:pt x="222931" y="286176"/>
                </a:lnTo>
                <a:lnTo>
                  <a:pt x="222637" y="285971"/>
                </a:lnTo>
                <a:lnTo>
                  <a:pt x="222348" y="285755"/>
                </a:lnTo>
                <a:lnTo>
                  <a:pt x="222064" y="285527"/>
                </a:lnTo>
                <a:lnTo>
                  <a:pt x="221785" y="285287"/>
                </a:lnTo>
                <a:lnTo>
                  <a:pt x="221511" y="285035"/>
                </a:lnTo>
                <a:lnTo>
                  <a:pt x="221242" y="284772"/>
                </a:lnTo>
                <a:lnTo>
                  <a:pt x="220979" y="284496"/>
                </a:lnTo>
                <a:lnTo>
                  <a:pt x="220722" y="284234"/>
                </a:lnTo>
                <a:lnTo>
                  <a:pt x="220476" y="283966"/>
                </a:lnTo>
                <a:lnTo>
                  <a:pt x="220241" y="283694"/>
                </a:lnTo>
                <a:lnTo>
                  <a:pt x="220017" y="283418"/>
                </a:lnTo>
                <a:lnTo>
                  <a:pt x="219803" y="283137"/>
                </a:lnTo>
                <a:lnTo>
                  <a:pt x="219601" y="282851"/>
                </a:lnTo>
                <a:lnTo>
                  <a:pt x="219410" y="282561"/>
                </a:lnTo>
                <a:lnTo>
                  <a:pt x="219229" y="282266"/>
                </a:lnTo>
                <a:lnTo>
                  <a:pt x="219060" y="281967"/>
                </a:lnTo>
                <a:lnTo>
                  <a:pt x="218901" y="281664"/>
                </a:lnTo>
                <a:lnTo>
                  <a:pt x="218754" y="281355"/>
                </a:lnTo>
                <a:lnTo>
                  <a:pt x="218617" y="281042"/>
                </a:lnTo>
                <a:lnTo>
                  <a:pt x="218491" y="280725"/>
                </a:lnTo>
                <a:lnTo>
                  <a:pt x="218377" y="280403"/>
                </a:lnTo>
                <a:lnTo>
                  <a:pt x="218273" y="280076"/>
                </a:lnTo>
                <a:lnTo>
                  <a:pt x="218180" y="279745"/>
                </a:lnTo>
                <a:lnTo>
                  <a:pt x="218098" y="279410"/>
                </a:lnTo>
                <a:lnTo>
                  <a:pt x="218027" y="279069"/>
                </a:lnTo>
                <a:lnTo>
                  <a:pt x="217966" y="278725"/>
                </a:lnTo>
                <a:lnTo>
                  <a:pt x="217917" y="278375"/>
                </a:lnTo>
                <a:lnTo>
                  <a:pt x="217879" y="278022"/>
                </a:lnTo>
                <a:lnTo>
                  <a:pt x="217852" y="277663"/>
                </a:lnTo>
                <a:lnTo>
                  <a:pt x="217835" y="277300"/>
                </a:lnTo>
                <a:lnTo>
                  <a:pt x="217830" y="276933"/>
                </a:lnTo>
                <a:lnTo>
                  <a:pt x="217835" y="276565"/>
                </a:lnTo>
                <a:lnTo>
                  <a:pt x="217852" y="276202"/>
                </a:lnTo>
                <a:lnTo>
                  <a:pt x="217879" y="275844"/>
                </a:lnTo>
                <a:lnTo>
                  <a:pt x="217917" y="275490"/>
                </a:lnTo>
                <a:lnTo>
                  <a:pt x="217966" y="275141"/>
                </a:lnTo>
                <a:lnTo>
                  <a:pt x="218027" y="274796"/>
                </a:lnTo>
                <a:lnTo>
                  <a:pt x="218098" y="274456"/>
                </a:lnTo>
                <a:lnTo>
                  <a:pt x="218180" y="274120"/>
                </a:lnTo>
                <a:lnTo>
                  <a:pt x="218273" y="273789"/>
                </a:lnTo>
                <a:lnTo>
                  <a:pt x="218377" y="273462"/>
                </a:lnTo>
                <a:lnTo>
                  <a:pt x="218491" y="273141"/>
                </a:lnTo>
                <a:lnTo>
                  <a:pt x="218617" y="272823"/>
                </a:lnTo>
                <a:lnTo>
                  <a:pt x="218754" y="272510"/>
                </a:lnTo>
                <a:lnTo>
                  <a:pt x="218901" y="272202"/>
                </a:lnTo>
                <a:lnTo>
                  <a:pt x="219060" y="271898"/>
                </a:lnTo>
                <a:lnTo>
                  <a:pt x="219229" y="271599"/>
                </a:lnTo>
                <a:lnTo>
                  <a:pt x="219410" y="271304"/>
                </a:lnTo>
                <a:lnTo>
                  <a:pt x="219601" y="271014"/>
                </a:lnTo>
                <a:lnTo>
                  <a:pt x="219803" y="270729"/>
                </a:lnTo>
                <a:lnTo>
                  <a:pt x="220017" y="270448"/>
                </a:lnTo>
                <a:lnTo>
                  <a:pt x="220241" y="270171"/>
                </a:lnTo>
                <a:lnTo>
                  <a:pt x="220476" y="269899"/>
                </a:lnTo>
                <a:lnTo>
                  <a:pt x="220722" y="269632"/>
                </a:lnTo>
                <a:lnTo>
                  <a:pt x="220979" y="269369"/>
                </a:lnTo>
                <a:lnTo>
                  <a:pt x="221652" y="268715"/>
                </a:lnTo>
                <a:lnTo>
                  <a:pt x="222319" y="268056"/>
                </a:lnTo>
                <a:lnTo>
                  <a:pt x="222980" y="267392"/>
                </a:lnTo>
                <a:lnTo>
                  <a:pt x="223635" y="266723"/>
                </a:lnTo>
                <a:lnTo>
                  <a:pt x="224283" y="266048"/>
                </a:lnTo>
                <a:lnTo>
                  <a:pt x="224926" y="265369"/>
                </a:lnTo>
                <a:lnTo>
                  <a:pt x="225563" y="264685"/>
                </a:lnTo>
                <a:lnTo>
                  <a:pt x="226194" y="263995"/>
                </a:lnTo>
                <a:lnTo>
                  <a:pt x="226819" y="263300"/>
                </a:lnTo>
                <a:lnTo>
                  <a:pt x="227438" y="262601"/>
                </a:lnTo>
                <a:lnTo>
                  <a:pt x="228051" y="261896"/>
                </a:lnTo>
                <a:lnTo>
                  <a:pt x="228659" y="261186"/>
                </a:lnTo>
                <a:lnTo>
                  <a:pt x="229260" y="260471"/>
                </a:lnTo>
                <a:lnTo>
                  <a:pt x="229855" y="259751"/>
                </a:lnTo>
                <a:lnTo>
                  <a:pt x="230444" y="259026"/>
                </a:lnTo>
                <a:lnTo>
                  <a:pt x="231027" y="258296"/>
                </a:lnTo>
                <a:lnTo>
                  <a:pt x="231604" y="257561"/>
                </a:lnTo>
                <a:lnTo>
                  <a:pt x="232175" y="256821"/>
                </a:lnTo>
                <a:lnTo>
                  <a:pt x="232740" y="256076"/>
                </a:lnTo>
                <a:lnTo>
                  <a:pt x="233300" y="255325"/>
                </a:lnTo>
                <a:lnTo>
                  <a:pt x="233853" y="254570"/>
                </a:lnTo>
                <a:lnTo>
                  <a:pt x="234400" y="253809"/>
                </a:lnTo>
                <a:lnTo>
                  <a:pt x="234941" y="253043"/>
                </a:lnTo>
                <a:lnTo>
                  <a:pt x="235476" y="252273"/>
                </a:lnTo>
                <a:lnTo>
                  <a:pt x="236005" y="251498"/>
                </a:lnTo>
                <a:lnTo>
                  <a:pt x="236527" y="250719"/>
                </a:lnTo>
                <a:lnTo>
                  <a:pt x="237042" y="249936"/>
                </a:lnTo>
                <a:lnTo>
                  <a:pt x="237550" y="249150"/>
                </a:lnTo>
                <a:lnTo>
                  <a:pt x="238052" y="248359"/>
                </a:lnTo>
                <a:lnTo>
                  <a:pt x="238546" y="247565"/>
                </a:lnTo>
                <a:lnTo>
                  <a:pt x="239034" y="246768"/>
                </a:lnTo>
                <a:lnTo>
                  <a:pt x="239514" y="245966"/>
                </a:lnTo>
                <a:lnTo>
                  <a:pt x="239988" y="245161"/>
                </a:lnTo>
                <a:lnTo>
                  <a:pt x="240455" y="244351"/>
                </a:lnTo>
                <a:lnTo>
                  <a:pt x="240915" y="243539"/>
                </a:lnTo>
                <a:lnTo>
                  <a:pt x="241368" y="242722"/>
                </a:lnTo>
                <a:lnTo>
                  <a:pt x="241814" y="241901"/>
                </a:lnTo>
                <a:lnTo>
                  <a:pt x="242254" y="241077"/>
                </a:lnTo>
                <a:lnTo>
                  <a:pt x="242686" y="240249"/>
                </a:lnTo>
                <a:lnTo>
                  <a:pt x="243112" y="239417"/>
                </a:lnTo>
                <a:lnTo>
                  <a:pt x="243531" y="238582"/>
                </a:lnTo>
                <a:lnTo>
                  <a:pt x="243943" y="237742"/>
                </a:lnTo>
                <a:lnTo>
                  <a:pt x="244348" y="236899"/>
                </a:lnTo>
                <a:lnTo>
                  <a:pt x="244746" y="236052"/>
                </a:lnTo>
                <a:lnTo>
                  <a:pt x="245137" y="235202"/>
                </a:lnTo>
                <a:lnTo>
                  <a:pt x="245522" y="234347"/>
                </a:lnTo>
                <a:lnTo>
                  <a:pt x="245899" y="233489"/>
                </a:lnTo>
                <a:lnTo>
                  <a:pt x="246270" y="232627"/>
                </a:lnTo>
                <a:lnTo>
                  <a:pt x="246633" y="231762"/>
                </a:lnTo>
                <a:lnTo>
                  <a:pt x="246989" y="230894"/>
                </a:lnTo>
                <a:lnTo>
                  <a:pt x="247338" y="230025"/>
                </a:lnTo>
                <a:lnTo>
                  <a:pt x="247679" y="229153"/>
                </a:lnTo>
                <a:lnTo>
                  <a:pt x="248012" y="228278"/>
                </a:lnTo>
                <a:lnTo>
                  <a:pt x="248338" y="227401"/>
                </a:lnTo>
                <a:lnTo>
                  <a:pt x="248656" y="226522"/>
                </a:lnTo>
                <a:lnTo>
                  <a:pt x="248967" y="225641"/>
                </a:lnTo>
                <a:lnTo>
                  <a:pt x="249271" y="224757"/>
                </a:lnTo>
                <a:lnTo>
                  <a:pt x="249567" y="223871"/>
                </a:lnTo>
                <a:lnTo>
                  <a:pt x="249856" y="222983"/>
                </a:lnTo>
                <a:lnTo>
                  <a:pt x="250137" y="222092"/>
                </a:lnTo>
                <a:lnTo>
                  <a:pt x="250410" y="221199"/>
                </a:lnTo>
                <a:lnTo>
                  <a:pt x="250676" y="220304"/>
                </a:lnTo>
                <a:lnTo>
                  <a:pt x="250935" y="219406"/>
                </a:lnTo>
                <a:lnTo>
                  <a:pt x="251186" y="218506"/>
                </a:lnTo>
                <a:lnTo>
                  <a:pt x="251429" y="217604"/>
                </a:lnTo>
                <a:lnTo>
                  <a:pt x="251665" y="216699"/>
                </a:lnTo>
                <a:lnTo>
                  <a:pt x="251894" y="215792"/>
                </a:lnTo>
                <a:lnTo>
                  <a:pt x="252115" y="214883"/>
                </a:lnTo>
                <a:lnTo>
                  <a:pt x="252329" y="213971"/>
                </a:lnTo>
                <a:lnTo>
                  <a:pt x="252535" y="213057"/>
                </a:lnTo>
                <a:lnTo>
                  <a:pt x="252733" y="212141"/>
                </a:lnTo>
                <a:lnTo>
                  <a:pt x="252924" y="211222"/>
                </a:lnTo>
                <a:lnTo>
                  <a:pt x="253108" y="210302"/>
                </a:lnTo>
                <a:lnTo>
                  <a:pt x="253284" y="209381"/>
                </a:lnTo>
                <a:lnTo>
                  <a:pt x="253451" y="208459"/>
                </a:lnTo>
                <a:lnTo>
                  <a:pt x="253611" y="207536"/>
                </a:lnTo>
                <a:lnTo>
                  <a:pt x="253764" y="206613"/>
                </a:lnTo>
                <a:lnTo>
                  <a:pt x="253908" y="205689"/>
                </a:lnTo>
                <a:lnTo>
                  <a:pt x="254045" y="204764"/>
                </a:lnTo>
                <a:lnTo>
                  <a:pt x="254174" y="203838"/>
                </a:lnTo>
                <a:lnTo>
                  <a:pt x="254295" y="202912"/>
                </a:lnTo>
                <a:lnTo>
                  <a:pt x="254408" y="201984"/>
                </a:lnTo>
                <a:lnTo>
                  <a:pt x="254513" y="201056"/>
                </a:lnTo>
                <a:lnTo>
                  <a:pt x="254611" y="200127"/>
                </a:lnTo>
                <a:lnTo>
                  <a:pt x="254701" y="199198"/>
                </a:lnTo>
                <a:lnTo>
                  <a:pt x="254783" y="198267"/>
                </a:lnTo>
                <a:lnTo>
                  <a:pt x="254857" y="197336"/>
                </a:lnTo>
                <a:lnTo>
                  <a:pt x="254923" y="196404"/>
                </a:lnTo>
                <a:lnTo>
                  <a:pt x="254982" y="195471"/>
                </a:lnTo>
                <a:lnTo>
                  <a:pt x="255032" y="194537"/>
                </a:lnTo>
                <a:lnTo>
                  <a:pt x="255075" y="193603"/>
                </a:lnTo>
                <a:lnTo>
                  <a:pt x="255110" y="192668"/>
                </a:lnTo>
                <a:lnTo>
                  <a:pt x="255138" y="191732"/>
                </a:lnTo>
                <a:lnTo>
                  <a:pt x="255157" y="190795"/>
                </a:lnTo>
                <a:lnTo>
                  <a:pt x="255169" y="189858"/>
                </a:lnTo>
                <a:lnTo>
                  <a:pt x="255173" y="188919"/>
                </a:lnTo>
                <a:lnTo>
                  <a:pt x="255169" y="187981"/>
                </a:lnTo>
                <a:lnTo>
                  <a:pt x="255157" y="187043"/>
                </a:lnTo>
                <a:lnTo>
                  <a:pt x="255138" y="186107"/>
                </a:lnTo>
                <a:lnTo>
                  <a:pt x="255110" y="185171"/>
                </a:lnTo>
                <a:lnTo>
                  <a:pt x="255075" y="184236"/>
                </a:lnTo>
                <a:lnTo>
                  <a:pt x="255032" y="183301"/>
                </a:lnTo>
                <a:lnTo>
                  <a:pt x="254982" y="182368"/>
                </a:lnTo>
                <a:lnTo>
                  <a:pt x="254923" y="181435"/>
                </a:lnTo>
                <a:lnTo>
                  <a:pt x="254857" y="180503"/>
                </a:lnTo>
                <a:lnTo>
                  <a:pt x="254783" y="179571"/>
                </a:lnTo>
                <a:lnTo>
                  <a:pt x="254701" y="178641"/>
                </a:lnTo>
                <a:lnTo>
                  <a:pt x="254611" y="177711"/>
                </a:lnTo>
                <a:lnTo>
                  <a:pt x="254513" y="176782"/>
                </a:lnTo>
                <a:lnTo>
                  <a:pt x="254408" y="175854"/>
                </a:lnTo>
                <a:lnTo>
                  <a:pt x="254295" y="174927"/>
                </a:lnTo>
                <a:lnTo>
                  <a:pt x="254174" y="174001"/>
                </a:lnTo>
                <a:lnTo>
                  <a:pt x="254045" y="173075"/>
                </a:lnTo>
                <a:lnTo>
                  <a:pt x="253908" y="172150"/>
                </a:lnTo>
                <a:lnTo>
                  <a:pt x="253764" y="171226"/>
                </a:lnTo>
                <a:lnTo>
                  <a:pt x="253611" y="170302"/>
                </a:lnTo>
                <a:lnTo>
                  <a:pt x="253451" y="169380"/>
                </a:lnTo>
                <a:lnTo>
                  <a:pt x="253284" y="168458"/>
                </a:lnTo>
                <a:lnTo>
                  <a:pt x="253108" y="167537"/>
                </a:lnTo>
                <a:lnTo>
                  <a:pt x="252924" y="166617"/>
                </a:lnTo>
                <a:lnTo>
                  <a:pt x="252733" y="165698"/>
                </a:lnTo>
                <a:lnTo>
                  <a:pt x="252535" y="164782"/>
                </a:lnTo>
                <a:lnTo>
                  <a:pt x="252329" y="163868"/>
                </a:lnTo>
                <a:lnTo>
                  <a:pt x="252115" y="162956"/>
                </a:lnTo>
                <a:lnTo>
                  <a:pt x="251894" y="162047"/>
                </a:lnTo>
                <a:lnTo>
                  <a:pt x="251665" y="161140"/>
                </a:lnTo>
                <a:lnTo>
                  <a:pt x="251429" y="160235"/>
                </a:lnTo>
                <a:lnTo>
                  <a:pt x="251186" y="159333"/>
                </a:lnTo>
                <a:lnTo>
                  <a:pt x="250935" y="158433"/>
                </a:lnTo>
                <a:lnTo>
                  <a:pt x="250676" y="157535"/>
                </a:lnTo>
                <a:lnTo>
                  <a:pt x="250410" y="156640"/>
                </a:lnTo>
                <a:lnTo>
                  <a:pt x="250137" y="155747"/>
                </a:lnTo>
                <a:lnTo>
                  <a:pt x="249856" y="154856"/>
                </a:lnTo>
                <a:lnTo>
                  <a:pt x="249567" y="153967"/>
                </a:lnTo>
                <a:lnTo>
                  <a:pt x="249271" y="153081"/>
                </a:lnTo>
                <a:lnTo>
                  <a:pt x="248967" y="152198"/>
                </a:lnTo>
                <a:lnTo>
                  <a:pt x="248656" y="151316"/>
                </a:lnTo>
                <a:lnTo>
                  <a:pt x="248338" y="150437"/>
                </a:lnTo>
                <a:lnTo>
                  <a:pt x="248012" y="149561"/>
                </a:lnTo>
                <a:lnTo>
                  <a:pt x="247679" y="148686"/>
                </a:lnTo>
                <a:lnTo>
                  <a:pt x="247338" y="147814"/>
                </a:lnTo>
                <a:lnTo>
                  <a:pt x="246989" y="146944"/>
                </a:lnTo>
                <a:lnTo>
                  <a:pt x="246633" y="146077"/>
                </a:lnTo>
                <a:lnTo>
                  <a:pt x="246270" y="145212"/>
                </a:lnTo>
                <a:lnTo>
                  <a:pt x="245899" y="144350"/>
                </a:lnTo>
                <a:lnTo>
                  <a:pt x="245522" y="143492"/>
                </a:lnTo>
                <a:lnTo>
                  <a:pt x="245137" y="142637"/>
                </a:lnTo>
                <a:lnTo>
                  <a:pt x="244746" y="141786"/>
                </a:lnTo>
                <a:lnTo>
                  <a:pt x="244348" y="140939"/>
                </a:lnTo>
                <a:lnTo>
                  <a:pt x="243943" y="140096"/>
                </a:lnTo>
                <a:lnTo>
                  <a:pt x="243531" y="139257"/>
                </a:lnTo>
                <a:lnTo>
                  <a:pt x="243112" y="138421"/>
                </a:lnTo>
                <a:lnTo>
                  <a:pt x="242686" y="137590"/>
                </a:lnTo>
                <a:lnTo>
                  <a:pt x="242254" y="136762"/>
                </a:lnTo>
                <a:lnTo>
                  <a:pt x="241814" y="135937"/>
                </a:lnTo>
                <a:lnTo>
                  <a:pt x="241368" y="135117"/>
                </a:lnTo>
                <a:lnTo>
                  <a:pt x="240915" y="134300"/>
                </a:lnTo>
                <a:lnTo>
                  <a:pt x="240455" y="133487"/>
                </a:lnTo>
                <a:lnTo>
                  <a:pt x="239988" y="132678"/>
                </a:lnTo>
                <a:lnTo>
                  <a:pt x="239514" y="131873"/>
                </a:lnTo>
                <a:lnTo>
                  <a:pt x="239034" y="131071"/>
                </a:lnTo>
                <a:lnTo>
                  <a:pt x="238546" y="130273"/>
                </a:lnTo>
                <a:lnTo>
                  <a:pt x="238052" y="129479"/>
                </a:lnTo>
                <a:lnTo>
                  <a:pt x="237550" y="128689"/>
                </a:lnTo>
                <a:lnTo>
                  <a:pt x="237042" y="127903"/>
                </a:lnTo>
                <a:lnTo>
                  <a:pt x="236527" y="127120"/>
                </a:lnTo>
                <a:lnTo>
                  <a:pt x="236005" y="126341"/>
                </a:lnTo>
                <a:lnTo>
                  <a:pt x="235476" y="125566"/>
                </a:lnTo>
                <a:lnTo>
                  <a:pt x="234941" y="124795"/>
                </a:lnTo>
                <a:lnTo>
                  <a:pt x="234400" y="124030"/>
                </a:lnTo>
                <a:lnTo>
                  <a:pt x="233853" y="123269"/>
                </a:lnTo>
                <a:lnTo>
                  <a:pt x="233300" y="122513"/>
                </a:lnTo>
                <a:lnTo>
                  <a:pt x="232740" y="121763"/>
                </a:lnTo>
                <a:lnTo>
                  <a:pt x="232175" y="121018"/>
                </a:lnTo>
                <a:lnTo>
                  <a:pt x="231604" y="120277"/>
                </a:lnTo>
                <a:lnTo>
                  <a:pt x="231027" y="119542"/>
                </a:lnTo>
                <a:lnTo>
                  <a:pt x="230444" y="118812"/>
                </a:lnTo>
                <a:lnTo>
                  <a:pt x="229855" y="118087"/>
                </a:lnTo>
                <a:lnTo>
                  <a:pt x="229260" y="117367"/>
                </a:lnTo>
                <a:lnTo>
                  <a:pt x="228659" y="116652"/>
                </a:lnTo>
                <a:lnTo>
                  <a:pt x="228051" y="115943"/>
                </a:lnTo>
                <a:lnTo>
                  <a:pt x="227438" y="115238"/>
                </a:lnTo>
                <a:lnTo>
                  <a:pt x="226819" y="114538"/>
                </a:lnTo>
                <a:lnTo>
                  <a:pt x="226194" y="113844"/>
                </a:lnTo>
                <a:lnTo>
                  <a:pt x="225563" y="113154"/>
                </a:lnTo>
                <a:lnTo>
                  <a:pt x="224926" y="112470"/>
                </a:lnTo>
                <a:lnTo>
                  <a:pt x="224283" y="111790"/>
                </a:lnTo>
                <a:lnTo>
                  <a:pt x="223635" y="111116"/>
                </a:lnTo>
                <a:lnTo>
                  <a:pt x="222980" y="110447"/>
                </a:lnTo>
                <a:lnTo>
                  <a:pt x="222319" y="109783"/>
                </a:lnTo>
                <a:lnTo>
                  <a:pt x="221652" y="109124"/>
                </a:lnTo>
                <a:lnTo>
                  <a:pt x="220979" y="108470"/>
                </a:lnTo>
                <a:lnTo>
                  <a:pt x="220694" y="108215"/>
                </a:lnTo>
                <a:lnTo>
                  <a:pt x="220420" y="107955"/>
                </a:lnTo>
                <a:lnTo>
                  <a:pt x="220157" y="107690"/>
                </a:lnTo>
                <a:lnTo>
                  <a:pt x="219906" y="107419"/>
                </a:lnTo>
                <a:lnTo>
                  <a:pt x="219667" y="107142"/>
                </a:lnTo>
                <a:lnTo>
                  <a:pt x="219438" y="106860"/>
                </a:lnTo>
                <a:lnTo>
                  <a:pt x="219222" y="106573"/>
                </a:lnTo>
                <a:lnTo>
                  <a:pt x="219016" y="106279"/>
                </a:lnTo>
                <a:lnTo>
                  <a:pt x="218822" y="105981"/>
                </a:lnTo>
                <a:lnTo>
                  <a:pt x="218639" y="105677"/>
                </a:lnTo>
                <a:lnTo>
                  <a:pt x="218468" y="105367"/>
                </a:lnTo>
                <a:lnTo>
                  <a:pt x="218308" y="105052"/>
                </a:lnTo>
                <a:lnTo>
                  <a:pt x="218159" y="104731"/>
                </a:lnTo>
                <a:lnTo>
                  <a:pt x="218022" y="104405"/>
                </a:lnTo>
                <a:lnTo>
                  <a:pt x="217896" y="104073"/>
                </a:lnTo>
                <a:lnTo>
                  <a:pt x="217782" y="103736"/>
                </a:lnTo>
                <a:lnTo>
                  <a:pt x="217679" y="103393"/>
                </a:lnTo>
                <a:lnTo>
                  <a:pt x="217587" y="103045"/>
                </a:lnTo>
                <a:lnTo>
                  <a:pt x="217507" y="102691"/>
                </a:lnTo>
                <a:lnTo>
                  <a:pt x="217438" y="102331"/>
                </a:lnTo>
                <a:lnTo>
                  <a:pt x="217380" y="101966"/>
                </a:lnTo>
                <a:lnTo>
                  <a:pt x="217334" y="101596"/>
                </a:lnTo>
                <a:lnTo>
                  <a:pt x="217299" y="101220"/>
                </a:lnTo>
                <a:lnTo>
                  <a:pt x="217276" y="100839"/>
                </a:lnTo>
                <a:lnTo>
                  <a:pt x="217264" y="100457"/>
                </a:lnTo>
                <a:lnTo>
                  <a:pt x="217264" y="100079"/>
                </a:lnTo>
                <a:lnTo>
                  <a:pt x="217276" y="99706"/>
                </a:lnTo>
                <a:lnTo>
                  <a:pt x="217300" y="99337"/>
                </a:lnTo>
                <a:lnTo>
                  <a:pt x="217336" y="98973"/>
                </a:lnTo>
                <a:lnTo>
                  <a:pt x="217383" y="98613"/>
                </a:lnTo>
                <a:lnTo>
                  <a:pt x="217442" y="98258"/>
                </a:lnTo>
                <a:lnTo>
                  <a:pt x="217513" y="97907"/>
                </a:lnTo>
                <a:lnTo>
                  <a:pt x="217596" y="97561"/>
                </a:lnTo>
                <a:lnTo>
                  <a:pt x="217691" y="97219"/>
                </a:lnTo>
                <a:lnTo>
                  <a:pt x="217798" y="96881"/>
                </a:lnTo>
                <a:lnTo>
                  <a:pt x="217916" y="96548"/>
                </a:lnTo>
                <a:lnTo>
                  <a:pt x="218047" y="96220"/>
                </a:lnTo>
                <a:lnTo>
                  <a:pt x="218189" y="95896"/>
                </a:lnTo>
                <a:lnTo>
                  <a:pt x="218343" y="95576"/>
                </a:lnTo>
                <a:lnTo>
                  <a:pt x="218509" y="95261"/>
                </a:lnTo>
                <a:lnTo>
                  <a:pt x="218687" y="94950"/>
                </a:lnTo>
                <a:lnTo>
                  <a:pt x="218876" y="94644"/>
                </a:lnTo>
                <a:lnTo>
                  <a:pt x="219078" y="94342"/>
                </a:lnTo>
                <a:lnTo>
                  <a:pt x="219291" y="94045"/>
                </a:lnTo>
                <a:lnTo>
                  <a:pt x="219516" y="93752"/>
                </a:lnTo>
                <a:lnTo>
                  <a:pt x="219753" y="93463"/>
                </a:lnTo>
                <a:lnTo>
                  <a:pt x="220002" y="93179"/>
                </a:lnTo>
                <a:lnTo>
                  <a:pt x="220262" y="92900"/>
                </a:lnTo>
                <a:lnTo>
                  <a:pt x="220531" y="92628"/>
                </a:lnTo>
                <a:lnTo>
                  <a:pt x="220805" y="92368"/>
                </a:lnTo>
                <a:lnTo>
                  <a:pt x="221084" y="92120"/>
                </a:lnTo>
                <a:lnTo>
                  <a:pt x="221368" y="91884"/>
                </a:lnTo>
                <a:lnTo>
                  <a:pt x="221657" y="91659"/>
                </a:lnTo>
                <a:lnTo>
                  <a:pt x="221950" y="91446"/>
                </a:lnTo>
                <a:lnTo>
                  <a:pt x="222249" y="91244"/>
                </a:lnTo>
                <a:lnTo>
                  <a:pt x="222552" y="91054"/>
                </a:lnTo>
                <a:lnTo>
                  <a:pt x="222860" y="90876"/>
                </a:lnTo>
                <a:lnTo>
                  <a:pt x="223174" y="90709"/>
                </a:lnTo>
                <a:lnTo>
                  <a:pt x="223492" y="90554"/>
                </a:lnTo>
                <a:lnTo>
                  <a:pt x="223815" y="90411"/>
                </a:lnTo>
                <a:lnTo>
                  <a:pt x="224143" y="90279"/>
                </a:lnTo>
                <a:lnTo>
                  <a:pt x="224476" y="90160"/>
                </a:lnTo>
                <a:lnTo>
                  <a:pt x="224814" y="90051"/>
                </a:lnTo>
                <a:lnTo>
                  <a:pt x="225157" y="89955"/>
                </a:lnTo>
                <a:lnTo>
                  <a:pt x="225505" y="89870"/>
                </a:lnTo>
                <a:lnTo>
                  <a:pt x="225857" y="89796"/>
                </a:lnTo>
                <a:lnTo>
                  <a:pt x="226215" y="89735"/>
                </a:lnTo>
                <a:lnTo>
                  <a:pt x="226577" y="89685"/>
                </a:lnTo>
                <a:lnTo>
                  <a:pt x="226945" y="89646"/>
                </a:lnTo>
                <a:lnTo>
                  <a:pt x="227317" y="89619"/>
                </a:lnTo>
                <a:lnTo>
                  <a:pt x="227694" y="89604"/>
                </a:lnTo>
                <a:lnTo>
                  <a:pt x="228077" y="89601"/>
                </a:lnTo>
                <a:lnTo>
                  <a:pt x="228459" y="89609"/>
                </a:lnTo>
                <a:lnTo>
                  <a:pt x="228836" y="89629"/>
                </a:lnTo>
                <a:lnTo>
                  <a:pt x="229208" y="89661"/>
                </a:lnTo>
                <a:lnTo>
                  <a:pt x="229575" y="89704"/>
                </a:lnTo>
                <a:lnTo>
                  <a:pt x="229936" y="89758"/>
                </a:lnTo>
                <a:lnTo>
                  <a:pt x="230293" y="89824"/>
                </a:lnTo>
                <a:lnTo>
                  <a:pt x="230645" y="89902"/>
                </a:lnTo>
                <a:lnTo>
                  <a:pt x="230992" y="89992"/>
                </a:lnTo>
                <a:lnTo>
                  <a:pt x="231333" y="90093"/>
                </a:lnTo>
                <a:lnTo>
                  <a:pt x="231670" y="90205"/>
                </a:lnTo>
                <a:lnTo>
                  <a:pt x="232001" y="90329"/>
                </a:lnTo>
                <a:lnTo>
                  <a:pt x="232327" y="90465"/>
                </a:lnTo>
                <a:lnTo>
                  <a:pt x="232649" y="90612"/>
                </a:lnTo>
                <a:lnTo>
                  <a:pt x="232965" y="90771"/>
                </a:lnTo>
                <a:lnTo>
                  <a:pt x="233276" y="90942"/>
                </a:lnTo>
                <a:lnTo>
                  <a:pt x="233582" y="91124"/>
                </a:lnTo>
                <a:lnTo>
                  <a:pt x="233883" y="91318"/>
                </a:lnTo>
                <a:lnTo>
                  <a:pt x="234179" y="91523"/>
                </a:lnTo>
                <a:lnTo>
                  <a:pt x="234470" y="91740"/>
                </a:lnTo>
                <a:lnTo>
                  <a:pt x="234756" y="91969"/>
                </a:lnTo>
                <a:lnTo>
                  <a:pt x="235037" y="92209"/>
                </a:lnTo>
                <a:lnTo>
                  <a:pt x="235312" y="92460"/>
                </a:lnTo>
                <a:lnTo>
                  <a:pt x="235583" y="92724"/>
                </a:lnTo>
                <a:lnTo>
                  <a:pt x="235848" y="92998"/>
                </a:lnTo>
                <a:lnTo>
                  <a:pt x="236653" y="93777"/>
                </a:lnTo>
                <a:lnTo>
                  <a:pt x="237451" y="94561"/>
                </a:lnTo>
                <a:lnTo>
                  <a:pt x="238242" y="95351"/>
                </a:lnTo>
                <a:lnTo>
                  <a:pt x="239025" y="96148"/>
                </a:lnTo>
                <a:lnTo>
                  <a:pt x="239802" y="96950"/>
                </a:lnTo>
                <a:lnTo>
                  <a:pt x="240571" y="97759"/>
                </a:lnTo>
                <a:lnTo>
                  <a:pt x="241333" y="98574"/>
                </a:lnTo>
                <a:lnTo>
                  <a:pt x="242088" y="99395"/>
                </a:lnTo>
                <a:lnTo>
                  <a:pt x="242836" y="100222"/>
                </a:lnTo>
                <a:lnTo>
                  <a:pt x="243576" y="101055"/>
                </a:lnTo>
                <a:lnTo>
                  <a:pt x="244310" y="101894"/>
                </a:lnTo>
                <a:lnTo>
                  <a:pt x="245036" y="102739"/>
                </a:lnTo>
                <a:lnTo>
                  <a:pt x="245755" y="103590"/>
                </a:lnTo>
                <a:lnTo>
                  <a:pt x="246468" y="104448"/>
                </a:lnTo>
                <a:lnTo>
                  <a:pt x="247172" y="105311"/>
                </a:lnTo>
                <a:lnTo>
                  <a:pt x="247870" y="106181"/>
                </a:lnTo>
                <a:lnTo>
                  <a:pt x="248561" y="107057"/>
                </a:lnTo>
                <a:lnTo>
                  <a:pt x="249244" y="107938"/>
                </a:lnTo>
                <a:lnTo>
                  <a:pt x="249920" y="108826"/>
                </a:lnTo>
                <a:lnTo>
                  <a:pt x="250590" y="109720"/>
                </a:lnTo>
                <a:lnTo>
                  <a:pt x="251252" y="110620"/>
                </a:lnTo>
                <a:lnTo>
                  <a:pt x="251906" y="111526"/>
                </a:lnTo>
                <a:lnTo>
                  <a:pt x="252554" y="112439"/>
                </a:lnTo>
                <a:lnTo>
                  <a:pt x="253195" y="113357"/>
                </a:lnTo>
                <a:lnTo>
                  <a:pt x="253827" y="114281"/>
                </a:lnTo>
                <a:lnTo>
                  <a:pt x="254452" y="115209"/>
                </a:lnTo>
                <a:lnTo>
                  <a:pt x="255068" y="116141"/>
                </a:lnTo>
                <a:lnTo>
                  <a:pt x="255677" y="117079"/>
                </a:lnTo>
                <a:lnTo>
                  <a:pt x="256277" y="118020"/>
                </a:lnTo>
                <a:lnTo>
                  <a:pt x="256868" y="118967"/>
                </a:lnTo>
                <a:lnTo>
                  <a:pt x="257452" y="119918"/>
                </a:lnTo>
                <a:lnTo>
                  <a:pt x="258027" y="120873"/>
                </a:lnTo>
                <a:lnTo>
                  <a:pt x="258594" y="121833"/>
                </a:lnTo>
                <a:lnTo>
                  <a:pt x="259153" y="122798"/>
                </a:lnTo>
                <a:lnTo>
                  <a:pt x="259703" y="123767"/>
                </a:lnTo>
                <a:lnTo>
                  <a:pt x="260246" y="124740"/>
                </a:lnTo>
                <a:lnTo>
                  <a:pt x="260780" y="125718"/>
                </a:lnTo>
                <a:lnTo>
                  <a:pt x="261306" y="126701"/>
                </a:lnTo>
                <a:lnTo>
                  <a:pt x="261823" y="127688"/>
                </a:lnTo>
                <a:lnTo>
                  <a:pt x="262333" y="128680"/>
                </a:lnTo>
                <a:lnTo>
                  <a:pt x="262834" y="129676"/>
                </a:lnTo>
                <a:lnTo>
                  <a:pt x="263327" y="130677"/>
                </a:lnTo>
                <a:lnTo>
                  <a:pt x="263812" y="131682"/>
                </a:lnTo>
                <a:lnTo>
                  <a:pt x="264289" y="132692"/>
                </a:lnTo>
                <a:lnTo>
                  <a:pt x="264757" y="133706"/>
                </a:lnTo>
                <a:lnTo>
                  <a:pt x="265217" y="134725"/>
                </a:lnTo>
                <a:lnTo>
                  <a:pt x="265669" y="135749"/>
                </a:lnTo>
                <a:lnTo>
                  <a:pt x="266112" y="136777"/>
                </a:lnTo>
                <a:lnTo>
                  <a:pt x="266548" y="137808"/>
                </a:lnTo>
                <a:lnTo>
                  <a:pt x="266974" y="138843"/>
                </a:lnTo>
                <a:lnTo>
                  <a:pt x="267391" y="139880"/>
                </a:lnTo>
                <a:lnTo>
                  <a:pt x="267799" y="140920"/>
                </a:lnTo>
                <a:lnTo>
                  <a:pt x="268198" y="141963"/>
                </a:lnTo>
                <a:lnTo>
                  <a:pt x="268588" y="143009"/>
                </a:lnTo>
                <a:lnTo>
                  <a:pt x="268970" y="144057"/>
                </a:lnTo>
                <a:lnTo>
                  <a:pt x="269342" y="145108"/>
                </a:lnTo>
                <a:lnTo>
                  <a:pt x="269705" y="146162"/>
                </a:lnTo>
                <a:lnTo>
                  <a:pt x="270059" y="147219"/>
                </a:lnTo>
                <a:lnTo>
                  <a:pt x="270405" y="148279"/>
                </a:lnTo>
                <a:lnTo>
                  <a:pt x="270741" y="149341"/>
                </a:lnTo>
                <a:lnTo>
                  <a:pt x="271069" y="150407"/>
                </a:lnTo>
                <a:lnTo>
                  <a:pt x="271387" y="151475"/>
                </a:lnTo>
                <a:lnTo>
                  <a:pt x="271697" y="152545"/>
                </a:lnTo>
                <a:lnTo>
                  <a:pt x="271997" y="153619"/>
                </a:lnTo>
                <a:lnTo>
                  <a:pt x="272289" y="154696"/>
                </a:lnTo>
                <a:lnTo>
                  <a:pt x="272571" y="155775"/>
                </a:lnTo>
                <a:lnTo>
                  <a:pt x="272845" y="156857"/>
                </a:lnTo>
                <a:lnTo>
                  <a:pt x="273110" y="157942"/>
                </a:lnTo>
                <a:lnTo>
                  <a:pt x="273365" y="159029"/>
                </a:lnTo>
                <a:lnTo>
                  <a:pt x="273612" y="160120"/>
                </a:lnTo>
                <a:lnTo>
                  <a:pt x="273850" y="161213"/>
                </a:lnTo>
                <a:lnTo>
                  <a:pt x="274079" y="162309"/>
                </a:lnTo>
                <a:lnTo>
                  <a:pt x="274298" y="163407"/>
                </a:lnTo>
                <a:lnTo>
                  <a:pt x="274509" y="164506"/>
                </a:lnTo>
                <a:lnTo>
                  <a:pt x="274710" y="165605"/>
                </a:lnTo>
                <a:lnTo>
                  <a:pt x="274901" y="166706"/>
                </a:lnTo>
                <a:lnTo>
                  <a:pt x="275083" y="167808"/>
                </a:lnTo>
                <a:lnTo>
                  <a:pt x="275256" y="168910"/>
                </a:lnTo>
                <a:lnTo>
                  <a:pt x="275420" y="170014"/>
                </a:lnTo>
                <a:lnTo>
                  <a:pt x="275574" y="171119"/>
                </a:lnTo>
                <a:lnTo>
                  <a:pt x="275719" y="172224"/>
                </a:lnTo>
                <a:lnTo>
                  <a:pt x="275854" y="173330"/>
                </a:lnTo>
                <a:lnTo>
                  <a:pt x="275981" y="174438"/>
                </a:lnTo>
                <a:lnTo>
                  <a:pt x="276098" y="175546"/>
                </a:lnTo>
                <a:lnTo>
                  <a:pt x="276205" y="176655"/>
                </a:lnTo>
                <a:lnTo>
                  <a:pt x="276303" y="177765"/>
                </a:lnTo>
                <a:lnTo>
                  <a:pt x="276392" y="178877"/>
                </a:lnTo>
                <a:lnTo>
                  <a:pt x="276471" y="179989"/>
                </a:lnTo>
                <a:lnTo>
                  <a:pt x="276541" y="181102"/>
                </a:lnTo>
                <a:lnTo>
                  <a:pt x="276602" y="182216"/>
                </a:lnTo>
                <a:lnTo>
                  <a:pt x="276654" y="183331"/>
                </a:lnTo>
                <a:lnTo>
                  <a:pt x="276696" y="184446"/>
                </a:lnTo>
                <a:lnTo>
                  <a:pt x="276728" y="185563"/>
                </a:lnTo>
                <a:lnTo>
                  <a:pt x="276752" y="186681"/>
                </a:lnTo>
                <a:lnTo>
                  <a:pt x="276766" y="187800"/>
                </a:lnTo>
                <a:lnTo>
                  <a:pt x="276770" y="188919"/>
                </a:lnTo>
                <a:lnTo>
                  <a:pt x="276766" y="190039"/>
                </a:lnTo>
                <a:lnTo>
                  <a:pt x="276752" y="191158"/>
                </a:lnTo>
                <a:lnTo>
                  <a:pt x="276728" y="192275"/>
                </a:lnTo>
                <a:lnTo>
                  <a:pt x="276696" y="193392"/>
                </a:lnTo>
                <a:lnTo>
                  <a:pt x="276654" y="194508"/>
                </a:lnTo>
                <a:lnTo>
                  <a:pt x="276602" y="195623"/>
                </a:lnTo>
                <a:lnTo>
                  <a:pt x="276541" y="196737"/>
                </a:lnTo>
                <a:lnTo>
                  <a:pt x="276471" y="197850"/>
                </a:lnTo>
                <a:lnTo>
                  <a:pt x="276392" y="198962"/>
                </a:lnTo>
                <a:lnTo>
                  <a:pt x="276303" y="200073"/>
                </a:lnTo>
                <a:lnTo>
                  <a:pt x="276205" y="201183"/>
                </a:lnTo>
                <a:lnTo>
                  <a:pt x="276098" y="202293"/>
                </a:lnTo>
                <a:lnTo>
                  <a:pt x="275981" y="203401"/>
                </a:lnTo>
                <a:lnTo>
                  <a:pt x="275854" y="204508"/>
                </a:lnTo>
                <a:lnTo>
                  <a:pt x="275719" y="205615"/>
                </a:lnTo>
                <a:lnTo>
                  <a:pt x="275574" y="206720"/>
                </a:lnTo>
                <a:lnTo>
                  <a:pt x="275420" y="207825"/>
                </a:lnTo>
                <a:lnTo>
                  <a:pt x="275256" y="208928"/>
                </a:lnTo>
                <a:lnTo>
                  <a:pt x="275083" y="210031"/>
                </a:lnTo>
                <a:lnTo>
                  <a:pt x="274901" y="211132"/>
                </a:lnTo>
                <a:lnTo>
                  <a:pt x="274710" y="212233"/>
                </a:lnTo>
                <a:lnTo>
                  <a:pt x="274509" y="213333"/>
                </a:lnTo>
                <a:lnTo>
                  <a:pt x="274298" y="214432"/>
                </a:lnTo>
                <a:lnTo>
                  <a:pt x="274079" y="215530"/>
                </a:lnTo>
                <a:lnTo>
                  <a:pt x="273850" y="216626"/>
                </a:lnTo>
                <a:lnTo>
                  <a:pt x="273612" y="217719"/>
                </a:lnTo>
                <a:lnTo>
                  <a:pt x="273365" y="218809"/>
                </a:lnTo>
                <a:lnTo>
                  <a:pt x="273110" y="219897"/>
                </a:lnTo>
                <a:lnTo>
                  <a:pt x="272845" y="220982"/>
                </a:lnTo>
                <a:lnTo>
                  <a:pt x="272571" y="222064"/>
                </a:lnTo>
                <a:lnTo>
                  <a:pt x="272289" y="223143"/>
                </a:lnTo>
                <a:lnTo>
                  <a:pt x="271997" y="224219"/>
                </a:lnTo>
                <a:lnTo>
                  <a:pt x="271697" y="225293"/>
                </a:lnTo>
                <a:lnTo>
                  <a:pt x="271387" y="226364"/>
                </a:lnTo>
                <a:lnTo>
                  <a:pt x="271069" y="227432"/>
                </a:lnTo>
                <a:lnTo>
                  <a:pt x="270741" y="228497"/>
                </a:lnTo>
                <a:lnTo>
                  <a:pt x="270405" y="229560"/>
                </a:lnTo>
                <a:lnTo>
                  <a:pt x="270059" y="230619"/>
                </a:lnTo>
                <a:lnTo>
                  <a:pt x="269705" y="231676"/>
                </a:lnTo>
                <a:lnTo>
                  <a:pt x="269342" y="232730"/>
                </a:lnTo>
                <a:lnTo>
                  <a:pt x="268970" y="233782"/>
                </a:lnTo>
                <a:lnTo>
                  <a:pt x="268588" y="234830"/>
                </a:lnTo>
                <a:lnTo>
                  <a:pt x="268198" y="235876"/>
                </a:lnTo>
                <a:lnTo>
                  <a:pt x="267799" y="236918"/>
                </a:lnTo>
                <a:lnTo>
                  <a:pt x="267391" y="237959"/>
                </a:lnTo>
                <a:lnTo>
                  <a:pt x="266974" y="238996"/>
                </a:lnTo>
                <a:lnTo>
                  <a:pt x="266548" y="240030"/>
                </a:lnTo>
                <a:lnTo>
                  <a:pt x="266113" y="241062"/>
                </a:lnTo>
                <a:lnTo>
                  <a:pt x="265669" y="242090"/>
                </a:lnTo>
                <a:lnTo>
                  <a:pt x="265217" y="243113"/>
                </a:lnTo>
                <a:lnTo>
                  <a:pt x="264757" y="244132"/>
                </a:lnTo>
                <a:lnTo>
                  <a:pt x="264289" y="245147"/>
                </a:lnTo>
                <a:lnTo>
                  <a:pt x="263812" y="246157"/>
                </a:lnTo>
                <a:lnTo>
                  <a:pt x="263327" y="247162"/>
                </a:lnTo>
                <a:lnTo>
                  <a:pt x="262834" y="248163"/>
                </a:lnTo>
                <a:lnTo>
                  <a:pt x="262333" y="249159"/>
                </a:lnTo>
                <a:lnTo>
                  <a:pt x="261824" y="250151"/>
                </a:lnTo>
                <a:lnTo>
                  <a:pt x="261306" y="251138"/>
                </a:lnTo>
                <a:lnTo>
                  <a:pt x="260780" y="252120"/>
                </a:lnTo>
                <a:lnTo>
                  <a:pt x="260246" y="253098"/>
                </a:lnTo>
                <a:lnTo>
                  <a:pt x="259703" y="254072"/>
                </a:lnTo>
                <a:lnTo>
                  <a:pt x="259153" y="255041"/>
                </a:lnTo>
                <a:lnTo>
                  <a:pt x="258594" y="256006"/>
                </a:lnTo>
                <a:lnTo>
                  <a:pt x="258027" y="256965"/>
                </a:lnTo>
                <a:lnTo>
                  <a:pt x="257452" y="257921"/>
                </a:lnTo>
                <a:lnTo>
                  <a:pt x="256868" y="258872"/>
                </a:lnTo>
                <a:lnTo>
                  <a:pt x="256277" y="259818"/>
                </a:lnTo>
                <a:lnTo>
                  <a:pt x="255677" y="260760"/>
                </a:lnTo>
                <a:lnTo>
                  <a:pt x="255068" y="261697"/>
                </a:lnTo>
                <a:lnTo>
                  <a:pt x="254452" y="262630"/>
                </a:lnTo>
                <a:lnTo>
                  <a:pt x="253827" y="263558"/>
                </a:lnTo>
                <a:lnTo>
                  <a:pt x="253195" y="264482"/>
                </a:lnTo>
                <a:lnTo>
                  <a:pt x="252554" y="265400"/>
                </a:lnTo>
                <a:lnTo>
                  <a:pt x="251906" y="266312"/>
                </a:lnTo>
                <a:lnTo>
                  <a:pt x="251252" y="267218"/>
                </a:lnTo>
                <a:lnTo>
                  <a:pt x="250590" y="268118"/>
                </a:lnTo>
                <a:lnTo>
                  <a:pt x="249920" y="269012"/>
                </a:lnTo>
                <a:lnTo>
                  <a:pt x="249244" y="269900"/>
                </a:lnTo>
                <a:lnTo>
                  <a:pt x="248561" y="270782"/>
                </a:lnTo>
                <a:lnTo>
                  <a:pt x="247870" y="271658"/>
                </a:lnTo>
                <a:lnTo>
                  <a:pt x="247172" y="272527"/>
                </a:lnTo>
                <a:lnTo>
                  <a:pt x="246468" y="273391"/>
                </a:lnTo>
                <a:lnTo>
                  <a:pt x="245755" y="274248"/>
                </a:lnTo>
                <a:lnTo>
                  <a:pt x="245036" y="275100"/>
                </a:lnTo>
                <a:lnTo>
                  <a:pt x="244310" y="275945"/>
                </a:lnTo>
                <a:lnTo>
                  <a:pt x="243576" y="276784"/>
                </a:lnTo>
                <a:lnTo>
                  <a:pt x="242836" y="277617"/>
                </a:lnTo>
                <a:lnTo>
                  <a:pt x="242088" y="278444"/>
                </a:lnTo>
                <a:lnTo>
                  <a:pt x="241333" y="279265"/>
                </a:lnTo>
                <a:lnTo>
                  <a:pt x="240571" y="280080"/>
                </a:lnTo>
                <a:lnTo>
                  <a:pt x="239802" y="280888"/>
                </a:lnTo>
                <a:lnTo>
                  <a:pt x="239025" y="281691"/>
                </a:lnTo>
                <a:lnTo>
                  <a:pt x="238242" y="282487"/>
                </a:lnTo>
                <a:lnTo>
                  <a:pt x="237451" y="283278"/>
                </a:lnTo>
                <a:lnTo>
                  <a:pt x="236653" y="284062"/>
                </a:lnTo>
                <a:lnTo>
                  <a:pt x="235848" y="284840"/>
                </a:lnTo>
                <a:lnTo>
                  <a:pt x="236192" y="284840"/>
                </a:lnTo>
                <a:lnTo>
                  <a:pt x="235930" y="285087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587695-9E78-495D-AF10-A4B702E8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105" y="2633823"/>
            <a:ext cx="340364" cy="340364"/>
          </a:xfrm>
          <a:custGeom xmlns:a="http://schemas.openxmlformats.org/drawingml/2006/main">
            <a:pathLst>
              <a:path w="340364" h="340364">
                <a:moveTo>
                  <a:pt x="170182" y="0"/>
                </a:moveTo>
                <a:cubicBezTo>
                  <a:pt x="76193" y="0"/>
                  <a:pt x="0" y="76193"/>
                  <a:pt x="0" y="170182"/>
                </a:cubicBezTo>
                <a:cubicBezTo>
                  <a:pt x="0" y="264171"/>
                  <a:pt x="76193" y="340364"/>
                  <a:pt x="170182" y="340364"/>
                </a:cubicBezTo>
                <a:cubicBezTo>
                  <a:pt x="264171" y="340364"/>
                  <a:pt x="340364" y="264171"/>
                  <a:pt x="340364" y="170182"/>
                </a:cubicBezTo>
                <a:cubicBezTo>
                  <a:pt x="340364" y="76193"/>
                  <a:pt x="264171" y="0"/>
                  <a:pt x="170182" y="0"/>
                </a:cubicBezTo>
                <a:close/>
                <a:moveTo>
                  <a:pt x="106870" y="226506"/>
                </a:moveTo>
                <a:lnTo>
                  <a:pt x="106870" y="262047"/>
                </a:lnTo>
                <a:cubicBezTo>
                  <a:pt x="106870" y="266810"/>
                  <a:pt x="102896" y="270784"/>
                  <a:pt x="98133" y="270784"/>
                </a:cubicBezTo>
                <a:cubicBezTo>
                  <a:pt x="93370" y="270784"/>
                  <a:pt x="89396" y="266810"/>
                  <a:pt x="89396" y="262047"/>
                </a:cubicBezTo>
                <a:lnTo>
                  <a:pt x="89396" y="247166"/>
                </a:lnTo>
                <a:lnTo>
                  <a:pt x="89396" y="226506"/>
                </a:lnTo>
                <a:cubicBezTo>
                  <a:pt x="76884" y="222752"/>
                  <a:pt x="67764" y="211153"/>
                  <a:pt x="67764" y="197418"/>
                </a:cubicBezTo>
                <a:cubicBezTo>
                  <a:pt x="67764" y="183684"/>
                  <a:pt x="76884" y="172085"/>
                  <a:pt x="89396" y="168331"/>
                </a:cubicBezTo>
                <a:lnTo>
                  <a:pt x="89396" y="112188"/>
                </a:lnTo>
                <a:lnTo>
                  <a:pt x="89396" y="78080"/>
                </a:lnTo>
                <a:cubicBezTo>
                  <a:pt x="89396" y="73317"/>
                  <a:pt x="93370" y="69343"/>
                  <a:pt x="98133" y="69343"/>
                </a:cubicBezTo>
                <a:cubicBezTo>
                  <a:pt x="102896" y="69343"/>
                  <a:pt x="106870" y="73317"/>
                  <a:pt x="106870" y="78080"/>
                </a:cubicBezTo>
                <a:lnTo>
                  <a:pt x="106870" y="168331"/>
                </a:lnTo>
                <a:cubicBezTo>
                  <a:pt x="119382" y="172085"/>
                  <a:pt x="128502" y="183684"/>
                  <a:pt x="128502" y="197418"/>
                </a:cubicBezTo>
                <a:cubicBezTo>
                  <a:pt x="128502" y="211153"/>
                  <a:pt x="119382" y="222753"/>
                  <a:pt x="106870" y="226506"/>
                </a:cubicBezTo>
                <a:close/>
                <a:moveTo>
                  <a:pt x="178923" y="148664"/>
                </a:moveTo>
                <a:lnTo>
                  <a:pt x="178923" y="262937"/>
                </a:lnTo>
                <a:cubicBezTo>
                  <a:pt x="178923" y="267700"/>
                  <a:pt x="174949" y="271674"/>
                  <a:pt x="170186" y="271674"/>
                </a:cubicBezTo>
                <a:cubicBezTo>
                  <a:pt x="165423" y="271674"/>
                  <a:pt x="161449" y="267700"/>
                  <a:pt x="161449" y="262937"/>
                </a:cubicBezTo>
                <a:lnTo>
                  <a:pt x="161449" y="248056"/>
                </a:lnTo>
                <a:lnTo>
                  <a:pt x="161449" y="184761"/>
                </a:lnTo>
                <a:lnTo>
                  <a:pt x="161449" y="148195"/>
                </a:lnTo>
                <a:cubicBezTo>
                  <a:pt x="149340" y="144201"/>
                  <a:pt x="140596" y="132803"/>
                  <a:pt x="140596" y="119355"/>
                </a:cubicBezTo>
                <a:cubicBezTo>
                  <a:pt x="140596" y="105908"/>
                  <a:pt x="149340" y="94510"/>
                  <a:pt x="161449" y="90516"/>
                </a:cubicBezTo>
                <a:lnTo>
                  <a:pt x="161449" y="78969"/>
                </a:lnTo>
                <a:cubicBezTo>
                  <a:pt x="161449" y="74207"/>
                  <a:pt x="165423" y="70232"/>
                  <a:pt x="170186" y="70232"/>
                </a:cubicBezTo>
                <a:cubicBezTo>
                  <a:pt x="174949" y="70232"/>
                  <a:pt x="178923" y="74207"/>
                  <a:pt x="178923" y="78969"/>
                </a:cubicBezTo>
                <a:lnTo>
                  <a:pt x="178923" y="90047"/>
                </a:lnTo>
                <a:cubicBezTo>
                  <a:pt x="191834" y="93545"/>
                  <a:pt x="201334" y="105337"/>
                  <a:pt x="201334" y="119355"/>
                </a:cubicBezTo>
                <a:cubicBezTo>
                  <a:pt x="201334" y="133373"/>
                  <a:pt x="191834" y="145166"/>
                  <a:pt x="178923" y="148664"/>
                </a:cubicBezTo>
                <a:lnTo>
                  <a:pt x="178923" y="148664"/>
                </a:lnTo>
                <a:close/>
                <a:moveTo>
                  <a:pt x="250600" y="249878"/>
                </a:moveTo>
                <a:lnTo>
                  <a:pt x="250600" y="262047"/>
                </a:lnTo>
                <a:cubicBezTo>
                  <a:pt x="250600" y="266810"/>
                  <a:pt x="246625" y="270784"/>
                  <a:pt x="241863" y="270784"/>
                </a:cubicBezTo>
                <a:cubicBezTo>
                  <a:pt x="237100" y="270784"/>
                  <a:pt x="233126" y="266810"/>
                  <a:pt x="233126" y="262047"/>
                </a:cubicBezTo>
                <a:lnTo>
                  <a:pt x="233126" y="249857"/>
                </a:lnTo>
                <a:cubicBezTo>
                  <a:pt x="220632" y="246092"/>
                  <a:pt x="211531" y="234501"/>
                  <a:pt x="211531" y="220780"/>
                </a:cubicBezTo>
                <a:cubicBezTo>
                  <a:pt x="211531" y="207059"/>
                  <a:pt x="220632" y="195469"/>
                  <a:pt x="233126" y="191703"/>
                </a:cubicBezTo>
                <a:lnTo>
                  <a:pt x="233126" y="183871"/>
                </a:lnTo>
                <a:lnTo>
                  <a:pt x="233126" y="112188"/>
                </a:lnTo>
                <a:lnTo>
                  <a:pt x="233126" y="78080"/>
                </a:lnTo>
                <a:cubicBezTo>
                  <a:pt x="233126" y="73317"/>
                  <a:pt x="237100" y="69343"/>
                  <a:pt x="241863" y="69343"/>
                </a:cubicBezTo>
                <a:cubicBezTo>
                  <a:pt x="246625" y="69343"/>
                  <a:pt x="250600" y="73317"/>
                  <a:pt x="250600" y="78080"/>
                </a:cubicBezTo>
                <a:lnTo>
                  <a:pt x="250600" y="191682"/>
                </a:lnTo>
                <a:cubicBezTo>
                  <a:pt x="263131" y="195424"/>
                  <a:pt x="272269" y="207032"/>
                  <a:pt x="272269" y="220780"/>
                </a:cubicBezTo>
                <a:cubicBezTo>
                  <a:pt x="272269" y="234528"/>
                  <a:pt x="263131" y="246136"/>
                  <a:pt x="250600" y="249878"/>
                </a:cubicBezTo>
                <a:lnTo>
                  <a:pt x="250600" y="249878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4A541-6DB8-47F4-AF2A-085C0286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7198" y="2619263"/>
            <a:ext cx="264719" cy="331666"/>
          </a:xfrm>
          <a:custGeom xmlns:a="http://schemas.openxmlformats.org/drawingml/2006/main">
            <a:pathLst>
              <a:path w="264719" h="331666">
                <a:moveTo>
                  <a:pt x="236482" y="23690"/>
                </a:moveTo>
                <a:cubicBezTo>
                  <a:pt x="242835" y="29584"/>
                  <a:pt x="247895" y="34475"/>
                  <a:pt x="251659" y="38364"/>
                </a:cubicBezTo>
                <a:cubicBezTo>
                  <a:pt x="255424" y="42254"/>
                  <a:pt x="258307" y="45554"/>
                  <a:pt x="260307" y="48265"/>
                </a:cubicBezTo>
                <a:cubicBezTo>
                  <a:pt x="262307" y="50976"/>
                  <a:pt x="263542" y="53274"/>
                  <a:pt x="264013" y="55160"/>
                </a:cubicBezTo>
                <a:cubicBezTo>
                  <a:pt x="264484" y="57046"/>
                  <a:pt x="264719" y="58696"/>
                  <a:pt x="264719" y="60110"/>
                </a:cubicBezTo>
                <a:lnTo>
                  <a:pt x="264719" y="65767"/>
                </a:lnTo>
                <a:lnTo>
                  <a:pt x="212481" y="65767"/>
                </a:lnTo>
                <a:cubicBezTo>
                  <a:pt x="210128" y="65767"/>
                  <a:pt x="208069" y="64883"/>
                  <a:pt x="206304" y="63116"/>
                </a:cubicBezTo>
                <a:cubicBezTo>
                  <a:pt x="204539" y="61348"/>
                  <a:pt x="203069" y="59285"/>
                  <a:pt x="201892" y="56928"/>
                </a:cubicBezTo>
                <a:cubicBezTo>
                  <a:pt x="200716" y="54570"/>
                  <a:pt x="199833" y="52154"/>
                  <a:pt x="199245" y="49679"/>
                </a:cubicBezTo>
                <a:cubicBezTo>
                  <a:pt x="198657" y="47204"/>
                  <a:pt x="198363" y="45259"/>
                  <a:pt x="198363" y="43845"/>
                </a:cubicBezTo>
                <a:lnTo>
                  <a:pt x="198363" y="0"/>
                </a:lnTo>
                <a:lnTo>
                  <a:pt x="199422" y="0"/>
                </a:lnTo>
                <a:cubicBezTo>
                  <a:pt x="201304" y="0"/>
                  <a:pt x="203245" y="295"/>
                  <a:pt x="205245" y="884"/>
                </a:cubicBezTo>
                <a:cubicBezTo>
                  <a:pt x="207246" y="1473"/>
                  <a:pt x="209540" y="2593"/>
                  <a:pt x="212128" y="4243"/>
                </a:cubicBezTo>
                <a:cubicBezTo>
                  <a:pt x="214716" y="5893"/>
                  <a:pt x="217952" y="8250"/>
                  <a:pt x="221834" y="11315"/>
                </a:cubicBezTo>
                <a:cubicBezTo>
                  <a:pt x="225717" y="14379"/>
                  <a:pt x="230600" y="18504"/>
                  <a:pt x="236482" y="23690"/>
                </a:cubicBezTo>
                <a:lnTo>
                  <a:pt x="236482" y="23690"/>
                </a:lnTo>
                <a:close/>
                <a:moveTo>
                  <a:pt x="176126" y="44199"/>
                </a:moveTo>
                <a:cubicBezTo>
                  <a:pt x="176126" y="48913"/>
                  <a:pt x="176832" y="53804"/>
                  <a:pt x="178244" y="58872"/>
                </a:cubicBezTo>
                <a:cubicBezTo>
                  <a:pt x="179656" y="63941"/>
                  <a:pt x="181891" y="68655"/>
                  <a:pt x="184950" y="73016"/>
                </a:cubicBezTo>
                <a:cubicBezTo>
                  <a:pt x="188009" y="77377"/>
                  <a:pt x="191892" y="80972"/>
                  <a:pt x="196598" y="83800"/>
                </a:cubicBezTo>
                <a:cubicBezTo>
                  <a:pt x="201304" y="86629"/>
                  <a:pt x="206834" y="88044"/>
                  <a:pt x="213187" y="88044"/>
                </a:cubicBezTo>
                <a:lnTo>
                  <a:pt x="264719" y="88044"/>
                </a:lnTo>
                <a:lnTo>
                  <a:pt x="264719" y="287467"/>
                </a:lnTo>
                <a:cubicBezTo>
                  <a:pt x="264719" y="294303"/>
                  <a:pt x="263366" y="300432"/>
                  <a:pt x="260660" y="305854"/>
                </a:cubicBezTo>
                <a:cubicBezTo>
                  <a:pt x="257954" y="311276"/>
                  <a:pt x="254365" y="315872"/>
                  <a:pt x="249895" y="319644"/>
                </a:cubicBezTo>
                <a:cubicBezTo>
                  <a:pt x="245424" y="323415"/>
                  <a:pt x="240482" y="326362"/>
                  <a:pt x="235070" y="328484"/>
                </a:cubicBezTo>
                <a:cubicBezTo>
                  <a:pt x="229658" y="330605"/>
                  <a:pt x="224364" y="331666"/>
                  <a:pt x="219187" y="331666"/>
                </a:cubicBezTo>
                <a:lnTo>
                  <a:pt x="45532" y="331666"/>
                </a:lnTo>
                <a:cubicBezTo>
                  <a:pt x="41061" y="331666"/>
                  <a:pt x="36178" y="330369"/>
                  <a:pt x="30884" y="327776"/>
                </a:cubicBezTo>
                <a:cubicBezTo>
                  <a:pt x="25589" y="325183"/>
                  <a:pt x="20648" y="321765"/>
                  <a:pt x="16060" y="317522"/>
                </a:cubicBezTo>
                <a:cubicBezTo>
                  <a:pt x="11471" y="313279"/>
                  <a:pt x="7647" y="308447"/>
                  <a:pt x="4588" y="303025"/>
                </a:cubicBezTo>
                <a:cubicBezTo>
                  <a:pt x="1529" y="297604"/>
                  <a:pt x="0" y="291946"/>
                  <a:pt x="0" y="286053"/>
                </a:cubicBezTo>
                <a:lnTo>
                  <a:pt x="0" y="45613"/>
                </a:lnTo>
                <a:cubicBezTo>
                  <a:pt x="0" y="40663"/>
                  <a:pt x="1118" y="35536"/>
                  <a:pt x="3353" y="30232"/>
                </a:cubicBezTo>
                <a:cubicBezTo>
                  <a:pt x="5589" y="24928"/>
                  <a:pt x="8647" y="20037"/>
                  <a:pt x="12530" y="15558"/>
                </a:cubicBezTo>
                <a:cubicBezTo>
                  <a:pt x="16413" y="11079"/>
                  <a:pt x="20825" y="7366"/>
                  <a:pt x="25766" y="4420"/>
                </a:cubicBezTo>
                <a:cubicBezTo>
                  <a:pt x="30707" y="1473"/>
                  <a:pt x="35884" y="0"/>
                  <a:pt x="41296" y="0"/>
                </a:cubicBezTo>
                <a:lnTo>
                  <a:pt x="176126" y="0"/>
                </a:lnTo>
                <a:lnTo>
                  <a:pt x="176126" y="44199"/>
                </a:lnTo>
                <a:lnTo>
                  <a:pt x="176126" y="44199"/>
                </a:lnTo>
                <a:close/>
                <a:moveTo>
                  <a:pt x="198363" y="264838"/>
                </a:moveTo>
                <a:cubicBezTo>
                  <a:pt x="204481" y="264838"/>
                  <a:pt x="209657" y="262657"/>
                  <a:pt x="213893" y="258296"/>
                </a:cubicBezTo>
                <a:cubicBezTo>
                  <a:pt x="218128" y="253935"/>
                  <a:pt x="220246" y="248690"/>
                  <a:pt x="220246" y="242562"/>
                </a:cubicBezTo>
                <a:cubicBezTo>
                  <a:pt x="220246" y="236433"/>
                  <a:pt x="218128" y="231247"/>
                  <a:pt x="213893" y="227004"/>
                </a:cubicBezTo>
                <a:cubicBezTo>
                  <a:pt x="209657" y="222761"/>
                  <a:pt x="204481" y="220639"/>
                  <a:pt x="198363" y="220639"/>
                </a:cubicBezTo>
                <a:lnTo>
                  <a:pt x="66003" y="220639"/>
                </a:lnTo>
                <a:cubicBezTo>
                  <a:pt x="59885" y="220639"/>
                  <a:pt x="54709" y="222761"/>
                  <a:pt x="50473" y="227004"/>
                </a:cubicBezTo>
                <a:cubicBezTo>
                  <a:pt x="46238" y="231247"/>
                  <a:pt x="44120" y="236433"/>
                  <a:pt x="44120" y="242562"/>
                </a:cubicBezTo>
                <a:cubicBezTo>
                  <a:pt x="44120" y="248690"/>
                  <a:pt x="46238" y="253935"/>
                  <a:pt x="50473" y="258296"/>
                </a:cubicBezTo>
                <a:cubicBezTo>
                  <a:pt x="54709" y="262657"/>
                  <a:pt x="59885" y="264838"/>
                  <a:pt x="66003" y="264838"/>
                </a:cubicBezTo>
                <a:lnTo>
                  <a:pt x="198363" y="264838"/>
                </a:lnTo>
                <a:lnTo>
                  <a:pt x="198363" y="264838"/>
                </a:lnTo>
                <a:close/>
                <a:moveTo>
                  <a:pt x="220246" y="154518"/>
                </a:moveTo>
                <a:cubicBezTo>
                  <a:pt x="220246" y="148389"/>
                  <a:pt x="218128" y="143144"/>
                  <a:pt x="213893" y="138783"/>
                </a:cubicBezTo>
                <a:cubicBezTo>
                  <a:pt x="209657" y="134423"/>
                  <a:pt x="204481" y="132242"/>
                  <a:pt x="198363" y="132242"/>
                </a:cubicBezTo>
                <a:lnTo>
                  <a:pt x="66003" y="132242"/>
                </a:lnTo>
                <a:cubicBezTo>
                  <a:pt x="59885" y="132242"/>
                  <a:pt x="54709" y="134423"/>
                  <a:pt x="50473" y="138783"/>
                </a:cubicBezTo>
                <a:cubicBezTo>
                  <a:pt x="46238" y="143144"/>
                  <a:pt x="44120" y="148389"/>
                  <a:pt x="44120" y="154518"/>
                </a:cubicBezTo>
                <a:cubicBezTo>
                  <a:pt x="44120" y="160647"/>
                  <a:pt x="46238" y="165833"/>
                  <a:pt x="50473" y="170076"/>
                </a:cubicBezTo>
                <a:cubicBezTo>
                  <a:pt x="54709" y="174319"/>
                  <a:pt x="59885" y="176441"/>
                  <a:pt x="66003" y="176441"/>
                </a:cubicBezTo>
                <a:lnTo>
                  <a:pt x="198363" y="176441"/>
                </a:lnTo>
                <a:cubicBezTo>
                  <a:pt x="204481" y="176441"/>
                  <a:pt x="209657" y="174319"/>
                  <a:pt x="213893" y="170076"/>
                </a:cubicBezTo>
                <a:cubicBezTo>
                  <a:pt x="218128" y="165833"/>
                  <a:pt x="220246" y="160647"/>
                  <a:pt x="220246" y="154518"/>
                </a:cubicBez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E0405-A980-48E5-A679-D5FCDA2C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161" y="2924456"/>
            <a:ext cx="10" cy="267186"/>
          </a:xfrm>
          <a:custGeom xmlns:a="http://schemas.openxmlformats.org/drawingml/2006/main">
            <a:pathLst>
              <a:path w="1" h="267186" fill="none">
                <a:moveTo>
                  <a:pt x="0" y="2671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899445-CACC-4700-ABA7-E813EFD3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979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F90704-8D2B-4EB6-8F11-D493234D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979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96201-4A5D-4FDC-B792-1E567B1D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798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3E5F9-861E-4588-B349-CDDC862D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616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631D2-1223-4DAE-88A9-6F156D46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616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F0F99-2C77-4903-B8CC-A19E1410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435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9BC55-CB23-45FD-87C6-1318D69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253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0904D1-FDC1-42A8-8DC1-7BD41F3E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253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9615F-D982-4C00-BDF5-C92AF178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072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D96EC-8C15-4CB8-BB81-26C3AC93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890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A722C9-DAF8-48DB-BFB3-1E3E8507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890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D3695-56C8-4631-B077-889B2EB1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072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869519-6029-4BA0-ACFD-D9B609F0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890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5E9B8-6C85-4527-8815-64A9009A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890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91508E-5190-49D5-B572-6A508AA8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708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64218-95D3-4B74-A982-DA4B68C7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526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BC8F9-3C39-4D40-8E5D-4172EC40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526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BE059F-2AB3-4CEF-B8C6-BFB6704F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345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AB64A-9DBA-46A2-BCFA-64ADA425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163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75F92-ED42-435F-B4D0-FDAEC952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163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A0DBF-5860-44D3-ABF8-748E6B2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912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2F1AF3-9032-48CE-BF39-DD58A150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730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94DDF0-AC52-43E1-8F44-0075D087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730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492B1-839B-4349-8583-B5F8A248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49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C684E-DE3E-4C00-B224-239EB8CE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367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2D4AA-859B-4DB2-80B8-89C8D39D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367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EDB1F-4C50-4B9A-9A20-F86BB2BB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887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8EF71E-B715-40BA-BDDF-DE4143DC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705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9B5EAF-42CA-4EB0-A062-A3EC16AE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705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FA6AC-0C39-4B8E-8B44-D7210D34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2524" y="2924456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91950-4E2B-494F-8B0A-66C5C8A6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342" y="2825183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2D92E-AAF1-4F2E-A953-78DDA7EF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342" y="2825183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CE3D86-44EF-4FA8-972B-B278C4CD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161" y="1581909"/>
            <a:ext cx="10" cy="267186"/>
          </a:xfrm>
          <a:custGeom xmlns:a="http://schemas.openxmlformats.org/drawingml/2006/main">
            <a:pathLst>
              <a:path w="1" h="267186" fill="none">
                <a:moveTo>
                  <a:pt x="0" y="2671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885149-19DF-427E-A0D7-3FB122EE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979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83FF97-2E27-48C8-9E03-4D1B3C47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9979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85BE1-5536-428F-A500-13DB2F03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9798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4B092-6F6B-4A87-BEAE-46BD8598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616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CE819-384F-4B3D-B5D5-E74AE9FA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616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7797D8-5734-4E0A-9C3B-D7B5D277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3435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B4A38C-10B8-4F6C-B800-A1C3EB3A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253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A8EE9-037C-47B1-A034-1AE4CECB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7253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5CB0E-1C2F-4A2D-A2C6-F32D7382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072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125AB8-9B6A-469B-84E2-A0AD89A3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890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47528-3CAD-4081-9CC0-6EF8C2F1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890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AAAC3-F27E-4D12-B471-764D384D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7072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F6875-D737-4EB2-81AA-83F819BA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890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181C00-26FB-4DA8-9436-AF40BCFB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890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999623-29BF-49DD-A153-91474D32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0708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845EF6-33D9-431B-A738-8E01A5CB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526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8A20DA-EED0-44C9-B758-B2E1705D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4526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E139C-D3FE-45B4-82F9-B1BD1AD0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4345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0584B7-15C4-472C-BAE5-0DDDB214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163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B3B58-95C3-4054-81D5-F16222E4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163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A64BA-441D-44E2-8CDD-FBAA6608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912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1FD98D-098D-4778-A269-20DF52B2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730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03FF5B-578A-40C3-A0F1-69515E8B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730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33F723-FCDF-4F3D-9702-9C43C0A4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49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2003C3-1EC1-4A86-B15E-484BB5B8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367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035C1-1C91-46DD-9531-3FE37032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7367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9255D-A40E-47B7-AC7C-5C8FFD9D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8887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27C49-D78F-4373-B816-5FFDA104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705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FF5F3-B130-493B-9CA9-FB41DA53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705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E9CD9-D179-4168-853E-381B690F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2524" y="1581909"/>
            <a:ext cx="10" cy="257731"/>
          </a:xfrm>
          <a:custGeom xmlns:a="http://schemas.openxmlformats.org/drawingml/2006/main">
            <a:pathLst>
              <a:path w="1" h="257731" fill="none">
                <a:moveTo>
                  <a:pt x="0" y="25773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00D0D-948A-4FFE-814A-4BFBA739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342" y="1482636"/>
            <a:ext cx="132364" cy="132364"/>
          </a:xfrm>
          <a:custGeom xmlns:a="http://schemas.openxmlformats.org/drawingml/2006/main">
            <a:pathLst>
              <a:path w="132364" h="132364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7211F-9D3F-40A8-B299-CA8D609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6342" y="1482636"/>
            <a:ext cx="132364" cy="132364"/>
          </a:xfrm>
          <a:custGeom xmlns:a="http://schemas.openxmlformats.org/drawingml/2006/main">
            <a:pathLst>
              <a:path w="132364" h="132364" fill="none">
                <a:moveTo>
                  <a:pt x="66182" y="0"/>
                </a:moveTo>
                <a:lnTo>
                  <a:pt x="132364" y="132364"/>
                </a:lnTo>
                <a:lnTo>
                  <a:pt x="66182" y="99273"/>
                </a:lnTo>
                <a:lnTo>
                  <a:pt x="0" y="132364"/>
                </a:lnTo>
                <a:lnTo>
                  <a:pt x="6618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000000"/>
            </a:solidFill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BC7518-DBBD-477B-8060-F23BCDF3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273" y="4477463"/>
            <a:ext cx="4727281" cy="1616730"/>
          </a:xfrm>
          <a:custGeom xmlns:a="http://schemas.openxmlformats.org/drawingml/2006/main">
            <a:pathLst>
              <a:path w="4727281" h="1616730">
                <a:moveTo>
                  <a:pt x="210270" y="0"/>
                </a:moveTo>
                <a:lnTo>
                  <a:pt x="4517012" y="0"/>
                </a:lnTo>
                <a:cubicBezTo>
                  <a:pt x="4530819" y="1"/>
                  <a:pt x="4544492" y="1348"/>
                  <a:pt x="4558033" y="4041"/>
                </a:cubicBezTo>
                <a:cubicBezTo>
                  <a:pt x="4571574" y="6734"/>
                  <a:pt x="4584721" y="10723"/>
                  <a:pt x="4597477" y="16006"/>
                </a:cubicBezTo>
                <a:cubicBezTo>
                  <a:pt x="4610233" y="21288"/>
                  <a:pt x="4622350" y="27766"/>
                  <a:pt x="4633830" y="35437"/>
                </a:cubicBezTo>
                <a:cubicBezTo>
                  <a:pt x="4645310" y="43107"/>
                  <a:pt x="4655931" y="51823"/>
                  <a:pt x="4665694" y="61586"/>
                </a:cubicBezTo>
                <a:cubicBezTo>
                  <a:pt x="4675457" y="71348"/>
                  <a:pt x="4684172" y="81969"/>
                  <a:pt x="4691842" y="93449"/>
                </a:cubicBezTo>
                <a:cubicBezTo>
                  <a:pt x="4699513" y="104928"/>
                  <a:pt x="4705989" y="117046"/>
                  <a:pt x="4711274" y="129802"/>
                </a:cubicBezTo>
                <a:cubicBezTo>
                  <a:pt x="4716557" y="142557"/>
                  <a:pt x="4720546" y="155705"/>
                  <a:pt x="4723240" y="169247"/>
                </a:cubicBezTo>
                <a:cubicBezTo>
                  <a:pt x="4725933" y="182789"/>
                  <a:pt x="4727280" y="196463"/>
                  <a:pt x="4727281" y="210269"/>
                </a:cubicBezTo>
                <a:lnTo>
                  <a:pt x="4727281" y="1406461"/>
                </a:lnTo>
                <a:cubicBezTo>
                  <a:pt x="4727280" y="1420267"/>
                  <a:pt x="4725933" y="1433940"/>
                  <a:pt x="4723240" y="1447482"/>
                </a:cubicBezTo>
                <a:cubicBezTo>
                  <a:pt x="4720546" y="1461022"/>
                  <a:pt x="4716557" y="1474171"/>
                  <a:pt x="4711274" y="1486926"/>
                </a:cubicBezTo>
                <a:cubicBezTo>
                  <a:pt x="4705989" y="1499682"/>
                  <a:pt x="4699513" y="1511799"/>
                  <a:pt x="4691843" y="1523279"/>
                </a:cubicBezTo>
                <a:cubicBezTo>
                  <a:pt x="4684172" y="1534759"/>
                  <a:pt x="4675457" y="1545380"/>
                  <a:pt x="4665694" y="1555143"/>
                </a:cubicBezTo>
                <a:cubicBezTo>
                  <a:pt x="4655931" y="1564906"/>
                  <a:pt x="4645308" y="1573623"/>
                  <a:pt x="4633828" y="1581292"/>
                </a:cubicBezTo>
                <a:cubicBezTo>
                  <a:pt x="4622349" y="1588963"/>
                  <a:pt x="4610232" y="1595440"/>
                  <a:pt x="4597476" y="1600723"/>
                </a:cubicBezTo>
                <a:cubicBezTo>
                  <a:pt x="4584721" y="1606007"/>
                  <a:pt x="4571573" y="1609996"/>
                  <a:pt x="4558033" y="1612690"/>
                </a:cubicBezTo>
                <a:cubicBezTo>
                  <a:pt x="4544492" y="1615383"/>
                  <a:pt x="4530819" y="1616730"/>
                  <a:pt x="4517012" y="1616730"/>
                </a:cubicBezTo>
                <a:lnTo>
                  <a:pt x="210270" y="1616730"/>
                </a:lnTo>
                <a:cubicBezTo>
                  <a:pt x="196463" y="1616730"/>
                  <a:pt x="182789" y="1615383"/>
                  <a:pt x="169247" y="1612690"/>
                </a:cubicBezTo>
                <a:cubicBezTo>
                  <a:pt x="155707" y="1609996"/>
                  <a:pt x="142558" y="1606007"/>
                  <a:pt x="129803" y="1600723"/>
                </a:cubicBezTo>
                <a:cubicBezTo>
                  <a:pt x="117047" y="1595440"/>
                  <a:pt x="104929" y="1588963"/>
                  <a:pt x="93450" y="1581293"/>
                </a:cubicBezTo>
                <a:cubicBezTo>
                  <a:pt x="81970" y="1573623"/>
                  <a:pt x="71349" y="1564906"/>
                  <a:pt x="61587" y="1555143"/>
                </a:cubicBezTo>
                <a:cubicBezTo>
                  <a:pt x="51824" y="1545380"/>
                  <a:pt x="43108" y="1534759"/>
                  <a:pt x="35437" y="1523279"/>
                </a:cubicBezTo>
                <a:cubicBezTo>
                  <a:pt x="27766" y="1511799"/>
                  <a:pt x="21289" y="1499682"/>
                  <a:pt x="16005" y="1486926"/>
                </a:cubicBezTo>
                <a:cubicBezTo>
                  <a:pt x="10722" y="1474171"/>
                  <a:pt x="6734" y="1461022"/>
                  <a:pt x="4040" y="1447482"/>
                </a:cubicBezTo>
                <a:cubicBezTo>
                  <a:pt x="1347" y="1433940"/>
                  <a:pt x="0" y="1420267"/>
                  <a:pt x="0" y="1406461"/>
                </a:cubicBezTo>
                <a:lnTo>
                  <a:pt x="0" y="210269"/>
                </a:lnTo>
                <a:cubicBezTo>
                  <a:pt x="0" y="196463"/>
                  <a:pt x="1347" y="182789"/>
                  <a:pt x="4040" y="169247"/>
                </a:cubicBezTo>
                <a:cubicBezTo>
                  <a:pt x="6734" y="155705"/>
                  <a:pt x="10722" y="142557"/>
                  <a:pt x="16005" y="129802"/>
                </a:cubicBezTo>
                <a:cubicBezTo>
                  <a:pt x="21289" y="117046"/>
                  <a:pt x="27766" y="104928"/>
                  <a:pt x="35437" y="93449"/>
                </a:cubicBezTo>
                <a:cubicBezTo>
                  <a:pt x="43108" y="81969"/>
                  <a:pt x="51824" y="71348"/>
                  <a:pt x="61587" y="61586"/>
                </a:cubicBezTo>
                <a:cubicBezTo>
                  <a:pt x="71349" y="51823"/>
                  <a:pt x="81970" y="43107"/>
                  <a:pt x="93449" y="35437"/>
                </a:cubicBezTo>
                <a:cubicBezTo>
                  <a:pt x="104929" y="27766"/>
                  <a:pt x="117047" y="21288"/>
                  <a:pt x="129803" y="16006"/>
                </a:cubicBezTo>
                <a:cubicBezTo>
                  <a:pt x="142558" y="10723"/>
                  <a:pt x="155707" y="6734"/>
                  <a:pt x="169248" y="4041"/>
                </a:cubicBezTo>
                <a:cubicBezTo>
                  <a:pt x="182789" y="1348"/>
                  <a:pt x="196463" y="1"/>
                  <a:pt x="210270" y="0"/>
                </a:cubicBez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A72A89-2D23-43AC-9883-4168430B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273" y="4477463"/>
            <a:ext cx="4727281" cy="1616730"/>
          </a:xfrm>
          <a:custGeom xmlns:a="http://schemas.openxmlformats.org/drawingml/2006/main">
            <a:pathLst>
              <a:path w="4727281" h="1616730" fill="none">
                <a:moveTo>
                  <a:pt x="210270" y="0"/>
                </a:moveTo>
                <a:lnTo>
                  <a:pt x="4517012" y="0"/>
                </a:lnTo>
                <a:cubicBezTo>
                  <a:pt x="4530819" y="1"/>
                  <a:pt x="4544492" y="1348"/>
                  <a:pt x="4558033" y="4041"/>
                </a:cubicBezTo>
                <a:cubicBezTo>
                  <a:pt x="4571574" y="6734"/>
                  <a:pt x="4584721" y="10723"/>
                  <a:pt x="4597477" y="16006"/>
                </a:cubicBezTo>
                <a:cubicBezTo>
                  <a:pt x="4610233" y="21288"/>
                  <a:pt x="4622350" y="27766"/>
                  <a:pt x="4633830" y="35437"/>
                </a:cubicBezTo>
                <a:cubicBezTo>
                  <a:pt x="4645310" y="43107"/>
                  <a:pt x="4655931" y="51823"/>
                  <a:pt x="4665694" y="61586"/>
                </a:cubicBezTo>
                <a:cubicBezTo>
                  <a:pt x="4675457" y="71348"/>
                  <a:pt x="4684172" y="81969"/>
                  <a:pt x="4691842" y="93449"/>
                </a:cubicBezTo>
                <a:cubicBezTo>
                  <a:pt x="4699513" y="104928"/>
                  <a:pt x="4705989" y="117046"/>
                  <a:pt x="4711274" y="129802"/>
                </a:cubicBezTo>
                <a:cubicBezTo>
                  <a:pt x="4716557" y="142557"/>
                  <a:pt x="4720546" y="155705"/>
                  <a:pt x="4723240" y="169247"/>
                </a:cubicBezTo>
                <a:cubicBezTo>
                  <a:pt x="4725933" y="182789"/>
                  <a:pt x="4727280" y="196463"/>
                  <a:pt x="4727281" y="210269"/>
                </a:cubicBezTo>
                <a:lnTo>
                  <a:pt x="4727281" y="1406461"/>
                </a:lnTo>
                <a:cubicBezTo>
                  <a:pt x="4727280" y="1420267"/>
                  <a:pt x="4725933" y="1433940"/>
                  <a:pt x="4723240" y="1447482"/>
                </a:cubicBezTo>
                <a:cubicBezTo>
                  <a:pt x="4720546" y="1461022"/>
                  <a:pt x="4716557" y="1474171"/>
                  <a:pt x="4711274" y="1486926"/>
                </a:cubicBezTo>
                <a:cubicBezTo>
                  <a:pt x="4705989" y="1499682"/>
                  <a:pt x="4699513" y="1511799"/>
                  <a:pt x="4691843" y="1523279"/>
                </a:cubicBezTo>
                <a:cubicBezTo>
                  <a:pt x="4684172" y="1534759"/>
                  <a:pt x="4675457" y="1545380"/>
                  <a:pt x="4665694" y="1555143"/>
                </a:cubicBezTo>
                <a:cubicBezTo>
                  <a:pt x="4655931" y="1564906"/>
                  <a:pt x="4645308" y="1573623"/>
                  <a:pt x="4633828" y="1581292"/>
                </a:cubicBezTo>
                <a:cubicBezTo>
                  <a:pt x="4622349" y="1588963"/>
                  <a:pt x="4610232" y="1595440"/>
                  <a:pt x="4597476" y="1600723"/>
                </a:cubicBezTo>
                <a:cubicBezTo>
                  <a:pt x="4584721" y="1606007"/>
                  <a:pt x="4571573" y="1609996"/>
                  <a:pt x="4558033" y="1612690"/>
                </a:cubicBezTo>
                <a:cubicBezTo>
                  <a:pt x="4544492" y="1615383"/>
                  <a:pt x="4530819" y="1616730"/>
                  <a:pt x="4517012" y="1616730"/>
                </a:cubicBezTo>
                <a:lnTo>
                  <a:pt x="210270" y="1616730"/>
                </a:lnTo>
                <a:cubicBezTo>
                  <a:pt x="196463" y="1616730"/>
                  <a:pt x="182789" y="1615383"/>
                  <a:pt x="169247" y="1612690"/>
                </a:cubicBezTo>
                <a:cubicBezTo>
                  <a:pt x="155707" y="1609996"/>
                  <a:pt x="142558" y="1606007"/>
                  <a:pt x="129803" y="1600723"/>
                </a:cubicBezTo>
                <a:cubicBezTo>
                  <a:pt x="117047" y="1595440"/>
                  <a:pt x="104929" y="1588963"/>
                  <a:pt x="93450" y="1581293"/>
                </a:cubicBezTo>
                <a:cubicBezTo>
                  <a:pt x="81970" y="1573623"/>
                  <a:pt x="71349" y="1564906"/>
                  <a:pt x="61587" y="1555143"/>
                </a:cubicBezTo>
                <a:cubicBezTo>
                  <a:pt x="51824" y="1545380"/>
                  <a:pt x="43108" y="1534759"/>
                  <a:pt x="35437" y="1523279"/>
                </a:cubicBezTo>
                <a:cubicBezTo>
                  <a:pt x="27766" y="1511799"/>
                  <a:pt x="21289" y="1499682"/>
                  <a:pt x="16005" y="1486926"/>
                </a:cubicBezTo>
                <a:cubicBezTo>
                  <a:pt x="10722" y="1474171"/>
                  <a:pt x="6734" y="1461022"/>
                  <a:pt x="4040" y="1447482"/>
                </a:cubicBezTo>
                <a:cubicBezTo>
                  <a:pt x="1347" y="1433940"/>
                  <a:pt x="0" y="1420267"/>
                  <a:pt x="0" y="1406461"/>
                </a:cubicBezTo>
                <a:lnTo>
                  <a:pt x="0" y="210269"/>
                </a:lnTo>
                <a:cubicBezTo>
                  <a:pt x="0" y="196463"/>
                  <a:pt x="1347" y="182789"/>
                  <a:pt x="4040" y="169247"/>
                </a:cubicBezTo>
                <a:cubicBezTo>
                  <a:pt x="6734" y="155705"/>
                  <a:pt x="10722" y="142557"/>
                  <a:pt x="16005" y="129802"/>
                </a:cubicBezTo>
                <a:cubicBezTo>
                  <a:pt x="21289" y="117046"/>
                  <a:pt x="27766" y="104928"/>
                  <a:pt x="35437" y="93449"/>
                </a:cubicBezTo>
                <a:cubicBezTo>
                  <a:pt x="43108" y="81969"/>
                  <a:pt x="51824" y="71348"/>
                  <a:pt x="61587" y="61586"/>
                </a:cubicBezTo>
                <a:cubicBezTo>
                  <a:pt x="71349" y="51823"/>
                  <a:pt x="81970" y="43107"/>
                  <a:pt x="93449" y="35437"/>
                </a:cubicBezTo>
                <a:cubicBezTo>
                  <a:pt x="104929" y="27766"/>
                  <a:pt x="117047" y="21288"/>
                  <a:pt x="129803" y="16006"/>
                </a:cubicBezTo>
                <a:cubicBezTo>
                  <a:pt x="142558" y="10723"/>
                  <a:pt x="155707" y="6734"/>
                  <a:pt x="169248" y="4041"/>
                </a:cubicBezTo>
                <a:cubicBezTo>
                  <a:pt x="182789" y="1348"/>
                  <a:pt x="196463" y="1"/>
                  <a:pt x="21027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66666"/>
            </a:solidFill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BFC62-C5A0-4180-B599-2338BA49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574437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84EA2-D586-4EBF-B743-F5633203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5744374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9673A6"/>
            </a:solidFill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1714CB-920A-4EE9-BF07-5ED300C2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5460737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1BEA4-8849-4476-8EA5-101D13DB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5460737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D79B00"/>
            </a:solidFill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0A9C8-2E9E-4E16-9B9B-6C022264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4931281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BC554-38D0-4250-9638-4F309A69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4931281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82B366"/>
            </a:solidFill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D94C4-808A-43D9-A85C-A9988D22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4666554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E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20395-1110-4E06-97E4-2FB612D7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4666554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B85450"/>
            </a:solidFill>
            <a:miter/>
          </a:ln>
        </p:spPr>
      </p:sp>
      <p:sp>
        <p:nvSpPr>
          <p:cNvPr id="622" name="Text User'sspeech">
            <a:extLst xmlns:a="http://schemas.openxmlformats.org/drawingml/2006/main">
              <a:ext uri="{FF2B5EF4-FFF2-40B4-BE49-F238E27FC236}">
                <a16:creationId xmlns:a16="http://schemas.microsoft.com/office/drawing/2014/main" id="{4B6BE625-6EF7-48B2-8D53-4F7C2FE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6723" y="4654736"/>
            <a:ext cx="1396789" cy="210512"/>
          </a:xfrm>
          <a:custGeom xmlns:a="http://schemas.openxmlformats.org/drawingml/2006/main">
            <a:pathLst>
              <a:path w="1396789" h="210512">
                <a:moveTo>
                  <a:pt x="22381" y="222"/>
                </a:moveTo>
                <a:lnTo>
                  <a:pt x="22381" y="100976"/>
                </a:lnTo>
                <a:cubicBezTo>
                  <a:pt x="22381" y="112811"/>
                  <a:pt x="24597" y="122648"/>
                  <a:pt x="29028" y="130490"/>
                </a:cubicBezTo>
                <a:cubicBezTo>
                  <a:pt x="35602" y="142326"/>
                  <a:pt x="46682" y="148245"/>
                  <a:pt x="62267" y="148245"/>
                </a:cubicBezTo>
                <a:cubicBezTo>
                  <a:pt x="80955" y="148245"/>
                  <a:pt x="93659" y="141846"/>
                  <a:pt x="100381" y="129049"/>
                </a:cubicBezTo>
                <a:cubicBezTo>
                  <a:pt x="104000" y="122094"/>
                  <a:pt x="105810" y="112737"/>
                  <a:pt x="105810" y="100976"/>
                </a:cubicBezTo>
                <a:lnTo>
                  <a:pt x="105810" y="222"/>
                </a:lnTo>
                <a:lnTo>
                  <a:pt x="128191" y="222"/>
                </a:lnTo>
                <a:lnTo>
                  <a:pt x="128191" y="91749"/>
                </a:lnTo>
                <a:cubicBezTo>
                  <a:pt x="128191" y="111794"/>
                  <a:pt x="125495" y="127215"/>
                  <a:pt x="120102" y="138013"/>
                </a:cubicBezTo>
                <a:cubicBezTo>
                  <a:pt x="110205" y="157686"/>
                  <a:pt x="91517" y="167523"/>
                  <a:pt x="64040" y="167523"/>
                </a:cubicBezTo>
                <a:cubicBezTo>
                  <a:pt x="36563" y="167523"/>
                  <a:pt x="17912" y="157686"/>
                  <a:pt x="8088" y="138013"/>
                </a:cubicBezTo>
                <a:cubicBezTo>
                  <a:pt x="2696" y="127215"/>
                  <a:pt x="0" y="111794"/>
                  <a:pt x="0" y="91749"/>
                </a:cubicBezTo>
                <a:lnTo>
                  <a:pt x="0" y="222"/>
                </a:lnTo>
                <a:lnTo>
                  <a:pt x="22381" y="222"/>
                </a:lnTo>
                <a:moveTo>
                  <a:pt x="64151" y="222"/>
                </a:moveTo>
                <a:lnTo>
                  <a:pt x="64151" y="222"/>
                </a:lnTo>
                <a:close/>
                <a:moveTo>
                  <a:pt x="171473" y="125864"/>
                </a:moveTo>
                <a:cubicBezTo>
                  <a:pt x="172064" y="132542"/>
                  <a:pt x="173726" y="137661"/>
                  <a:pt x="176459" y="141223"/>
                </a:cubicBezTo>
                <a:cubicBezTo>
                  <a:pt x="181482" y="147677"/>
                  <a:pt x="190198" y="150904"/>
                  <a:pt x="202607" y="150904"/>
                </a:cubicBezTo>
                <a:cubicBezTo>
                  <a:pt x="209993" y="150904"/>
                  <a:pt x="216493" y="149294"/>
                  <a:pt x="222107" y="146074"/>
                </a:cubicBezTo>
                <a:cubicBezTo>
                  <a:pt x="227721" y="142851"/>
                  <a:pt x="230527" y="137870"/>
                  <a:pt x="230527" y="131130"/>
                </a:cubicBezTo>
                <a:cubicBezTo>
                  <a:pt x="230527" y="126020"/>
                  <a:pt x="228275" y="122131"/>
                  <a:pt x="223769" y="119465"/>
                </a:cubicBezTo>
                <a:cubicBezTo>
                  <a:pt x="220888" y="117836"/>
                  <a:pt x="215201" y="115949"/>
                  <a:pt x="206706" y="113804"/>
                </a:cubicBezTo>
                <a:lnTo>
                  <a:pt x="190863" y="109809"/>
                </a:lnTo>
                <a:cubicBezTo>
                  <a:pt x="180743" y="107293"/>
                  <a:pt x="173283" y="104481"/>
                  <a:pt x="168482" y="101375"/>
                </a:cubicBezTo>
                <a:cubicBezTo>
                  <a:pt x="159914" y="95973"/>
                  <a:pt x="155630" y="88499"/>
                  <a:pt x="155630" y="78952"/>
                </a:cubicBezTo>
                <a:cubicBezTo>
                  <a:pt x="155630" y="67707"/>
                  <a:pt x="159674" y="58606"/>
                  <a:pt x="167762" y="51652"/>
                </a:cubicBezTo>
                <a:cubicBezTo>
                  <a:pt x="175850" y="44694"/>
                  <a:pt x="186726" y="41216"/>
                  <a:pt x="200391" y="41216"/>
                </a:cubicBezTo>
                <a:cubicBezTo>
                  <a:pt x="218266" y="41216"/>
                  <a:pt x="231155" y="46460"/>
                  <a:pt x="239059" y="56949"/>
                </a:cubicBezTo>
                <a:cubicBezTo>
                  <a:pt x="244008" y="63597"/>
                  <a:pt x="246408" y="70761"/>
                  <a:pt x="246260" y="78443"/>
                </a:cubicBezTo>
                <a:lnTo>
                  <a:pt x="227425" y="78443"/>
                </a:lnTo>
                <a:cubicBezTo>
                  <a:pt x="227056" y="73986"/>
                  <a:pt x="225468" y="69932"/>
                  <a:pt x="222661" y="66280"/>
                </a:cubicBezTo>
                <a:cubicBezTo>
                  <a:pt x="218081" y="61093"/>
                  <a:pt x="210141" y="58500"/>
                  <a:pt x="198840" y="58500"/>
                </a:cubicBezTo>
                <a:cubicBezTo>
                  <a:pt x="191306" y="58500"/>
                  <a:pt x="185600" y="59935"/>
                  <a:pt x="181722" y="62804"/>
                </a:cubicBezTo>
                <a:cubicBezTo>
                  <a:pt x="177844" y="65671"/>
                  <a:pt x="175905" y="69457"/>
                  <a:pt x="175905" y="74164"/>
                </a:cubicBezTo>
                <a:cubicBezTo>
                  <a:pt x="175905" y="79311"/>
                  <a:pt x="178454" y="83429"/>
                  <a:pt x="183550" y="86518"/>
                </a:cubicBezTo>
                <a:cubicBezTo>
                  <a:pt x="186505" y="88355"/>
                  <a:pt x="190863" y="89976"/>
                  <a:pt x="196624" y="91382"/>
                </a:cubicBezTo>
                <a:lnTo>
                  <a:pt x="209809" y="94602"/>
                </a:lnTo>
                <a:cubicBezTo>
                  <a:pt x="224138" y="98081"/>
                  <a:pt x="233741" y="101447"/>
                  <a:pt x="238616" y="104702"/>
                </a:cubicBezTo>
                <a:cubicBezTo>
                  <a:pt x="246371" y="109808"/>
                  <a:pt x="250249" y="117836"/>
                  <a:pt x="250249" y="128786"/>
                </a:cubicBezTo>
                <a:cubicBezTo>
                  <a:pt x="250249" y="139367"/>
                  <a:pt x="246242" y="148505"/>
                  <a:pt x="238228" y="156201"/>
                </a:cubicBezTo>
                <a:cubicBezTo>
                  <a:pt x="230214" y="163897"/>
                  <a:pt x="218008" y="167745"/>
                  <a:pt x="201610" y="167745"/>
                </a:cubicBezTo>
                <a:cubicBezTo>
                  <a:pt x="183956" y="167745"/>
                  <a:pt x="171455" y="163727"/>
                  <a:pt x="164105" y="155692"/>
                </a:cubicBezTo>
                <a:cubicBezTo>
                  <a:pt x="156756" y="147657"/>
                  <a:pt x="152823" y="137714"/>
                  <a:pt x="152306" y="125864"/>
                </a:cubicBezTo>
                <a:lnTo>
                  <a:pt x="171473" y="125864"/>
                </a:lnTo>
                <a:moveTo>
                  <a:pt x="200945" y="41438"/>
                </a:moveTo>
                <a:lnTo>
                  <a:pt x="200945" y="41438"/>
                </a:lnTo>
                <a:close/>
                <a:moveTo>
                  <a:pt x="322488" y="41659"/>
                </a:moveTo>
                <a:cubicBezTo>
                  <a:pt x="330908" y="41659"/>
                  <a:pt x="339070" y="43635"/>
                  <a:pt x="346974" y="47587"/>
                </a:cubicBezTo>
                <a:cubicBezTo>
                  <a:pt x="354877" y="51538"/>
                  <a:pt x="360897" y="56652"/>
                  <a:pt x="365033" y="62928"/>
                </a:cubicBezTo>
                <a:cubicBezTo>
                  <a:pt x="369022" y="68911"/>
                  <a:pt x="371681" y="75890"/>
                  <a:pt x="373011" y="83865"/>
                </a:cubicBezTo>
                <a:cubicBezTo>
                  <a:pt x="374192" y="89331"/>
                  <a:pt x="374783" y="98086"/>
                  <a:pt x="374783" y="110131"/>
                </a:cubicBezTo>
                <a:lnTo>
                  <a:pt x="287809" y="110131"/>
                </a:lnTo>
                <a:cubicBezTo>
                  <a:pt x="288178" y="122171"/>
                  <a:pt x="291022" y="131828"/>
                  <a:pt x="296340" y="139104"/>
                </a:cubicBezTo>
                <a:cubicBezTo>
                  <a:pt x="301658" y="146380"/>
                  <a:pt x="309894" y="150017"/>
                  <a:pt x="321048" y="150017"/>
                </a:cubicBezTo>
                <a:cubicBezTo>
                  <a:pt x="331462" y="150017"/>
                  <a:pt x="339772" y="146614"/>
                  <a:pt x="345977" y="139807"/>
                </a:cubicBezTo>
                <a:cubicBezTo>
                  <a:pt x="349522" y="135855"/>
                  <a:pt x="352033" y="131281"/>
                  <a:pt x="353511" y="126085"/>
                </a:cubicBezTo>
                <a:lnTo>
                  <a:pt x="373121" y="126085"/>
                </a:lnTo>
                <a:cubicBezTo>
                  <a:pt x="372604" y="130420"/>
                  <a:pt x="370887" y="135251"/>
                  <a:pt x="367969" y="140579"/>
                </a:cubicBezTo>
                <a:cubicBezTo>
                  <a:pt x="365052" y="145904"/>
                  <a:pt x="361783" y="150256"/>
                  <a:pt x="358164" y="153635"/>
                </a:cubicBezTo>
                <a:cubicBezTo>
                  <a:pt x="352107" y="159515"/>
                  <a:pt x="344610" y="163482"/>
                  <a:pt x="335673" y="165539"/>
                </a:cubicBezTo>
                <a:cubicBezTo>
                  <a:pt x="330871" y="166714"/>
                  <a:pt x="325442" y="167301"/>
                  <a:pt x="319386" y="167301"/>
                </a:cubicBezTo>
                <a:cubicBezTo>
                  <a:pt x="304613" y="167301"/>
                  <a:pt x="292093" y="161923"/>
                  <a:pt x="281826" y="151167"/>
                </a:cubicBezTo>
                <a:cubicBezTo>
                  <a:pt x="271559" y="140410"/>
                  <a:pt x="266425" y="125347"/>
                  <a:pt x="266425" y="105976"/>
                </a:cubicBezTo>
                <a:cubicBezTo>
                  <a:pt x="266425" y="86903"/>
                  <a:pt x="271596" y="71416"/>
                  <a:pt x="281937" y="59515"/>
                </a:cubicBezTo>
                <a:cubicBezTo>
                  <a:pt x="292278" y="47611"/>
                  <a:pt x="305795" y="41659"/>
                  <a:pt x="322488" y="41659"/>
                </a:cubicBezTo>
                <a:moveTo>
                  <a:pt x="354286" y="94176"/>
                </a:moveTo>
                <a:cubicBezTo>
                  <a:pt x="353474" y="85507"/>
                  <a:pt x="351590" y="78578"/>
                  <a:pt x="348636" y="73392"/>
                </a:cubicBezTo>
                <a:cubicBezTo>
                  <a:pt x="343170" y="63759"/>
                  <a:pt x="334048" y="58943"/>
                  <a:pt x="321269" y="58943"/>
                </a:cubicBezTo>
                <a:cubicBezTo>
                  <a:pt x="312110" y="58943"/>
                  <a:pt x="304428" y="62259"/>
                  <a:pt x="298224" y="68891"/>
                </a:cubicBezTo>
                <a:cubicBezTo>
                  <a:pt x="292019" y="75522"/>
                  <a:pt x="288732" y="83951"/>
                  <a:pt x="288363" y="94176"/>
                </a:cubicBezTo>
                <a:lnTo>
                  <a:pt x="354286" y="94176"/>
                </a:lnTo>
                <a:moveTo>
                  <a:pt x="320604" y="41438"/>
                </a:moveTo>
                <a:lnTo>
                  <a:pt x="320604" y="41438"/>
                </a:lnTo>
                <a:close/>
                <a:moveTo>
                  <a:pt x="399788" y="44318"/>
                </a:moveTo>
                <a:lnTo>
                  <a:pt x="418735" y="44318"/>
                </a:lnTo>
                <a:lnTo>
                  <a:pt x="418735" y="64926"/>
                </a:lnTo>
                <a:cubicBezTo>
                  <a:pt x="420286" y="60919"/>
                  <a:pt x="424090" y="56040"/>
                  <a:pt x="430146" y="50287"/>
                </a:cubicBezTo>
                <a:cubicBezTo>
                  <a:pt x="436203" y="44535"/>
                  <a:pt x="443183" y="41659"/>
                  <a:pt x="451087" y="41659"/>
                </a:cubicBezTo>
                <a:cubicBezTo>
                  <a:pt x="451456" y="41659"/>
                  <a:pt x="452084" y="41704"/>
                  <a:pt x="452970" y="41794"/>
                </a:cubicBezTo>
                <a:cubicBezTo>
                  <a:pt x="453857" y="41882"/>
                  <a:pt x="455371" y="42058"/>
                  <a:pt x="457513" y="42324"/>
                </a:cubicBezTo>
                <a:lnTo>
                  <a:pt x="457513" y="63375"/>
                </a:lnTo>
                <a:cubicBezTo>
                  <a:pt x="456331" y="63110"/>
                  <a:pt x="455242" y="62933"/>
                  <a:pt x="454245" y="62845"/>
                </a:cubicBezTo>
                <a:cubicBezTo>
                  <a:pt x="453247" y="62755"/>
                  <a:pt x="452158" y="62710"/>
                  <a:pt x="450976" y="62710"/>
                </a:cubicBezTo>
                <a:cubicBezTo>
                  <a:pt x="440931" y="62710"/>
                  <a:pt x="433212" y="65960"/>
                  <a:pt x="427820" y="72460"/>
                </a:cubicBezTo>
                <a:cubicBezTo>
                  <a:pt x="422428" y="78960"/>
                  <a:pt x="419732" y="86421"/>
                  <a:pt x="419732" y="94841"/>
                </a:cubicBezTo>
                <a:lnTo>
                  <a:pt x="419732" y="163091"/>
                </a:lnTo>
                <a:lnTo>
                  <a:pt x="399788" y="163091"/>
                </a:lnTo>
                <a:lnTo>
                  <a:pt x="399788" y="44318"/>
                </a:lnTo>
                <a:close/>
                <a:moveTo>
                  <a:pt x="497620" y="222"/>
                </a:moveTo>
                <a:lnTo>
                  <a:pt x="493964" y="65369"/>
                </a:lnTo>
                <a:lnTo>
                  <a:pt x="481111" y="65369"/>
                </a:lnTo>
                <a:lnTo>
                  <a:pt x="477455" y="222"/>
                </a:lnTo>
                <a:lnTo>
                  <a:pt x="497620" y="222"/>
                </a:lnTo>
                <a:close/>
                <a:moveTo>
                  <a:pt x="529991" y="125864"/>
                </a:moveTo>
                <a:cubicBezTo>
                  <a:pt x="530582" y="132542"/>
                  <a:pt x="532244" y="137661"/>
                  <a:pt x="534977" y="141223"/>
                </a:cubicBezTo>
                <a:cubicBezTo>
                  <a:pt x="539999" y="147677"/>
                  <a:pt x="548715" y="150904"/>
                  <a:pt x="561124" y="150904"/>
                </a:cubicBezTo>
                <a:cubicBezTo>
                  <a:pt x="568511" y="150904"/>
                  <a:pt x="575011" y="149294"/>
                  <a:pt x="580624" y="146074"/>
                </a:cubicBezTo>
                <a:cubicBezTo>
                  <a:pt x="586238" y="142851"/>
                  <a:pt x="589045" y="137870"/>
                  <a:pt x="589045" y="131130"/>
                </a:cubicBezTo>
                <a:cubicBezTo>
                  <a:pt x="589045" y="126020"/>
                  <a:pt x="586792" y="122131"/>
                  <a:pt x="582286" y="119465"/>
                </a:cubicBezTo>
                <a:cubicBezTo>
                  <a:pt x="579406" y="117836"/>
                  <a:pt x="573718" y="115949"/>
                  <a:pt x="565224" y="113804"/>
                </a:cubicBezTo>
                <a:lnTo>
                  <a:pt x="549380" y="109809"/>
                </a:lnTo>
                <a:cubicBezTo>
                  <a:pt x="539261" y="107293"/>
                  <a:pt x="531800" y="104481"/>
                  <a:pt x="526999" y="101375"/>
                </a:cubicBezTo>
                <a:cubicBezTo>
                  <a:pt x="518431" y="95973"/>
                  <a:pt x="514147" y="88499"/>
                  <a:pt x="514147" y="78952"/>
                </a:cubicBezTo>
                <a:cubicBezTo>
                  <a:pt x="514147" y="67707"/>
                  <a:pt x="518191" y="58606"/>
                  <a:pt x="526279" y="51652"/>
                </a:cubicBezTo>
                <a:cubicBezTo>
                  <a:pt x="534367" y="44694"/>
                  <a:pt x="545244" y="41216"/>
                  <a:pt x="558908" y="41216"/>
                </a:cubicBezTo>
                <a:cubicBezTo>
                  <a:pt x="576783" y="41216"/>
                  <a:pt x="589673" y="46460"/>
                  <a:pt x="597576" y="56949"/>
                </a:cubicBezTo>
                <a:cubicBezTo>
                  <a:pt x="602525" y="63597"/>
                  <a:pt x="604926" y="70761"/>
                  <a:pt x="604778" y="78443"/>
                </a:cubicBezTo>
                <a:lnTo>
                  <a:pt x="585943" y="78443"/>
                </a:lnTo>
                <a:cubicBezTo>
                  <a:pt x="585573" y="73986"/>
                  <a:pt x="583985" y="69932"/>
                  <a:pt x="581178" y="66280"/>
                </a:cubicBezTo>
                <a:cubicBezTo>
                  <a:pt x="576599" y="61093"/>
                  <a:pt x="568658" y="58500"/>
                  <a:pt x="557357" y="58500"/>
                </a:cubicBezTo>
                <a:cubicBezTo>
                  <a:pt x="549823" y="58500"/>
                  <a:pt x="544117" y="59935"/>
                  <a:pt x="540239" y="62804"/>
                </a:cubicBezTo>
                <a:cubicBezTo>
                  <a:pt x="536362" y="65671"/>
                  <a:pt x="534423" y="69457"/>
                  <a:pt x="534423" y="74164"/>
                </a:cubicBezTo>
                <a:cubicBezTo>
                  <a:pt x="534423" y="79311"/>
                  <a:pt x="536971" y="83429"/>
                  <a:pt x="542067" y="86518"/>
                </a:cubicBezTo>
                <a:cubicBezTo>
                  <a:pt x="545022" y="88355"/>
                  <a:pt x="549380" y="89976"/>
                  <a:pt x="555141" y="91382"/>
                </a:cubicBezTo>
                <a:lnTo>
                  <a:pt x="568326" y="94602"/>
                </a:lnTo>
                <a:cubicBezTo>
                  <a:pt x="582656" y="98081"/>
                  <a:pt x="592258" y="101447"/>
                  <a:pt x="597133" y="104702"/>
                </a:cubicBezTo>
                <a:cubicBezTo>
                  <a:pt x="604889" y="109808"/>
                  <a:pt x="608766" y="117836"/>
                  <a:pt x="608766" y="128786"/>
                </a:cubicBezTo>
                <a:cubicBezTo>
                  <a:pt x="608766" y="139367"/>
                  <a:pt x="604759" y="148505"/>
                  <a:pt x="596745" y="156201"/>
                </a:cubicBezTo>
                <a:cubicBezTo>
                  <a:pt x="588731" y="163897"/>
                  <a:pt x="576525" y="167745"/>
                  <a:pt x="560127" y="167745"/>
                </a:cubicBezTo>
                <a:cubicBezTo>
                  <a:pt x="542474" y="167745"/>
                  <a:pt x="529972" y="163727"/>
                  <a:pt x="522623" y="155692"/>
                </a:cubicBezTo>
                <a:cubicBezTo>
                  <a:pt x="515273" y="147657"/>
                  <a:pt x="511340" y="137714"/>
                  <a:pt x="510823" y="125864"/>
                </a:cubicBezTo>
                <a:lnTo>
                  <a:pt x="529991" y="125864"/>
                </a:lnTo>
                <a:moveTo>
                  <a:pt x="559462" y="41438"/>
                </a:moveTo>
                <a:lnTo>
                  <a:pt x="559462" y="41438"/>
                </a:lnTo>
                <a:close/>
                <a:moveTo>
                  <a:pt x="706525" y="125864"/>
                </a:moveTo>
                <a:cubicBezTo>
                  <a:pt x="707116" y="132542"/>
                  <a:pt x="708778" y="137661"/>
                  <a:pt x="711511" y="141223"/>
                </a:cubicBezTo>
                <a:cubicBezTo>
                  <a:pt x="716534" y="147677"/>
                  <a:pt x="725250" y="150904"/>
                  <a:pt x="737659" y="150904"/>
                </a:cubicBezTo>
                <a:cubicBezTo>
                  <a:pt x="745045" y="150904"/>
                  <a:pt x="751545" y="149294"/>
                  <a:pt x="757159" y="146074"/>
                </a:cubicBezTo>
                <a:cubicBezTo>
                  <a:pt x="762773" y="142851"/>
                  <a:pt x="765579" y="137870"/>
                  <a:pt x="765579" y="131130"/>
                </a:cubicBezTo>
                <a:cubicBezTo>
                  <a:pt x="765579" y="126020"/>
                  <a:pt x="763327" y="122131"/>
                  <a:pt x="758821" y="119465"/>
                </a:cubicBezTo>
                <a:cubicBezTo>
                  <a:pt x="755940" y="117836"/>
                  <a:pt x="750253" y="115949"/>
                  <a:pt x="741758" y="113804"/>
                </a:cubicBezTo>
                <a:lnTo>
                  <a:pt x="725915" y="109809"/>
                </a:lnTo>
                <a:cubicBezTo>
                  <a:pt x="715795" y="107293"/>
                  <a:pt x="708335" y="104481"/>
                  <a:pt x="703534" y="101375"/>
                </a:cubicBezTo>
                <a:cubicBezTo>
                  <a:pt x="694966" y="95973"/>
                  <a:pt x="690682" y="88499"/>
                  <a:pt x="690682" y="78952"/>
                </a:cubicBezTo>
                <a:cubicBezTo>
                  <a:pt x="690682" y="67707"/>
                  <a:pt x="694726" y="58606"/>
                  <a:pt x="702814" y="51652"/>
                </a:cubicBezTo>
                <a:cubicBezTo>
                  <a:pt x="710902" y="44694"/>
                  <a:pt x="721778" y="41216"/>
                  <a:pt x="735443" y="41216"/>
                </a:cubicBezTo>
                <a:cubicBezTo>
                  <a:pt x="753318" y="41216"/>
                  <a:pt x="766207" y="46460"/>
                  <a:pt x="774111" y="56949"/>
                </a:cubicBezTo>
                <a:cubicBezTo>
                  <a:pt x="779060" y="63597"/>
                  <a:pt x="781460" y="70761"/>
                  <a:pt x="781312" y="78443"/>
                </a:cubicBezTo>
                <a:lnTo>
                  <a:pt x="762477" y="78443"/>
                </a:lnTo>
                <a:cubicBezTo>
                  <a:pt x="762108" y="73986"/>
                  <a:pt x="760520" y="69932"/>
                  <a:pt x="757713" y="66280"/>
                </a:cubicBezTo>
                <a:cubicBezTo>
                  <a:pt x="753133" y="61093"/>
                  <a:pt x="745193" y="58500"/>
                  <a:pt x="733892" y="58500"/>
                </a:cubicBezTo>
                <a:cubicBezTo>
                  <a:pt x="726358" y="58500"/>
                  <a:pt x="720652" y="59935"/>
                  <a:pt x="716774" y="62804"/>
                </a:cubicBezTo>
                <a:cubicBezTo>
                  <a:pt x="712896" y="65671"/>
                  <a:pt x="710957" y="69457"/>
                  <a:pt x="710957" y="74164"/>
                </a:cubicBezTo>
                <a:cubicBezTo>
                  <a:pt x="710957" y="79311"/>
                  <a:pt x="713506" y="83429"/>
                  <a:pt x="718602" y="86518"/>
                </a:cubicBezTo>
                <a:cubicBezTo>
                  <a:pt x="721557" y="88355"/>
                  <a:pt x="725915" y="89976"/>
                  <a:pt x="731676" y="91382"/>
                </a:cubicBezTo>
                <a:lnTo>
                  <a:pt x="744861" y="94602"/>
                </a:lnTo>
                <a:cubicBezTo>
                  <a:pt x="759190" y="98081"/>
                  <a:pt x="768793" y="101447"/>
                  <a:pt x="773668" y="104702"/>
                </a:cubicBezTo>
                <a:cubicBezTo>
                  <a:pt x="781423" y="109808"/>
                  <a:pt x="785301" y="117836"/>
                  <a:pt x="785301" y="128786"/>
                </a:cubicBezTo>
                <a:cubicBezTo>
                  <a:pt x="785301" y="139367"/>
                  <a:pt x="781294" y="148505"/>
                  <a:pt x="773280" y="156201"/>
                </a:cubicBezTo>
                <a:cubicBezTo>
                  <a:pt x="765266" y="163897"/>
                  <a:pt x="753060" y="167745"/>
                  <a:pt x="736662" y="167745"/>
                </a:cubicBezTo>
                <a:cubicBezTo>
                  <a:pt x="719008" y="167745"/>
                  <a:pt x="706507" y="163727"/>
                  <a:pt x="699157" y="155692"/>
                </a:cubicBezTo>
                <a:cubicBezTo>
                  <a:pt x="691808" y="147657"/>
                  <a:pt x="687875" y="137714"/>
                  <a:pt x="687358" y="125864"/>
                </a:cubicBezTo>
                <a:lnTo>
                  <a:pt x="706525" y="125864"/>
                </a:lnTo>
                <a:moveTo>
                  <a:pt x="735997" y="41438"/>
                </a:moveTo>
                <a:lnTo>
                  <a:pt x="735997" y="41438"/>
                </a:lnTo>
                <a:close/>
                <a:moveTo>
                  <a:pt x="858205" y="150017"/>
                </a:moveTo>
                <a:cubicBezTo>
                  <a:pt x="867512" y="150017"/>
                  <a:pt x="875249" y="146092"/>
                  <a:pt x="881417" y="138242"/>
                </a:cubicBezTo>
                <a:cubicBezTo>
                  <a:pt x="887584" y="130391"/>
                  <a:pt x="890668" y="118654"/>
                  <a:pt x="890668" y="103030"/>
                </a:cubicBezTo>
                <a:cubicBezTo>
                  <a:pt x="890668" y="93506"/>
                  <a:pt x="889302" y="85322"/>
                  <a:pt x="886569" y="78478"/>
                </a:cubicBezTo>
                <a:cubicBezTo>
                  <a:pt x="881398" y="65307"/>
                  <a:pt x="871944" y="58722"/>
                  <a:pt x="858205" y="58722"/>
                </a:cubicBezTo>
                <a:cubicBezTo>
                  <a:pt x="844392" y="58722"/>
                  <a:pt x="834938" y="65679"/>
                  <a:pt x="829841" y="79593"/>
                </a:cubicBezTo>
                <a:cubicBezTo>
                  <a:pt x="827108" y="87032"/>
                  <a:pt x="825742" y="96482"/>
                  <a:pt x="825742" y="107943"/>
                </a:cubicBezTo>
                <a:cubicBezTo>
                  <a:pt x="825742" y="117169"/>
                  <a:pt x="827108" y="125018"/>
                  <a:pt x="829841" y="131490"/>
                </a:cubicBezTo>
                <a:cubicBezTo>
                  <a:pt x="835012" y="143842"/>
                  <a:pt x="844466" y="150017"/>
                  <a:pt x="858205" y="150017"/>
                </a:cubicBezTo>
                <a:moveTo>
                  <a:pt x="806574" y="44983"/>
                </a:moveTo>
                <a:lnTo>
                  <a:pt x="825963" y="44983"/>
                </a:lnTo>
                <a:lnTo>
                  <a:pt x="825963" y="60397"/>
                </a:lnTo>
                <a:cubicBezTo>
                  <a:pt x="829952" y="55063"/>
                  <a:pt x="834310" y="50935"/>
                  <a:pt x="839037" y="48013"/>
                </a:cubicBezTo>
                <a:cubicBezTo>
                  <a:pt x="845759" y="43629"/>
                  <a:pt x="853662" y="41438"/>
                  <a:pt x="862748" y="41438"/>
                </a:cubicBezTo>
                <a:cubicBezTo>
                  <a:pt x="876191" y="41438"/>
                  <a:pt x="887603" y="46603"/>
                  <a:pt x="896983" y="56935"/>
                </a:cubicBezTo>
                <a:cubicBezTo>
                  <a:pt x="906364" y="67267"/>
                  <a:pt x="911054" y="82023"/>
                  <a:pt x="911054" y="101205"/>
                </a:cubicBezTo>
                <a:cubicBezTo>
                  <a:pt x="911054" y="127124"/>
                  <a:pt x="904296" y="145639"/>
                  <a:pt x="890779" y="156748"/>
                </a:cubicBezTo>
                <a:cubicBezTo>
                  <a:pt x="882211" y="163784"/>
                  <a:pt x="872239" y="167301"/>
                  <a:pt x="860864" y="167301"/>
                </a:cubicBezTo>
                <a:cubicBezTo>
                  <a:pt x="851927" y="167301"/>
                  <a:pt x="844429" y="165357"/>
                  <a:pt x="838373" y="161467"/>
                </a:cubicBezTo>
                <a:cubicBezTo>
                  <a:pt x="834827" y="159265"/>
                  <a:pt x="830875" y="155486"/>
                  <a:pt x="826517" y="150128"/>
                </a:cubicBezTo>
                <a:lnTo>
                  <a:pt x="826517" y="210512"/>
                </a:lnTo>
                <a:lnTo>
                  <a:pt x="806574" y="210512"/>
                </a:lnTo>
                <a:lnTo>
                  <a:pt x="806574" y="44983"/>
                </a:lnTo>
                <a:close/>
                <a:moveTo>
                  <a:pt x="983702" y="41659"/>
                </a:moveTo>
                <a:cubicBezTo>
                  <a:pt x="992122" y="41659"/>
                  <a:pt x="1000284" y="43635"/>
                  <a:pt x="1008187" y="47587"/>
                </a:cubicBezTo>
                <a:cubicBezTo>
                  <a:pt x="1016091" y="51538"/>
                  <a:pt x="1022111" y="56652"/>
                  <a:pt x="1026247" y="62928"/>
                </a:cubicBezTo>
                <a:cubicBezTo>
                  <a:pt x="1030236" y="68911"/>
                  <a:pt x="1032895" y="75890"/>
                  <a:pt x="1034224" y="83865"/>
                </a:cubicBezTo>
                <a:cubicBezTo>
                  <a:pt x="1035406" y="89331"/>
                  <a:pt x="1035997" y="98086"/>
                  <a:pt x="1035997" y="110131"/>
                </a:cubicBezTo>
                <a:lnTo>
                  <a:pt x="949023" y="110131"/>
                </a:lnTo>
                <a:cubicBezTo>
                  <a:pt x="949392" y="122171"/>
                  <a:pt x="952236" y="131828"/>
                  <a:pt x="957554" y="139104"/>
                </a:cubicBezTo>
                <a:cubicBezTo>
                  <a:pt x="962872" y="146380"/>
                  <a:pt x="971108" y="150017"/>
                  <a:pt x="982261" y="150017"/>
                </a:cubicBezTo>
                <a:cubicBezTo>
                  <a:pt x="992676" y="150017"/>
                  <a:pt x="1000986" y="146614"/>
                  <a:pt x="1007190" y="139807"/>
                </a:cubicBezTo>
                <a:cubicBezTo>
                  <a:pt x="1010736" y="135855"/>
                  <a:pt x="1013247" y="131281"/>
                  <a:pt x="1014724" y="126085"/>
                </a:cubicBezTo>
                <a:lnTo>
                  <a:pt x="1034335" y="126085"/>
                </a:lnTo>
                <a:cubicBezTo>
                  <a:pt x="1033818" y="130420"/>
                  <a:pt x="1032101" y="135251"/>
                  <a:pt x="1029183" y="140579"/>
                </a:cubicBezTo>
                <a:cubicBezTo>
                  <a:pt x="1026266" y="145904"/>
                  <a:pt x="1022997" y="150256"/>
                  <a:pt x="1019378" y="153635"/>
                </a:cubicBezTo>
                <a:cubicBezTo>
                  <a:pt x="1013321" y="159515"/>
                  <a:pt x="1005824" y="163482"/>
                  <a:pt x="996886" y="165539"/>
                </a:cubicBezTo>
                <a:cubicBezTo>
                  <a:pt x="992085" y="166714"/>
                  <a:pt x="986656" y="167301"/>
                  <a:pt x="980599" y="167301"/>
                </a:cubicBezTo>
                <a:cubicBezTo>
                  <a:pt x="965827" y="167301"/>
                  <a:pt x="953307" y="161923"/>
                  <a:pt x="943040" y="151167"/>
                </a:cubicBezTo>
                <a:cubicBezTo>
                  <a:pt x="932773" y="140410"/>
                  <a:pt x="927639" y="125347"/>
                  <a:pt x="927639" y="105976"/>
                </a:cubicBezTo>
                <a:cubicBezTo>
                  <a:pt x="927639" y="86903"/>
                  <a:pt x="932810" y="71416"/>
                  <a:pt x="943150" y="59515"/>
                </a:cubicBezTo>
                <a:cubicBezTo>
                  <a:pt x="953491" y="47611"/>
                  <a:pt x="967008" y="41659"/>
                  <a:pt x="983702" y="41659"/>
                </a:cubicBezTo>
                <a:moveTo>
                  <a:pt x="1015500" y="94176"/>
                </a:moveTo>
                <a:cubicBezTo>
                  <a:pt x="1014687" y="85507"/>
                  <a:pt x="1012804" y="78578"/>
                  <a:pt x="1009849" y="73392"/>
                </a:cubicBezTo>
                <a:cubicBezTo>
                  <a:pt x="1004383" y="63759"/>
                  <a:pt x="995261" y="58943"/>
                  <a:pt x="982483" y="58943"/>
                </a:cubicBezTo>
                <a:cubicBezTo>
                  <a:pt x="973324" y="58943"/>
                  <a:pt x="965642" y="62259"/>
                  <a:pt x="959437" y="68891"/>
                </a:cubicBezTo>
                <a:cubicBezTo>
                  <a:pt x="953233" y="75522"/>
                  <a:pt x="949946" y="83951"/>
                  <a:pt x="949577" y="94176"/>
                </a:cubicBezTo>
                <a:lnTo>
                  <a:pt x="1015500" y="94176"/>
                </a:lnTo>
                <a:moveTo>
                  <a:pt x="981818" y="41438"/>
                </a:moveTo>
                <a:lnTo>
                  <a:pt x="981818" y="41438"/>
                </a:lnTo>
                <a:close/>
                <a:moveTo>
                  <a:pt x="1109863" y="41659"/>
                </a:moveTo>
                <a:cubicBezTo>
                  <a:pt x="1118284" y="41659"/>
                  <a:pt x="1126446" y="43635"/>
                  <a:pt x="1134349" y="47587"/>
                </a:cubicBezTo>
                <a:cubicBezTo>
                  <a:pt x="1142252" y="51538"/>
                  <a:pt x="1148272" y="56652"/>
                  <a:pt x="1152409" y="62928"/>
                </a:cubicBezTo>
                <a:cubicBezTo>
                  <a:pt x="1156397" y="68911"/>
                  <a:pt x="1159056" y="75890"/>
                  <a:pt x="1160386" y="83865"/>
                </a:cubicBezTo>
                <a:cubicBezTo>
                  <a:pt x="1161568" y="89331"/>
                  <a:pt x="1162159" y="98086"/>
                  <a:pt x="1162159" y="110131"/>
                </a:cubicBezTo>
                <a:lnTo>
                  <a:pt x="1075184" y="110131"/>
                </a:lnTo>
                <a:cubicBezTo>
                  <a:pt x="1075553" y="122171"/>
                  <a:pt x="1078397" y="131828"/>
                  <a:pt x="1083715" y="139104"/>
                </a:cubicBezTo>
                <a:cubicBezTo>
                  <a:pt x="1089034" y="146380"/>
                  <a:pt x="1097269" y="150017"/>
                  <a:pt x="1108423" y="150017"/>
                </a:cubicBezTo>
                <a:cubicBezTo>
                  <a:pt x="1118838" y="150017"/>
                  <a:pt x="1127147" y="146614"/>
                  <a:pt x="1133352" y="139807"/>
                </a:cubicBezTo>
                <a:cubicBezTo>
                  <a:pt x="1136897" y="135855"/>
                  <a:pt x="1139409" y="131281"/>
                  <a:pt x="1140886" y="126085"/>
                </a:cubicBezTo>
                <a:lnTo>
                  <a:pt x="1160497" y="126085"/>
                </a:lnTo>
                <a:cubicBezTo>
                  <a:pt x="1159980" y="130420"/>
                  <a:pt x="1158262" y="135251"/>
                  <a:pt x="1155345" y="140579"/>
                </a:cubicBezTo>
                <a:cubicBezTo>
                  <a:pt x="1152427" y="145904"/>
                  <a:pt x="1149159" y="150256"/>
                  <a:pt x="1145539" y="153635"/>
                </a:cubicBezTo>
                <a:cubicBezTo>
                  <a:pt x="1139482" y="159515"/>
                  <a:pt x="1131985" y="163482"/>
                  <a:pt x="1123048" y="165539"/>
                </a:cubicBezTo>
                <a:cubicBezTo>
                  <a:pt x="1118247" y="166714"/>
                  <a:pt x="1112818" y="167301"/>
                  <a:pt x="1106761" y="167301"/>
                </a:cubicBezTo>
                <a:cubicBezTo>
                  <a:pt x="1091988" y="167301"/>
                  <a:pt x="1079468" y="161923"/>
                  <a:pt x="1069201" y="151167"/>
                </a:cubicBezTo>
                <a:cubicBezTo>
                  <a:pt x="1058934" y="140410"/>
                  <a:pt x="1053801" y="125347"/>
                  <a:pt x="1053801" y="105976"/>
                </a:cubicBezTo>
                <a:cubicBezTo>
                  <a:pt x="1053801" y="86903"/>
                  <a:pt x="1058971" y="71416"/>
                  <a:pt x="1069312" y="59515"/>
                </a:cubicBezTo>
                <a:cubicBezTo>
                  <a:pt x="1079653" y="47611"/>
                  <a:pt x="1093170" y="41659"/>
                  <a:pt x="1109863" y="41659"/>
                </a:cubicBezTo>
                <a:moveTo>
                  <a:pt x="1141661" y="94176"/>
                </a:moveTo>
                <a:cubicBezTo>
                  <a:pt x="1140849" y="85507"/>
                  <a:pt x="1138965" y="78578"/>
                  <a:pt x="1136011" y="73392"/>
                </a:cubicBezTo>
                <a:cubicBezTo>
                  <a:pt x="1130545" y="63759"/>
                  <a:pt x="1121423" y="58943"/>
                  <a:pt x="1108644" y="58943"/>
                </a:cubicBezTo>
                <a:cubicBezTo>
                  <a:pt x="1099485" y="58943"/>
                  <a:pt x="1091803" y="62259"/>
                  <a:pt x="1085599" y="68891"/>
                </a:cubicBezTo>
                <a:cubicBezTo>
                  <a:pt x="1079394" y="75522"/>
                  <a:pt x="1076107" y="83951"/>
                  <a:pt x="1075738" y="94176"/>
                </a:cubicBezTo>
                <a:lnTo>
                  <a:pt x="1141661" y="94176"/>
                </a:lnTo>
                <a:moveTo>
                  <a:pt x="1107980" y="41438"/>
                </a:moveTo>
                <a:lnTo>
                  <a:pt x="1107980" y="41438"/>
                </a:lnTo>
                <a:close/>
                <a:moveTo>
                  <a:pt x="1232369" y="40773"/>
                </a:moveTo>
                <a:cubicBezTo>
                  <a:pt x="1245739" y="40773"/>
                  <a:pt x="1256615" y="44031"/>
                  <a:pt x="1264999" y="50547"/>
                </a:cubicBezTo>
                <a:cubicBezTo>
                  <a:pt x="1273382" y="57063"/>
                  <a:pt x="1278423" y="68282"/>
                  <a:pt x="1280122" y="84205"/>
                </a:cubicBezTo>
                <a:lnTo>
                  <a:pt x="1260733" y="84205"/>
                </a:lnTo>
                <a:cubicBezTo>
                  <a:pt x="1259551" y="76892"/>
                  <a:pt x="1256855" y="70817"/>
                  <a:pt x="1252645" y="65979"/>
                </a:cubicBezTo>
                <a:cubicBezTo>
                  <a:pt x="1248435" y="61141"/>
                  <a:pt x="1241676" y="58722"/>
                  <a:pt x="1232369" y="58722"/>
                </a:cubicBezTo>
                <a:cubicBezTo>
                  <a:pt x="1219665" y="58722"/>
                  <a:pt x="1210579" y="64926"/>
                  <a:pt x="1205113" y="77335"/>
                </a:cubicBezTo>
                <a:cubicBezTo>
                  <a:pt x="1201568" y="85387"/>
                  <a:pt x="1199795" y="95321"/>
                  <a:pt x="1199795" y="107139"/>
                </a:cubicBezTo>
                <a:cubicBezTo>
                  <a:pt x="1199795" y="119031"/>
                  <a:pt x="1202307" y="129040"/>
                  <a:pt x="1207329" y="137165"/>
                </a:cubicBezTo>
                <a:cubicBezTo>
                  <a:pt x="1212352" y="145290"/>
                  <a:pt x="1220256" y="149353"/>
                  <a:pt x="1231040" y="149353"/>
                </a:cubicBezTo>
                <a:cubicBezTo>
                  <a:pt x="1239312" y="149353"/>
                  <a:pt x="1245868" y="146842"/>
                  <a:pt x="1250706" y="141822"/>
                </a:cubicBezTo>
                <a:cubicBezTo>
                  <a:pt x="1255544" y="136801"/>
                  <a:pt x="1258886" y="129931"/>
                  <a:pt x="1260733" y="121210"/>
                </a:cubicBezTo>
                <a:lnTo>
                  <a:pt x="1280122" y="121210"/>
                </a:lnTo>
                <a:cubicBezTo>
                  <a:pt x="1277906" y="136943"/>
                  <a:pt x="1272366" y="148448"/>
                  <a:pt x="1263503" y="155723"/>
                </a:cubicBezTo>
                <a:cubicBezTo>
                  <a:pt x="1254639" y="162999"/>
                  <a:pt x="1243301" y="166637"/>
                  <a:pt x="1229489" y="166637"/>
                </a:cubicBezTo>
                <a:cubicBezTo>
                  <a:pt x="1213977" y="166637"/>
                  <a:pt x="1201605" y="160953"/>
                  <a:pt x="1192372" y="149585"/>
                </a:cubicBezTo>
                <a:cubicBezTo>
                  <a:pt x="1183139" y="138216"/>
                  <a:pt x="1178523" y="124015"/>
                  <a:pt x="1178523" y="106980"/>
                </a:cubicBezTo>
                <a:cubicBezTo>
                  <a:pt x="1178523" y="86097"/>
                  <a:pt x="1183582" y="69843"/>
                  <a:pt x="1193702" y="58216"/>
                </a:cubicBezTo>
                <a:cubicBezTo>
                  <a:pt x="1203821" y="46587"/>
                  <a:pt x="1216710" y="40773"/>
                  <a:pt x="1232369" y="40773"/>
                </a:cubicBezTo>
                <a:moveTo>
                  <a:pt x="1229267" y="41438"/>
                </a:moveTo>
                <a:lnTo>
                  <a:pt x="1229267" y="41438"/>
                </a:lnTo>
                <a:close/>
                <a:moveTo>
                  <a:pt x="1300065" y="0"/>
                </a:moveTo>
                <a:lnTo>
                  <a:pt x="1320008" y="0"/>
                </a:lnTo>
                <a:lnTo>
                  <a:pt x="1320008" y="60494"/>
                </a:lnTo>
                <a:cubicBezTo>
                  <a:pt x="1324735" y="54477"/>
                  <a:pt x="1328982" y="50242"/>
                  <a:pt x="1332749" y="47791"/>
                </a:cubicBezTo>
                <a:cubicBezTo>
                  <a:pt x="1339176" y="43555"/>
                  <a:pt x="1347190" y="41438"/>
                  <a:pt x="1356792" y="41438"/>
                </a:cubicBezTo>
                <a:cubicBezTo>
                  <a:pt x="1374002" y="41438"/>
                  <a:pt x="1385673" y="47463"/>
                  <a:pt x="1391804" y="59515"/>
                </a:cubicBezTo>
                <a:cubicBezTo>
                  <a:pt x="1395127" y="66093"/>
                  <a:pt x="1396789" y="75223"/>
                  <a:pt x="1396789" y="86905"/>
                </a:cubicBezTo>
                <a:lnTo>
                  <a:pt x="1396789" y="163091"/>
                </a:lnTo>
                <a:lnTo>
                  <a:pt x="1376292" y="163091"/>
                </a:lnTo>
                <a:lnTo>
                  <a:pt x="1376292" y="88304"/>
                </a:lnTo>
                <a:cubicBezTo>
                  <a:pt x="1376292" y="79588"/>
                  <a:pt x="1375184" y="73199"/>
                  <a:pt x="1372968" y="69136"/>
                </a:cubicBezTo>
                <a:cubicBezTo>
                  <a:pt x="1369349" y="62636"/>
                  <a:pt x="1362554" y="59386"/>
                  <a:pt x="1352582" y="59386"/>
                </a:cubicBezTo>
                <a:cubicBezTo>
                  <a:pt x="1344309" y="59386"/>
                  <a:pt x="1336812" y="62230"/>
                  <a:pt x="1330090" y="67918"/>
                </a:cubicBezTo>
                <a:cubicBezTo>
                  <a:pt x="1323369" y="73605"/>
                  <a:pt x="1320008" y="84352"/>
                  <a:pt x="1320008" y="100159"/>
                </a:cubicBezTo>
                <a:lnTo>
                  <a:pt x="1320008" y="163091"/>
                </a:lnTo>
                <a:lnTo>
                  <a:pt x="1300065" y="163091"/>
                </a:lnTo>
                <a:lnTo>
                  <a:pt x="1300065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Text Speechresponse">
            <a:extLst xmlns:a="http://schemas.openxmlformats.org/drawingml/2006/main">
              <a:ext uri="{FF2B5EF4-FFF2-40B4-BE49-F238E27FC236}">
                <a16:creationId xmlns:a16="http://schemas.microsoft.com/office/drawing/2014/main" id="{4FFEA712-FCFE-4820-8D5B-CA49E11A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998" y="4915253"/>
            <a:ext cx="1745236" cy="214722"/>
          </a:xfrm>
          <a:custGeom xmlns:a="http://schemas.openxmlformats.org/drawingml/2006/main">
            <a:pathLst>
              <a:path w="1745236" h="214722">
                <a:moveTo>
                  <a:pt x="20940" y="114784"/>
                </a:moveTo>
                <a:cubicBezTo>
                  <a:pt x="21457" y="124043"/>
                  <a:pt x="23636" y="131562"/>
                  <a:pt x="27477" y="137342"/>
                </a:cubicBezTo>
                <a:cubicBezTo>
                  <a:pt x="34790" y="148156"/>
                  <a:pt x="47679" y="153563"/>
                  <a:pt x="66145" y="153563"/>
                </a:cubicBezTo>
                <a:cubicBezTo>
                  <a:pt x="74418" y="153563"/>
                  <a:pt x="81952" y="152381"/>
                  <a:pt x="88747" y="150017"/>
                </a:cubicBezTo>
                <a:cubicBezTo>
                  <a:pt x="101895" y="145438"/>
                  <a:pt x="108469" y="137240"/>
                  <a:pt x="108469" y="125424"/>
                </a:cubicBezTo>
                <a:cubicBezTo>
                  <a:pt x="108469" y="116560"/>
                  <a:pt x="105699" y="110245"/>
                  <a:pt x="100159" y="106478"/>
                </a:cubicBezTo>
                <a:cubicBezTo>
                  <a:pt x="94546" y="102771"/>
                  <a:pt x="85756" y="99546"/>
                  <a:pt x="73790" y="96804"/>
                </a:cubicBezTo>
                <a:lnTo>
                  <a:pt x="51742" y="91798"/>
                </a:lnTo>
                <a:cubicBezTo>
                  <a:pt x="37338" y="88536"/>
                  <a:pt x="27145" y="84947"/>
                  <a:pt x="21162" y="81030"/>
                </a:cubicBezTo>
                <a:cubicBezTo>
                  <a:pt x="10821" y="74232"/>
                  <a:pt x="5651" y="64071"/>
                  <a:pt x="5651" y="50547"/>
                </a:cubicBezTo>
                <a:cubicBezTo>
                  <a:pt x="5651" y="35915"/>
                  <a:pt x="10710" y="23906"/>
                  <a:pt x="20830" y="14521"/>
                </a:cubicBezTo>
                <a:cubicBezTo>
                  <a:pt x="30949" y="5136"/>
                  <a:pt x="45278" y="443"/>
                  <a:pt x="63818" y="443"/>
                </a:cubicBezTo>
                <a:cubicBezTo>
                  <a:pt x="80881" y="443"/>
                  <a:pt x="95377" y="4561"/>
                  <a:pt x="107306" y="12797"/>
                </a:cubicBezTo>
                <a:cubicBezTo>
                  <a:pt x="119235" y="21033"/>
                  <a:pt x="125199" y="34199"/>
                  <a:pt x="125199" y="52296"/>
                </a:cubicBezTo>
                <a:lnTo>
                  <a:pt x="104480" y="52296"/>
                </a:lnTo>
                <a:cubicBezTo>
                  <a:pt x="103372" y="43580"/>
                  <a:pt x="101009" y="36895"/>
                  <a:pt x="97389" y="32242"/>
                </a:cubicBezTo>
                <a:cubicBezTo>
                  <a:pt x="90668" y="23747"/>
                  <a:pt x="79256" y="19500"/>
                  <a:pt x="63154" y="19500"/>
                </a:cubicBezTo>
                <a:cubicBezTo>
                  <a:pt x="50153" y="19500"/>
                  <a:pt x="40810" y="22235"/>
                  <a:pt x="35122" y="27706"/>
                </a:cubicBezTo>
                <a:cubicBezTo>
                  <a:pt x="29435" y="33176"/>
                  <a:pt x="26591" y="39534"/>
                  <a:pt x="26591" y="46780"/>
                </a:cubicBezTo>
                <a:cubicBezTo>
                  <a:pt x="26591" y="54764"/>
                  <a:pt x="29915" y="60604"/>
                  <a:pt x="36563" y="64300"/>
                </a:cubicBezTo>
                <a:cubicBezTo>
                  <a:pt x="40921" y="66666"/>
                  <a:pt x="50781" y="69622"/>
                  <a:pt x="66145" y="73170"/>
                </a:cubicBezTo>
                <a:lnTo>
                  <a:pt x="88969" y="78381"/>
                </a:lnTo>
                <a:cubicBezTo>
                  <a:pt x="99975" y="80895"/>
                  <a:pt x="108469" y="84332"/>
                  <a:pt x="114452" y="88692"/>
                </a:cubicBezTo>
                <a:cubicBezTo>
                  <a:pt x="124793" y="96304"/>
                  <a:pt x="129963" y="107354"/>
                  <a:pt x="129963" y="121841"/>
                </a:cubicBezTo>
                <a:cubicBezTo>
                  <a:pt x="129963" y="139877"/>
                  <a:pt x="123408" y="152776"/>
                  <a:pt x="110297" y="160536"/>
                </a:cubicBezTo>
                <a:cubicBezTo>
                  <a:pt x="97186" y="168296"/>
                  <a:pt x="81952" y="172176"/>
                  <a:pt x="64594" y="172176"/>
                </a:cubicBezTo>
                <a:cubicBezTo>
                  <a:pt x="44355" y="172176"/>
                  <a:pt x="28511" y="166996"/>
                  <a:pt x="17063" y="156634"/>
                </a:cubicBezTo>
                <a:cubicBezTo>
                  <a:pt x="5614" y="146348"/>
                  <a:pt x="0" y="132398"/>
                  <a:pt x="222" y="114784"/>
                </a:cubicBezTo>
                <a:lnTo>
                  <a:pt x="20940" y="114784"/>
                </a:lnTo>
                <a:moveTo>
                  <a:pt x="65480" y="0"/>
                </a:moveTo>
                <a:lnTo>
                  <a:pt x="65480" y="0"/>
                </a:lnTo>
                <a:close/>
                <a:moveTo>
                  <a:pt x="205306" y="154228"/>
                </a:moveTo>
                <a:cubicBezTo>
                  <a:pt x="214613" y="154228"/>
                  <a:pt x="222350" y="150302"/>
                  <a:pt x="228518" y="142452"/>
                </a:cubicBezTo>
                <a:cubicBezTo>
                  <a:pt x="234685" y="134602"/>
                  <a:pt x="237769" y="122864"/>
                  <a:pt x="237769" y="107240"/>
                </a:cubicBezTo>
                <a:cubicBezTo>
                  <a:pt x="237769" y="97716"/>
                  <a:pt x="236403" y="89532"/>
                  <a:pt x="233670" y="82688"/>
                </a:cubicBezTo>
                <a:cubicBezTo>
                  <a:pt x="228499" y="69517"/>
                  <a:pt x="219045" y="62932"/>
                  <a:pt x="205306" y="62932"/>
                </a:cubicBezTo>
                <a:cubicBezTo>
                  <a:pt x="191494" y="62932"/>
                  <a:pt x="182039" y="69889"/>
                  <a:pt x="176942" y="83803"/>
                </a:cubicBezTo>
                <a:cubicBezTo>
                  <a:pt x="174209" y="91243"/>
                  <a:pt x="172843" y="100692"/>
                  <a:pt x="172843" y="112153"/>
                </a:cubicBezTo>
                <a:cubicBezTo>
                  <a:pt x="172843" y="121379"/>
                  <a:pt x="174209" y="129228"/>
                  <a:pt x="176942" y="135700"/>
                </a:cubicBezTo>
                <a:cubicBezTo>
                  <a:pt x="182113" y="148052"/>
                  <a:pt x="191567" y="154228"/>
                  <a:pt x="205306" y="154228"/>
                </a:cubicBezTo>
                <a:moveTo>
                  <a:pt x="153675" y="49193"/>
                </a:moveTo>
                <a:lnTo>
                  <a:pt x="173065" y="49193"/>
                </a:lnTo>
                <a:lnTo>
                  <a:pt x="173065" y="64608"/>
                </a:lnTo>
                <a:cubicBezTo>
                  <a:pt x="177053" y="59273"/>
                  <a:pt x="181411" y="55145"/>
                  <a:pt x="186138" y="52223"/>
                </a:cubicBezTo>
                <a:cubicBezTo>
                  <a:pt x="192860" y="47839"/>
                  <a:pt x="200763" y="45648"/>
                  <a:pt x="209849" y="45648"/>
                </a:cubicBezTo>
                <a:cubicBezTo>
                  <a:pt x="223292" y="45648"/>
                  <a:pt x="234704" y="50814"/>
                  <a:pt x="244085" y="61145"/>
                </a:cubicBezTo>
                <a:cubicBezTo>
                  <a:pt x="253465" y="71477"/>
                  <a:pt x="258156" y="86234"/>
                  <a:pt x="258156" y="105415"/>
                </a:cubicBezTo>
                <a:cubicBezTo>
                  <a:pt x="258156" y="131334"/>
                  <a:pt x="251397" y="149849"/>
                  <a:pt x="237880" y="160958"/>
                </a:cubicBezTo>
                <a:cubicBezTo>
                  <a:pt x="229312" y="167994"/>
                  <a:pt x="219340" y="171512"/>
                  <a:pt x="207965" y="171512"/>
                </a:cubicBezTo>
                <a:cubicBezTo>
                  <a:pt x="199028" y="171512"/>
                  <a:pt x="191531" y="169567"/>
                  <a:pt x="185474" y="165678"/>
                </a:cubicBezTo>
                <a:cubicBezTo>
                  <a:pt x="181928" y="163476"/>
                  <a:pt x="177977" y="159696"/>
                  <a:pt x="173619" y="154338"/>
                </a:cubicBezTo>
                <a:lnTo>
                  <a:pt x="173619" y="214722"/>
                </a:lnTo>
                <a:lnTo>
                  <a:pt x="153675" y="214722"/>
                </a:lnTo>
                <a:lnTo>
                  <a:pt x="153675" y="49193"/>
                </a:lnTo>
                <a:close/>
                <a:moveTo>
                  <a:pt x="330804" y="45869"/>
                </a:moveTo>
                <a:cubicBezTo>
                  <a:pt x="339224" y="45869"/>
                  <a:pt x="347386" y="47845"/>
                  <a:pt x="355290" y="51797"/>
                </a:cubicBezTo>
                <a:cubicBezTo>
                  <a:pt x="363193" y="55749"/>
                  <a:pt x="369213" y="60863"/>
                  <a:pt x="373349" y="67139"/>
                </a:cubicBezTo>
                <a:cubicBezTo>
                  <a:pt x="377338" y="73122"/>
                  <a:pt x="379997" y="80101"/>
                  <a:pt x="381326" y="88076"/>
                </a:cubicBezTo>
                <a:cubicBezTo>
                  <a:pt x="382508" y="93542"/>
                  <a:pt x="383099" y="102297"/>
                  <a:pt x="383099" y="114341"/>
                </a:cubicBezTo>
                <a:lnTo>
                  <a:pt x="296125" y="114341"/>
                </a:lnTo>
                <a:cubicBezTo>
                  <a:pt x="296494" y="126381"/>
                  <a:pt x="299338" y="136039"/>
                  <a:pt x="304656" y="143314"/>
                </a:cubicBezTo>
                <a:cubicBezTo>
                  <a:pt x="309974" y="150590"/>
                  <a:pt x="318210" y="154228"/>
                  <a:pt x="329363" y="154228"/>
                </a:cubicBezTo>
                <a:cubicBezTo>
                  <a:pt x="339778" y="154228"/>
                  <a:pt x="348088" y="150824"/>
                  <a:pt x="354292" y="144017"/>
                </a:cubicBezTo>
                <a:cubicBezTo>
                  <a:pt x="357838" y="140065"/>
                  <a:pt x="360349" y="135492"/>
                  <a:pt x="361826" y="130296"/>
                </a:cubicBezTo>
                <a:lnTo>
                  <a:pt x="381437" y="130296"/>
                </a:lnTo>
                <a:cubicBezTo>
                  <a:pt x="380920" y="134631"/>
                  <a:pt x="379203" y="139462"/>
                  <a:pt x="376285" y="144789"/>
                </a:cubicBezTo>
                <a:cubicBezTo>
                  <a:pt x="373368" y="150114"/>
                  <a:pt x="370099" y="154466"/>
                  <a:pt x="366480" y="157846"/>
                </a:cubicBezTo>
                <a:cubicBezTo>
                  <a:pt x="360423" y="163725"/>
                  <a:pt x="352926" y="167693"/>
                  <a:pt x="343988" y="169749"/>
                </a:cubicBezTo>
                <a:cubicBezTo>
                  <a:pt x="339187" y="170924"/>
                  <a:pt x="333758" y="171512"/>
                  <a:pt x="327701" y="171512"/>
                </a:cubicBezTo>
                <a:cubicBezTo>
                  <a:pt x="312929" y="171512"/>
                  <a:pt x="300409" y="166133"/>
                  <a:pt x="290142" y="155377"/>
                </a:cubicBezTo>
                <a:cubicBezTo>
                  <a:pt x="279875" y="144621"/>
                  <a:pt x="274741" y="129557"/>
                  <a:pt x="274741" y="110186"/>
                </a:cubicBezTo>
                <a:cubicBezTo>
                  <a:pt x="274741" y="91113"/>
                  <a:pt x="279912" y="75626"/>
                  <a:pt x="290252" y="63725"/>
                </a:cubicBezTo>
                <a:cubicBezTo>
                  <a:pt x="300593" y="51821"/>
                  <a:pt x="314110" y="45869"/>
                  <a:pt x="330804" y="45869"/>
                </a:cubicBezTo>
                <a:moveTo>
                  <a:pt x="362602" y="98387"/>
                </a:moveTo>
                <a:cubicBezTo>
                  <a:pt x="361790" y="89717"/>
                  <a:pt x="359906" y="82789"/>
                  <a:pt x="356951" y="77602"/>
                </a:cubicBezTo>
                <a:cubicBezTo>
                  <a:pt x="351486" y="67970"/>
                  <a:pt x="342363" y="63154"/>
                  <a:pt x="329585" y="63154"/>
                </a:cubicBezTo>
                <a:cubicBezTo>
                  <a:pt x="320426" y="63154"/>
                  <a:pt x="312744" y="66469"/>
                  <a:pt x="306539" y="73101"/>
                </a:cubicBezTo>
                <a:cubicBezTo>
                  <a:pt x="300335" y="79732"/>
                  <a:pt x="297048" y="88161"/>
                  <a:pt x="296679" y="98387"/>
                </a:cubicBezTo>
                <a:lnTo>
                  <a:pt x="362602" y="98387"/>
                </a:lnTo>
                <a:moveTo>
                  <a:pt x="328920" y="45648"/>
                </a:moveTo>
                <a:lnTo>
                  <a:pt x="328920" y="45648"/>
                </a:lnTo>
                <a:close/>
                <a:moveTo>
                  <a:pt x="456965" y="45869"/>
                </a:moveTo>
                <a:cubicBezTo>
                  <a:pt x="465386" y="45869"/>
                  <a:pt x="473548" y="47845"/>
                  <a:pt x="481451" y="51797"/>
                </a:cubicBezTo>
                <a:cubicBezTo>
                  <a:pt x="489354" y="55749"/>
                  <a:pt x="495374" y="60863"/>
                  <a:pt x="499511" y="67139"/>
                </a:cubicBezTo>
                <a:cubicBezTo>
                  <a:pt x="503499" y="73122"/>
                  <a:pt x="506158" y="80101"/>
                  <a:pt x="507488" y="88076"/>
                </a:cubicBezTo>
                <a:cubicBezTo>
                  <a:pt x="508670" y="93542"/>
                  <a:pt x="509261" y="102297"/>
                  <a:pt x="509261" y="114341"/>
                </a:cubicBezTo>
                <a:lnTo>
                  <a:pt x="422286" y="114341"/>
                </a:lnTo>
                <a:cubicBezTo>
                  <a:pt x="422655" y="126381"/>
                  <a:pt x="425499" y="136039"/>
                  <a:pt x="430817" y="143314"/>
                </a:cubicBezTo>
                <a:cubicBezTo>
                  <a:pt x="436136" y="150590"/>
                  <a:pt x="444371" y="154228"/>
                  <a:pt x="455525" y="154228"/>
                </a:cubicBezTo>
                <a:cubicBezTo>
                  <a:pt x="465940" y="154228"/>
                  <a:pt x="474249" y="150824"/>
                  <a:pt x="480454" y="144017"/>
                </a:cubicBezTo>
                <a:cubicBezTo>
                  <a:pt x="483999" y="140065"/>
                  <a:pt x="486511" y="135492"/>
                  <a:pt x="487988" y="130296"/>
                </a:cubicBezTo>
                <a:lnTo>
                  <a:pt x="507599" y="130296"/>
                </a:lnTo>
                <a:cubicBezTo>
                  <a:pt x="507082" y="134631"/>
                  <a:pt x="505364" y="139462"/>
                  <a:pt x="502447" y="144789"/>
                </a:cubicBezTo>
                <a:cubicBezTo>
                  <a:pt x="499529" y="150114"/>
                  <a:pt x="496261" y="154466"/>
                  <a:pt x="492641" y="157846"/>
                </a:cubicBezTo>
                <a:cubicBezTo>
                  <a:pt x="486585" y="163725"/>
                  <a:pt x="479087" y="167693"/>
                  <a:pt x="470150" y="169749"/>
                </a:cubicBezTo>
                <a:cubicBezTo>
                  <a:pt x="465349" y="170924"/>
                  <a:pt x="459920" y="171512"/>
                  <a:pt x="453863" y="171512"/>
                </a:cubicBezTo>
                <a:cubicBezTo>
                  <a:pt x="439090" y="171512"/>
                  <a:pt x="426570" y="166133"/>
                  <a:pt x="416303" y="155377"/>
                </a:cubicBezTo>
                <a:cubicBezTo>
                  <a:pt x="406036" y="144621"/>
                  <a:pt x="400903" y="129557"/>
                  <a:pt x="400903" y="110186"/>
                </a:cubicBezTo>
                <a:cubicBezTo>
                  <a:pt x="400903" y="91113"/>
                  <a:pt x="406073" y="75626"/>
                  <a:pt x="416414" y="63725"/>
                </a:cubicBezTo>
                <a:cubicBezTo>
                  <a:pt x="426755" y="51821"/>
                  <a:pt x="440272" y="45869"/>
                  <a:pt x="456965" y="45869"/>
                </a:cubicBezTo>
                <a:moveTo>
                  <a:pt x="488764" y="98387"/>
                </a:moveTo>
                <a:cubicBezTo>
                  <a:pt x="487951" y="89717"/>
                  <a:pt x="486067" y="82789"/>
                  <a:pt x="483113" y="77602"/>
                </a:cubicBezTo>
                <a:cubicBezTo>
                  <a:pt x="477647" y="67970"/>
                  <a:pt x="468525" y="63154"/>
                  <a:pt x="455746" y="63154"/>
                </a:cubicBezTo>
                <a:cubicBezTo>
                  <a:pt x="446587" y="63154"/>
                  <a:pt x="438905" y="66469"/>
                  <a:pt x="432701" y="73101"/>
                </a:cubicBezTo>
                <a:cubicBezTo>
                  <a:pt x="426496" y="79732"/>
                  <a:pt x="423209" y="88161"/>
                  <a:pt x="422840" y="98387"/>
                </a:cubicBezTo>
                <a:lnTo>
                  <a:pt x="488764" y="98387"/>
                </a:lnTo>
                <a:moveTo>
                  <a:pt x="455082" y="45648"/>
                </a:moveTo>
                <a:lnTo>
                  <a:pt x="455082" y="45648"/>
                </a:lnTo>
                <a:close/>
                <a:moveTo>
                  <a:pt x="579470" y="44983"/>
                </a:moveTo>
                <a:cubicBezTo>
                  <a:pt x="592840" y="44983"/>
                  <a:pt x="603716" y="48241"/>
                  <a:pt x="612100" y="54757"/>
                </a:cubicBezTo>
                <a:cubicBezTo>
                  <a:pt x="620483" y="61273"/>
                  <a:pt x="625524" y="72493"/>
                  <a:pt x="627223" y="88415"/>
                </a:cubicBezTo>
                <a:lnTo>
                  <a:pt x="607834" y="88415"/>
                </a:lnTo>
                <a:cubicBezTo>
                  <a:pt x="606652" y="81102"/>
                  <a:pt x="603956" y="75027"/>
                  <a:pt x="599746" y="70189"/>
                </a:cubicBezTo>
                <a:cubicBezTo>
                  <a:pt x="595536" y="65351"/>
                  <a:pt x="588777" y="62932"/>
                  <a:pt x="579470" y="62932"/>
                </a:cubicBezTo>
                <a:cubicBezTo>
                  <a:pt x="566766" y="62932"/>
                  <a:pt x="557681" y="69136"/>
                  <a:pt x="552215" y="81546"/>
                </a:cubicBezTo>
                <a:cubicBezTo>
                  <a:pt x="548669" y="89597"/>
                  <a:pt x="546896" y="99531"/>
                  <a:pt x="546896" y="111350"/>
                </a:cubicBezTo>
                <a:cubicBezTo>
                  <a:pt x="546896" y="123242"/>
                  <a:pt x="549408" y="133250"/>
                  <a:pt x="554431" y="141375"/>
                </a:cubicBezTo>
                <a:cubicBezTo>
                  <a:pt x="559453" y="149500"/>
                  <a:pt x="567357" y="153563"/>
                  <a:pt x="578141" y="153563"/>
                </a:cubicBezTo>
                <a:cubicBezTo>
                  <a:pt x="586414" y="153563"/>
                  <a:pt x="592969" y="151053"/>
                  <a:pt x="597807" y="146032"/>
                </a:cubicBezTo>
                <a:cubicBezTo>
                  <a:pt x="602645" y="141012"/>
                  <a:pt x="605987" y="134141"/>
                  <a:pt x="607834" y="125421"/>
                </a:cubicBezTo>
                <a:lnTo>
                  <a:pt x="627223" y="125421"/>
                </a:lnTo>
                <a:cubicBezTo>
                  <a:pt x="625007" y="141154"/>
                  <a:pt x="619468" y="152658"/>
                  <a:pt x="610604" y="159934"/>
                </a:cubicBezTo>
                <a:cubicBezTo>
                  <a:pt x="601740" y="167209"/>
                  <a:pt x="590402" y="170847"/>
                  <a:pt x="576590" y="170847"/>
                </a:cubicBezTo>
                <a:cubicBezTo>
                  <a:pt x="561078" y="170847"/>
                  <a:pt x="548706" y="165163"/>
                  <a:pt x="539473" y="153795"/>
                </a:cubicBezTo>
                <a:cubicBezTo>
                  <a:pt x="530240" y="142427"/>
                  <a:pt x="525624" y="128225"/>
                  <a:pt x="525624" y="111190"/>
                </a:cubicBezTo>
                <a:cubicBezTo>
                  <a:pt x="525624" y="90308"/>
                  <a:pt x="530683" y="74053"/>
                  <a:pt x="540803" y="62426"/>
                </a:cubicBezTo>
                <a:cubicBezTo>
                  <a:pt x="550922" y="50797"/>
                  <a:pt x="563811" y="44983"/>
                  <a:pt x="579470" y="44983"/>
                </a:cubicBezTo>
                <a:moveTo>
                  <a:pt x="576368" y="45648"/>
                </a:moveTo>
                <a:lnTo>
                  <a:pt x="576368" y="45648"/>
                </a:lnTo>
                <a:close/>
                <a:moveTo>
                  <a:pt x="647166" y="4210"/>
                </a:moveTo>
                <a:lnTo>
                  <a:pt x="667109" y="4210"/>
                </a:lnTo>
                <a:lnTo>
                  <a:pt x="667109" y="64705"/>
                </a:lnTo>
                <a:cubicBezTo>
                  <a:pt x="671836" y="58687"/>
                  <a:pt x="676084" y="54453"/>
                  <a:pt x="679851" y="52001"/>
                </a:cubicBezTo>
                <a:cubicBezTo>
                  <a:pt x="686277" y="47766"/>
                  <a:pt x="694291" y="45648"/>
                  <a:pt x="703893" y="45648"/>
                </a:cubicBezTo>
                <a:cubicBezTo>
                  <a:pt x="721104" y="45648"/>
                  <a:pt x="732774" y="51673"/>
                  <a:pt x="738905" y="63725"/>
                </a:cubicBezTo>
                <a:cubicBezTo>
                  <a:pt x="742229" y="70303"/>
                  <a:pt x="743891" y="79434"/>
                  <a:pt x="743891" y="91116"/>
                </a:cubicBezTo>
                <a:lnTo>
                  <a:pt x="743891" y="167301"/>
                </a:lnTo>
                <a:lnTo>
                  <a:pt x="723393" y="167301"/>
                </a:lnTo>
                <a:lnTo>
                  <a:pt x="723393" y="92514"/>
                </a:lnTo>
                <a:cubicBezTo>
                  <a:pt x="723393" y="83798"/>
                  <a:pt x="722285" y="77409"/>
                  <a:pt x="720069" y="73347"/>
                </a:cubicBezTo>
                <a:cubicBezTo>
                  <a:pt x="716450" y="66847"/>
                  <a:pt x="709655" y="63597"/>
                  <a:pt x="699683" y="63597"/>
                </a:cubicBezTo>
                <a:cubicBezTo>
                  <a:pt x="691410" y="63597"/>
                  <a:pt x="683913" y="66440"/>
                  <a:pt x="677192" y="72128"/>
                </a:cubicBezTo>
                <a:cubicBezTo>
                  <a:pt x="670470" y="77815"/>
                  <a:pt x="667109" y="88563"/>
                  <a:pt x="667109" y="104369"/>
                </a:cubicBezTo>
                <a:lnTo>
                  <a:pt x="667109" y="167301"/>
                </a:lnTo>
                <a:lnTo>
                  <a:pt x="647166" y="167301"/>
                </a:lnTo>
                <a:lnTo>
                  <a:pt x="647166" y="4210"/>
                </a:lnTo>
                <a:close/>
                <a:moveTo>
                  <a:pt x="836963" y="48528"/>
                </a:moveTo>
                <a:lnTo>
                  <a:pt x="855909" y="48528"/>
                </a:lnTo>
                <a:lnTo>
                  <a:pt x="855909" y="69136"/>
                </a:lnTo>
                <a:cubicBezTo>
                  <a:pt x="857460" y="65129"/>
                  <a:pt x="861264" y="60250"/>
                  <a:pt x="867321" y="54498"/>
                </a:cubicBezTo>
                <a:cubicBezTo>
                  <a:pt x="873378" y="48745"/>
                  <a:pt x="880358" y="45869"/>
                  <a:pt x="888261" y="45869"/>
                </a:cubicBezTo>
                <a:cubicBezTo>
                  <a:pt x="888631" y="45869"/>
                  <a:pt x="889259" y="45914"/>
                  <a:pt x="890145" y="46004"/>
                </a:cubicBezTo>
                <a:cubicBezTo>
                  <a:pt x="891031" y="46092"/>
                  <a:pt x="892546" y="46269"/>
                  <a:pt x="894688" y="46534"/>
                </a:cubicBezTo>
                <a:lnTo>
                  <a:pt x="894688" y="67585"/>
                </a:lnTo>
                <a:cubicBezTo>
                  <a:pt x="893506" y="67320"/>
                  <a:pt x="892416" y="67143"/>
                  <a:pt x="891419" y="67056"/>
                </a:cubicBezTo>
                <a:cubicBezTo>
                  <a:pt x="890422" y="66966"/>
                  <a:pt x="889332" y="66921"/>
                  <a:pt x="888151" y="66921"/>
                </a:cubicBezTo>
                <a:cubicBezTo>
                  <a:pt x="878105" y="66921"/>
                  <a:pt x="870386" y="70171"/>
                  <a:pt x="864994" y="76671"/>
                </a:cubicBezTo>
                <a:cubicBezTo>
                  <a:pt x="859602" y="83171"/>
                  <a:pt x="856906" y="90631"/>
                  <a:pt x="856906" y="99051"/>
                </a:cubicBezTo>
                <a:lnTo>
                  <a:pt x="856906" y="167301"/>
                </a:lnTo>
                <a:lnTo>
                  <a:pt x="836963" y="167301"/>
                </a:lnTo>
                <a:lnTo>
                  <a:pt x="836963" y="48528"/>
                </a:lnTo>
                <a:close/>
                <a:moveTo>
                  <a:pt x="961384" y="45869"/>
                </a:moveTo>
                <a:cubicBezTo>
                  <a:pt x="969805" y="45869"/>
                  <a:pt x="977967" y="47845"/>
                  <a:pt x="985870" y="51797"/>
                </a:cubicBezTo>
                <a:cubicBezTo>
                  <a:pt x="993774" y="55749"/>
                  <a:pt x="999794" y="60863"/>
                  <a:pt x="1003930" y="67139"/>
                </a:cubicBezTo>
                <a:cubicBezTo>
                  <a:pt x="1007919" y="73122"/>
                  <a:pt x="1010578" y="80101"/>
                  <a:pt x="1011907" y="88076"/>
                </a:cubicBezTo>
                <a:cubicBezTo>
                  <a:pt x="1013089" y="93542"/>
                  <a:pt x="1013680" y="102297"/>
                  <a:pt x="1013680" y="114341"/>
                </a:cubicBezTo>
                <a:lnTo>
                  <a:pt x="926705" y="114341"/>
                </a:lnTo>
                <a:cubicBezTo>
                  <a:pt x="927075" y="126381"/>
                  <a:pt x="929919" y="136039"/>
                  <a:pt x="935237" y="143314"/>
                </a:cubicBezTo>
                <a:cubicBezTo>
                  <a:pt x="940555" y="150590"/>
                  <a:pt x="948791" y="154228"/>
                  <a:pt x="959944" y="154228"/>
                </a:cubicBezTo>
                <a:cubicBezTo>
                  <a:pt x="970359" y="154228"/>
                  <a:pt x="978669" y="150824"/>
                  <a:pt x="984873" y="144017"/>
                </a:cubicBezTo>
                <a:cubicBezTo>
                  <a:pt x="988419" y="140065"/>
                  <a:pt x="990930" y="135492"/>
                  <a:pt x="992407" y="130296"/>
                </a:cubicBezTo>
                <a:lnTo>
                  <a:pt x="1012018" y="130296"/>
                </a:lnTo>
                <a:cubicBezTo>
                  <a:pt x="1011501" y="134631"/>
                  <a:pt x="1009784" y="139462"/>
                  <a:pt x="1006866" y="144789"/>
                </a:cubicBezTo>
                <a:cubicBezTo>
                  <a:pt x="1003948" y="150114"/>
                  <a:pt x="1000680" y="154466"/>
                  <a:pt x="997061" y="157846"/>
                </a:cubicBezTo>
                <a:cubicBezTo>
                  <a:pt x="991004" y="163725"/>
                  <a:pt x="983507" y="167693"/>
                  <a:pt x="974569" y="169749"/>
                </a:cubicBezTo>
                <a:cubicBezTo>
                  <a:pt x="969768" y="170924"/>
                  <a:pt x="964339" y="171512"/>
                  <a:pt x="958282" y="171512"/>
                </a:cubicBezTo>
                <a:cubicBezTo>
                  <a:pt x="943509" y="171512"/>
                  <a:pt x="930990" y="166133"/>
                  <a:pt x="920722" y="155377"/>
                </a:cubicBezTo>
                <a:cubicBezTo>
                  <a:pt x="910455" y="144621"/>
                  <a:pt x="905322" y="129557"/>
                  <a:pt x="905322" y="110186"/>
                </a:cubicBezTo>
                <a:cubicBezTo>
                  <a:pt x="905322" y="91113"/>
                  <a:pt x="910492" y="75626"/>
                  <a:pt x="920833" y="63725"/>
                </a:cubicBezTo>
                <a:cubicBezTo>
                  <a:pt x="931174" y="51821"/>
                  <a:pt x="944691" y="45869"/>
                  <a:pt x="961384" y="45869"/>
                </a:cubicBezTo>
                <a:moveTo>
                  <a:pt x="993183" y="98387"/>
                </a:moveTo>
                <a:cubicBezTo>
                  <a:pt x="992370" y="89717"/>
                  <a:pt x="990487" y="82789"/>
                  <a:pt x="987532" y="77602"/>
                </a:cubicBezTo>
                <a:cubicBezTo>
                  <a:pt x="982066" y="67970"/>
                  <a:pt x="972944" y="63154"/>
                  <a:pt x="960166" y="63154"/>
                </a:cubicBezTo>
                <a:cubicBezTo>
                  <a:pt x="951007" y="63154"/>
                  <a:pt x="943325" y="66469"/>
                  <a:pt x="937120" y="73101"/>
                </a:cubicBezTo>
                <a:cubicBezTo>
                  <a:pt x="930916" y="79732"/>
                  <a:pt x="927629" y="88161"/>
                  <a:pt x="927259" y="98387"/>
                </a:cubicBezTo>
                <a:lnTo>
                  <a:pt x="993183" y="98387"/>
                </a:lnTo>
                <a:moveTo>
                  <a:pt x="959501" y="45648"/>
                </a:moveTo>
                <a:lnTo>
                  <a:pt x="959501" y="45648"/>
                </a:lnTo>
                <a:close/>
                <a:moveTo>
                  <a:pt x="1049986" y="130074"/>
                </a:moveTo>
                <a:cubicBezTo>
                  <a:pt x="1050577" y="136752"/>
                  <a:pt x="1052239" y="141872"/>
                  <a:pt x="1054972" y="145433"/>
                </a:cubicBezTo>
                <a:cubicBezTo>
                  <a:pt x="1059995" y="151887"/>
                  <a:pt x="1068711" y="155114"/>
                  <a:pt x="1081120" y="155114"/>
                </a:cubicBezTo>
                <a:cubicBezTo>
                  <a:pt x="1088506" y="155114"/>
                  <a:pt x="1095006" y="153504"/>
                  <a:pt x="1100620" y="150284"/>
                </a:cubicBezTo>
                <a:cubicBezTo>
                  <a:pt x="1106234" y="147062"/>
                  <a:pt x="1109040" y="142080"/>
                  <a:pt x="1109040" y="135340"/>
                </a:cubicBezTo>
                <a:cubicBezTo>
                  <a:pt x="1109040" y="130230"/>
                  <a:pt x="1106787" y="126342"/>
                  <a:pt x="1102282" y="123676"/>
                </a:cubicBezTo>
                <a:cubicBezTo>
                  <a:pt x="1099401" y="122046"/>
                  <a:pt x="1093714" y="120159"/>
                  <a:pt x="1085219" y="118015"/>
                </a:cubicBezTo>
                <a:lnTo>
                  <a:pt x="1069375" y="114019"/>
                </a:lnTo>
                <a:cubicBezTo>
                  <a:pt x="1059256" y="111503"/>
                  <a:pt x="1051796" y="108692"/>
                  <a:pt x="1046995" y="105585"/>
                </a:cubicBezTo>
                <a:cubicBezTo>
                  <a:pt x="1038427" y="100183"/>
                  <a:pt x="1034142" y="92709"/>
                  <a:pt x="1034142" y="83163"/>
                </a:cubicBezTo>
                <a:cubicBezTo>
                  <a:pt x="1034142" y="71917"/>
                  <a:pt x="1038187" y="62817"/>
                  <a:pt x="1046275" y="55862"/>
                </a:cubicBezTo>
                <a:cubicBezTo>
                  <a:pt x="1054363" y="48905"/>
                  <a:pt x="1065239" y="45426"/>
                  <a:pt x="1078904" y="45426"/>
                </a:cubicBezTo>
                <a:cubicBezTo>
                  <a:pt x="1096779" y="45426"/>
                  <a:pt x="1109668" y="50671"/>
                  <a:pt x="1117572" y="61159"/>
                </a:cubicBezTo>
                <a:cubicBezTo>
                  <a:pt x="1122520" y="67807"/>
                  <a:pt x="1124921" y="74972"/>
                  <a:pt x="1124773" y="82654"/>
                </a:cubicBezTo>
                <a:lnTo>
                  <a:pt x="1105938" y="82654"/>
                </a:lnTo>
                <a:cubicBezTo>
                  <a:pt x="1105569" y="78196"/>
                  <a:pt x="1103981" y="74142"/>
                  <a:pt x="1101174" y="70490"/>
                </a:cubicBezTo>
                <a:cubicBezTo>
                  <a:pt x="1096594" y="65304"/>
                  <a:pt x="1088654" y="62710"/>
                  <a:pt x="1077353" y="62710"/>
                </a:cubicBezTo>
                <a:cubicBezTo>
                  <a:pt x="1069819" y="62710"/>
                  <a:pt x="1064113" y="64145"/>
                  <a:pt x="1060235" y="67014"/>
                </a:cubicBezTo>
                <a:cubicBezTo>
                  <a:pt x="1056357" y="69881"/>
                  <a:pt x="1054418" y="73668"/>
                  <a:pt x="1054418" y="78374"/>
                </a:cubicBezTo>
                <a:cubicBezTo>
                  <a:pt x="1054418" y="83521"/>
                  <a:pt x="1056966" y="87639"/>
                  <a:pt x="1062063" y="90728"/>
                </a:cubicBezTo>
                <a:cubicBezTo>
                  <a:pt x="1065018" y="92565"/>
                  <a:pt x="1069375" y="94187"/>
                  <a:pt x="1075137" y="95592"/>
                </a:cubicBezTo>
                <a:lnTo>
                  <a:pt x="1088322" y="98812"/>
                </a:lnTo>
                <a:cubicBezTo>
                  <a:pt x="1102651" y="102291"/>
                  <a:pt x="1112253" y="105657"/>
                  <a:pt x="1117128" y="108912"/>
                </a:cubicBezTo>
                <a:cubicBezTo>
                  <a:pt x="1124884" y="114018"/>
                  <a:pt x="1128762" y="122046"/>
                  <a:pt x="1128762" y="132996"/>
                </a:cubicBezTo>
                <a:cubicBezTo>
                  <a:pt x="1128762" y="143577"/>
                  <a:pt x="1124755" y="152716"/>
                  <a:pt x="1116741" y="160411"/>
                </a:cubicBezTo>
                <a:cubicBezTo>
                  <a:pt x="1108726" y="168107"/>
                  <a:pt x="1096520" y="171955"/>
                  <a:pt x="1080123" y="171955"/>
                </a:cubicBezTo>
                <a:cubicBezTo>
                  <a:pt x="1062469" y="171955"/>
                  <a:pt x="1049968" y="167937"/>
                  <a:pt x="1042618" y="159902"/>
                </a:cubicBezTo>
                <a:cubicBezTo>
                  <a:pt x="1035269" y="151867"/>
                  <a:pt x="1031336" y="141925"/>
                  <a:pt x="1030819" y="130074"/>
                </a:cubicBezTo>
                <a:lnTo>
                  <a:pt x="1049986" y="130074"/>
                </a:lnTo>
                <a:moveTo>
                  <a:pt x="1079458" y="45648"/>
                </a:moveTo>
                <a:lnTo>
                  <a:pt x="1079458" y="45648"/>
                </a:lnTo>
                <a:close/>
                <a:moveTo>
                  <a:pt x="1201666" y="154228"/>
                </a:moveTo>
                <a:cubicBezTo>
                  <a:pt x="1210973" y="154228"/>
                  <a:pt x="1218710" y="150302"/>
                  <a:pt x="1224877" y="142452"/>
                </a:cubicBezTo>
                <a:cubicBezTo>
                  <a:pt x="1231045" y="134602"/>
                  <a:pt x="1234129" y="122864"/>
                  <a:pt x="1234129" y="107240"/>
                </a:cubicBezTo>
                <a:cubicBezTo>
                  <a:pt x="1234129" y="97716"/>
                  <a:pt x="1232762" y="89532"/>
                  <a:pt x="1230029" y="82688"/>
                </a:cubicBezTo>
                <a:cubicBezTo>
                  <a:pt x="1224859" y="69517"/>
                  <a:pt x="1215404" y="62932"/>
                  <a:pt x="1201666" y="62932"/>
                </a:cubicBezTo>
                <a:cubicBezTo>
                  <a:pt x="1187853" y="62932"/>
                  <a:pt x="1178399" y="69889"/>
                  <a:pt x="1173302" y="83803"/>
                </a:cubicBezTo>
                <a:cubicBezTo>
                  <a:pt x="1170569" y="91243"/>
                  <a:pt x="1169203" y="100692"/>
                  <a:pt x="1169203" y="112153"/>
                </a:cubicBezTo>
                <a:cubicBezTo>
                  <a:pt x="1169203" y="121379"/>
                  <a:pt x="1170569" y="129228"/>
                  <a:pt x="1173302" y="135700"/>
                </a:cubicBezTo>
                <a:cubicBezTo>
                  <a:pt x="1178473" y="148052"/>
                  <a:pt x="1187927" y="154228"/>
                  <a:pt x="1201666" y="154228"/>
                </a:cubicBezTo>
                <a:moveTo>
                  <a:pt x="1150035" y="49193"/>
                </a:moveTo>
                <a:lnTo>
                  <a:pt x="1169424" y="49193"/>
                </a:lnTo>
                <a:lnTo>
                  <a:pt x="1169424" y="64608"/>
                </a:lnTo>
                <a:cubicBezTo>
                  <a:pt x="1173413" y="59273"/>
                  <a:pt x="1177771" y="55145"/>
                  <a:pt x="1182498" y="52223"/>
                </a:cubicBezTo>
                <a:cubicBezTo>
                  <a:pt x="1189220" y="47839"/>
                  <a:pt x="1197123" y="45648"/>
                  <a:pt x="1206208" y="45648"/>
                </a:cubicBezTo>
                <a:cubicBezTo>
                  <a:pt x="1219652" y="45648"/>
                  <a:pt x="1231064" y="50814"/>
                  <a:pt x="1240444" y="61145"/>
                </a:cubicBezTo>
                <a:cubicBezTo>
                  <a:pt x="1249825" y="71477"/>
                  <a:pt x="1254515" y="86234"/>
                  <a:pt x="1254515" y="105415"/>
                </a:cubicBezTo>
                <a:cubicBezTo>
                  <a:pt x="1254515" y="131334"/>
                  <a:pt x="1247757" y="149849"/>
                  <a:pt x="1234240" y="160958"/>
                </a:cubicBezTo>
                <a:cubicBezTo>
                  <a:pt x="1225672" y="167994"/>
                  <a:pt x="1215700" y="171512"/>
                  <a:pt x="1204325" y="171512"/>
                </a:cubicBezTo>
                <a:cubicBezTo>
                  <a:pt x="1195387" y="171512"/>
                  <a:pt x="1187890" y="169567"/>
                  <a:pt x="1181833" y="165678"/>
                </a:cubicBezTo>
                <a:cubicBezTo>
                  <a:pt x="1178288" y="163476"/>
                  <a:pt x="1174336" y="159696"/>
                  <a:pt x="1169978" y="154338"/>
                </a:cubicBezTo>
                <a:lnTo>
                  <a:pt x="1169978" y="214722"/>
                </a:lnTo>
                <a:lnTo>
                  <a:pt x="1150035" y="214722"/>
                </a:lnTo>
                <a:lnTo>
                  <a:pt x="1150035" y="49193"/>
                </a:lnTo>
                <a:close/>
                <a:moveTo>
                  <a:pt x="1324836" y="154228"/>
                </a:moveTo>
                <a:cubicBezTo>
                  <a:pt x="1338057" y="154228"/>
                  <a:pt x="1347124" y="149217"/>
                  <a:pt x="1352036" y="139197"/>
                </a:cubicBezTo>
                <a:cubicBezTo>
                  <a:pt x="1356948" y="129177"/>
                  <a:pt x="1359404" y="118029"/>
                  <a:pt x="1359404" y="105751"/>
                </a:cubicBezTo>
                <a:cubicBezTo>
                  <a:pt x="1359404" y="94658"/>
                  <a:pt x="1357631" y="85636"/>
                  <a:pt x="1354086" y="78686"/>
                </a:cubicBezTo>
                <a:cubicBezTo>
                  <a:pt x="1348472" y="67740"/>
                  <a:pt x="1338796" y="62267"/>
                  <a:pt x="1325057" y="62267"/>
                </a:cubicBezTo>
                <a:cubicBezTo>
                  <a:pt x="1312870" y="62267"/>
                  <a:pt x="1304006" y="66926"/>
                  <a:pt x="1298466" y="76245"/>
                </a:cubicBezTo>
                <a:cubicBezTo>
                  <a:pt x="1292927" y="85563"/>
                  <a:pt x="1290157" y="96804"/>
                  <a:pt x="1290157" y="109968"/>
                </a:cubicBezTo>
                <a:cubicBezTo>
                  <a:pt x="1290157" y="122613"/>
                  <a:pt x="1292927" y="133151"/>
                  <a:pt x="1298466" y="141583"/>
                </a:cubicBezTo>
                <a:cubicBezTo>
                  <a:pt x="1304006" y="150013"/>
                  <a:pt x="1312796" y="154228"/>
                  <a:pt x="1324836" y="154228"/>
                </a:cubicBezTo>
                <a:moveTo>
                  <a:pt x="1325611" y="44983"/>
                </a:moveTo>
                <a:cubicBezTo>
                  <a:pt x="1340901" y="44983"/>
                  <a:pt x="1353827" y="50084"/>
                  <a:pt x="1364390" y="60287"/>
                </a:cubicBezTo>
                <a:cubicBezTo>
                  <a:pt x="1374952" y="70489"/>
                  <a:pt x="1380234" y="85496"/>
                  <a:pt x="1380234" y="105308"/>
                </a:cubicBezTo>
                <a:cubicBezTo>
                  <a:pt x="1380234" y="124457"/>
                  <a:pt x="1375580" y="140279"/>
                  <a:pt x="1366273" y="152773"/>
                </a:cubicBezTo>
                <a:cubicBezTo>
                  <a:pt x="1356967" y="165266"/>
                  <a:pt x="1342526" y="171512"/>
                  <a:pt x="1322952" y="171512"/>
                </a:cubicBezTo>
                <a:cubicBezTo>
                  <a:pt x="1306628" y="171512"/>
                  <a:pt x="1293665" y="165986"/>
                  <a:pt x="1284063" y="154934"/>
                </a:cubicBezTo>
                <a:cubicBezTo>
                  <a:pt x="1274461" y="143882"/>
                  <a:pt x="1269660" y="129041"/>
                  <a:pt x="1269660" y="110411"/>
                </a:cubicBezTo>
                <a:cubicBezTo>
                  <a:pt x="1269660" y="90450"/>
                  <a:pt x="1274719" y="74555"/>
                  <a:pt x="1284839" y="62728"/>
                </a:cubicBezTo>
                <a:cubicBezTo>
                  <a:pt x="1294958" y="50898"/>
                  <a:pt x="1308549" y="44983"/>
                  <a:pt x="1325611" y="44983"/>
                </a:cubicBezTo>
                <a:moveTo>
                  <a:pt x="1324947" y="45648"/>
                </a:moveTo>
                <a:lnTo>
                  <a:pt x="1324947" y="45648"/>
                </a:lnTo>
                <a:close/>
                <a:moveTo>
                  <a:pt x="1403909" y="48528"/>
                </a:moveTo>
                <a:lnTo>
                  <a:pt x="1422855" y="48528"/>
                </a:lnTo>
                <a:lnTo>
                  <a:pt x="1422855" y="65369"/>
                </a:lnTo>
                <a:cubicBezTo>
                  <a:pt x="1428469" y="58426"/>
                  <a:pt x="1434415" y="53440"/>
                  <a:pt x="1440693" y="50412"/>
                </a:cubicBezTo>
                <a:cubicBezTo>
                  <a:pt x="1446972" y="47384"/>
                  <a:pt x="1453952" y="45869"/>
                  <a:pt x="1461634" y="45869"/>
                </a:cubicBezTo>
                <a:cubicBezTo>
                  <a:pt x="1478475" y="45869"/>
                  <a:pt x="1489850" y="51747"/>
                  <a:pt x="1495759" y="63503"/>
                </a:cubicBezTo>
                <a:cubicBezTo>
                  <a:pt x="1499009" y="69934"/>
                  <a:pt x="1500634" y="79138"/>
                  <a:pt x="1500634" y="91116"/>
                </a:cubicBezTo>
                <a:lnTo>
                  <a:pt x="1500634" y="167301"/>
                </a:lnTo>
                <a:lnTo>
                  <a:pt x="1480358" y="167301"/>
                </a:lnTo>
                <a:lnTo>
                  <a:pt x="1480358" y="92435"/>
                </a:lnTo>
                <a:cubicBezTo>
                  <a:pt x="1480358" y="85187"/>
                  <a:pt x="1479287" y="79345"/>
                  <a:pt x="1477145" y="74908"/>
                </a:cubicBezTo>
                <a:cubicBezTo>
                  <a:pt x="1473600" y="67515"/>
                  <a:pt x="1467173" y="63818"/>
                  <a:pt x="1457867" y="63818"/>
                </a:cubicBezTo>
                <a:cubicBezTo>
                  <a:pt x="1453139" y="63818"/>
                  <a:pt x="1449261" y="64298"/>
                  <a:pt x="1446233" y="65259"/>
                </a:cubicBezTo>
                <a:cubicBezTo>
                  <a:pt x="1440767" y="66886"/>
                  <a:pt x="1435966" y="70139"/>
                  <a:pt x="1431830" y="75019"/>
                </a:cubicBezTo>
                <a:cubicBezTo>
                  <a:pt x="1428506" y="78938"/>
                  <a:pt x="1426345" y="82987"/>
                  <a:pt x="1425348" y="87165"/>
                </a:cubicBezTo>
                <a:cubicBezTo>
                  <a:pt x="1424351" y="91343"/>
                  <a:pt x="1423852" y="97313"/>
                  <a:pt x="1423852" y="105076"/>
                </a:cubicBezTo>
                <a:lnTo>
                  <a:pt x="1423852" y="167301"/>
                </a:lnTo>
                <a:lnTo>
                  <a:pt x="1403909" y="167301"/>
                </a:lnTo>
                <a:lnTo>
                  <a:pt x="1403909" y="48528"/>
                </a:lnTo>
                <a:moveTo>
                  <a:pt x="1450776" y="45648"/>
                </a:moveTo>
                <a:lnTo>
                  <a:pt x="1450776" y="45648"/>
                </a:lnTo>
                <a:close/>
                <a:moveTo>
                  <a:pt x="1541926" y="130074"/>
                </a:moveTo>
                <a:cubicBezTo>
                  <a:pt x="1542517" y="136752"/>
                  <a:pt x="1544179" y="141872"/>
                  <a:pt x="1546912" y="145433"/>
                </a:cubicBezTo>
                <a:cubicBezTo>
                  <a:pt x="1551934" y="151887"/>
                  <a:pt x="1560650" y="155114"/>
                  <a:pt x="1573059" y="155114"/>
                </a:cubicBezTo>
                <a:cubicBezTo>
                  <a:pt x="1580446" y="155114"/>
                  <a:pt x="1586946" y="153504"/>
                  <a:pt x="1592559" y="150284"/>
                </a:cubicBezTo>
                <a:cubicBezTo>
                  <a:pt x="1598173" y="147062"/>
                  <a:pt x="1600980" y="142080"/>
                  <a:pt x="1600980" y="135340"/>
                </a:cubicBezTo>
                <a:cubicBezTo>
                  <a:pt x="1600980" y="130230"/>
                  <a:pt x="1598727" y="126342"/>
                  <a:pt x="1594221" y="123676"/>
                </a:cubicBezTo>
                <a:cubicBezTo>
                  <a:pt x="1591341" y="122046"/>
                  <a:pt x="1585653" y="120159"/>
                  <a:pt x="1577159" y="118015"/>
                </a:cubicBezTo>
                <a:lnTo>
                  <a:pt x="1561315" y="114019"/>
                </a:lnTo>
                <a:cubicBezTo>
                  <a:pt x="1551196" y="111503"/>
                  <a:pt x="1543735" y="108692"/>
                  <a:pt x="1538934" y="105585"/>
                </a:cubicBezTo>
                <a:cubicBezTo>
                  <a:pt x="1530366" y="100183"/>
                  <a:pt x="1526082" y="92709"/>
                  <a:pt x="1526082" y="83163"/>
                </a:cubicBezTo>
                <a:cubicBezTo>
                  <a:pt x="1526082" y="71917"/>
                  <a:pt x="1530126" y="62817"/>
                  <a:pt x="1538214" y="55862"/>
                </a:cubicBezTo>
                <a:cubicBezTo>
                  <a:pt x="1546302" y="48905"/>
                  <a:pt x="1557179" y="45426"/>
                  <a:pt x="1570843" y="45426"/>
                </a:cubicBezTo>
                <a:cubicBezTo>
                  <a:pt x="1588718" y="45426"/>
                  <a:pt x="1601608" y="50671"/>
                  <a:pt x="1609511" y="61159"/>
                </a:cubicBezTo>
                <a:cubicBezTo>
                  <a:pt x="1614460" y="67807"/>
                  <a:pt x="1616861" y="74972"/>
                  <a:pt x="1616713" y="82654"/>
                </a:cubicBezTo>
                <a:lnTo>
                  <a:pt x="1597878" y="82654"/>
                </a:lnTo>
                <a:cubicBezTo>
                  <a:pt x="1597508" y="78196"/>
                  <a:pt x="1595920" y="74142"/>
                  <a:pt x="1593113" y="70490"/>
                </a:cubicBezTo>
                <a:cubicBezTo>
                  <a:pt x="1588534" y="65304"/>
                  <a:pt x="1580593" y="62710"/>
                  <a:pt x="1569292" y="62710"/>
                </a:cubicBezTo>
                <a:cubicBezTo>
                  <a:pt x="1561758" y="62710"/>
                  <a:pt x="1556052" y="64145"/>
                  <a:pt x="1552174" y="67014"/>
                </a:cubicBezTo>
                <a:cubicBezTo>
                  <a:pt x="1548296" y="69881"/>
                  <a:pt x="1546358" y="73668"/>
                  <a:pt x="1546358" y="78374"/>
                </a:cubicBezTo>
                <a:cubicBezTo>
                  <a:pt x="1546358" y="83521"/>
                  <a:pt x="1548906" y="87639"/>
                  <a:pt x="1554002" y="90728"/>
                </a:cubicBezTo>
                <a:cubicBezTo>
                  <a:pt x="1556957" y="92565"/>
                  <a:pt x="1561315" y="94187"/>
                  <a:pt x="1567076" y="95592"/>
                </a:cubicBezTo>
                <a:lnTo>
                  <a:pt x="1580261" y="98812"/>
                </a:lnTo>
                <a:cubicBezTo>
                  <a:pt x="1594591" y="102291"/>
                  <a:pt x="1604193" y="105657"/>
                  <a:pt x="1609068" y="108912"/>
                </a:cubicBezTo>
                <a:cubicBezTo>
                  <a:pt x="1616824" y="114018"/>
                  <a:pt x="1620701" y="122046"/>
                  <a:pt x="1620701" y="132996"/>
                </a:cubicBezTo>
                <a:cubicBezTo>
                  <a:pt x="1620701" y="143577"/>
                  <a:pt x="1616694" y="152716"/>
                  <a:pt x="1608680" y="160411"/>
                </a:cubicBezTo>
                <a:cubicBezTo>
                  <a:pt x="1600666" y="168107"/>
                  <a:pt x="1588460" y="171955"/>
                  <a:pt x="1572062" y="171955"/>
                </a:cubicBezTo>
                <a:cubicBezTo>
                  <a:pt x="1554409" y="171955"/>
                  <a:pt x="1541907" y="167937"/>
                  <a:pt x="1534558" y="159902"/>
                </a:cubicBezTo>
                <a:cubicBezTo>
                  <a:pt x="1527208" y="151867"/>
                  <a:pt x="1523275" y="141925"/>
                  <a:pt x="1522758" y="130074"/>
                </a:cubicBezTo>
                <a:lnTo>
                  <a:pt x="1541926" y="130074"/>
                </a:lnTo>
                <a:moveTo>
                  <a:pt x="1571397" y="45648"/>
                </a:moveTo>
                <a:lnTo>
                  <a:pt x="1571397" y="45648"/>
                </a:lnTo>
                <a:close/>
                <a:moveTo>
                  <a:pt x="1692940" y="45869"/>
                </a:moveTo>
                <a:cubicBezTo>
                  <a:pt x="1701361" y="45869"/>
                  <a:pt x="1709523" y="47845"/>
                  <a:pt x="1717426" y="51797"/>
                </a:cubicBezTo>
                <a:cubicBezTo>
                  <a:pt x="1725330" y="55749"/>
                  <a:pt x="1731350" y="60863"/>
                  <a:pt x="1735486" y="67139"/>
                </a:cubicBezTo>
                <a:cubicBezTo>
                  <a:pt x="1739475" y="73122"/>
                  <a:pt x="1742134" y="80101"/>
                  <a:pt x="1743463" y="88076"/>
                </a:cubicBezTo>
                <a:cubicBezTo>
                  <a:pt x="1744645" y="93542"/>
                  <a:pt x="1745236" y="102297"/>
                  <a:pt x="1745236" y="114341"/>
                </a:cubicBezTo>
                <a:lnTo>
                  <a:pt x="1658261" y="114341"/>
                </a:lnTo>
                <a:cubicBezTo>
                  <a:pt x="1658631" y="126381"/>
                  <a:pt x="1661475" y="136039"/>
                  <a:pt x="1666793" y="143314"/>
                </a:cubicBezTo>
                <a:cubicBezTo>
                  <a:pt x="1672111" y="150590"/>
                  <a:pt x="1680347" y="154228"/>
                  <a:pt x="1691500" y="154228"/>
                </a:cubicBezTo>
                <a:cubicBezTo>
                  <a:pt x="1701915" y="154228"/>
                  <a:pt x="1710225" y="150824"/>
                  <a:pt x="1716429" y="144017"/>
                </a:cubicBezTo>
                <a:cubicBezTo>
                  <a:pt x="1719975" y="140065"/>
                  <a:pt x="1722486" y="135492"/>
                  <a:pt x="1723963" y="130296"/>
                </a:cubicBezTo>
                <a:lnTo>
                  <a:pt x="1743574" y="130296"/>
                </a:lnTo>
                <a:cubicBezTo>
                  <a:pt x="1743057" y="134631"/>
                  <a:pt x="1741340" y="139462"/>
                  <a:pt x="1738422" y="144789"/>
                </a:cubicBezTo>
                <a:cubicBezTo>
                  <a:pt x="1735504" y="150114"/>
                  <a:pt x="1732236" y="154466"/>
                  <a:pt x="1728617" y="157846"/>
                </a:cubicBezTo>
                <a:cubicBezTo>
                  <a:pt x="1722560" y="163725"/>
                  <a:pt x="1715063" y="167693"/>
                  <a:pt x="1706125" y="169749"/>
                </a:cubicBezTo>
                <a:cubicBezTo>
                  <a:pt x="1701324" y="170924"/>
                  <a:pt x="1695895" y="171512"/>
                  <a:pt x="1689838" y="171512"/>
                </a:cubicBezTo>
                <a:cubicBezTo>
                  <a:pt x="1675065" y="171512"/>
                  <a:pt x="1662546" y="166133"/>
                  <a:pt x="1652278" y="155377"/>
                </a:cubicBezTo>
                <a:cubicBezTo>
                  <a:pt x="1642011" y="144621"/>
                  <a:pt x="1636878" y="129557"/>
                  <a:pt x="1636878" y="110186"/>
                </a:cubicBezTo>
                <a:cubicBezTo>
                  <a:pt x="1636878" y="91113"/>
                  <a:pt x="1642048" y="75626"/>
                  <a:pt x="1652389" y="63725"/>
                </a:cubicBezTo>
                <a:cubicBezTo>
                  <a:pt x="1662730" y="51821"/>
                  <a:pt x="1676247" y="45869"/>
                  <a:pt x="1692940" y="45869"/>
                </a:cubicBezTo>
                <a:moveTo>
                  <a:pt x="1724739" y="98387"/>
                </a:moveTo>
                <a:cubicBezTo>
                  <a:pt x="1723926" y="89717"/>
                  <a:pt x="1722043" y="82789"/>
                  <a:pt x="1719088" y="77602"/>
                </a:cubicBezTo>
                <a:cubicBezTo>
                  <a:pt x="1713622" y="67970"/>
                  <a:pt x="1704500" y="63154"/>
                  <a:pt x="1691722" y="63154"/>
                </a:cubicBezTo>
                <a:cubicBezTo>
                  <a:pt x="1682563" y="63154"/>
                  <a:pt x="1674881" y="66469"/>
                  <a:pt x="1668676" y="73101"/>
                </a:cubicBezTo>
                <a:cubicBezTo>
                  <a:pt x="1662472" y="79732"/>
                  <a:pt x="1659185" y="88161"/>
                  <a:pt x="1658815" y="98387"/>
                </a:cubicBezTo>
                <a:lnTo>
                  <a:pt x="1724739" y="98387"/>
                </a:lnTo>
                <a:moveTo>
                  <a:pt x="1691057" y="45648"/>
                </a:moveTo>
                <a:lnTo>
                  <a:pt x="1691057" y="456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Text Stopspeaking">
            <a:extLst xmlns:a="http://schemas.openxmlformats.org/drawingml/2006/main">
              <a:ext uri="{FF2B5EF4-FFF2-40B4-BE49-F238E27FC236}">
                <a16:creationId xmlns:a16="http://schemas.microsoft.com/office/drawing/2014/main" id="{22150852-75E2-4381-BFA5-CEF554EE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248" y="5463617"/>
            <a:ext cx="1411812" cy="217603"/>
          </a:xfrm>
          <a:custGeom xmlns:a="http://schemas.openxmlformats.org/drawingml/2006/main">
            <a:pathLst>
              <a:path w="1411812" h="217603">
                <a:moveTo>
                  <a:pt x="20940" y="114784"/>
                </a:moveTo>
                <a:cubicBezTo>
                  <a:pt x="21457" y="124043"/>
                  <a:pt x="23636" y="131562"/>
                  <a:pt x="27477" y="137342"/>
                </a:cubicBezTo>
                <a:cubicBezTo>
                  <a:pt x="34790" y="148156"/>
                  <a:pt x="47679" y="153563"/>
                  <a:pt x="66145" y="153563"/>
                </a:cubicBezTo>
                <a:cubicBezTo>
                  <a:pt x="74418" y="153563"/>
                  <a:pt x="81952" y="152381"/>
                  <a:pt x="88747" y="150017"/>
                </a:cubicBezTo>
                <a:cubicBezTo>
                  <a:pt x="101895" y="145438"/>
                  <a:pt x="108469" y="137240"/>
                  <a:pt x="108469" y="125424"/>
                </a:cubicBezTo>
                <a:cubicBezTo>
                  <a:pt x="108469" y="116560"/>
                  <a:pt x="105699" y="110245"/>
                  <a:pt x="100159" y="106478"/>
                </a:cubicBezTo>
                <a:cubicBezTo>
                  <a:pt x="94546" y="102771"/>
                  <a:pt x="85756" y="99546"/>
                  <a:pt x="73790" y="96804"/>
                </a:cubicBezTo>
                <a:lnTo>
                  <a:pt x="51742" y="91798"/>
                </a:lnTo>
                <a:cubicBezTo>
                  <a:pt x="37338" y="88536"/>
                  <a:pt x="27145" y="84947"/>
                  <a:pt x="21162" y="81030"/>
                </a:cubicBezTo>
                <a:cubicBezTo>
                  <a:pt x="10821" y="74232"/>
                  <a:pt x="5651" y="64071"/>
                  <a:pt x="5651" y="50547"/>
                </a:cubicBezTo>
                <a:cubicBezTo>
                  <a:pt x="5651" y="35915"/>
                  <a:pt x="10710" y="23906"/>
                  <a:pt x="20830" y="14521"/>
                </a:cubicBezTo>
                <a:cubicBezTo>
                  <a:pt x="30949" y="5136"/>
                  <a:pt x="45278" y="443"/>
                  <a:pt x="63818" y="443"/>
                </a:cubicBezTo>
                <a:cubicBezTo>
                  <a:pt x="80881" y="443"/>
                  <a:pt x="95377" y="4561"/>
                  <a:pt x="107306" y="12797"/>
                </a:cubicBezTo>
                <a:cubicBezTo>
                  <a:pt x="119235" y="21033"/>
                  <a:pt x="125199" y="34199"/>
                  <a:pt x="125199" y="52296"/>
                </a:cubicBezTo>
                <a:lnTo>
                  <a:pt x="104480" y="52296"/>
                </a:lnTo>
                <a:cubicBezTo>
                  <a:pt x="103372" y="43580"/>
                  <a:pt x="101009" y="36895"/>
                  <a:pt x="97389" y="32242"/>
                </a:cubicBezTo>
                <a:cubicBezTo>
                  <a:pt x="90668" y="23747"/>
                  <a:pt x="79256" y="19500"/>
                  <a:pt x="63154" y="19500"/>
                </a:cubicBezTo>
                <a:cubicBezTo>
                  <a:pt x="50153" y="19500"/>
                  <a:pt x="40810" y="22235"/>
                  <a:pt x="35122" y="27706"/>
                </a:cubicBezTo>
                <a:cubicBezTo>
                  <a:pt x="29435" y="33176"/>
                  <a:pt x="26591" y="39534"/>
                  <a:pt x="26591" y="46780"/>
                </a:cubicBezTo>
                <a:cubicBezTo>
                  <a:pt x="26591" y="54764"/>
                  <a:pt x="29915" y="60604"/>
                  <a:pt x="36563" y="64300"/>
                </a:cubicBezTo>
                <a:cubicBezTo>
                  <a:pt x="40921" y="66666"/>
                  <a:pt x="50781" y="69622"/>
                  <a:pt x="66145" y="73170"/>
                </a:cubicBezTo>
                <a:lnTo>
                  <a:pt x="88969" y="78381"/>
                </a:lnTo>
                <a:cubicBezTo>
                  <a:pt x="99975" y="80895"/>
                  <a:pt x="108469" y="84332"/>
                  <a:pt x="114452" y="88692"/>
                </a:cubicBezTo>
                <a:cubicBezTo>
                  <a:pt x="124793" y="96304"/>
                  <a:pt x="129963" y="107354"/>
                  <a:pt x="129963" y="121841"/>
                </a:cubicBezTo>
                <a:cubicBezTo>
                  <a:pt x="129963" y="139877"/>
                  <a:pt x="123408" y="152776"/>
                  <a:pt x="110297" y="160536"/>
                </a:cubicBezTo>
                <a:cubicBezTo>
                  <a:pt x="97186" y="168296"/>
                  <a:pt x="81952" y="172176"/>
                  <a:pt x="64594" y="172176"/>
                </a:cubicBezTo>
                <a:cubicBezTo>
                  <a:pt x="44355" y="172176"/>
                  <a:pt x="28511" y="166996"/>
                  <a:pt x="17063" y="156634"/>
                </a:cubicBezTo>
                <a:cubicBezTo>
                  <a:pt x="5614" y="146348"/>
                  <a:pt x="0" y="132398"/>
                  <a:pt x="222" y="114784"/>
                </a:cubicBezTo>
                <a:lnTo>
                  <a:pt x="20940" y="114784"/>
                </a:lnTo>
                <a:moveTo>
                  <a:pt x="65480" y="0"/>
                </a:moveTo>
                <a:lnTo>
                  <a:pt x="65480" y="0"/>
                </a:lnTo>
                <a:close/>
                <a:moveTo>
                  <a:pt x="159215" y="15511"/>
                </a:moveTo>
                <a:lnTo>
                  <a:pt x="179380" y="15511"/>
                </a:lnTo>
                <a:lnTo>
                  <a:pt x="179380" y="48528"/>
                </a:lnTo>
                <a:lnTo>
                  <a:pt x="198326" y="48528"/>
                </a:lnTo>
                <a:lnTo>
                  <a:pt x="198326" y="64926"/>
                </a:lnTo>
                <a:lnTo>
                  <a:pt x="179380" y="64926"/>
                </a:lnTo>
                <a:lnTo>
                  <a:pt x="179380" y="142275"/>
                </a:lnTo>
                <a:cubicBezTo>
                  <a:pt x="179380" y="146405"/>
                  <a:pt x="180783" y="149170"/>
                  <a:pt x="183590" y="150571"/>
                </a:cubicBezTo>
                <a:cubicBezTo>
                  <a:pt x="185141" y="151384"/>
                  <a:pt x="187727" y="151790"/>
                  <a:pt x="191346" y="151790"/>
                </a:cubicBezTo>
                <a:cubicBezTo>
                  <a:pt x="192306" y="151790"/>
                  <a:pt x="193340" y="151766"/>
                  <a:pt x="194448" y="151717"/>
                </a:cubicBezTo>
                <a:cubicBezTo>
                  <a:pt x="195556" y="151667"/>
                  <a:pt x="196849" y="151543"/>
                  <a:pt x="198326" y="151347"/>
                </a:cubicBezTo>
                <a:lnTo>
                  <a:pt x="198326" y="167301"/>
                </a:lnTo>
                <a:cubicBezTo>
                  <a:pt x="196036" y="168005"/>
                  <a:pt x="193654" y="168513"/>
                  <a:pt x="191180" y="168825"/>
                </a:cubicBezTo>
                <a:cubicBezTo>
                  <a:pt x="188705" y="169139"/>
                  <a:pt x="186028" y="169296"/>
                  <a:pt x="183147" y="169296"/>
                </a:cubicBezTo>
                <a:cubicBezTo>
                  <a:pt x="173840" y="169296"/>
                  <a:pt x="167525" y="166911"/>
                  <a:pt x="164201" y="162142"/>
                </a:cubicBezTo>
                <a:cubicBezTo>
                  <a:pt x="160877" y="157374"/>
                  <a:pt x="159215" y="151181"/>
                  <a:pt x="159215" y="143563"/>
                </a:cubicBezTo>
                <a:lnTo>
                  <a:pt x="159215" y="64926"/>
                </a:lnTo>
                <a:lnTo>
                  <a:pt x="143150" y="64926"/>
                </a:lnTo>
                <a:lnTo>
                  <a:pt x="143150" y="48528"/>
                </a:lnTo>
                <a:lnTo>
                  <a:pt x="159215" y="48528"/>
                </a:lnTo>
                <a:lnTo>
                  <a:pt x="159215" y="15511"/>
                </a:lnTo>
                <a:close/>
                <a:moveTo>
                  <a:pt x="265395" y="154228"/>
                </a:moveTo>
                <a:cubicBezTo>
                  <a:pt x="278617" y="154228"/>
                  <a:pt x="287684" y="149217"/>
                  <a:pt x="292596" y="139197"/>
                </a:cubicBezTo>
                <a:cubicBezTo>
                  <a:pt x="297508" y="129177"/>
                  <a:pt x="299964" y="118029"/>
                  <a:pt x="299964" y="105751"/>
                </a:cubicBezTo>
                <a:cubicBezTo>
                  <a:pt x="299964" y="94658"/>
                  <a:pt x="298191" y="85636"/>
                  <a:pt x="294645" y="78686"/>
                </a:cubicBezTo>
                <a:cubicBezTo>
                  <a:pt x="289032" y="67740"/>
                  <a:pt x="279356" y="62267"/>
                  <a:pt x="265617" y="62267"/>
                </a:cubicBezTo>
                <a:cubicBezTo>
                  <a:pt x="253429" y="62267"/>
                  <a:pt x="244566" y="66926"/>
                  <a:pt x="239026" y="76245"/>
                </a:cubicBezTo>
                <a:cubicBezTo>
                  <a:pt x="233486" y="85563"/>
                  <a:pt x="230716" y="96804"/>
                  <a:pt x="230716" y="109968"/>
                </a:cubicBezTo>
                <a:cubicBezTo>
                  <a:pt x="230716" y="122613"/>
                  <a:pt x="233486" y="133151"/>
                  <a:pt x="239026" y="141583"/>
                </a:cubicBezTo>
                <a:cubicBezTo>
                  <a:pt x="244566" y="150013"/>
                  <a:pt x="253356" y="154228"/>
                  <a:pt x="265395" y="154228"/>
                </a:cubicBezTo>
                <a:moveTo>
                  <a:pt x="266171" y="44983"/>
                </a:moveTo>
                <a:cubicBezTo>
                  <a:pt x="281461" y="44983"/>
                  <a:pt x="294387" y="50084"/>
                  <a:pt x="304949" y="60287"/>
                </a:cubicBezTo>
                <a:cubicBezTo>
                  <a:pt x="315512" y="70489"/>
                  <a:pt x="320793" y="85496"/>
                  <a:pt x="320793" y="105308"/>
                </a:cubicBezTo>
                <a:cubicBezTo>
                  <a:pt x="320793" y="124457"/>
                  <a:pt x="316140" y="140279"/>
                  <a:pt x="306833" y="152773"/>
                </a:cubicBezTo>
                <a:cubicBezTo>
                  <a:pt x="297526" y="165266"/>
                  <a:pt x="283086" y="171512"/>
                  <a:pt x="263512" y="171512"/>
                </a:cubicBezTo>
                <a:cubicBezTo>
                  <a:pt x="247188" y="171512"/>
                  <a:pt x="234225" y="165986"/>
                  <a:pt x="224623" y="154934"/>
                </a:cubicBezTo>
                <a:cubicBezTo>
                  <a:pt x="215020" y="143882"/>
                  <a:pt x="210219" y="129041"/>
                  <a:pt x="210219" y="110411"/>
                </a:cubicBezTo>
                <a:cubicBezTo>
                  <a:pt x="210219" y="90450"/>
                  <a:pt x="215279" y="74555"/>
                  <a:pt x="225398" y="62728"/>
                </a:cubicBezTo>
                <a:cubicBezTo>
                  <a:pt x="235517" y="50898"/>
                  <a:pt x="249108" y="44983"/>
                  <a:pt x="266171" y="44983"/>
                </a:cubicBezTo>
                <a:moveTo>
                  <a:pt x="265506" y="45648"/>
                </a:moveTo>
                <a:lnTo>
                  <a:pt x="265506" y="45648"/>
                </a:lnTo>
                <a:close/>
                <a:moveTo>
                  <a:pt x="394548" y="154228"/>
                </a:moveTo>
                <a:cubicBezTo>
                  <a:pt x="403855" y="154228"/>
                  <a:pt x="411592" y="150302"/>
                  <a:pt x="417760" y="142452"/>
                </a:cubicBezTo>
                <a:cubicBezTo>
                  <a:pt x="423928" y="134602"/>
                  <a:pt x="427011" y="122864"/>
                  <a:pt x="427011" y="107240"/>
                </a:cubicBezTo>
                <a:cubicBezTo>
                  <a:pt x="427011" y="97716"/>
                  <a:pt x="425645" y="89532"/>
                  <a:pt x="422912" y="82688"/>
                </a:cubicBezTo>
                <a:cubicBezTo>
                  <a:pt x="417742" y="69517"/>
                  <a:pt x="408287" y="62932"/>
                  <a:pt x="394548" y="62932"/>
                </a:cubicBezTo>
                <a:cubicBezTo>
                  <a:pt x="380736" y="62932"/>
                  <a:pt x="371281" y="69889"/>
                  <a:pt x="366185" y="83803"/>
                </a:cubicBezTo>
                <a:cubicBezTo>
                  <a:pt x="363452" y="91243"/>
                  <a:pt x="362085" y="100692"/>
                  <a:pt x="362085" y="112153"/>
                </a:cubicBezTo>
                <a:cubicBezTo>
                  <a:pt x="362085" y="121379"/>
                  <a:pt x="363452" y="129228"/>
                  <a:pt x="366185" y="135700"/>
                </a:cubicBezTo>
                <a:cubicBezTo>
                  <a:pt x="371355" y="148052"/>
                  <a:pt x="380810" y="154228"/>
                  <a:pt x="394548" y="154228"/>
                </a:cubicBezTo>
                <a:moveTo>
                  <a:pt x="342918" y="49193"/>
                </a:moveTo>
                <a:lnTo>
                  <a:pt x="362307" y="49193"/>
                </a:lnTo>
                <a:lnTo>
                  <a:pt x="362307" y="64608"/>
                </a:lnTo>
                <a:cubicBezTo>
                  <a:pt x="366295" y="59273"/>
                  <a:pt x="370653" y="55145"/>
                  <a:pt x="375381" y="52223"/>
                </a:cubicBezTo>
                <a:cubicBezTo>
                  <a:pt x="382102" y="47839"/>
                  <a:pt x="390006" y="45648"/>
                  <a:pt x="399091" y="45648"/>
                </a:cubicBezTo>
                <a:cubicBezTo>
                  <a:pt x="412534" y="45648"/>
                  <a:pt x="423946" y="50814"/>
                  <a:pt x="433327" y="61145"/>
                </a:cubicBezTo>
                <a:cubicBezTo>
                  <a:pt x="442708" y="71477"/>
                  <a:pt x="447398" y="86234"/>
                  <a:pt x="447398" y="105415"/>
                </a:cubicBezTo>
                <a:cubicBezTo>
                  <a:pt x="447398" y="131334"/>
                  <a:pt x="440639" y="149849"/>
                  <a:pt x="427122" y="160958"/>
                </a:cubicBezTo>
                <a:cubicBezTo>
                  <a:pt x="418554" y="167994"/>
                  <a:pt x="408582" y="171512"/>
                  <a:pt x="397207" y="171512"/>
                </a:cubicBezTo>
                <a:cubicBezTo>
                  <a:pt x="388270" y="171512"/>
                  <a:pt x="380773" y="169567"/>
                  <a:pt x="374716" y="165678"/>
                </a:cubicBezTo>
                <a:cubicBezTo>
                  <a:pt x="371170" y="163476"/>
                  <a:pt x="367219" y="159696"/>
                  <a:pt x="362861" y="154338"/>
                </a:cubicBezTo>
                <a:lnTo>
                  <a:pt x="362861" y="214722"/>
                </a:lnTo>
                <a:lnTo>
                  <a:pt x="342918" y="214722"/>
                </a:lnTo>
                <a:lnTo>
                  <a:pt x="342918" y="49193"/>
                </a:lnTo>
                <a:close/>
                <a:moveTo>
                  <a:pt x="545567" y="130074"/>
                </a:moveTo>
                <a:cubicBezTo>
                  <a:pt x="546158" y="136752"/>
                  <a:pt x="547820" y="141872"/>
                  <a:pt x="550553" y="145433"/>
                </a:cubicBezTo>
                <a:cubicBezTo>
                  <a:pt x="555575" y="151887"/>
                  <a:pt x="564291" y="155114"/>
                  <a:pt x="576700" y="155114"/>
                </a:cubicBezTo>
                <a:cubicBezTo>
                  <a:pt x="584087" y="155114"/>
                  <a:pt x="590587" y="153504"/>
                  <a:pt x="596201" y="150284"/>
                </a:cubicBezTo>
                <a:cubicBezTo>
                  <a:pt x="601814" y="147062"/>
                  <a:pt x="604621" y="142080"/>
                  <a:pt x="604621" y="135340"/>
                </a:cubicBezTo>
                <a:cubicBezTo>
                  <a:pt x="604621" y="130230"/>
                  <a:pt x="602368" y="126342"/>
                  <a:pt x="597862" y="123676"/>
                </a:cubicBezTo>
                <a:cubicBezTo>
                  <a:pt x="594982" y="122046"/>
                  <a:pt x="589294" y="120159"/>
                  <a:pt x="580800" y="118015"/>
                </a:cubicBezTo>
                <a:lnTo>
                  <a:pt x="564956" y="114019"/>
                </a:lnTo>
                <a:cubicBezTo>
                  <a:pt x="554837" y="111503"/>
                  <a:pt x="547377" y="108692"/>
                  <a:pt x="542575" y="105585"/>
                </a:cubicBezTo>
                <a:cubicBezTo>
                  <a:pt x="534007" y="100183"/>
                  <a:pt x="529723" y="92709"/>
                  <a:pt x="529723" y="83163"/>
                </a:cubicBezTo>
                <a:cubicBezTo>
                  <a:pt x="529723" y="71917"/>
                  <a:pt x="533767" y="62817"/>
                  <a:pt x="541855" y="55862"/>
                </a:cubicBezTo>
                <a:cubicBezTo>
                  <a:pt x="549943" y="48905"/>
                  <a:pt x="560820" y="45426"/>
                  <a:pt x="574485" y="45426"/>
                </a:cubicBezTo>
                <a:cubicBezTo>
                  <a:pt x="592360" y="45426"/>
                  <a:pt x="605249" y="50671"/>
                  <a:pt x="613152" y="61159"/>
                </a:cubicBezTo>
                <a:cubicBezTo>
                  <a:pt x="618101" y="67807"/>
                  <a:pt x="620502" y="74972"/>
                  <a:pt x="620354" y="82654"/>
                </a:cubicBezTo>
                <a:lnTo>
                  <a:pt x="601519" y="82654"/>
                </a:lnTo>
                <a:cubicBezTo>
                  <a:pt x="601149" y="78196"/>
                  <a:pt x="599561" y="74142"/>
                  <a:pt x="596755" y="70490"/>
                </a:cubicBezTo>
                <a:cubicBezTo>
                  <a:pt x="592175" y="65304"/>
                  <a:pt x="584235" y="62710"/>
                  <a:pt x="572933" y="62710"/>
                </a:cubicBezTo>
                <a:cubicBezTo>
                  <a:pt x="565399" y="62710"/>
                  <a:pt x="559693" y="64145"/>
                  <a:pt x="555816" y="67014"/>
                </a:cubicBezTo>
                <a:cubicBezTo>
                  <a:pt x="551938" y="69881"/>
                  <a:pt x="549999" y="73668"/>
                  <a:pt x="549999" y="78374"/>
                </a:cubicBezTo>
                <a:cubicBezTo>
                  <a:pt x="549999" y="83521"/>
                  <a:pt x="552547" y="87639"/>
                  <a:pt x="557644" y="90728"/>
                </a:cubicBezTo>
                <a:cubicBezTo>
                  <a:pt x="560598" y="92565"/>
                  <a:pt x="564956" y="94187"/>
                  <a:pt x="570718" y="95592"/>
                </a:cubicBezTo>
                <a:lnTo>
                  <a:pt x="583902" y="98812"/>
                </a:lnTo>
                <a:cubicBezTo>
                  <a:pt x="598232" y="102291"/>
                  <a:pt x="607834" y="105657"/>
                  <a:pt x="612709" y="108912"/>
                </a:cubicBezTo>
                <a:cubicBezTo>
                  <a:pt x="620465" y="114018"/>
                  <a:pt x="624343" y="122046"/>
                  <a:pt x="624343" y="132996"/>
                </a:cubicBezTo>
                <a:cubicBezTo>
                  <a:pt x="624343" y="143577"/>
                  <a:pt x="620336" y="152716"/>
                  <a:pt x="612321" y="160411"/>
                </a:cubicBezTo>
                <a:cubicBezTo>
                  <a:pt x="604307" y="168107"/>
                  <a:pt x="592101" y="171955"/>
                  <a:pt x="575703" y="171955"/>
                </a:cubicBezTo>
                <a:cubicBezTo>
                  <a:pt x="558050" y="171955"/>
                  <a:pt x="545548" y="167937"/>
                  <a:pt x="538199" y="159902"/>
                </a:cubicBezTo>
                <a:cubicBezTo>
                  <a:pt x="530850" y="151867"/>
                  <a:pt x="526916" y="141925"/>
                  <a:pt x="526399" y="130074"/>
                </a:cubicBezTo>
                <a:lnTo>
                  <a:pt x="545567" y="130074"/>
                </a:lnTo>
                <a:moveTo>
                  <a:pt x="575039" y="45648"/>
                </a:moveTo>
                <a:lnTo>
                  <a:pt x="575039" y="45648"/>
                </a:lnTo>
                <a:close/>
                <a:moveTo>
                  <a:pt x="697246" y="154228"/>
                </a:moveTo>
                <a:cubicBezTo>
                  <a:pt x="706552" y="154228"/>
                  <a:pt x="714290" y="150302"/>
                  <a:pt x="720457" y="142452"/>
                </a:cubicBezTo>
                <a:cubicBezTo>
                  <a:pt x="726625" y="134602"/>
                  <a:pt x="729709" y="122864"/>
                  <a:pt x="729709" y="107240"/>
                </a:cubicBezTo>
                <a:cubicBezTo>
                  <a:pt x="729709" y="97716"/>
                  <a:pt x="728342" y="89532"/>
                  <a:pt x="725609" y="82688"/>
                </a:cubicBezTo>
                <a:cubicBezTo>
                  <a:pt x="720439" y="69517"/>
                  <a:pt x="710984" y="62932"/>
                  <a:pt x="697246" y="62932"/>
                </a:cubicBezTo>
                <a:cubicBezTo>
                  <a:pt x="683433" y="62932"/>
                  <a:pt x="673979" y="69889"/>
                  <a:pt x="668882" y="83803"/>
                </a:cubicBezTo>
                <a:cubicBezTo>
                  <a:pt x="666149" y="91243"/>
                  <a:pt x="664782" y="100692"/>
                  <a:pt x="664782" y="112153"/>
                </a:cubicBezTo>
                <a:cubicBezTo>
                  <a:pt x="664782" y="121379"/>
                  <a:pt x="666149" y="129228"/>
                  <a:pt x="668882" y="135700"/>
                </a:cubicBezTo>
                <a:cubicBezTo>
                  <a:pt x="674052" y="148052"/>
                  <a:pt x="683507" y="154228"/>
                  <a:pt x="697246" y="154228"/>
                </a:cubicBezTo>
                <a:moveTo>
                  <a:pt x="645615" y="49193"/>
                </a:moveTo>
                <a:lnTo>
                  <a:pt x="665004" y="49193"/>
                </a:lnTo>
                <a:lnTo>
                  <a:pt x="665004" y="64608"/>
                </a:lnTo>
                <a:cubicBezTo>
                  <a:pt x="668993" y="59273"/>
                  <a:pt x="673351" y="55145"/>
                  <a:pt x="678078" y="52223"/>
                </a:cubicBezTo>
                <a:cubicBezTo>
                  <a:pt x="684800" y="47839"/>
                  <a:pt x="692703" y="45648"/>
                  <a:pt x="701788" y="45648"/>
                </a:cubicBezTo>
                <a:cubicBezTo>
                  <a:pt x="715231" y="45648"/>
                  <a:pt x="726643" y="50814"/>
                  <a:pt x="736024" y="61145"/>
                </a:cubicBezTo>
                <a:cubicBezTo>
                  <a:pt x="745405" y="71477"/>
                  <a:pt x="750095" y="86234"/>
                  <a:pt x="750095" y="105415"/>
                </a:cubicBezTo>
                <a:cubicBezTo>
                  <a:pt x="750095" y="131334"/>
                  <a:pt x="743337" y="149849"/>
                  <a:pt x="729820" y="160958"/>
                </a:cubicBezTo>
                <a:cubicBezTo>
                  <a:pt x="721251" y="167994"/>
                  <a:pt x="711280" y="171512"/>
                  <a:pt x="699905" y="171512"/>
                </a:cubicBezTo>
                <a:cubicBezTo>
                  <a:pt x="690967" y="171512"/>
                  <a:pt x="683470" y="169567"/>
                  <a:pt x="677413" y="165678"/>
                </a:cubicBezTo>
                <a:cubicBezTo>
                  <a:pt x="673868" y="163476"/>
                  <a:pt x="669916" y="159696"/>
                  <a:pt x="665558" y="154338"/>
                </a:cubicBezTo>
                <a:lnTo>
                  <a:pt x="665558" y="214722"/>
                </a:lnTo>
                <a:lnTo>
                  <a:pt x="645615" y="214722"/>
                </a:lnTo>
                <a:lnTo>
                  <a:pt x="645615" y="49193"/>
                </a:lnTo>
                <a:close/>
                <a:moveTo>
                  <a:pt x="822743" y="45869"/>
                </a:moveTo>
                <a:cubicBezTo>
                  <a:pt x="831164" y="45869"/>
                  <a:pt x="839326" y="47845"/>
                  <a:pt x="847229" y="51797"/>
                </a:cubicBezTo>
                <a:cubicBezTo>
                  <a:pt x="855132" y="55749"/>
                  <a:pt x="861152" y="60863"/>
                  <a:pt x="865289" y="67139"/>
                </a:cubicBezTo>
                <a:cubicBezTo>
                  <a:pt x="869277" y="73122"/>
                  <a:pt x="871936" y="80101"/>
                  <a:pt x="873266" y="88076"/>
                </a:cubicBezTo>
                <a:cubicBezTo>
                  <a:pt x="874448" y="93542"/>
                  <a:pt x="875039" y="102297"/>
                  <a:pt x="875039" y="114341"/>
                </a:cubicBezTo>
                <a:lnTo>
                  <a:pt x="788064" y="114341"/>
                </a:lnTo>
                <a:cubicBezTo>
                  <a:pt x="788433" y="126381"/>
                  <a:pt x="791277" y="136039"/>
                  <a:pt x="796595" y="143314"/>
                </a:cubicBezTo>
                <a:cubicBezTo>
                  <a:pt x="801914" y="150590"/>
                  <a:pt x="810149" y="154228"/>
                  <a:pt x="821303" y="154228"/>
                </a:cubicBezTo>
                <a:cubicBezTo>
                  <a:pt x="831718" y="154228"/>
                  <a:pt x="840027" y="150824"/>
                  <a:pt x="846232" y="144017"/>
                </a:cubicBezTo>
                <a:cubicBezTo>
                  <a:pt x="849777" y="140065"/>
                  <a:pt x="852289" y="135492"/>
                  <a:pt x="853766" y="130296"/>
                </a:cubicBezTo>
                <a:lnTo>
                  <a:pt x="873377" y="130296"/>
                </a:lnTo>
                <a:cubicBezTo>
                  <a:pt x="872860" y="134631"/>
                  <a:pt x="871142" y="139462"/>
                  <a:pt x="868225" y="144789"/>
                </a:cubicBezTo>
                <a:cubicBezTo>
                  <a:pt x="865307" y="150114"/>
                  <a:pt x="862039" y="154466"/>
                  <a:pt x="858419" y="157846"/>
                </a:cubicBezTo>
                <a:cubicBezTo>
                  <a:pt x="852363" y="163725"/>
                  <a:pt x="844865" y="167693"/>
                  <a:pt x="835928" y="169749"/>
                </a:cubicBezTo>
                <a:cubicBezTo>
                  <a:pt x="831127" y="170924"/>
                  <a:pt x="825698" y="171512"/>
                  <a:pt x="819641" y="171512"/>
                </a:cubicBezTo>
                <a:cubicBezTo>
                  <a:pt x="804868" y="171512"/>
                  <a:pt x="792348" y="166133"/>
                  <a:pt x="782081" y="155377"/>
                </a:cubicBezTo>
                <a:cubicBezTo>
                  <a:pt x="771814" y="144621"/>
                  <a:pt x="766681" y="129557"/>
                  <a:pt x="766681" y="110186"/>
                </a:cubicBezTo>
                <a:cubicBezTo>
                  <a:pt x="766681" y="91113"/>
                  <a:pt x="771851" y="75626"/>
                  <a:pt x="782192" y="63725"/>
                </a:cubicBezTo>
                <a:cubicBezTo>
                  <a:pt x="792533" y="51821"/>
                  <a:pt x="806050" y="45869"/>
                  <a:pt x="822743" y="45869"/>
                </a:cubicBezTo>
                <a:moveTo>
                  <a:pt x="854542" y="98387"/>
                </a:moveTo>
                <a:cubicBezTo>
                  <a:pt x="853729" y="89717"/>
                  <a:pt x="851845" y="82789"/>
                  <a:pt x="848891" y="77602"/>
                </a:cubicBezTo>
                <a:cubicBezTo>
                  <a:pt x="843425" y="67970"/>
                  <a:pt x="834303" y="63154"/>
                  <a:pt x="821524" y="63154"/>
                </a:cubicBezTo>
                <a:cubicBezTo>
                  <a:pt x="812365" y="63154"/>
                  <a:pt x="804683" y="66469"/>
                  <a:pt x="798479" y="73101"/>
                </a:cubicBezTo>
                <a:cubicBezTo>
                  <a:pt x="792274" y="79732"/>
                  <a:pt x="788987" y="88161"/>
                  <a:pt x="788618" y="98387"/>
                </a:cubicBezTo>
                <a:lnTo>
                  <a:pt x="854542" y="98387"/>
                </a:lnTo>
                <a:moveTo>
                  <a:pt x="820860" y="45648"/>
                </a:moveTo>
                <a:lnTo>
                  <a:pt x="820860" y="45648"/>
                </a:lnTo>
                <a:close/>
                <a:moveTo>
                  <a:pt x="914780" y="135780"/>
                </a:moveTo>
                <a:cubicBezTo>
                  <a:pt x="914780" y="141560"/>
                  <a:pt x="916885" y="146116"/>
                  <a:pt x="921095" y="149449"/>
                </a:cubicBezTo>
                <a:cubicBezTo>
                  <a:pt x="925305" y="152783"/>
                  <a:pt x="930291" y="154449"/>
                  <a:pt x="936052" y="154449"/>
                </a:cubicBezTo>
                <a:cubicBezTo>
                  <a:pt x="943069" y="154449"/>
                  <a:pt x="949865" y="152810"/>
                  <a:pt x="956439" y="149533"/>
                </a:cubicBezTo>
                <a:cubicBezTo>
                  <a:pt x="967518" y="144094"/>
                  <a:pt x="973058" y="135245"/>
                  <a:pt x="973058" y="122983"/>
                </a:cubicBezTo>
                <a:lnTo>
                  <a:pt x="973058" y="106918"/>
                </a:lnTo>
                <a:cubicBezTo>
                  <a:pt x="970621" y="108501"/>
                  <a:pt x="967481" y="109820"/>
                  <a:pt x="963640" y="110875"/>
                </a:cubicBezTo>
                <a:cubicBezTo>
                  <a:pt x="959800" y="111930"/>
                  <a:pt x="956032" y="112672"/>
                  <a:pt x="952339" y="113102"/>
                </a:cubicBezTo>
                <a:lnTo>
                  <a:pt x="940263" y="114608"/>
                </a:lnTo>
                <a:cubicBezTo>
                  <a:pt x="933024" y="115538"/>
                  <a:pt x="927595" y="117041"/>
                  <a:pt x="923976" y="119116"/>
                </a:cubicBezTo>
                <a:cubicBezTo>
                  <a:pt x="917845" y="122597"/>
                  <a:pt x="914780" y="128151"/>
                  <a:pt x="914780" y="135780"/>
                </a:cubicBezTo>
                <a:moveTo>
                  <a:pt x="963086" y="95395"/>
                </a:moveTo>
                <a:cubicBezTo>
                  <a:pt x="967666" y="94804"/>
                  <a:pt x="970731" y="92884"/>
                  <a:pt x="972283" y="89634"/>
                </a:cubicBezTo>
                <a:cubicBezTo>
                  <a:pt x="973169" y="87854"/>
                  <a:pt x="973612" y="85295"/>
                  <a:pt x="973612" y="81958"/>
                </a:cubicBezTo>
                <a:cubicBezTo>
                  <a:pt x="973612" y="75134"/>
                  <a:pt x="971193" y="70184"/>
                  <a:pt x="966355" y="67108"/>
                </a:cubicBezTo>
                <a:cubicBezTo>
                  <a:pt x="961517" y="64028"/>
                  <a:pt x="954592" y="62489"/>
                  <a:pt x="945581" y="62489"/>
                </a:cubicBezTo>
                <a:cubicBezTo>
                  <a:pt x="935166" y="62489"/>
                  <a:pt x="927780" y="65309"/>
                  <a:pt x="923422" y="70951"/>
                </a:cubicBezTo>
                <a:cubicBezTo>
                  <a:pt x="920984" y="74069"/>
                  <a:pt x="919396" y="78709"/>
                  <a:pt x="918657" y="84869"/>
                </a:cubicBezTo>
                <a:lnTo>
                  <a:pt x="900044" y="84869"/>
                </a:lnTo>
                <a:cubicBezTo>
                  <a:pt x="900413" y="70203"/>
                  <a:pt x="905159" y="59999"/>
                  <a:pt x="914281" y="54259"/>
                </a:cubicBezTo>
                <a:cubicBezTo>
                  <a:pt x="923403" y="48518"/>
                  <a:pt x="933984" y="45648"/>
                  <a:pt x="946024" y="45648"/>
                </a:cubicBezTo>
                <a:cubicBezTo>
                  <a:pt x="959984" y="45648"/>
                  <a:pt x="971322" y="48307"/>
                  <a:pt x="980038" y="53625"/>
                </a:cubicBezTo>
                <a:cubicBezTo>
                  <a:pt x="988680" y="58943"/>
                  <a:pt x="993001" y="67223"/>
                  <a:pt x="993001" y="78464"/>
                </a:cubicBezTo>
                <a:lnTo>
                  <a:pt x="993001" y="146912"/>
                </a:lnTo>
                <a:cubicBezTo>
                  <a:pt x="993001" y="148982"/>
                  <a:pt x="993426" y="150645"/>
                  <a:pt x="994275" y="151901"/>
                </a:cubicBezTo>
                <a:cubicBezTo>
                  <a:pt x="995125" y="153157"/>
                  <a:pt x="996916" y="153784"/>
                  <a:pt x="999649" y="153784"/>
                </a:cubicBezTo>
                <a:cubicBezTo>
                  <a:pt x="1000535" y="153784"/>
                  <a:pt x="1001533" y="153729"/>
                  <a:pt x="1002641" y="153618"/>
                </a:cubicBezTo>
                <a:cubicBezTo>
                  <a:pt x="1003748" y="153507"/>
                  <a:pt x="1004930" y="153341"/>
                  <a:pt x="1006186" y="153120"/>
                </a:cubicBezTo>
                <a:lnTo>
                  <a:pt x="1006186" y="167966"/>
                </a:lnTo>
                <a:cubicBezTo>
                  <a:pt x="1003084" y="168853"/>
                  <a:pt x="1000720" y="169407"/>
                  <a:pt x="999095" y="169628"/>
                </a:cubicBezTo>
                <a:cubicBezTo>
                  <a:pt x="997470" y="169850"/>
                  <a:pt x="995254" y="169961"/>
                  <a:pt x="992447" y="169961"/>
                </a:cubicBezTo>
                <a:cubicBezTo>
                  <a:pt x="985578" y="169961"/>
                  <a:pt x="980592" y="167508"/>
                  <a:pt x="977490" y="162603"/>
                </a:cubicBezTo>
                <a:cubicBezTo>
                  <a:pt x="975865" y="160002"/>
                  <a:pt x="974720" y="156323"/>
                  <a:pt x="974055" y="151568"/>
                </a:cubicBezTo>
                <a:cubicBezTo>
                  <a:pt x="969993" y="156947"/>
                  <a:pt x="964158" y="161615"/>
                  <a:pt x="956550" y="165574"/>
                </a:cubicBezTo>
                <a:cubicBezTo>
                  <a:pt x="948942" y="169532"/>
                  <a:pt x="940558" y="171512"/>
                  <a:pt x="931399" y="171512"/>
                </a:cubicBezTo>
                <a:cubicBezTo>
                  <a:pt x="920393" y="171512"/>
                  <a:pt x="911400" y="168159"/>
                  <a:pt x="904420" y="161453"/>
                </a:cubicBezTo>
                <a:cubicBezTo>
                  <a:pt x="897440" y="154748"/>
                  <a:pt x="893950" y="146358"/>
                  <a:pt x="893950" y="136282"/>
                </a:cubicBezTo>
                <a:cubicBezTo>
                  <a:pt x="893950" y="125242"/>
                  <a:pt x="897385" y="116684"/>
                  <a:pt x="904254" y="110609"/>
                </a:cubicBezTo>
                <a:cubicBezTo>
                  <a:pt x="911123" y="104533"/>
                  <a:pt x="920135" y="100792"/>
                  <a:pt x="931288" y="99384"/>
                </a:cubicBezTo>
                <a:lnTo>
                  <a:pt x="963086" y="95395"/>
                </a:lnTo>
                <a:moveTo>
                  <a:pt x="946578" y="45648"/>
                </a:moveTo>
                <a:lnTo>
                  <a:pt x="946578" y="45648"/>
                </a:lnTo>
                <a:close/>
                <a:moveTo>
                  <a:pt x="1025208" y="4432"/>
                </a:moveTo>
                <a:lnTo>
                  <a:pt x="1044376" y="4432"/>
                </a:lnTo>
                <a:lnTo>
                  <a:pt x="1044376" y="98999"/>
                </a:lnTo>
                <a:lnTo>
                  <a:pt x="1095563" y="48528"/>
                </a:lnTo>
                <a:lnTo>
                  <a:pt x="1121046" y="48528"/>
                </a:lnTo>
                <a:lnTo>
                  <a:pt x="1075620" y="92691"/>
                </a:lnTo>
                <a:lnTo>
                  <a:pt x="1123595" y="167301"/>
                </a:lnTo>
                <a:lnTo>
                  <a:pt x="1098112" y="167301"/>
                </a:lnTo>
                <a:lnTo>
                  <a:pt x="1061106" y="106862"/>
                </a:lnTo>
                <a:lnTo>
                  <a:pt x="1044376" y="122720"/>
                </a:lnTo>
                <a:lnTo>
                  <a:pt x="1044376" y="167301"/>
                </a:lnTo>
                <a:lnTo>
                  <a:pt x="1025208" y="167301"/>
                </a:lnTo>
                <a:lnTo>
                  <a:pt x="1025208" y="4432"/>
                </a:lnTo>
                <a:close/>
                <a:moveTo>
                  <a:pt x="1139106" y="49193"/>
                </a:moveTo>
                <a:lnTo>
                  <a:pt x="1159382" y="49193"/>
                </a:lnTo>
                <a:lnTo>
                  <a:pt x="1159382" y="167301"/>
                </a:lnTo>
                <a:lnTo>
                  <a:pt x="1139106" y="167301"/>
                </a:lnTo>
                <a:lnTo>
                  <a:pt x="1139106" y="49193"/>
                </a:lnTo>
                <a:moveTo>
                  <a:pt x="1139106" y="4432"/>
                </a:moveTo>
                <a:lnTo>
                  <a:pt x="1159382" y="4432"/>
                </a:lnTo>
                <a:lnTo>
                  <a:pt x="1159382" y="27034"/>
                </a:lnTo>
                <a:lnTo>
                  <a:pt x="1139106" y="27034"/>
                </a:lnTo>
                <a:lnTo>
                  <a:pt x="1139106" y="4432"/>
                </a:lnTo>
                <a:close/>
                <a:moveTo>
                  <a:pt x="1189480" y="48528"/>
                </a:moveTo>
                <a:lnTo>
                  <a:pt x="1208426" y="48528"/>
                </a:lnTo>
                <a:lnTo>
                  <a:pt x="1208426" y="65369"/>
                </a:lnTo>
                <a:cubicBezTo>
                  <a:pt x="1214039" y="58426"/>
                  <a:pt x="1219985" y="53440"/>
                  <a:pt x="1226264" y="50412"/>
                </a:cubicBezTo>
                <a:cubicBezTo>
                  <a:pt x="1232542" y="47384"/>
                  <a:pt x="1239522" y="45869"/>
                  <a:pt x="1247204" y="45869"/>
                </a:cubicBezTo>
                <a:cubicBezTo>
                  <a:pt x="1264045" y="45869"/>
                  <a:pt x="1275420" y="51747"/>
                  <a:pt x="1281329" y="63503"/>
                </a:cubicBezTo>
                <a:cubicBezTo>
                  <a:pt x="1284579" y="69934"/>
                  <a:pt x="1286204" y="79138"/>
                  <a:pt x="1286204" y="91116"/>
                </a:cubicBezTo>
                <a:lnTo>
                  <a:pt x="1286204" y="167301"/>
                </a:lnTo>
                <a:lnTo>
                  <a:pt x="1265929" y="167301"/>
                </a:lnTo>
                <a:lnTo>
                  <a:pt x="1265929" y="92435"/>
                </a:lnTo>
                <a:cubicBezTo>
                  <a:pt x="1265929" y="85187"/>
                  <a:pt x="1264858" y="79345"/>
                  <a:pt x="1262716" y="74908"/>
                </a:cubicBezTo>
                <a:cubicBezTo>
                  <a:pt x="1259170" y="67515"/>
                  <a:pt x="1252744" y="63818"/>
                  <a:pt x="1243437" y="63818"/>
                </a:cubicBezTo>
                <a:cubicBezTo>
                  <a:pt x="1238710" y="63818"/>
                  <a:pt x="1234832" y="64298"/>
                  <a:pt x="1231804" y="65259"/>
                </a:cubicBezTo>
                <a:cubicBezTo>
                  <a:pt x="1226338" y="66886"/>
                  <a:pt x="1221537" y="70139"/>
                  <a:pt x="1217400" y="75019"/>
                </a:cubicBezTo>
                <a:cubicBezTo>
                  <a:pt x="1214076" y="78938"/>
                  <a:pt x="1211916" y="82987"/>
                  <a:pt x="1210919" y="87165"/>
                </a:cubicBezTo>
                <a:cubicBezTo>
                  <a:pt x="1209922" y="91343"/>
                  <a:pt x="1209423" y="97313"/>
                  <a:pt x="1209423" y="105076"/>
                </a:cubicBezTo>
                <a:lnTo>
                  <a:pt x="1209423" y="167301"/>
                </a:lnTo>
                <a:lnTo>
                  <a:pt x="1189480" y="167301"/>
                </a:lnTo>
                <a:lnTo>
                  <a:pt x="1189480" y="48528"/>
                </a:lnTo>
                <a:moveTo>
                  <a:pt x="1236346" y="45648"/>
                </a:moveTo>
                <a:lnTo>
                  <a:pt x="1236346" y="45648"/>
                </a:lnTo>
                <a:close/>
                <a:moveTo>
                  <a:pt x="1357522" y="46534"/>
                </a:moveTo>
                <a:cubicBezTo>
                  <a:pt x="1366829" y="46534"/>
                  <a:pt x="1374954" y="48838"/>
                  <a:pt x="1381897" y="53445"/>
                </a:cubicBezTo>
                <a:cubicBezTo>
                  <a:pt x="1385664" y="56046"/>
                  <a:pt x="1389505" y="59837"/>
                  <a:pt x="1393420" y="64815"/>
                </a:cubicBezTo>
                <a:lnTo>
                  <a:pt x="1393420" y="49636"/>
                </a:lnTo>
                <a:lnTo>
                  <a:pt x="1411812" y="49636"/>
                </a:lnTo>
                <a:lnTo>
                  <a:pt x="1411812" y="157693"/>
                </a:lnTo>
                <a:cubicBezTo>
                  <a:pt x="1411812" y="172782"/>
                  <a:pt x="1409596" y="184691"/>
                  <a:pt x="1405164" y="193418"/>
                </a:cubicBezTo>
                <a:cubicBezTo>
                  <a:pt x="1396891" y="209541"/>
                  <a:pt x="1381269" y="217603"/>
                  <a:pt x="1358298" y="217603"/>
                </a:cubicBezTo>
                <a:cubicBezTo>
                  <a:pt x="1345519" y="217603"/>
                  <a:pt x="1334772" y="214740"/>
                  <a:pt x="1326056" y="209016"/>
                </a:cubicBezTo>
                <a:cubicBezTo>
                  <a:pt x="1317340" y="203292"/>
                  <a:pt x="1312465" y="194336"/>
                  <a:pt x="1311431" y="182148"/>
                </a:cubicBezTo>
                <a:lnTo>
                  <a:pt x="1331707" y="182148"/>
                </a:lnTo>
                <a:cubicBezTo>
                  <a:pt x="1332667" y="187436"/>
                  <a:pt x="1334587" y="191511"/>
                  <a:pt x="1337468" y="194374"/>
                </a:cubicBezTo>
                <a:cubicBezTo>
                  <a:pt x="1341974" y="198780"/>
                  <a:pt x="1349065" y="200983"/>
                  <a:pt x="1358741" y="200983"/>
                </a:cubicBezTo>
                <a:cubicBezTo>
                  <a:pt x="1374031" y="200983"/>
                  <a:pt x="1384039" y="195591"/>
                  <a:pt x="1388766" y="184807"/>
                </a:cubicBezTo>
                <a:cubicBezTo>
                  <a:pt x="1391573" y="178457"/>
                  <a:pt x="1392866" y="167120"/>
                  <a:pt x="1392644" y="150796"/>
                </a:cubicBezTo>
                <a:cubicBezTo>
                  <a:pt x="1388656" y="156890"/>
                  <a:pt x="1383854" y="161423"/>
                  <a:pt x="1378241" y="164396"/>
                </a:cubicBezTo>
                <a:cubicBezTo>
                  <a:pt x="1372627" y="167367"/>
                  <a:pt x="1365204" y="168853"/>
                  <a:pt x="1355971" y="168853"/>
                </a:cubicBezTo>
                <a:cubicBezTo>
                  <a:pt x="1343119" y="168853"/>
                  <a:pt x="1331873" y="164288"/>
                  <a:pt x="1322234" y="155159"/>
                </a:cubicBezTo>
                <a:cubicBezTo>
                  <a:pt x="1312594" y="146028"/>
                  <a:pt x="1307775" y="130927"/>
                  <a:pt x="1307775" y="109857"/>
                </a:cubicBezTo>
                <a:cubicBezTo>
                  <a:pt x="1307775" y="89970"/>
                  <a:pt x="1312631" y="74444"/>
                  <a:pt x="1322344" y="63282"/>
                </a:cubicBezTo>
                <a:cubicBezTo>
                  <a:pt x="1332057" y="52117"/>
                  <a:pt x="1343783" y="46534"/>
                  <a:pt x="1357522" y="46534"/>
                </a:cubicBezTo>
                <a:moveTo>
                  <a:pt x="1393420" y="107527"/>
                </a:moveTo>
                <a:cubicBezTo>
                  <a:pt x="1393420" y="92847"/>
                  <a:pt x="1390391" y="81966"/>
                  <a:pt x="1384335" y="74884"/>
                </a:cubicBezTo>
                <a:cubicBezTo>
                  <a:pt x="1378278" y="67802"/>
                  <a:pt x="1370559" y="64261"/>
                  <a:pt x="1361178" y="64261"/>
                </a:cubicBezTo>
                <a:cubicBezTo>
                  <a:pt x="1347144" y="64261"/>
                  <a:pt x="1337542" y="70827"/>
                  <a:pt x="1332371" y="83959"/>
                </a:cubicBezTo>
                <a:cubicBezTo>
                  <a:pt x="1329638" y="90967"/>
                  <a:pt x="1328272" y="100151"/>
                  <a:pt x="1328272" y="111512"/>
                </a:cubicBezTo>
                <a:cubicBezTo>
                  <a:pt x="1328272" y="124866"/>
                  <a:pt x="1330986" y="135028"/>
                  <a:pt x="1336415" y="141998"/>
                </a:cubicBezTo>
                <a:cubicBezTo>
                  <a:pt x="1341844" y="148969"/>
                  <a:pt x="1349138" y="152455"/>
                  <a:pt x="1358298" y="152455"/>
                </a:cubicBezTo>
                <a:cubicBezTo>
                  <a:pt x="1372627" y="152455"/>
                  <a:pt x="1382710" y="146000"/>
                  <a:pt x="1388545" y="133090"/>
                </a:cubicBezTo>
                <a:cubicBezTo>
                  <a:pt x="1391795" y="125787"/>
                  <a:pt x="1393420" y="117266"/>
                  <a:pt x="1393420" y="107527"/>
                </a:cubicBezTo>
                <a:moveTo>
                  <a:pt x="1359849" y="45648"/>
                </a:moveTo>
                <a:lnTo>
                  <a:pt x="1359849" y="456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Text Startspeaking">
            <a:extLst xmlns:a="http://schemas.openxmlformats.org/drawingml/2006/main">
              <a:ext uri="{FF2B5EF4-FFF2-40B4-BE49-F238E27FC236}">
                <a16:creationId xmlns:a16="http://schemas.microsoft.com/office/drawing/2014/main" id="{77D6154E-2945-406A-9BBB-A0CFF0E0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7498" y="5747254"/>
            <a:ext cx="1424292" cy="217603"/>
          </a:xfrm>
          <a:custGeom xmlns:a="http://schemas.openxmlformats.org/drawingml/2006/main">
            <a:pathLst>
              <a:path w="1424292" h="217603">
                <a:moveTo>
                  <a:pt x="20940" y="114784"/>
                </a:moveTo>
                <a:cubicBezTo>
                  <a:pt x="21457" y="124043"/>
                  <a:pt x="23636" y="131562"/>
                  <a:pt x="27477" y="137342"/>
                </a:cubicBezTo>
                <a:cubicBezTo>
                  <a:pt x="34790" y="148156"/>
                  <a:pt x="47679" y="153563"/>
                  <a:pt x="66145" y="153563"/>
                </a:cubicBezTo>
                <a:cubicBezTo>
                  <a:pt x="74418" y="153563"/>
                  <a:pt x="81952" y="152381"/>
                  <a:pt x="88747" y="150017"/>
                </a:cubicBezTo>
                <a:cubicBezTo>
                  <a:pt x="101895" y="145438"/>
                  <a:pt x="108469" y="137240"/>
                  <a:pt x="108469" y="125424"/>
                </a:cubicBezTo>
                <a:cubicBezTo>
                  <a:pt x="108469" y="116560"/>
                  <a:pt x="105699" y="110245"/>
                  <a:pt x="100159" y="106478"/>
                </a:cubicBezTo>
                <a:cubicBezTo>
                  <a:pt x="94546" y="102771"/>
                  <a:pt x="85756" y="99546"/>
                  <a:pt x="73790" y="96804"/>
                </a:cubicBezTo>
                <a:lnTo>
                  <a:pt x="51742" y="91798"/>
                </a:lnTo>
                <a:cubicBezTo>
                  <a:pt x="37338" y="88536"/>
                  <a:pt x="27145" y="84947"/>
                  <a:pt x="21162" y="81030"/>
                </a:cubicBezTo>
                <a:cubicBezTo>
                  <a:pt x="10821" y="74232"/>
                  <a:pt x="5651" y="64071"/>
                  <a:pt x="5651" y="50547"/>
                </a:cubicBezTo>
                <a:cubicBezTo>
                  <a:pt x="5651" y="35915"/>
                  <a:pt x="10710" y="23906"/>
                  <a:pt x="20830" y="14521"/>
                </a:cubicBezTo>
                <a:cubicBezTo>
                  <a:pt x="30949" y="5136"/>
                  <a:pt x="45278" y="443"/>
                  <a:pt x="63818" y="443"/>
                </a:cubicBezTo>
                <a:cubicBezTo>
                  <a:pt x="80881" y="443"/>
                  <a:pt x="95377" y="4561"/>
                  <a:pt x="107306" y="12797"/>
                </a:cubicBezTo>
                <a:cubicBezTo>
                  <a:pt x="119235" y="21033"/>
                  <a:pt x="125199" y="34199"/>
                  <a:pt x="125199" y="52296"/>
                </a:cubicBezTo>
                <a:lnTo>
                  <a:pt x="104480" y="52296"/>
                </a:lnTo>
                <a:cubicBezTo>
                  <a:pt x="103372" y="43580"/>
                  <a:pt x="101009" y="36895"/>
                  <a:pt x="97389" y="32242"/>
                </a:cubicBezTo>
                <a:cubicBezTo>
                  <a:pt x="90668" y="23747"/>
                  <a:pt x="79256" y="19500"/>
                  <a:pt x="63154" y="19500"/>
                </a:cubicBezTo>
                <a:cubicBezTo>
                  <a:pt x="50153" y="19500"/>
                  <a:pt x="40810" y="22235"/>
                  <a:pt x="35122" y="27706"/>
                </a:cubicBezTo>
                <a:cubicBezTo>
                  <a:pt x="29435" y="33176"/>
                  <a:pt x="26591" y="39534"/>
                  <a:pt x="26591" y="46780"/>
                </a:cubicBezTo>
                <a:cubicBezTo>
                  <a:pt x="26591" y="54764"/>
                  <a:pt x="29915" y="60604"/>
                  <a:pt x="36563" y="64300"/>
                </a:cubicBezTo>
                <a:cubicBezTo>
                  <a:pt x="40921" y="66666"/>
                  <a:pt x="50781" y="69622"/>
                  <a:pt x="66145" y="73170"/>
                </a:cubicBezTo>
                <a:lnTo>
                  <a:pt x="88969" y="78381"/>
                </a:lnTo>
                <a:cubicBezTo>
                  <a:pt x="99975" y="80895"/>
                  <a:pt x="108469" y="84332"/>
                  <a:pt x="114452" y="88692"/>
                </a:cubicBezTo>
                <a:cubicBezTo>
                  <a:pt x="124793" y="96304"/>
                  <a:pt x="129963" y="107354"/>
                  <a:pt x="129963" y="121841"/>
                </a:cubicBezTo>
                <a:cubicBezTo>
                  <a:pt x="129963" y="139877"/>
                  <a:pt x="123408" y="152776"/>
                  <a:pt x="110297" y="160536"/>
                </a:cubicBezTo>
                <a:cubicBezTo>
                  <a:pt x="97186" y="168296"/>
                  <a:pt x="81952" y="172176"/>
                  <a:pt x="64594" y="172176"/>
                </a:cubicBezTo>
                <a:cubicBezTo>
                  <a:pt x="44355" y="172176"/>
                  <a:pt x="28511" y="166996"/>
                  <a:pt x="17063" y="156634"/>
                </a:cubicBezTo>
                <a:cubicBezTo>
                  <a:pt x="5614" y="146348"/>
                  <a:pt x="0" y="132398"/>
                  <a:pt x="222" y="114784"/>
                </a:cubicBezTo>
                <a:lnTo>
                  <a:pt x="20940" y="114784"/>
                </a:lnTo>
                <a:moveTo>
                  <a:pt x="65480" y="0"/>
                </a:moveTo>
                <a:lnTo>
                  <a:pt x="65480" y="0"/>
                </a:lnTo>
                <a:close/>
                <a:moveTo>
                  <a:pt x="159215" y="15511"/>
                </a:moveTo>
                <a:lnTo>
                  <a:pt x="179380" y="15511"/>
                </a:lnTo>
                <a:lnTo>
                  <a:pt x="179380" y="48528"/>
                </a:lnTo>
                <a:lnTo>
                  <a:pt x="198326" y="48528"/>
                </a:lnTo>
                <a:lnTo>
                  <a:pt x="198326" y="64926"/>
                </a:lnTo>
                <a:lnTo>
                  <a:pt x="179380" y="64926"/>
                </a:lnTo>
                <a:lnTo>
                  <a:pt x="179380" y="142275"/>
                </a:lnTo>
                <a:cubicBezTo>
                  <a:pt x="179380" y="146405"/>
                  <a:pt x="180783" y="149170"/>
                  <a:pt x="183590" y="150571"/>
                </a:cubicBezTo>
                <a:cubicBezTo>
                  <a:pt x="185141" y="151384"/>
                  <a:pt x="187727" y="151790"/>
                  <a:pt x="191346" y="151790"/>
                </a:cubicBezTo>
                <a:cubicBezTo>
                  <a:pt x="192306" y="151790"/>
                  <a:pt x="193340" y="151766"/>
                  <a:pt x="194448" y="151717"/>
                </a:cubicBezTo>
                <a:cubicBezTo>
                  <a:pt x="195556" y="151667"/>
                  <a:pt x="196849" y="151543"/>
                  <a:pt x="198326" y="151347"/>
                </a:cubicBezTo>
                <a:lnTo>
                  <a:pt x="198326" y="167301"/>
                </a:lnTo>
                <a:cubicBezTo>
                  <a:pt x="196036" y="168005"/>
                  <a:pt x="193654" y="168513"/>
                  <a:pt x="191180" y="168825"/>
                </a:cubicBezTo>
                <a:cubicBezTo>
                  <a:pt x="188705" y="169139"/>
                  <a:pt x="186028" y="169296"/>
                  <a:pt x="183147" y="169296"/>
                </a:cubicBezTo>
                <a:cubicBezTo>
                  <a:pt x="173840" y="169296"/>
                  <a:pt x="167525" y="166911"/>
                  <a:pt x="164201" y="162142"/>
                </a:cubicBezTo>
                <a:cubicBezTo>
                  <a:pt x="160877" y="157374"/>
                  <a:pt x="159215" y="151181"/>
                  <a:pt x="159215" y="143563"/>
                </a:cubicBezTo>
                <a:lnTo>
                  <a:pt x="159215" y="64926"/>
                </a:lnTo>
                <a:lnTo>
                  <a:pt x="143150" y="64926"/>
                </a:lnTo>
                <a:lnTo>
                  <a:pt x="143150" y="48528"/>
                </a:lnTo>
                <a:lnTo>
                  <a:pt x="159215" y="48528"/>
                </a:lnTo>
                <a:lnTo>
                  <a:pt x="159215" y="15511"/>
                </a:lnTo>
                <a:close/>
                <a:moveTo>
                  <a:pt x="233597" y="135780"/>
                </a:moveTo>
                <a:cubicBezTo>
                  <a:pt x="233597" y="141560"/>
                  <a:pt x="235702" y="146116"/>
                  <a:pt x="239912" y="149449"/>
                </a:cubicBezTo>
                <a:cubicBezTo>
                  <a:pt x="244123" y="152783"/>
                  <a:pt x="249108" y="154449"/>
                  <a:pt x="254870" y="154449"/>
                </a:cubicBezTo>
                <a:cubicBezTo>
                  <a:pt x="261887" y="154449"/>
                  <a:pt x="268682" y="152810"/>
                  <a:pt x="275256" y="149533"/>
                </a:cubicBezTo>
                <a:cubicBezTo>
                  <a:pt x="286336" y="144094"/>
                  <a:pt x="291876" y="135245"/>
                  <a:pt x="291876" y="122983"/>
                </a:cubicBezTo>
                <a:lnTo>
                  <a:pt x="291876" y="106918"/>
                </a:lnTo>
                <a:cubicBezTo>
                  <a:pt x="289438" y="108501"/>
                  <a:pt x="286299" y="109820"/>
                  <a:pt x="282458" y="110875"/>
                </a:cubicBezTo>
                <a:cubicBezTo>
                  <a:pt x="278617" y="111930"/>
                  <a:pt x="274850" y="112672"/>
                  <a:pt x="271157" y="113102"/>
                </a:cubicBezTo>
                <a:lnTo>
                  <a:pt x="259080" y="114608"/>
                </a:lnTo>
                <a:cubicBezTo>
                  <a:pt x="251841" y="115538"/>
                  <a:pt x="246412" y="117041"/>
                  <a:pt x="242793" y="119116"/>
                </a:cubicBezTo>
                <a:cubicBezTo>
                  <a:pt x="236662" y="122597"/>
                  <a:pt x="233597" y="128151"/>
                  <a:pt x="233597" y="135780"/>
                </a:cubicBezTo>
                <a:moveTo>
                  <a:pt x="281904" y="95395"/>
                </a:moveTo>
                <a:cubicBezTo>
                  <a:pt x="286483" y="94804"/>
                  <a:pt x="289549" y="92884"/>
                  <a:pt x="291100" y="89634"/>
                </a:cubicBezTo>
                <a:cubicBezTo>
                  <a:pt x="291986" y="87854"/>
                  <a:pt x="292430" y="85295"/>
                  <a:pt x="292430" y="81958"/>
                </a:cubicBezTo>
                <a:cubicBezTo>
                  <a:pt x="292430" y="75134"/>
                  <a:pt x="290010" y="70184"/>
                  <a:pt x="285172" y="67108"/>
                </a:cubicBezTo>
                <a:cubicBezTo>
                  <a:pt x="280334" y="64028"/>
                  <a:pt x="273410" y="62489"/>
                  <a:pt x="264398" y="62489"/>
                </a:cubicBezTo>
                <a:cubicBezTo>
                  <a:pt x="253983" y="62489"/>
                  <a:pt x="246597" y="65309"/>
                  <a:pt x="242239" y="70951"/>
                </a:cubicBezTo>
                <a:cubicBezTo>
                  <a:pt x="239802" y="74069"/>
                  <a:pt x="238214" y="78709"/>
                  <a:pt x="237475" y="84869"/>
                </a:cubicBezTo>
                <a:lnTo>
                  <a:pt x="218861" y="84869"/>
                </a:lnTo>
                <a:cubicBezTo>
                  <a:pt x="219231" y="70203"/>
                  <a:pt x="223976" y="59999"/>
                  <a:pt x="233098" y="54259"/>
                </a:cubicBezTo>
                <a:cubicBezTo>
                  <a:pt x="242221" y="48518"/>
                  <a:pt x="252802" y="45648"/>
                  <a:pt x="264841" y="45648"/>
                </a:cubicBezTo>
                <a:cubicBezTo>
                  <a:pt x="278802" y="45648"/>
                  <a:pt x="290140" y="48307"/>
                  <a:pt x="298856" y="53625"/>
                </a:cubicBezTo>
                <a:cubicBezTo>
                  <a:pt x="307498" y="58943"/>
                  <a:pt x="311819" y="67223"/>
                  <a:pt x="311819" y="78464"/>
                </a:cubicBezTo>
                <a:lnTo>
                  <a:pt x="311819" y="146912"/>
                </a:lnTo>
                <a:cubicBezTo>
                  <a:pt x="311819" y="148982"/>
                  <a:pt x="312243" y="150645"/>
                  <a:pt x="313093" y="151901"/>
                </a:cubicBezTo>
                <a:cubicBezTo>
                  <a:pt x="313942" y="153157"/>
                  <a:pt x="315734" y="153784"/>
                  <a:pt x="318466" y="153784"/>
                </a:cubicBezTo>
                <a:cubicBezTo>
                  <a:pt x="319353" y="153784"/>
                  <a:pt x="320350" y="153729"/>
                  <a:pt x="321458" y="153618"/>
                </a:cubicBezTo>
                <a:cubicBezTo>
                  <a:pt x="322566" y="153507"/>
                  <a:pt x="323748" y="153341"/>
                  <a:pt x="325003" y="153120"/>
                </a:cubicBezTo>
                <a:lnTo>
                  <a:pt x="325003" y="167966"/>
                </a:lnTo>
                <a:cubicBezTo>
                  <a:pt x="321901" y="168853"/>
                  <a:pt x="319537" y="169407"/>
                  <a:pt x="317913" y="169628"/>
                </a:cubicBezTo>
                <a:cubicBezTo>
                  <a:pt x="316287" y="169850"/>
                  <a:pt x="314072" y="169961"/>
                  <a:pt x="311265" y="169961"/>
                </a:cubicBezTo>
                <a:cubicBezTo>
                  <a:pt x="304395" y="169961"/>
                  <a:pt x="299410" y="167508"/>
                  <a:pt x="296307" y="162603"/>
                </a:cubicBezTo>
                <a:cubicBezTo>
                  <a:pt x="294682" y="160002"/>
                  <a:pt x="293537" y="156323"/>
                  <a:pt x="292873" y="151568"/>
                </a:cubicBezTo>
                <a:cubicBezTo>
                  <a:pt x="288810" y="156947"/>
                  <a:pt x="282975" y="161615"/>
                  <a:pt x="275367" y="165574"/>
                </a:cubicBezTo>
                <a:cubicBezTo>
                  <a:pt x="267759" y="169532"/>
                  <a:pt x="259375" y="171512"/>
                  <a:pt x="250216" y="171512"/>
                </a:cubicBezTo>
                <a:cubicBezTo>
                  <a:pt x="239211" y="171512"/>
                  <a:pt x="230218" y="168159"/>
                  <a:pt x="223238" y="161453"/>
                </a:cubicBezTo>
                <a:cubicBezTo>
                  <a:pt x="216258" y="154748"/>
                  <a:pt x="212767" y="146358"/>
                  <a:pt x="212767" y="136282"/>
                </a:cubicBezTo>
                <a:cubicBezTo>
                  <a:pt x="212767" y="125242"/>
                  <a:pt x="216202" y="116684"/>
                  <a:pt x="223071" y="110609"/>
                </a:cubicBezTo>
                <a:cubicBezTo>
                  <a:pt x="229941" y="104533"/>
                  <a:pt x="238952" y="100792"/>
                  <a:pt x="250106" y="99384"/>
                </a:cubicBezTo>
                <a:lnTo>
                  <a:pt x="281904" y="95395"/>
                </a:lnTo>
                <a:moveTo>
                  <a:pt x="265395" y="45648"/>
                </a:moveTo>
                <a:lnTo>
                  <a:pt x="265395" y="45648"/>
                </a:lnTo>
                <a:close/>
                <a:moveTo>
                  <a:pt x="345023" y="48528"/>
                </a:moveTo>
                <a:lnTo>
                  <a:pt x="363969" y="48528"/>
                </a:lnTo>
                <a:lnTo>
                  <a:pt x="363969" y="69136"/>
                </a:lnTo>
                <a:cubicBezTo>
                  <a:pt x="365520" y="65129"/>
                  <a:pt x="369324" y="60250"/>
                  <a:pt x="375381" y="54498"/>
                </a:cubicBezTo>
                <a:cubicBezTo>
                  <a:pt x="381438" y="48745"/>
                  <a:pt x="388418" y="45869"/>
                  <a:pt x="396321" y="45869"/>
                </a:cubicBezTo>
                <a:cubicBezTo>
                  <a:pt x="396690" y="45869"/>
                  <a:pt x="397318" y="45914"/>
                  <a:pt x="398205" y="46004"/>
                </a:cubicBezTo>
                <a:cubicBezTo>
                  <a:pt x="399091" y="46092"/>
                  <a:pt x="400605" y="46269"/>
                  <a:pt x="402747" y="46534"/>
                </a:cubicBezTo>
                <a:lnTo>
                  <a:pt x="402747" y="67585"/>
                </a:lnTo>
                <a:cubicBezTo>
                  <a:pt x="401565" y="67320"/>
                  <a:pt x="400476" y="67143"/>
                  <a:pt x="399479" y="67056"/>
                </a:cubicBezTo>
                <a:cubicBezTo>
                  <a:pt x="398482" y="66966"/>
                  <a:pt x="397392" y="66921"/>
                  <a:pt x="396210" y="66921"/>
                </a:cubicBezTo>
                <a:cubicBezTo>
                  <a:pt x="386165" y="66921"/>
                  <a:pt x="378446" y="70171"/>
                  <a:pt x="373054" y="76671"/>
                </a:cubicBezTo>
                <a:cubicBezTo>
                  <a:pt x="367662" y="83171"/>
                  <a:pt x="364966" y="90631"/>
                  <a:pt x="364966" y="99051"/>
                </a:cubicBezTo>
                <a:lnTo>
                  <a:pt x="364966" y="167301"/>
                </a:lnTo>
                <a:lnTo>
                  <a:pt x="345023" y="167301"/>
                </a:lnTo>
                <a:lnTo>
                  <a:pt x="345023" y="48528"/>
                </a:lnTo>
                <a:close/>
                <a:moveTo>
                  <a:pt x="424019" y="15511"/>
                </a:moveTo>
                <a:lnTo>
                  <a:pt x="444184" y="15511"/>
                </a:lnTo>
                <a:lnTo>
                  <a:pt x="444184" y="48528"/>
                </a:lnTo>
                <a:lnTo>
                  <a:pt x="463130" y="48528"/>
                </a:lnTo>
                <a:lnTo>
                  <a:pt x="463130" y="64926"/>
                </a:lnTo>
                <a:lnTo>
                  <a:pt x="444184" y="64926"/>
                </a:lnTo>
                <a:lnTo>
                  <a:pt x="444184" y="142275"/>
                </a:lnTo>
                <a:cubicBezTo>
                  <a:pt x="444184" y="146405"/>
                  <a:pt x="445587" y="149170"/>
                  <a:pt x="448394" y="150571"/>
                </a:cubicBezTo>
                <a:cubicBezTo>
                  <a:pt x="449945" y="151384"/>
                  <a:pt x="452530" y="151790"/>
                  <a:pt x="456150" y="151790"/>
                </a:cubicBezTo>
                <a:cubicBezTo>
                  <a:pt x="457110" y="151790"/>
                  <a:pt x="458144" y="151766"/>
                  <a:pt x="459252" y="151717"/>
                </a:cubicBezTo>
                <a:cubicBezTo>
                  <a:pt x="460360" y="151667"/>
                  <a:pt x="461652" y="151543"/>
                  <a:pt x="463130" y="151347"/>
                </a:cubicBezTo>
                <a:lnTo>
                  <a:pt x="463130" y="167301"/>
                </a:lnTo>
                <a:cubicBezTo>
                  <a:pt x="460840" y="168005"/>
                  <a:pt x="458458" y="168513"/>
                  <a:pt x="455983" y="168825"/>
                </a:cubicBezTo>
                <a:cubicBezTo>
                  <a:pt x="453509" y="169139"/>
                  <a:pt x="450831" y="169296"/>
                  <a:pt x="447951" y="169296"/>
                </a:cubicBezTo>
                <a:cubicBezTo>
                  <a:pt x="438644" y="169296"/>
                  <a:pt x="432328" y="166911"/>
                  <a:pt x="429005" y="162142"/>
                </a:cubicBezTo>
                <a:cubicBezTo>
                  <a:pt x="425681" y="157374"/>
                  <a:pt x="424019" y="151181"/>
                  <a:pt x="424019" y="143563"/>
                </a:cubicBezTo>
                <a:lnTo>
                  <a:pt x="424019" y="64926"/>
                </a:lnTo>
                <a:lnTo>
                  <a:pt x="407953" y="64926"/>
                </a:lnTo>
                <a:lnTo>
                  <a:pt x="407953" y="48528"/>
                </a:lnTo>
                <a:lnTo>
                  <a:pt x="424019" y="48528"/>
                </a:lnTo>
                <a:lnTo>
                  <a:pt x="424019" y="15511"/>
                </a:lnTo>
                <a:close/>
                <a:moveTo>
                  <a:pt x="558047" y="130074"/>
                </a:moveTo>
                <a:cubicBezTo>
                  <a:pt x="558638" y="136752"/>
                  <a:pt x="560300" y="141872"/>
                  <a:pt x="563033" y="145433"/>
                </a:cubicBezTo>
                <a:cubicBezTo>
                  <a:pt x="568055" y="151887"/>
                  <a:pt x="576771" y="155114"/>
                  <a:pt x="589180" y="155114"/>
                </a:cubicBezTo>
                <a:cubicBezTo>
                  <a:pt x="596567" y="155114"/>
                  <a:pt x="603067" y="153504"/>
                  <a:pt x="608680" y="150284"/>
                </a:cubicBezTo>
                <a:cubicBezTo>
                  <a:pt x="614294" y="147062"/>
                  <a:pt x="617101" y="142080"/>
                  <a:pt x="617101" y="135340"/>
                </a:cubicBezTo>
                <a:cubicBezTo>
                  <a:pt x="617101" y="130230"/>
                  <a:pt x="614848" y="126342"/>
                  <a:pt x="610342" y="123676"/>
                </a:cubicBezTo>
                <a:cubicBezTo>
                  <a:pt x="607462" y="122046"/>
                  <a:pt x="601774" y="120159"/>
                  <a:pt x="593280" y="118015"/>
                </a:cubicBezTo>
                <a:lnTo>
                  <a:pt x="577436" y="114019"/>
                </a:lnTo>
                <a:cubicBezTo>
                  <a:pt x="567317" y="111503"/>
                  <a:pt x="559856" y="108692"/>
                  <a:pt x="555055" y="105585"/>
                </a:cubicBezTo>
                <a:cubicBezTo>
                  <a:pt x="546487" y="100183"/>
                  <a:pt x="542203" y="92709"/>
                  <a:pt x="542203" y="83163"/>
                </a:cubicBezTo>
                <a:cubicBezTo>
                  <a:pt x="542203" y="71917"/>
                  <a:pt x="546247" y="62817"/>
                  <a:pt x="554335" y="55862"/>
                </a:cubicBezTo>
                <a:cubicBezTo>
                  <a:pt x="562423" y="48905"/>
                  <a:pt x="573300" y="45426"/>
                  <a:pt x="586964" y="45426"/>
                </a:cubicBezTo>
                <a:cubicBezTo>
                  <a:pt x="604839" y="45426"/>
                  <a:pt x="617729" y="50671"/>
                  <a:pt x="625632" y="61159"/>
                </a:cubicBezTo>
                <a:cubicBezTo>
                  <a:pt x="630581" y="67807"/>
                  <a:pt x="632982" y="74972"/>
                  <a:pt x="632834" y="82654"/>
                </a:cubicBezTo>
                <a:lnTo>
                  <a:pt x="613999" y="82654"/>
                </a:lnTo>
                <a:cubicBezTo>
                  <a:pt x="613629" y="78196"/>
                  <a:pt x="612041" y="74142"/>
                  <a:pt x="609234" y="70490"/>
                </a:cubicBezTo>
                <a:cubicBezTo>
                  <a:pt x="604655" y="65304"/>
                  <a:pt x="596714" y="62710"/>
                  <a:pt x="585413" y="62710"/>
                </a:cubicBezTo>
                <a:cubicBezTo>
                  <a:pt x="577879" y="62710"/>
                  <a:pt x="572173" y="64145"/>
                  <a:pt x="568295" y="67014"/>
                </a:cubicBezTo>
                <a:cubicBezTo>
                  <a:pt x="564418" y="69881"/>
                  <a:pt x="562479" y="73668"/>
                  <a:pt x="562479" y="78374"/>
                </a:cubicBezTo>
                <a:cubicBezTo>
                  <a:pt x="562479" y="83521"/>
                  <a:pt x="565027" y="87639"/>
                  <a:pt x="570123" y="90728"/>
                </a:cubicBezTo>
                <a:cubicBezTo>
                  <a:pt x="573078" y="92565"/>
                  <a:pt x="577436" y="94187"/>
                  <a:pt x="583197" y="95592"/>
                </a:cubicBezTo>
                <a:lnTo>
                  <a:pt x="596382" y="98812"/>
                </a:lnTo>
                <a:cubicBezTo>
                  <a:pt x="610712" y="102291"/>
                  <a:pt x="620314" y="105657"/>
                  <a:pt x="625189" y="108912"/>
                </a:cubicBezTo>
                <a:cubicBezTo>
                  <a:pt x="632945" y="114018"/>
                  <a:pt x="636822" y="122046"/>
                  <a:pt x="636822" y="132996"/>
                </a:cubicBezTo>
                <a:cubicBezTo>
                  <a:pt x="636822" y="143577"/>
                  <a:pt x="632815" y="152716"/>
                  <a:pt x="624801" y="160411"/>
                </a:cubicBezTo>
                <a:cubicBezTo>
                  <a:pt x="616787" y="168107"/>
                  <a:pt x="604581" y="171955"/>
                  <a:pt x="588183" y="171955"/>
                </a:cubicBezTo>
                <a:cubicBezTo>
                  <a:pt x="570530" y="171955"/>
                  <a:pt x="558028" y="167937"/>
                  <a:pt x="550679" y="159902"/>
                </a:cubicBezTo>
                <a:cubicBezTo>
                  <a:pt x="543329" y="151867"/>
                  <a:pt x="539396" y="141925"/>
                  <a:pt x="538879" y="130074"/>
                </a:cubicBezTo>
                <a:lnTo>
                  <a:pt x="558047" y="130074"/>
                </a:lnTo>
                <a:moveTo>
                  <a:pt x="587518" y="45648"/>
                </a:moveTo>
                <a:lnTo>
                  <a:pt x="587518" y="45648"/>
                </a:lnTo>
                <a:close/>
                <a:moveTo>
                  <a:pt x="709726" y="154228"/>
                </a:moveTo>
                <a:cubicBezTo>
                  <a:pt x="719033" y="154228"/>
                  <a:pt x="726770" y="150302"/>
                  <a:pt x="732938" y="142452"/>
                </a:cubicBezTo>
                <a:cubicBezTo>
                  <a:pt x="739106" y="134602"/>
                  <a:pt x="742189" y="122864"/>
                  <a:pt x="742189" y="107240"/>
                </a:cubicBezTo>
                <a:cubicBezTo>
                  <a:pt x="742189" y="97716"/>
                  <a:pt x="740823" y="89532"/>
                  <a:pt x="738090" y="82688"/>
                </a:cubicBezTo>
                <a:cubicBezTo>
                  <a:pt x="732920" y="69517"/>
                  <a:pt x="723465" y="62932"/>
                  <a:pt x="709726" y="62932"/>
                </a:cubicBezTo>
                <a:cubicBezTo>
                  <a:pt x="695914" y="62932"/>
                  <a:pt x="686459" y="69889"/>
                  <a:pt x="681363" y="83803"/>
                </a:cubicBezTo>
                <a:cubicBezTo>
                  <a:pt x="678630" y="91243"/>
                  <a:pt x="677263" y="100692"/>
                  <a:pt x="677263" y="112153"/>
                </a:cubicBezTo>
                <a:cubicBezTo>
                  <a:pt x="677263" y="121379"/>
                  <a:pt x="678630" y="129228"/>
                  <a:pt x="681363" y="135700"/>
                </a:cubicBezTo>
                <a:cubicBezTo>
                  <a:pt x="686533" y="148052"/>
                  <a:pt x="695988" y="154228"/>
                  <a:pt x="709726" y="154228"/>
                </a:cubicBezTo>
                <a:moveTo>
                  <a:pt x="658096" y="49193"/>
                </a:moveTo>
                <a:lnTo>
                  <a:pt x="677485" y="49193"/>
                </a:lnTo>
                <a:lnTo>
                  <a:pt x="677485" y="64608"/>
                </a:lnTo>
                <a:cubicBezTo>
                  <a:pt x="681473" y="59273"/>
                  <a:pt x="685831" y="55145"/>
                  <a:pt x="690559" y="52223"/>
                </a:cubicBezTo>
                <a:cubicBezTo>
                  <a:pt x="697280" y="47839"/>
                  <a:pt x="705184" y="45648"/>
                  <a:pt x="714269" y="45648"/>
                </a:cubicBezTo>
                <a:cubicBezTo>
                  <a:pt x="727712" y="45648"/>
                  <a:pt x="739124" y="50814"/>
                  <a:pt x="748505" y="61145"/>
                </a:cubicBezTo>
                <a:cubicBezTo>
                  <a:pt x="757885" y="71477"/>
                  <a:pt x="762576" y="86234"/>
                  <a:pt x="762576" y="105415"/>
                </a:cubicBezTo>
                <a:cubicBezTo>
                  <a:pt x="762576" y="131334"/>
                  <a:pt x="755817" y="149849"/>
                  <a:pt x="742300" y="160958"/>
                </a:cubicBezTo>
                <a:cubicBezTo>
                  <a:pt x="733732" y="167994"/>
                  <a:pt x="723760" y="171512"/>
                  <a:pt x="712385" y="171512"/>
                </a:cubicBezTo>
                <a:cubicBezTo>
                  <a:pt x="703448" y="171512"/>
                  <a:pt x="695951" y="169567"/>
                  <a:pt x="689894" y="165678"/>
                </a:cubicBezTo>
                <a:cubicBezTo>
                  <a:pt x="686348" y="163476"/>
                  <a:pt x="682397" y="159696"/>
                  <a:pt x="678039" y="154338"/>
                </a:cubicBezTo>
                <a:lnTo>
                  <a:pt x="678039" y="214722"/>
                </a:lnTo>
                <a:lnTo>
                  <a:pt x="658096" y="214722"/>
                </a:lnTo>
                <a:lnTo>
                  <a:pt x="658096" y="49193"/>
                </a:lnTo>
                <a:close/>
                <a:moveTo>
                  <a:pt x="835223" y="45869"/>
                </a:moveTo>
                <a:cubicBezTo>
                  <a:pt x="843643" y="45869"/>
                  <a:pt x="851805" y="47845"/>
                  <a:pt x="859709" y="51797"/>
                </a:cubicBezTo>
                <a:cubicBezTo>
                  <a:pt x="867612" y="55749"/>
                  <a:pt x="873632" y="60863"/>
                  <a:pt x="877769" y="67139"/>
                </a:cubicBezTo>
                <a:cubicBezTo>
                  <a:pt x="881757" y="73122"/>
                  <a:pt x="884416" y="80101"/>
                  <a:pt x="885746" y="88076"/>
                </a:cubicBezTo>
                <a:cubicBezTo>
                  <a:pt x="886928" y="93542"/>
                  <a:pt x="887519" y="102297"/>
                  <a:pt x="887519" y="114341"/>
                </a:cubicBezTo>
                <a:lnTo>
                  <a:pt x="800544" y="114341"/>
                </a:lnTo>
                <a:cubicBezTo>
                  <a:pt x="800913" y="126381"/>
                  <a:pt x="803757" y="136039"/>
                  <a:pt x="809075" y="143314"/>
                </a:cubicBezTo>
                <a:cubicBezTo>
                  <a:pt x="814393" y="150590"/>
                  <a:pt x="822629" y="154228"/>
                  <a:pt x="833783" y="154228"/>
                </a:cubicBezTo>
                <a:cubicBezTo>
                  <a:pt x="844197" y="154228"/>
                  <a:pt x="852507" y="150824"/>
                  <a:pt x="858712" y="144017"/>
                </a:cubicBezTo>
                <a:cubicBezTo>
                  <a:pt x="862257" y="140065"/>
                  <a:pt x="864769" y="135492"/>
                  <a:pt x="866246" y="130296"/>
                </a:cubicBezTo>
                <a:lnTo>
                  <a:pt x="885857" y="130296"/>
                </a:lnTo>
                <a:cubicBezTo>
                  <a:pt x="885340" y="134631"/>
                  <a:pt x="883622" y="139462"/>
                  <a:pt x="880705" y="144789"/>
                </a:cubicBezTo>
                <a:cubicBezTo>
                  <a:pt x="877787" y="150114"/>
                  <a:pt x="874519" y="154466"/>
                  <a:pt x="870899" y="157846"/>
                </a:cubicBezTo>
                <a:cubicBezTo>
                  <a:pt x="864842" y="163725"/>
                  <a:pt x="857345" y="167693"/>
                  <a:pt x="848408" y="169749"/>
                </a:cubicBezTo>
                <a:cubicBezTo>
                  <a:pt x="843607" y="170924"/>
                  <a:pt x="838178" y="171512"/>
                  <a:pt x="832121" y="171512"/>
                </a:cubicBezTo>
                <a:cubicBezTo>
                  <a:pt x="817348" y="171512"/>
                  <a:pt x="804828" y="166133"/>
                  <a:pt x="794561" y="155377"/>
                </a:cubicBezTo>
                <a:cubicBezTo>
                  <a:pt x="784294" y="144621"/>
                  <a:pt x="779160" y="129557"/>
                  <a:pt x="779160" y="110186"/>
                </a:cubicBezTo>
                <a:cubicBezTo>
                  <a:pt x="779160" y="91113"/>
                  <a:pt x="784331" y="75626"/>
                  <a:pt x="794672" y="63725"/>
                </a:cubicBezTo>
                <a:cubicBezTo>
                  <a:pt x="805013" y="51821"/>
                  <a:pt x="818530" y="45869"/>
                  <a:pt x="835223" y="45869"/>
                </a:cubicBezTo>
                <a:moveTo>
                  <a:pt x="867021" y="98387"/>
                </a:moveTo>
                <a:cubicBezTo>
                  <a:pt x="866209" y="89717"/>
                  <a:pt x="864325" y="82789"/>
                  <a:pt x="861371" y="77602"/>
                </a:cubicBezTo>
                <a:cubicBezTo>
                  <a:pt x="855905" y="67970"/>
                  <a:pt x="846783" y="63154"/>
                  <a:pt x="834004" y="63154"/>
                </a:cubicBezTo>
                <a:cubicBezTo>
                  <a:pt x="824845" y="63154"/>
                  <a:pt x="817163" y="66469"/>
                  <a:pt x="810959" y="73101"/>
                </a:cubicBezTo>
                <a:cubicBezTo>
                  <a:pt x="804754" y="79732"/>
                  <a:pt x="801467" y="88161"/>
                  <a:pt x="801098" y="98387"/>
                </a:cubicBezTo>
                <a:lnTo>
                  <a:pt x="867021" y="98387"/>
                </a:lnTo>
                <a:moveTo>
                  <a:pt x="833339" y="45648"/>
                </a:moveTo>
                <a:lnTo>
                  <a:pt x="833339" y="45648"/>
                </a:lnTo>
                <a:close/>
                <a:moveTo>
                  <a:pt x="927259" y="135780"/>
                </a:moveTo>
                <a:cubicBezTo>
                  <a:pt x="927259" y="141560"/>
                  <a:pt x="929365" y="146116"/>
                  <a:pt x="933575" y="149449"/>
                </a:cubicBezTo>
                <a:cubicBezTo>
                  <a:pt x="937785" y="152783"/>
                  <a:pt x="942771" y="154449"/>
                  <a:pt x="948532" y="154449"/>
                </a:cubicBezTo>
                <a:cubicBezTo>
                  <a:pt x="955549" y="154449"/>
                  <a:pt x="962345" y="152810"/>
                  <a:pt x="968919" y="149533"/>
                </a:cubicBezTo>
                <a:cubicBezTo>
                  <a:pt x="979998" y="144094"/>
                  <a:pt x="985538" y="135245"/>
                  <a:pt x="985538" y="122983"/>
                </a:cubicBezTo>
                <a:lnTo>
                  <a:pt x="985538" y="106918"/>
                </a:lnTo>
                <a:cubicBezTo>
                  <a:pt x="983100" y="108501"/>
                  <a:pt x="979961" y="109820"/>
                  <a:pt x="976120" y="110875"/>
                </a:cubicBezTo>
                <a:cubicBezTo>
                  <a:pt x="972279" y="111930"/>
                  <a:pt x="968512" y="112672"/>
                  <a:pt x="964819" y="113102"/>
                </a:cubicBezTo>
                <a:lnTo>
                  <a:pt x="952742" y="114608"/>
                </a:lnTo>
                <a:cubicBezTo>
                  <a:pt x="945504" y="115538"/>
                  <a:pt x="940075" y="117041"/>
                  <a:pt x="936455" y="119116"/>
                </a:cubicBezTo>
                <a:cubicBezTo>
                  <a:pt x="930325" y="122597"/>
                  <a:pt x="927259" y="128151"/>
                  <a:pt x="927259" y="135780"/>
                </a:cubicBezTo>
                <a:moveTo>
                  <a:pt x="975566" y="95395"/>
                </a:moveTo>
                <a:cubicBezTo>
                  <a:pt x="980146" y="94804"/>
                  <a:pt x="983211" y="92884"/>
                  <a:pt x="984762" y="89634"/>
                </a:cubicBezTo>
                <a:cubicBezTo>
                  <a:pt x="985649" y="87854"/>
                  <a:pt x="986092" y="85295"/>
                  <a:pt x="986092" y="81958"/>
                </a:cubicBezTo>
                <a:cubicBezTo>
                  <a:pt x="986092" y="75134"/>
                  <a:pt x="983673" y="70184"/>
                  <a:pt x="978835" y="67108"/>
                </a:cubicBezTo>
                <a:cubicBezTo>
                  <a:pt x="973997" y="64028"/>
                  <a:pt x="967072" y="62489"/>
                  <a:pt x="958061" y="62489"/>
                </a:cubicBezTo>
                <a:cubicBezTo>
                  <a:pt x="947646" y="62489"/>
                  <a:pt x="940259" y="65309"/>
                  <a:pt x="935901" y="70951"/>
                </a:cubicBezTo>
                <a:cubicBezTo>
                  <a:pt x="933464" y="74069"/>
                  <a:pt x="931876" y="78709"/>
                  <a:pt x="931137" y="84869"/>
                </a:cubicBezTo>
                <a:lnTo>
                  <a:pt x="912524" y="84869"/>
                </a:lnTo>
                <a:cubicBezTo>
                  <a:pt x="912893" y="70203"/>
                  <a:pt x="917639" y="59999"/>
                  <a:pt x="926761" y="54259"/>
                </a:cubicBezTo>
                <a:cubicBezTo>
                  <a:pt x="935883" y="48518"/>
                  <a:pt x="946464" y="45648"/>
                  <a:pt x="958504" y="45648"/>
                </a:cubicBezTo>
                <a:cubicBezTo>
                  <a:pt x="972464" y="45648"/>
                  <a:pt x="983802" y="48307"/>
                  <a:pt x="992518" y="53625"/>
                </a:cubicBezTo>
                <a:cubicBezTo>
                  <a:pt x="1001160" y="58943"/>
                  <a:pt x="1005481" y="67223"/>
                  <a:pt x="1005481" y="78464"/>
                </a:cubicBezTo>
                <a:lnTo>
                  <a:pt x="1005481" y="146912"/>
                </a:lnTo>
                <a:cubicBezTo>
                  <a:pt x="1005481" y="148982"/>
                  <a:pt x="1005906" y="150645"/>
                  <a:pt x="1006755" y="151901"/>
                </a:cubicBezTo>
                <a:cubicBezTo>
                  <a:pt x="1007605" y="153157"/>
                  <a:pt x="1009396" y="153784"/>
                  <a:pt x="1012129" y="153784"/>
                </a:cubicBezTo>
                <a:cubicBezTo>
                  <a:pt x="1013015" y="153784"/>
                  <a:pt x="1014012" y="153729"/>
                  <a:pt x="1015120" y="153618"/>
                </a:cubicBezTo>
                <a:cubicBezTo>
                  <a:pt x="1016228" y="153507"/>
                  <a:pt x="1017410" y="153341"/>
                  <a:pt x="1018666" y="153120"/>
                </a:cubicBezTo>
                <a:lnTo>
                  <a:pt x="1018666" y="167966"/>
                </a:lnTo>
                <a:cubicBezTo>
                  <a:pt x="1015564" y="168853"/>
                  <a:pt x="1013200" y="169407"/>
                  <a:pt x="1011575" y="169628"/>
                </a:cubicBezTo>
                <a:cubicBezTo>
                  <a:pt x="1009950" y="169850"/>
                  <a:pt x="1007734" y="169961"/>
                  <a:pt x="1004927" y="169961"/>
                </a:cubicBezTo>
                <a:cubicBezTo>
                  <a:pt x="998058" y="169961"/>
                  <a:pt x="993072" y="167508"/>
                  <a:pt x="989970" y="162603"/>
                </a:cubicBezTo>
                <a:cubicBezTo>
                  <a:pt x="988345" y="160002"/>
                  <a:pt x="987200" y="156323"/>
                  <a:pt x="986535" y="151568"/>
                </a:cubicBezTo>
                <a:cubicBezTo>
                  <a:pt x="982473" y="156947"/>
                  <a:pt x="976637" y="161615"/>
                  <a:pt x="969029" y="165574"/>
                </a:cubicBezTo>
                <a:cubicBezTo>
                  <a:pt x="961421" y="169532"/>
                  <a:pt x="953038" y="171512"/>
                  <a:pt x="943879" y="171512"/>
                </a:cubicBezTo>
                <a:cubicBezTo>
                  <a:pt x="932873" y="171512"/>
                  <a:pt x="923880" y="168159"/>
                  <a:pt x="916900" y="161453"/>
                </a:cubicBezTo>
                <a:cubicBezTo>
                  <a:pt x="909920" y="154748"/>
                  <a:pt x="906430" y="146358"/>
                  <a:pt x="906430" y="136282"/>
                </a:cubicBezTo>
                <a:cubicBezTo>
                  <a:pt x="906430" y="125242"/>
                  <a:pt x="909865" y="116684"/>
                  <a:pt x="916734" y="110609"/>
                </a:cubicBezTo>
                <a:cubicBezTo>
                  <a:pt x="923603" y="104533"/>
                  <a:pt x="932615" y="100792"/>
                  <a:pt x="943768" y="99384"/>
                </a:cubicBezTo>
                <a:lnTo>
                  <a:pt x="975566" y="95395"/>
                </a:lnTo>
                <a:moveTo>
                  <a:pt x="959058" y="45648"/>
                </a:moveTo>
                <a:lnTo>
                  <a:pt x="959058" y="45648"/>
                </a:lnTo>
                <a:close/>
                <a:moveTo>
                  <a:pt x="1037688" y="4432"/>
                </a:moveTo>
                <a:lnTo>
                  <a:pt x="1056856" y="4432"/>
                </a:lnTo>
                <a:lnTo>
                  <a:pt x="1056856" y="98999"/>
                </a:lnTo>
                <a:lnTo>
                  <a:pt x="1108043" y="48528"/>
                </a:lnTo>
                <a:lnTo>
                  <a:pt x="1133526" y="48528"/>
                </a:lnTo>
                <a:lnTo>
                  <a:pt x="1088100" y="92691"/>
                </a:lnTo>
                <a:lnTo>
                  <a:pt x="1136074" y="167301"/>
                </a:lnTo>
                <a:lnTo>
                  <a:pt x="1110591" y="167301"/>
                </a:lnTo>
                <a:lnTo>
                  <a:pt x="1073586" y="106862"/>
                </a:lnTo>
                <a:lnTo>
                  <a:pt x="1056856" y="122720"/>
                </a:lnTo>
                <a:lnTo>
                  <a:pt x="1056856" y="167301"/>
                </a:lnTo>
                <a:lnTo>
                  <a:pt x="1037688" y="167301"/>
                </a:lnTo>
                <a:lnTo>
                  <a:pt x="1037688" y="4432"/>
                </a:lnTo>
                <a:close/>
                <a:moveTo>
                  <a:pt x="1151586" y="49193"/>
                </a:moveTo>
                <a:lnTo>
                  <a:pt x="1171861" y="49193"/>
                </a:lnTo>
                <a:lnTo>
                  <a:pt x="1171861" y="167301"/>
                </a:lnTo>
                <a:lnTo>
                  <a:pt x="1151586" y="167301"/>
                </a:lnTo>
                <a:lnTo>
                  <a:pt x="1151586" y="49193"/>
                </a:lnTo>
                <a:moveTo>
                  <a:pt x="1151586" y="4432"/>
                </a:moveTo>
                <a:lnTo>
                  <a:pt x="1171861" y="4432"/>
                </a:lnTo>
                <a:lnTo>
                  <a:pt x="1171861" y="27034"/>
                </a:lnTo>
                <a:lnTo>
                  <a:pt x="1151586" y="27034"/>
                </a:lnTo>
                <a:lnTo>
                  <a:pt x="1151586" y="4432"/>
                </a:lnTo>
                <a:close/>
                <a:moveTo>
                  <a:pt x="1201959" y="48528"/>
                </a:moveTo>
                <a:lnTo>
                  <a:pt x="1220905" y="48528"/>
                </a:lnTo>
                <a:lnTo>
                  <a:pt x="1220905" y="65369"/>
                </a:lnTo>
                <a:cubicBezTo>
                  <a:pt x="1226519" y="58426"/>
                  <a:pt x="1232465" y="53440"/>
                  <a:pt x="1238743" y="50412"/>
                </a:cubicBezTo>
                <a:cubicBezTo>
                  <a:pt x="1245022" y="47384"/>
                  <a:pt x="1252002" y="45869"/>
                  <a:pt x="1259684" y="45869"/>
                </a:cubicBezTo>
                <a:cubicBezTo>
                  <a:pt x="1276525" y="45869"/>
                  <a:pt x="1287900" y="51747"/>
                  <a:pt x="1293809" y="63503"/>
                </a:cubicBezTo>
                <a:cubicBezTo>
                  <a:pt x="1297059" y="69934"/>
                  <a:pt x="1298684" y="79138"/>
                  <a:pt x="1298684" y="91116"/>
                </a:cubicBezTo>
                <a:lnTo>
                  <a:pt x="1298684" y="167301"/>
                </a:lnTo>
                <a:lnTo>
                  <a:pt x="1278408" y="167301"/>
                </a:lnTo>
                <a:lnTo>
                  <a:pt x="1278408" y="92435"/>
                </a:lnTo>
                <a:cubicBezTo>
                  <a:pt x="1278408" y="85187"/>
                  <a:pt x="1277337" y="79345"/>
                  <a:pt x="1275195" y="74908"/>
                </a:cubicBezTo>
                <a:cubicBezTo>
                  <a:pt x="1271650" y="67515"/>
                  <a:pt x="1265224" y="63818"/>
                  <a:pt x="1255917" y="63818"/>
                </a:cubicBezTo>
                <a:cubicBezTo>
                  <a:pt x="1251190" y="63818"/>
                  <a:pt x="1247312" y="64298"/>
                  <a:pt x="1244283" y="65259"/>
                </a:cubicBezTo>
                <a:cubicBezTo>
                  <a:pt x="1238817" y="66886"/>
                  <a:pt x="1234016" y="70139"/>
                  <a:pt x="1229880" y="75019"/>
                </a:cubicBezTo>
                <a:cubicBezTo>
                  <a:pt x="1226556" y="78938"/>
                  <a:pt x="1224395" y="82987"/>
                  <a:pt x="1223398" y="87165"/>
                </a:cubicBezTo>
                <a:cubicBezTo>
                  <a:pt x="1222401" y="91343"/>
                  <a:pt x="1221903" y="97313"/>
                  <a:pt x="1221903" y="105076"/>
                </a:cubicBezTo>
                <a:lnTo>
                  <a:pt x="1221903" y="167301"/>
                </a:lnTo>
                <a:lnTo>
                  <a:pt x="1201959" y="167301"/>
                </a:lnTo>
                <a:lnTo>
                  <a:pt x="1201959" y="48528"/>
                </a:lnTo>
                <a:moveTo>
                  <a:pt x="1248826" y="45648"/>
                </a:moveTo>
                <a:lnTo>
                  <a:pt x="1248826" y="45648"/>
                </a:lnTo>
                <a:close/>
                <a:moveTo>
                  <a:pt x="1370002" y="46534"/>
                </a:moveTo>
                <a:cubicBezTo>
                  <a:pt x="1379309" y="46534"/>
                  <a:pt x="1387434" y="48838"/>
                  <a:pt x="1394377" y="53445"/>
                </a:cubicBezTo>
                <a:cubicBezTo>
                  <a:pt x="1398144" y="56046"/>
                  <a:pt x="1401985" y="59837"/>
                  <a:pt x="1405900" y="64815"/>
                </a:cubicBezTo>
                <a:lnTo>
                  <a:pt x="1405900" y="49636"/>
                </a:lnTo>
                <a:lnTo>
                  <a:pt x="1424292" y="49636"/>
                </a:lnTo>
                <a:lnTo>
                  <a:pt x="1424292" y="157693"/>
                </a:lnTo>
                <a:cubicBezTo>
                  <a:pt x="1424292" y="172782"/>
                  <a:pt x="1422076" y="184691"/>
                  <a:pt x="1417645" y="193418"/>
                </a:cubicBezTo>
                <a:cubicBezTo>
                  <a:pt x="1409372" y="209541"/>
                  <a:pt x="1393750" y="217603"/>
                  <a:pt x="1370778" y="217603"/>
                </a:cubicBezTo>
                <a:cubicBezTo>
                  <a:pt x="1358000" y="217603"/>
                  <a:pt x="1347252" y="214740"/>
                  <a:pt x="1338536" y="209016"/>
                </a:cubicBezTo>
                <a:cubicBezTo>
                  <a:pt x="1329821" y="203292"/>
                  <a:pt x="1324946" y="194336"/>
                  <a:pt x="1323911" y="182148"/>
                </a:cubicBezTo>
                <a:lnTo>
                  <a:pt x="1344187" y="182148"/>
                </a:lnTo>
                <a:cubicBezTo>
                  <a:pt x="1345147" y="187436"/>
                  <a:pt x="1347068" y="191511"/>
                  <a:pt x="1349948" y="194374"/>
                </a:cubicBezTo>
                <a:cubicBezTo>
                  <a:pt x="1354454" y="198780"/>
                  <a:pt x="1361545" y="200983"/>
                  <a:pt x="1371221" y="200983"/>
                </a:cubicBezTo>
                <a:cubicBezTo>
                  <a:pt x="1386511" y="200983"/>
                  <a:pt x="1396519" y="195591"/>
                  <a:pt x="1401247" y="184807"/>
                </a:cubicBezTo>
                <a:cubicBezTo>
                  <a:pt x="1404054" y="178457"/>
                  <a:pt x="1405346" y="167120"/>
                  <a:pt x="1405125" y="150796"/>
                </a:cubicBezTo>
                <a:cubicBezTo>
                  <a:pt x="1401136" y="156890"/>
                  <a:pt x="1396335" y="161423"/>
                  <a:pt x="1390721" y="164396"/>
                </a:cubicBezTo>
                <a:cubicBezTo>
                  <a:pt x="1385108" y="167367"/>
                  <a:pt x="1377684" y="168853"/>
                  <a:pt x="1368451" y="168853"/>
                </a:cubicBezTo>
                <a:cubicBezTo>
                  <a:pt x="1355599" y="168853"/>
                  <a:pt x="1344353" y="164288"/>
                  <a:pt x="1334714" y="155159"/>
                </a:cubicBezTo>
                <a:cubicBezTo>
                  <a:pt x="1325075" y="146028"/>
                  <a:pt x="1320255" y="130927"/>
                  <a:pt x="1320255" y="109857"/>
                </a:cubicBezTo>
                <a:cubicBezTo>
                  <a:pt x="1320255" y="89970"/>
                  <a:pt x="1325112" y="74444"/>
                  <a:pt x="1334825" y="63282"/>
                </a:cubicBezTo>
                <a:cubicBezTo>
                  <a:pt x="1344538" y="52117"/>
                  <a:pt x="1356264" y="46534"/>
                  <a:pt x="1370002" y="46534"/>
                </a:cubicBezTo>
                <a:moveTo>
                  <a:pt x="1405900" y="107527"/>
                </a:moveTo>
                <a:cubicBezTo>
                  <a:pt x="1405900" y="92847"/>
                  <a:pt x="1402872" y="81966"/>
                  <a:pt x="1396815" y="74884"/>
                </a:cubicBezTo>
                <a:cubicBezTo>
                  <a:pt x="1390758" y="67802"/>
                  <a:pt x="1383039" y="64261"/>
                  <a:pt x="1373659" y="64261"/>
                </a:cubicBezTo>
                <a:cubicBezTo>
                  <a:pt x="1359625" y="64261"/>
                  <a:pt x="1350022" y="70827"/>
                  <a:pt x="1344852" y="83959"/>
                </a:cubicBezTo>
                <a:cubicBezTo>
                  <a:pt x="1342119" y="90967"/>
                  <a:pt x="1340752" y="100151"/>
                  <a:pt x="1340752" y="111512"/>
                </a:cubicBezTo>
                <a:cubicBezTo>
                  <a:pt x="1340752" y="124866"/>
                  <a:pt x="1343467" y="135028"/>
                  <a:pt x="1348896" y="141998"/>
                </a:cubicBezTo>
                <a:cubicBezTo>
                  <a:pt x="1354325" y="148969"/>
                  <a:pt x="1361619" y="152455"/>
                  <a:pt x="1370778" y="152455"/>
                </a:cubicBezTo>
                <a:cubicBezTo>
                  <a:pt x="1385108" y="152455"/>
                  <a:pt x="1395190" y="146000"/>
                  <a:pt x="1401025" y="133090"/>
                </a:cubicBezTo>
                <a:cubicBezTo>
                  <a:pt x="1404275" y="125787"/>
                  <a:pt x="1405900" y="117266"/>
                  <a:pt x="1405900" y="107527"/>
                </a:cubicBezTo>
                <a:moveTo>
                  <a:pt x="1372329" y="45648"/>
                </a:moveTo>
                <a:lnTo>
                  <a:pt x="1372329" y="456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E4379-A93D-44CB-B836-946515E7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096" y="4591674"/>
            <a:ext cx="283637" cy="283637"/>
          </a:xfrm>
          <a:custGeom xmlns:a="http://schemas.openxmlformats.org/drawingml/2006/main">
            <a:pathLst>
              <a:path w="283637" h="283637">
                <a:moveTo>
                  <a:pt x="203273" y="0"/>
                </a:moveTo>
                <a:lnTo>
                  <a:pt x="80364" y="0"/>
                </a:lnTo>
                <a:cubicBezTo>
                  <a:pt x="35927" y="0"/>
                  <a:pt x="0" y="35927"/>
                  <a:pt x="0" y="80364"/>
                </a:cubicBezTo>
                <a:lnTo>
                  <a:pt x="0" y="203273"/>
                </a:lnTo>
                <a:cubicBezTo>
                  <a:pt x="0" y="247710"/>
                  <a:pt x="35927" y="283637"/>
                  <a:pt x="80364" y="283637"/>
                </a:cubicBezTo>
                <a:lnTo>
                  <a:pt x="203273" y="283637"/>
                </a:lnTo>
                <a:cubicBezTo>
                  <a:pt x="247710" y="283637"/>
                  <a:pt x="283637" y="247710"/>
                  <a:pt x="283637" y="203273"/>
                </a:cubicBezTo>
                <a:lnTo>
                  <a:pt x="283637" y="80364"/>
                </a:lnTo>
                <a:cubicBezTo>
                  <a:pt x="283637" y="35927"/>
                  <a:pt x="247710" y="0"/>
                  <a:pt x="203273" y="0"/>
                </a:cubicBezTo>
                <a:close/>
                <a:moveTo>
                  <a:pt x="244873" y="181528"/>
                </a:moveTo>
                <a:cubicBezTo>
                  <a:pt x="244873" y="196655"/>
                  <a:pt x="232582" y="208000"/>
                  <a:pt x="218400" y="208000"/>
                </a:cubicBezTo>
                <a:lnTo>
                  <a:pt x="199491" y="208000"/>
                </a:lnTo>
                <a:cubicBezTo>
                  <a:pt x="195709" y="208000"/>
                  <a:pt x="192873" y="206109"/>
                  <a:pt x="191928" y="202328"/>
                </a:cubicBezTo>
                <a:cubicBezTo>
                  <a:pt x="190982" y="201382"/>
                  <a:pt x="190982" y="199491"/>
                  <a:pt x="190982" y="198546"/>
                </a:cubicBezTo>
                <a:lnTo>
                  <a:pt x="190982" y="143709"/>
                </a:lnTo>
                <a:cubicBezTo>
                  <a:pt x="190982" y="116291"/>
                  <a:pt x="169237" y="93600"/>
                  <a:pt x="142764" y="93600"/>
                </a:cubicBezTo>
                <a:cubicBezTo>
                  <a:pt x="116291" y="93600"/>
                  <a:pt x="94546" y="116291"/>
                  <a:pt x="94546" y="143709"/>
                </a:cubicBezTo>
                <a:lnTo>
                  <a:pt x="94546" y="201382"/>
                </a:lnTo>
                <a:cubicBezTo>
                  <a:pt x="92655" y="205164"/>
                  <a:pt x="88873" y="208000"/>
                  <a:pt x="85091" y="208000"/>
                </a:cubicBezTo>
                <a:lnTo>
                  <a:pt x="66182" y="208000"/>
                </a:lnTo>
                <a:cubicBezTo>
                  <a:pt x="51055" y="208000"/>
                  <a:pt x="39709" y="195709"/>
                  <a:pt x="39709" y="181528"/>
                </a:cubicBezTo>
                <a:lnTo>
                  <a:pt x="39709" y="169237"/>
                </a:lnTo>
                <a:cubicBezTo>
                  <a:pt x="39709" y="154109"/>
                  <a:pt x="52000" y="142764"/>
                  <a:pt x="66182" y="142764"/>
                </a:cubicBezTo>
                <a:lnTo>
                  <a:pt x="76582" y="142764"/>
                </a:lnTo>
                <a:cubicBezTo>
                  <a:pt x="76582" y="105891"/>
                  <a:pt x="105891" y="75636"/>
                  <a:pt x="141818" y="75636"/>
                </a:cubicBezTo>
                <a:cubicBezTo>
                  <a:pt x="177746" y="75636"/>
                  <a:pt x="207055" y="105891"/>
                  <a:pt x="207055" y="142764"/>
                </a:cubicBezTo>
                <a:lnTo>
                  <a:pt x="217455" y="142764"/>
                </a:lnTo>
                <a:cubicBezTo>
                  <a:pt x="232582" y="142764"/>
                  <a:pt x="243928" y="155055"/>
                  <a:pt x="243928" y="169237"/>
                </a:cubicBezTo>
                <a:lnTo>
                  <a:pt x="243928" y="181528"/>
                </a:lnTo>
                <a:lnTo>
                  <a:pt x="244873" y="181528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CEBE57-EBCC-4073-99FB-4C84A2B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736" y="4940736"/>
            <a:ext cx="226902" cy="284393"/>
          </a:xfrm>
          <a:custGeom xmlns:a="http://schemas.openxmlformats.org/drawingml/2006/main">
            <a:pathLst>
              <a:path w="226902" h="284393">
                <a:moveTo>
                  <a:pt x="202699" y="20314"/>
                </a:moveTo>
                <a:cubicBezTo>
                  <a:pt x="208145" y="25367"/>
                  <a:pt x="212481" y="29561"/>
                  <a:pt x="215708" y="32896"/>
                </a:cubicBezTo>
                <a:cubicBezTo>
                  <a:pt x="218935" y="36231"/>
                  <a:pt x="221406" y="39061"/>
                  <a:pt x="223120" y="41386"/>
                </a:cubicBezTo>
                <a:cubicBezTo>
                  <a:pt x="224835" y="43710"/>
                  <a:pt x="225894" y="45681"/>
                  <a:pt x="226297" y="47298"/>
                </a:cubicBezTo>
                <a:cubicBezTo>
                  <a:pt x="226700" y="48915"/>
                  <a:pt x="226902" y="50330"/>
                  <a:pt x="226902" y="51542"/>
                </a:cubicBezTo>
                <a:lnTo>
                  <a:pt x="226902" y="56394"/>
                </a:lnTo>
                <a:lnTo>
                  <a:pt x="182127" y="56394"/>
                </a:lnTo>
                <a:cubicBezTo>
                  <a:pt x="180110" y="56394"/>
                  <a:pt x="178345" y="55636"/>
                  <a:pt x="176832" y="54120"/>
                </a:cubicBezTo>
                <a:cubicBezTo>
                  <a:pt x="175320" y="52604"/>
                  <a:pt x="174059" y="50835"/>
                  <a:pt x="173051" y="48814"/>
                </a:cubicBezTo>
                <a:cubicBezTo>
                  <a:pt x="172042" y="46793"/>
                  <a:pt x="171286" y="44721"/>
                  <a:pt x="170782" y="42598"/>
                </a:cubicBezTo>
                <a:cubicBezTo>
                  <a:pt x="170277" y="40476"/>
                  <a:pt x="170025" y="38808"/>
                  <a:pt x="170025" y="37596"/>
                </a:cubicBezTo>
                <a:lnTo>
                  <a:pt x="170025" y="0"/>
                </a:lnTo>
                <a:lnTo>
                  <a:pt x="170933" y="0"/>
                </a:lnTo>
                <a:cubicBezTo>
                  <a:pt x="172546" y="0"/>
                  <a:pt x="174210" y="253"/>
                  <a:pt x="175925" y="758"/>
                </a:cubicBezTo>
                <a:cubicBezTo>
                  <a:pt x="177639" y="1263"/>
                  <a:pt x="179606" y="2223"/>
                  <a:pt x="181824" y="3638"/>
                </a:cubicBezTo>
                <a:cubicBezTo>
                  <a:pt x="184043" y="5053"/>
                  <a:pt x="186816" y="7074"/>
                  <a:pt x="190144" y="9702"/>
                </a:cubicBezTo>
                <a:cubicBezTo>
                  <a:pt x="193472" y="12330"/>
                  <a:pt x="197657" y="15867"/>
                  <a:pt x="202699" y="20314"/>
                </a:cubicBezTo>
                <a:lnTo>
                  <a:pt x="202699" y="20314"/>
                </a:lnTo>
                <a:close/>
                <a:moveTo>
                  <a:pt x="150965" y="37899"/>
                </a:moveTo>
                <a:cubicBezTo>
                  <a:pt x="150965" y="41941"/>
                  <a:pt x="151571" y="46136"/>
                  <a:pt x="152781" y="50481"/>
                </a:cubicBezTo>
                <a:cubicBezTo>
                  <a:pt x="153991" y="54827"/>
                  <a:pt x="155907" y="58870"/>
                  <a:pt x="158529" y="62609"/>
                </a:cubicBezTo>
                <a:cubicBezTo>
                  <a:pt x="161151" y="66348"/>
                  <a:pt x="164479" y="69431"/>
                  <a:pt x="168513" y="71856"/>
                </a:cubicBezTo>
                <a:cubicBezTo>
                  <a:pt x="172546" y="74282"/>
                  <a:pt x="177286" y="75495"/>
                  <a:pt x="182732" y="75495"/>
                </a:cubicBezTo>
                <a:lnTo>
                  <a:pt x="226902" y="75495"/>
                </a:lnTo>
                <a:lnTo>
                  <a:pt x="226902" y="246494"/>
                </a:lnTo>
                <a:cubicBezTo>
                  <a:pt x="226902" y="252356"/>
                  <a:pt x="225742" y="257611"/>
                  <a:pt x="223423" y="262260"/>
                </a:cubicBezTo>
                <a:cubicBezTo>
                  <a:pt x="221103" y="266909"/>
                  <a:pt x="218028" y="270851"/>
                  <a:pt x="214195" y="274085"/>
                </a:cubicBezTo>
                <a:cubicBezTo>
                  <a:pt x="210363" y="277319"/>
                  <a:pt x="206128" y="279845"/>
                  <a:pt x="201489" y="281665"/>
                </a:cubicBezTo>
                <a:cubicBezTo>
                  <a:pt x="196850" y="283484"/>
                  <a:pt x="192312" y="284393"/>
                  <a:pt x="187875" y="284393"/>
                </a:cubicBezTo>
                <a:lnTo>
                  <a:pt x="39027" y="284393"/>
                </a:lnTo>
                <a:cubicBezTo>
                  <a:pt x="35195" y="284393"/>
                  <a:pt x="31010" y="283282"/>
                  <a:pt x="26472" y="281058"/>
                </a:cubicBezTo>
                <a:cubicBezTo>
                  <a:pt x="21934" y="278835"/>
                  <a:pt x="17698" y="275904"/>
                  <a:pt x="13765" y="272266"/>
                </a:cubicBezTo>
                <a:cubicBezTo>
                  <a:pt x="9832" y="268627"/>
                  <a:pt x="6555" y="264484"/>
                  <a:pt x="3933" y="259835"/>
                </a:cubicBezTo>
                <a:cubicBezTo>
                  <a:pt x="1311" y="255186"/>
                  <a:pt x="0" y="250335"/>
                  <a:pt x="0" y="245282"/>
                </a:cubicBezTo>
                <a:lnTo>
                  <a:pt x="0" y="39112"/>
                </a:lnTo>
                <a:cubicBezTo>
                  <a:pt x="0" y="34867"/>
                  <a:pt x="958" y="30471"/>
                  <a:pt x="2874" y="25923"/>
                </a:cubicBezTo>
                <a:cubicBezTo>
                  <a:pt x="4790" y="21375"/>
                  <a:pt x="7412" y="17181"/>
                  <a:pt x="10740" y="13340"/>
                </a:cubicBezTo>
                <a:cubicBezTo>
                  <a:pt x="14068" y="9500"/>
                  <a:pt x="17850" y="6316"/>
                  <a:pt x="22085" y="3790"/>
                </a:cubicBezTo>
                <a:cubicBezTo>
                  <a:pt x="26321" y="1263"/>
                  <a:pt x="30758" y="0"/>
                  <a:pt x="35397" y="0"/>
                </a:cubicBezTo>
                <a:lnTo>
                  <a:pt x="150965" y="0"/>
                </a:lnTo>
                <a:lnTo>
                  <a:pt x="150965" y="37899"/>
                </a:lnTo>
                <a:lnTo>
                  <a:pt x="150965" y="37899"/>
                </a:lnTo>
                <a:close/>
                <a:moveTo>
                  <a:pt x="170025" y="227090"/>
                </a:moveTo>
                <a:cubicBezTo>
                  <a:pt x="175269" y="227090"/>
                  <a:pt x="179706" y="225221"/>
                  <a:pt x="183337" y="221481"/>
                </a:cubicBezTo>
                <a:cubicBezTo>
                  <a:pt x="186967" y="217742"/>
                  <a:pt x="188782" y="213244"/>
                  <a:pt x="188782" y="207989"/>
                </a:cubicBezTo>
                <a:cubicBezTo>
                  <a:pt x="188782" y="202734"/>
                  <a:pt x="186967" y="198287"/>
                  <a:pt x="183337" y="194649"/>
                </a:cubicBezTo>
                <a:cubicBezTo>
                  <a:pt x="179706" y="191010"/>
                  <a:pt x="175269" y="189191"/>
                  <a:pt x="170025" y="189191"/>
                </a:cubicBezTo>
                <a:lnTo>
                  <a:pt x="56574" y="189191"/>
                </a:lnTo>
                <a:cubicBezTo>
                  <a:pt x="51330" y="189191"/>
                  <a:pt x="46893" y="191010"/>
                  <a:pt x="43263" y="194649"/>
                </a:cubicBezTo>
                <a:cubicBezTo>
                  <a:pt x="39632" y="198287"/>
                  <a:pt x="37817" y="202734"/>
                  <a:pt x="37817" y="207989"/>
                </a:cubicBezTo>
                <a:cubicBezTo>
                  <a:pt x="37817" y="213244"/>
                  <a:pt x="39632" y="217742"/>
                  <a:pt x="43263" y="221481"/>
                </a:cubicBezTo>
                <a:cubicBezTo>
                  <a:pt x="46893" y="225221"/>
                  <a:pt x="51330" y="227090"/>
                  <a:pt x="56574" y="227090"/>
                </a:cubicBezTo>
                <a:lnTo>
                  <a:pt x="170025" y="227090"/>
                </a:lnTo>
                <a:lnTo>
                  <a:pt x="170025" y="227090"/>
                </a:lnTo>
                <a:close/>
                <a:moveTo>
                  <a:pt x="188782" y="132495"/>
                </a:moveTo>
                <a:cubicBezTo>
                  <a:pt x="188782" y="127239"/>
                  <a:pt x="186967" y="122742"/>
                  <a:pt x="183337" y="119003"/>
                </a:cubicBezTo>
                <a:cubicBezTo>
                  <a:pt x="179706" y="115263"/>
                  <a:pt x="175269" y="113393"/>
                  <a:pt x="170025" y="113393"/>
                </a:cubicBezTo>
                <a:lnTo>
                  <a:pt x="56574" y="113393"/>
                </a:lnTo>
                <a:cubicBezTo>
                  <a:pt x="51330" y="113393"/>
                  <a:pt x="46893" y="115263"/>
                  <a:pt x="43263" y="119003"/>
                </a:cubicBezTo>
                <a:cubicBezTo>
                  <a:pt x="39632" y="122742"/>
                  <a:pt x="37817" y="127239"/>
                  <a:pt x="37817" y="132495"/>
                </a:cubicBezTo>
                <a:cubicBezTo>
                  <a:pt x="37817" y="137750"/>
                  <a:pt x="39632" y="142197"/>
                  <a:pt x="43263" y="145835"/>
                </a:cubicBezTo>
                <a:cubicBezTo>
                  <a:pt x="46893" y="149473"/>
                  <a:pt x="51330" y="151292"/>
                  <a:pt x="56574" y="151292"/>
                </a:cubicBezTo>
                <a:lnTo>
                  <a:pt x="170025" y="151292"/>
                </a:lnTo>
                <a:cubicBezTo>
                  <a:pt x="175269" y="151292"/>
                  <a:pt x="179706" y="149473"/>
                  <a:pt x="183337" y="145835"/>
                </a:cubicBezTo>
                <a:cubicBezTo>
                  <a:pt x="186967" y="142197"/>
                  <a:pt x="188782" y="137750"/>
                  <a:pt x="188782" y="132495"/>
                </a:cubicBez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F876DE-E84F-4943-B454-8E74BC3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095" y="5290556"/>
            <a:ext cx="283637" cy="283637"/>
          </a:xfrm>
          <a:custGeom xmlns:a="http://schemas.openxmlformats.org/drawingml/2006/main">
            <a:pathLst>
              <a:path w="283637" h="283637">
                <a:moveTo>
                  <a:pt x="141818" y="0"/>
                </a:moveTo>
                <a:cubicBezTo>
                  <a:pt x="63494" y="0"/>
                  <a:pt x="0" y="63494"/>
                  <a:pt x="0" y="141818"/>
                </a:cubicBezTo>
                <a:cubicBezTo>
                  <a:pt x="0" y="220143"/>
                  <a:pt x="63494" y="283637"/>
                  <a:pt x="141818" y="283637"/>
                </a:cubicBezTo>
                <a:cubicBezTo>
                  <a:pt x="220143" y="283637"/>
                  <a:pt x="283637" y="220143"/>
                  <a:pt x="283637" y="141818"/>
                </a:cubicBezTo>
                <a:cubicBezTo>
                  <a:pt x="283637" y="63494"/>
                  <a:pt x="220143" y="0"/>
                  <a:pt x="141818" y="0"/>
                </a:cubicBezTo>
                <a:close/>
                <a:moveTo>
                  <a:pt x="89058" y="188755"/>
                </a:moveTo>
                <a:lnTo>
                  <a:pt x="89058" y="218373"/>
                </a:lnTo>
                <a:cubicBezTo>
                  <a:pt x="89058" y="222342"/>
                  <a:pt x="85747" y="225653"/>
                  <a:pt x="81778" y="225653"/>
                </a:cubicBezTo>
                <a:cubicBezTo>
                  <a:pt x="77809" y="225653"/>
                  <a:pt x="74497" y="222342"/>
                  <a:pt x="74497" y="218373"/>
                </a:cubicBezTo>
                <a:lnTo>
                  <a:pt x="74497" y="205972"/>
                </a:lnTo>
                <a:lnTo>
                  <a:pt x="74497" y="188755"/>
                </a:lnTo>
                <a:cubicBezTo>
                  <a:pt x="64070" y="185627"/>
                  <a:pt x="56470" y="175961"/>
                  <a:pt x="56470" y="164515"/>
                </a:cubicBezTo>
                <a:cubicBezTo>
                  <a:pt x="56470" y="153070"/>
                  <a:pt x="64070" y="143404"/>
                  <a:pt x="74497" y="140276"/>
                </a:cubicBezTo>
                <a:lnTo>
                  <a:pt x="74497" y="93490"/>
                </a:lnTo>
                <a:lnTo>
                  <a:pt x="74497" y="65066"/>
                </a:lnTo>
                <a:cubicBezTo>
                  <a:pt x="74497" y="61097"/>
                  <a:pt x="77809" y="57786"/>
                  <a:pt x="81778" y="57786"/>
                </a:cubicBezTo>
                <a:cubicBezTo>
                  <a:pt x="85747" y="57786"/>
                  <a:pt x="89058" y="61097"/>
                  <a:pt x="89058" y="65066"/>
                </a:cubicBezTo>
                <a:lnTo>
                  <a:pt x="89058" y="140276"/>
                </a:lnTo>
                <a:cubicBezTo>
                  <a:pt x="99485" y="143404"/>
                  <a:pt x="107085" y="153070"/>
                  <a:pt x="107085" y="164515"/>
                </a:cubicBezTo>
                <a:cubicBezTo>
                  <a:pt x="107085" y="175961"/>
                  <a:pt x="99485" y="185628"/>
                  <a:pt x="89058" y="188755"/>
                </a:cubicBezTo>
                <a:close/>
                <a:moveTo>
                  <a:pt x="149103" y="123886"/>
                </a:moveTo>
                <a:lnTo>
                  <a:pt x="149103" y="219114"/>
                </a:lnTo>
                <a:cubicBezTo>
                  <a:pt x="149103" y="223083"/>
                  <a:pt x="145791" y="226395"/>
                  <a:pt x="141822" y="226395"/>
                </a:cubicBezTo>
                <a:cubicBezTo>
                  <a:pt x="137853" y="226395"/>
                  <a:pt x="134541" y="223083"/>
                  <a:pt x="134541" y="219114"/>
                </a:cubicBezTo>
                <a:lnTo>
                  <a:pt x="134541" y="206713"/>
                </a:lnTo>
                <a:lnTo>
                  <a:pt x="134541" y="153967"/>
                </a:lnTo>
                <a:lnTo>
                  <a:pt x="134541" y="123496"/>
                </a:lnTo>
                <a:cubicBezTo>
                  <a:pt x="124450" y="120168"/>
                  <a:pt x="117164" y="110669"/>
                  <a:pt x="117164" y="99463"/>
                </a:cubicBezTo>
                <a:cubicBezTo>
                  <a:pt x="117164" y="88257"/>
                  <a:pt x="124450" y="78758"/>
                  <a:pt x="134541" y="75430"/>
                </a:cubicBezTo>
                <a:lnTo>
                  <a:pt x="134541" y="65808"/>
                </a:lnTo>
                <a:cubicBezTo>
                  <a:pt x="134541" y="61839"/>
                  <a:pt x="137853" y="58527"/>
                  <a:pt x="141822" y="58527"/>
                </a:cubicBezTo>
                <a:cubicBezTo>
                  <a:pt x="145791" y="58527"/>
                  <a:pt x="149103" y="61839"/>
                  <a:pt x="149103" y="65808"/>
                </a:cubicBezTo>
                <a:lnTo>
                  <a:pt x="149103" y="75039"/>
                </a:lnTo>
                <a:cubicBezTo>
                  <a:pt x="159862" y="77954"/>
                  <a:pt x="167778" y="87781"/>
                  <a:pt x="167778" y="99463"/>
                </a:cubicBezTo>
                <a:cubicBezTo>
                  <a:pt x="167778" y="111144"/>
                  <a:pt x="159862" y="120971"/>
                  <a:pt x="149103" y="123886"/>
                </a:cubicBezTo>
                <a:lnTo>
                  <a:pt x="149103" y="123886"/>
                </a:lnTo>
                <a:close/>
                <a:moveTo>
                  <a:pt x="208833" y="208232"/>
                </a:moveTo>
                <a:lnTo>
                  <a:pt x="208833" y="218373"/>
                </a:lnTo>
                <a:cubicBezTo>
                  <a:pt x="208833" y="222342"/>
                  <a:pt x="205521" y="225654"/>
                  <a:pt x="201552" y="225654"/>
                </a:cubicBezTo>
                <a:cubicBezTo>
                  <a:pt x="197583" y="225654"/>
                  <a:pt x="194271" y="222342"/>
                  <a:pt x="194271" y="218373"/>
                </a:cubicBezTo>
                <a:lnTo>
                  <a:pt x="194271" y="208214"/>
                </a:lnTo>
                <a:cubicBezTo>
                  <a:pt x="183860" y="205076"/>
                  <a:pt x="176276" y="195417"/>
                  <a:pt x="176276" y="183983"/>
                </a:cubicBezTo>
                <a:cubicBezTo>
                  <a:pt x="176276" y="172549"/>
                  <a:pt x="183860" y="162890"/>
                  <a:pt x="194271" y="159753"/>
                </a:cubicBezTo>
                <a:lnTo>
                  <a:pt x="194271" y="153226"/>
                </a:lnTo>
                <a:lnTo>
                  <a:pt x="194271" y="93490"/>
                </a:lnTo>
                <a:lnTo>
                  <a:pt x="194271" y="65066"/>
                </a:lnTo>
                <a:cubicBezTo>
                  <a:pt x="194271" y="61097"/>
                  <a:pt x="197583" y="57786"/>
                  <a:pt x="201552" y="57786"/>
                </a:cubicBezTo>
                <a:cubicBezTo>
                  <a:pt x="205521" y="57786"/>
                  <a:pt x="208833" y="61097"/>
                  <a:pt x="208833" y="65066"/>
                </a:cubicBezTo>
                <a:lnTo>
                  <a:pt x="208833" y="159735"/>
                </a:lnTo>
                <a:cubicBezTo>
                  <a:pt x="219276" y="162853"/>
                  <a:pt x="226891" y="172527"/>
                  <a:pt x="226891" y="183983"/>
                </a:cubicBezTo>
                <a:cubicBezTo>
                  <a:pt x="226891" y="195440"/>
                  <a:pt x="219276" y="205114"/>
                  <a:pt x="208833" y="208232"/>
                </a:cubicBezTo>
                <a:lnTo>
                  <a:pt x="208833" y="208232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93B49-0CC6-48E7-8136-3F3A1555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5196009"/>
            <a:ext cx="189091" cy="189091"/>
          </a:xfrm>
          <a:custGeom xmlns:a="http://schemas.openxmlformats.org/drawingml/2006/main">
            <a:pathLst>
              <a:path w="189091" h="189091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BA1A5-A847-417B-8E58-5CA89778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1001" y="5196009"/>
            <a:ext cx="189091" cy="189091"/>
          </a:xfrm>
          <a:custGeom xmlns:a="http://schemas.openxmlformats.org/drawingml/2006/main">
            <a:pathLst>
              <a:path w="189091" h="189091" fill="none">
                <a:moveTo>
                  <a:pt x="0" y="0"/>
                </a:moveTo>
                <a:lnTo>
                  <a:pt x="189091" y="0"/>
                </a:lnTo>
                <a:lnTo>
                  <a:pt x="189091" y="189091"/>
                </a:lnTo>
                <a:lnTo>
                  <a:pt x="0" y="1890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909" cap="flat">
            <a:solidFill>
              <a:srgbClr val="6C8EBF"/>
            </a:solidFill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7FAC9-80D8-4487-8404-FC573596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823" y="5668737"/>
            <a:ext cx="283637" cy="283637"/>
          </a:xfrm>
          <a:custGeom xmlns:a="http://schemas.openxmlformats.org/drawingml/2006/main">
            <a:pathLst>
              <a:path w="283637" h="283637">
                <a:moveTo>
                  <a:pt x="140655" y="5"/>
                </a:moveTo>
                <a:lnTo>
                  <a:pt x="139492" y="19"/>
                </a:lnTo>
                <a:lnTo>
                  <a:pt x="138331" y="43"/>
                </a:lnTo>
                <a:lnTo>
                  <a:pt x="137170" y="76"/>
                </a:lnTo>
                <a:lnTo>
                  <a:pt x="136010" y="118"/>
                </a:lnTo>
                <a:lnTo>
                  <a:pt x="134851" y="170"/>
                </a:lnTo>
                <a:lnTo>
                  <a:pt x="133693" y="232"/>
                </a:lnTo>
                <a:lnTo>
                  <a:pt x="132536" y="303"/>
                </a:lnTo>
                <a:lnTo>
                  <a:pt x="131380" y="383"/>
                </a:lnTo>
                <a:lnTo>
                  <a:pt x="130225" y="473"/>
                </a:lnTo>
                <a:lnTo>
                  <a:pt x="129071" y="572"/>
                </a:lnTo>
                <a:lnTo>
                  <a:pt x="127918" y="681"/>
                </a:lnTo>
                <a:lnTo>
                  <a:pt x="126765" y="800"/>
                </a:lnTo>
                <a:lnTo>
                  <a:pt x="125614" y="927"/>
                </a:lnTo>
                <a:lnTo>
                  <a:pt x="124463" y="1064"/>
                </a:lnTo>
                <a:lnTo>
                  <a:pt x="123314" y="1211"/>
                </a:lnTo>
                <a:lnTo>
                  <a:pt x="122165" y="1367"/>
                </a:lnTo>
                <a:lnTo>
                  <a:pt x="121018" y="1533"/>
                </a:lnTo>
                <a:lnTo>
                  <a:pt x="119871" y="1708"/>
                </a:lnTo>
                <a:lnTo>
                  <a:pt x="118725" y="1892"/>
                </a:lnTo>
                <a:lnTo>
                  <a:pt x="117580" y="2086"/>
                </a:lnTo>
                <a:lnTo>
                  <a:pt x="116436" y="2290"/>
                </a:lnTo>
                <a:lnTo>
                  <a:pt x="115293" y="2503"/>
                </a:lnTo>
                <a:lnTo>
                  <a:pt x="114151" y="2725"/>
                </a:lnTo>
                <a:lnTo>
                  <a:pt x="113011" y="2957"/>
                </a:lnTo>
                <a:lnTo>
                  <a:pt x="111873" y="3197"/>
                </a:lnTo>
                <a:lnTo>
                  <a:pt x="110739" y="3447"/>
                </a:lnTo>
                <a:lnTo>
                  <a:pt x="109607" y="3706"/>
                </a:lnTo>
                <a:lnTo>
                  <a:pt x="108477" y="3974"/>
                </a:lnTo>
                <a:lnTo>
                  <a:pt x="107351" y="4251"/>
                </a:lnTo>
                <a:lnTo>
                  <a:pt x="106227" y="4537"/>
                </a:lnTo>
                <a:lnTo>
                  <a:pt x="105106" y="4833"/>
                </a:lnTo>
                <a:lnTo>
                  <a:pt x="103988" y="5137"/>
                </a:lnTo>
                <a:lnTo>
                  <a:pt x="102873" y="5451"/>
                </a:lnTo>
                <a:lnTo>
                  <a:pt x="101760" y="5773"/>
                </a:lnTo>
                <a:lnTo>
                  <a:pt x="100650" y="6105"/>
                </a:lnTo>
                <a:lnTo>
                  <a:pt x="99543" y="6446"/>
                </a:lnTo>
                <a:lnTo>
                  <a:pt x="98439" y="6796"/>
                </a:lnTo>
                <a:lnTo>
                  <a:pt x="97337" y="7155"/>
                </a:lnTo>
                <a:lnTo>
                  <a:pt x="96238" y="7523"/>
                </a:lnTo>
                <a:lnTo>
                  <a:pt x="95142" y="7900"/>
                </a:lnTo>
                <a:lnTo>
                  <a:pt x="94049" y="8286"/>
                </a:lnTo>
                <a:lnTo>
                  <a:pt x="92958" y="8682"/>
                </a:lnTo>
                <a:lnTo>
                  <a:pt x="91870" y="9086"/>
                </a:lnTo>
                <a:lnTo>
                  <a:pt x="90785" y="9500"/>
                </a:lnTo>
                <a:lnTo>
                  <a:pt x="89703" y="9923"/>
                </a:lnTo>
                <a:lnTo>
                  <a:pt x="88624" y="10354"/>
                </a:lnTo>
                <a:lnTo>
                  <a:pt x="87547" y="10795"/>
                </a:lnTo>
                <a:lnTo>
                  <a:pt x="86474" y="11245"/>
                </a:lnTo>
                <a:lnTo>
                  <a:pt x="85405" y="11703"/>
                </a:lnTo>
                <a:lnTo>
                  <a:pt x="84341" y="12169"/>
                </a:lnTo>
                <a:lnTo>
                  <a:pt x="83281" y="12644"/>
                </a:lnTo>
                <a:lnTo>
                  <a:pt x="82226" y="13127"/>
                </a:lnTo>
                <a:lnTo>
                  <a:pt x="81175" y="13619"/>
                </a:lnTo>
                <a:lnTo>
                  <a:pt x="80129" y="14119"/>
                </a:lnTo>
                <a:lnTo>
                  <a:pt x="79087" y="14627"/>
                </a:lnTo>
                <a:lnTo>
                  <a:pt x="78050" y="15144"/>
                </a:lnTo>
                <a:lnTo>
                  <a:pt x="77017" y="15669"/>
                </a:lnTo>
                <a:lnTo>
                  <a:pt x="75989" y="16202"/>
                </a:lnTo>
                <a:lnTo>
                  <a:pt x="74965" y="16744"/>
                </a:lnTo>
                <a:lnTo>
                  <a:pt x="73946" y="17295"/>
                </a:lnTo>
                <a:lnTo>
                  <a:pt x="72931" y="17853"/>
                </a:lnTo>
                <a:lnTo>
                  <a:pt x="71920" y="18420"/>
                </a:lnTo>
                <a:lnTo>
                  <a:pt x="70914" y="18996"/>
                </a:lnTo>
                <a:lnTo>
                  <a:pt x="69913" y="19579"/>
                </a:lnTo>
                <a:lnTo>
                  <a:pt x="68916" y="20172"/>
                </a:lnTo>
                <a:lnTo>
                  <a:pt x="67923" y="20772"/>
                </a:lnTo>
                <a:lnTo>
                  <a:pt x="66935" y="21381"/>
                </a:lnTo>
                <a:lnTo>
                  <a:pt x="65952" y="21998"/>
                </a:lnTo>
                <a:lnTo>
                  <a:pt x="64973" y="22624"/>
                </a:lnTo>
                <a:lnTo>
                  <a:pt x="63998" y="23258"/>
                </a:lnTo>
                <a:lnTo>
                  <a:pt x="63028" y="23901"/>
                </a:lnTo>
                <a:lnTo>
                  <a:pt x="62064" y="24551"/>
                </a:lnTo>
                <a:lnTo>
                  <a:pt x="61105" y="25209"/>
                </a:lnTo>
                <a:lnTo>
                  <a:pt x="60152" y="25874"/>
                </a:lnTo>
                <a:lnTo>
                  <a:pt x="59205" y="26546"/>
                </a:lnTo>
                <a:lnTo>
                  <a:pt x="58265" y="27226"/>
                </a:lnTo>
                <a:lnTo>
                  <a:pt x="57330" y="27913"/>
                </a:lnTo>
                <a:lnTo>
                  <a:pt x="56401" y="28608"/>
                </a:lnTo>
                <a:lnTo>
                  <a:pt x="55479" y="29309"/>
                </a:lnTo>
                <a:lnTo>
                  <a:pt x="54562" y="30018"/>
                </a:lnTo>
                <a:lnTo>
                  <a:pt x="53652" y="30735"/>
                </a:lnTo>
                <a:lnTo>
                  <a:pt x="52747" y="31459"/>
                </a:lnTo>
                <a:lnTo>
                  <a:pt x="51849" y="32190"/>
                </a:lnTo>
                <a:lnTo>
                  <a:pt x="50956" y="32929"/>
                </a:lnTo>
                <a:lnTo>
                  <a:pt x="50070" y="33674"/>
                </a:lnTo>
                <a:lnTo>
                  <a:pt x="49190" y="34428"/>
                </a:lnTo>
                <a:lnTo>
                  <a:pt x="48315" y="35188"/>
                </a:lnTo>
                <a:lnTo>
                  <a:pt x="47447" y="35956"/>
                </a:lnTo>
                <a:lnTo>
                  <a:pt x="46585" y="36732"/>
                </a:lnTo>
                <a:lnTo>
                  <a:pt x="45728" y="37514"/>
                </a:lnTo>
                <a:lnTo>
                  <a:pt x="44878" y="38304"/>
                </a:lnTo>
                <a:lnTo>
                  <a:pt x="44034" y="39102"/>
                </a:lnTo>
                <a:lnTo>
                  <a:pt x="43196" y="39906"/>
                </a:lnTo>
                <a:lnTo>
                  <a:pt x="42364" y="40718"/>
                </a:lnTo>
                <a:lnTo>
                  <a:pt x="41538" y="41538"/>
                </a:lnTo>
                <a:lnTo>
                  <a:pt x="40718" y="42364"/>
                </a:lnTo>
                <a:lnTo>
                  <a:pt x="39906" y="43196"/>
                </a:lnTo>
                <a:lnTo>
                  <a:pt x="39102" y="44034"/>
                </a:lnTo>
                <a:lnTo>
                  <a:pt x="38304" y="44878"/>
                </a:lnTo>
                <a:lnTo>
                  <a:pt x="37514" y="45728"/>
                </a:lnTo>
                <a:lnTo>
                  <a:pt x="36732" y="46585"/>
                </a:lnTo>
                <a:lnTo>
                  <a:pt x="35956" y="47447"/>
                </a:lnTo>
                <a:lnTo>
                  <a:pt x="35188" y="48315"/>
                </a:lnTo>
                <a:lnTo>
                  <a:pt x="34428" y="49190"/>
                </a:lnTo>
                <a:lnTo>
                  <a:pt x="33674" y="50070"/>
                </a:lnTo>
                <a:lnTo>
                  <a:pt x="32929" y="50956"/>
                </a:lnTo>
                <a:lnTo>
                  <a:pt x="32190" y="51849"/>
                </a:lnTo>
                <a:lnTo>
                  <a:pt x="31459" y="52747"/>
                </a:lnTo>
                <a:lnTo>
                  <a:pt x="30735" y="53652"/>
                </a:lnTo>
                <a:lnTo>
                  <a:pt x="30018" y="54562"/>
                </a:lnTo>
                <a:lnTo>
                  <a:pt x="29309" y="55479"/>
                </a:lnTo>
                <a:lnTo>
                  <a:pt x="28608" y="56401"/>
                </a:lnTo>
                <a:lnTo>
                  <a:pt x="27913" y="57330"/>
                </a:lnTo>
                <a:lnTo>
                  <a:pt x="27226" y="58265"/>
                </a:lnTo>
                <a:lnTo>
                  <a:pt x="26546" y="59205"/>
                </a:lnTo>
                <a:lnTo>
                  <a:pt x="25874" y="60152"/>
                </a:lnTo>
                <a:lnTo>
                  <a:pt x="25209" y="61105"/>
                </a:lnTo>
                <a:lnTo>
                  <a:pt x="24551" y="62064"/>
                </a:lnTo>
                <a:lnTo>
                  <a:pt x="23901" y="63028"/>
                </a:lnTo>
                <a:lnTo>
                  <a:pt x="23258" y="63998"/>
                </a:lnTo>
                <a:lnTo>
                  <a:pt x="22624" y="64973"/>
                </a:lnTo>
                <a:lnTo>
                  <a:pt x="21998" y="65952"/>
                </a:lnTo>
                <a:lnTo>
                  <a:pt x="21381" y="66935"/>
                </a:lnTo>
                <a:lnTo>
                  <a:pt x="20772" y="67923"/>
                </a:lnTo>
                <a:lnTo>
                  <a:pt x="20172" y="68916"/>
                </a:lnTo>
                <a:lnTo>
                  <a:pt x="19579" y="69913"/>
                </a:lnTo>
                <a:lnTo>
                  <a:pt x="18996" y="70914"/>
                </a:lnTo>
                <a:lnTo>
                  <a:pt x="18420" y="71920"/>
                </a:lnTo>
                <a:lnTo>
                  <a:pt x="17853" y="72931"/>
                </a:lnTo>
                <a:lnTo>
                  <a:pt x="17295" y="73946"/>
                </a:lnTo>
                <a:lnTo>
                  <a:pt x="16744" y="74965"/>
                </a:lnTo>
                <a:lnTo>
                  <a:pt x="16202" y="75989"/>
                </a:lnTo>
                <a:lnTo>
                  <a:pt x="15669" y="77017"/>
                </a:lnTo>
                <a:lnTo>
                  <a:pt x="15144" y="78050"/>
                </a:lnTo>
                <a:lnTo>
                  <a:pt x="14627" y="79087"/>
                </a:lnTo>
                <a:lnTo>
                  <a:pt x="14119" y="80129"/>
                </a:lnTo>
                <a:lnTo>
                  <a:pt x="13619" y="81175"/>
                </a:lnTo>
                <a:lnTo>
                  <a:pt x="13127" y="82226"/>
                </a:lnTo>
                <a:lnTo>
                  <a:pt x="12644" y="83281"/>
                </a:lnTo>
                <a:lnTo>
                  <a:pt x="12169" y="84341"/>
                </a:lnTo>
                <a:lnTo>
                  <a:pt x="11703" y="85405"/>
                </a:lnTo>
                <a:lnTo>
                  <a:pt x="11245" y="86474"/>
                </a:lnTo>
                <a:lnTo>
                  <a:pt x="10795" y="87547"/>
                </a:lnTo>
                <a:lnTo>
                  <a:pt x="10354" y="88624"/>
                </a:lnTo>
                <a:lnTo>
                  <a:pt x="9923" y="89703"/>
                </a:lnTo>
                <a:lnTo>
                  <a:pt x="9500" y="90785"/>
                </a:lnTo>
                <a:lnTo>
                  <a:pt x="9086" y="91870"/>
                </a:lnTo>
                <a:lnTo>
                  <a:pt x="8682" y="92958"/>
                </a:lnTo>
                <a:lnTo>
                  <a:pt x="8286" y="94049"/>
                </a:lnTo>
                <a:lnTo>
                  <a:pt x="7900" y="95142"/>
                </a:lnTo>
                <a:lnTo>
                  <a:pt x="7523" y="96238"/>
                </a:lnTo>
                <a:lnTo>
                  <a:pt x="7155" y="97337"/>
                </a:lnTo>
                <a:lnTo>
                  <a:pt x="6796" y="98439"/>
                </a:lnTo>
                <a:lnTo>
                  <a:pt x="6446" y="99543"/>
                </a:lnTo>
                <a:lnTo>
                  <a:pt x="6105" y="100650"/>
                </a:lnTo>
                <a:lnTo>
                  <a:pt x="5773" y="101760"/>
                </a:lnTo>
                <a:lnTo>
                  <a:pt x="5451" y="102873"/>
                </a:lnTo>
                <a:lnTo>
                  <a:pt x="5137" y="103988"/>
                </a:lnTo>
                <a:lnTo>
                  <a:pt x="4833" y="105106"/>
                </a:lnTo>
                <a:lnTo>
                  <a:pt x="4537" y="106227"/>
                </a:lnTo>
                <a:lnTo>
                  <a:pt x="4251" y="107351"/>
                </a:lnTo>
                <a:lnTo>
                  <a:pt x="3974" y="108477"/>
                </a:lnTo>
                <a:lnTo>
                  <a:pt x="3706" y="109607"/>
                </a:lnTo>
                <a:lnTo>
                  <a:pt x="3447" y="110739"/>
                </a:lnTo>
                <a:lnTo>
                  <a:pt x="3197" y="111873"/>
                </a:lnTo>
                <a:lnTo>
                  <a:pt x="2957" y="113011"/>
                </a:lnTo>
                <a:lnTo>
                  <a:pt x="2725" y="114151"/>
                </a:lnTo>
                <a:lnTo>
                  <a:pt x="2503" y="115293"/>
                </a:lnTo>
                <a:lnTo>
                  <a:pt x="2290" y="116436"/>
                </a:lnTo>
                <a:lnTo>
                  <a:pt x="2086" y="117580"/>
                </a:lnTo>
                <a:lnTo>
                  <a:pt x="1892" y="118725"/>
                </a:lnTo>
                <a:lnTo>
                  <a:pt x="1708" y="119871"/>
                </a:lnTo>
                <a:lnTo>
                  <a:pt x="1533" y="121018"/>
                </a:lnTo>
                <a:lnTo>
                  <a:pt x="1367" y="122165"/>
                </a:lnTo>
                <a:lnTo>
                  <a:pt x="1211" y="123314"/>
                </a:lnTo>
                <a:lnTo>
                  <a:pt x="1064" y="124463"/>
                </a:lnTo>
                <a:lnTo>
                  <a:pt x="927" y="125614"/>
                </a:lnTo>
                <a:lnTo>
                  <a:pt x="800" y="126765"/>
                </a:lnTo>
                <a:lnTo>
                  <a:pt x="681" y="127918"/>
                </a:lnTo>
                <a:lnTo>
                  <a:pt x="572" y="129071"/>
                </a:lnTo>
                <a:lnTo>
                  <a:pt x="473" y="130225"/>
                </a:lnTo>
                <a:lnTo>
                  <a:pt x="383" y="131380"/>
                </a:lnTo>
                <a:lnTo>
                  <a:pt x="303" y="132536"/>
                </a:lnTo>
                <a:lnTo>
                  <a:pt x="232" y="133693"/>
                </a:lnTo>
                <a:lnTo>
                  <a:pt x="170" y="134851"/>
                </a:lnTo>
                <a:lnTo>
                  <a:pt x="118" y="136010"/>
                </a:lnTo>
                <a:lnTo>
                  <a:pt x="76" y="137170"/>
                </a:lnTo>
                <a:lnTo>
                  <a:pt x="43" y="138331"/>
                </a:lnTo>
                <a:lnTo>
                  <a:pt x="19" y="139492"/>
                </a:lnTo>
                <a:lnTo>
                  <a:pt x="5" y="140655"/>
                </a:lnTo>
                <a:lnTo>
                  <a:pt x="0" y="141818"/>
                </a:lnTo>
                <a:lnTo>
                  <a:pt x="5" y="142982"/>
                </a:lnTo>
                <a:lnTo>
                  <a:pt x="19" y="144145"/>
                </a:lnTo>
                <a:lnTo>
                  <a:pt x="43" y="145306"/>
                </a:lnTo>
                <a:lnTo>
                  <a:pt x="76" y="146467"/>
                </a:lnTo>
                <a:lnTo>
                  <a:pt x="118" y="147627"/>
                </a:lnTo>
                <a:lnTo>
                  <a:pt x="170" y="148786"/>
                </a:lnTo>
                <a:lnTo>
                  <a:pt x="232" y="149944"/>
                </a:lnTo>
                <a:lnTo>
                  <a:pt x="303" y="151101"/>
                </a:lnTo>
                <a:lnTo>
                  <a:pt x="383" y="152257"/>
                </a:lnTo>
                <a:lnTo>
                  <a:pt x="473" y="153412"/>
                </a:lnTo>
                <a:lnTo>
                  <a:pt x="572" y="154566"/>
                </a:lnTo>
                <a:lnTo>
                  <a:pt x="681" y="155719"/>
                </a:lnTo>
                <a:lnTo>
                  <a:pt x="800" y="156872"/>
                </a:lnTo>
                <a:lnTo>
                  <a:pt x="927" y="158023"/>
                </a:lnTo>
                <a:lnTo>
                  <a:pt x="1064" y="159173"/>
                </a:lnTo>
                <a:lnTo>
                  <a:pt x="1211" y="160323"/>
                </a:lnTo>
                <a:lnTo>
                  <a:pt x="1367" y="161472"/>
                </a:lnTo>
                <a:lnTo>
                  <a:pt x="1533" y="162619"/>
                </a:lnTo>
                <a:lnTo>
                  <a:pt x="1708" y="163766"/>
                </a:lnTo>
                <a:lnTo>
                  <a:pt x="1892" y="164912"/>
                </a:lnTo>
                <a:lnTo>
                  <a:pt x="2086" y="166057"/>
                </a:lnTo>
                <a:lnTo>
                  <a:pt x="2290" y="167201"/>
                </a:lnTo>
                <a:lnTo>
                  <a:pt x="2503" y="168344"/>
                </a:lnTo>
                <a:lnTo>
                  <a:pt x="2725" y="169486"/>
                </a:lnTo>
                <a:lnTo>
                  <a:pt x="2957" y="170626"/>
                </a:lnTo>
                <a:lnTo>
                  <a:pt x="3197" y="171764"/>
                </a:lnTo>
                <a:lnTo>
                  <a:pt x="3447" y="172898"/>
                </a:lnTo>
                <a:lnTo>
                  <a:pt x="3706" y="174030"/>
                </a:lnTo>
                <a:lnTo>
                  <a:pt x="3974" y="175159"/>
                </a:lnTo>
                <a:lnTo>
                  <a:pt x="4251" y="176286"/>
                </a:lnTo>
                <a:lnTo>
                  <a:pt x="4537" y="177410"/>
                </a:lnTo>
                <a:lnTo>
                  <a:pt x="4833" y="178531"/>
                </a:lnTo>
                <a:lnTo>
                  <a:pt x="5137" y="179649"/>
                </a:lnTo>
                <a:lnTo>
                  <a:pt x="5451" y="180764"/>
                </a:lnTo>
                <a:lnTo>
                  <a:pt x="5773" y="181877"/>
                </a:lnTo>
                <a:lnTo>
                  <a:pt x="6105" y="182987"/>
                </a:lnTo>
                <a:lnTo>
                  <a:pt x="6446" y="184094"/>
                </a:lnTo>
                <a:lnTo>
                  <a:pt x="6796" y="185198"/>
                </a:lnTo>
                <a:lnTo>
                  <a:pt x="7155" y="186300"/>
                </a:lnTo>
                <a:lnTo>
                  <a:pt x="7523" y="187399"/>
                </a:lnTo>
                <a:lnTo>
                  <a:pt x="7900" y="188495"/>
                </a:lnTo>
                <a:lnTo>
                  <a:pt x="8286" y="189588"/>
                </a:lnTo>
                <a:lnTo>
                  <a:pt x="8682" y="190679"/>
                </a:lnTo>
                <a:lnTo>
                  <a:pt x="9086" y="191766"/>
                </a:lnTo>
                <a:lnTo>
                  <a:pt x="9500" y="192851"/>
                </a:lnTo>
                <a:lnTo>
                  <a:pt x="9923" y="193934"/>
                </a:lnTo>
                <a:lnTo>
                  <a:pt x="10354" y="195013"/>
                </a:lnTo>
                <a:lnTo>
                  <a:pt x="10795" y="196090"/>
                </a:lnTo>
                <a:lnTo>
                  <a:pt x="11245" y="197163"/>
                </a:lnTo>
                <a:lnTo>
                  <a:pt x="11703" y="198232"/>
                </a:lnTo>
                <a:lnTo>
                  <a:pt x="12169" y="199296"/>
                </a:lnTo>
                <a:lnTo>
                  <a:pt x="12644" y="200356"/>
                </a:lnTo>
                <a:lnTo>
                  <a:pt x="13127" y="201411"/>
                </a:lnTo>
                <a:lnTo>
                  <a:pt x="13619" y="202462"/>
                </a:lnTo>
                <a:lnTo>
                  <a:pt x="14119" y="203508"/>
                </a:lnTo>
                <a:lnTo>
                  <a:pt x="14627" y="204550"/>
                </a:lnTo>
                <a:lnTo>
                  <a:pt x="15144" y="205587"/>
                </a:lnTo>
                <a:lnTo>
                  <a:pt x="15669" y="206620"/>
                </a:lnTo>
                <a:lnTo>
                  <a:pt x="16202" y="207648"/>
                </a:lnTo>
                <a:lnTo>
                  <a:pt x="16744" y="208672"/>
                </a:lnTo>
                <a:lnTo>
                  <a:pt x="17295" y="209691"/>
                </a:lnTo>
                <a:lnTo>
                  <a:pt x="17853" y="210706"/>
                </a:lnTo>
                <a:lnTo>
                  <a:pt x="18420" y="211717"/>
                </a:lnTo>
                <a:lnTo>
                  <a:pt x="18996" y="212722"/>
                </a:lnTo>
                <a:lnTo>
                  <a:pt x="19579" y="213724"/>
                </a:lnTo>
                <a:lnTo>
                  <a:pt x="20172" y="214721"/>
                </a:lnTo>
                <a:lnTo>
                  <a:pt x="20772" y="215713"/>
                </a:lnTo>
                <a:lnTo>
                  <a:pt x="21381" y="216701"/>
                </a:lnTo>
                <a:lnTo>
                  <a:pt x="21998" y="217685"/>
                </a:lnTo>
                <a:lnTo>
                  <a:pt x="22624" y="218664"/>
                </a:lnTo>
                <a:lnTo>
                  <a:pt x="23258" y="219638"/>
                </a:lnTo>
                <a:lnTo>
                  <a:pt x="23901" y="220608"/>
                </a:lnTo>
                <a:lnTo>
                  <a:pt x="24551" y="221573"/>
                </a:lnTo>
                <a:lnTo>
                  <a:pt x="25209" y="222532"/>
                </a:lnTo>
                <a:lnTo>
                  <a:pt x="25874" y="223485"/>
                </a:lnTo>
                <a:lnTo>
                  <a:pt x="26546" y="224432"/>
                </a:lnTo>
                <a:lnTo>
                  <a:pt x="27226" y="225372"/>
                </a:lnTo>
                <a:lnTo>
                  <a:pt x="27913" y="226307"/>
                </a:lnTo>
                <a:lnTo>
                  <a:pt x="28608" y="227235"/>
                </a:lnTo>
                <a:lnTo>
                  <a:pt x="29309" y="228158"/>
                </a:lnTo>
                <a:lnTo>
                  <a:pt x="30018" y="229075"/>
                </a:lnTo>
                <a:lnTo>
                  <a:pt x="30735" y="229985"/>
                </a:lnTo>
                <a:lnTo>
                  <a:pt x="31459" y="230890"/>
                </a:lnTo>
                <a:lnTo>
                  <a:pt x="32190" y="231788"/>
                </a:lnTo>
                <a:lnTo>
                  <a:pt x="32929" y="232681"/>
                </a:lnTo>
                <a:lnTo>
                  <a:pt x="33674" y="233567"/>
                </a:lnTo>
                <a:lnTo>
                  <a:pt x="34428" y="234447"/>
                </a:lnTo>
                <a:lnTo>
                  <a:pt x="35188" y="235322"/>
                </a:lnTo>
                <a:lnTo>
                  <a:pt x="35956" y="236190"/>
                </a:lnTo>
                <a:lnTo>
                  <a:pt x="36732" y="237052"/>
                </a:lnTo>
                <a:lnTo>
                  <a:pt x="37514" y="237908"/>
                </a:lnTo>
                <a:lnTo>
                  <a:pt x="38304" y="238759"/>
                </a:lnTo>
                <a:lnTo>
                  <a:pt x="39102" y="239603"/>
                </a:lnTo>
                <a:lnTo>
                  <a:pt x="39906" y="240441"/>
                </a:lnTo>
                <a:lnTo>
                  <a:pt x="40718" y="241273"/>
                </a:lnTo>
                <a:lnTo>
                  <a:pt x="41538" y="242099"/>
                </a:lnTo>
                <a:lnTo>
                  <a:pt x="42364" y="242919"/>
                </a:lnTo>
                <a:lnTo>
                  <a:pt x="43196" y="243731"/>
                </a:lnTo>
                <a:lnTo>
                  <a:pt x="44034" y="244535"/>
                </a:lnTo>
                <a:lnTo>
                  <a:pt x="44878" y="245333"/>
                </a:lnTo>
                <a:lnTo>
                  <a:pt x="45728" y="246123"/>
                </a:lnTo>
                <a:lnTo>
                  <a:pt x="46585" y="246905"/>
                </a:lnTo>
                <a:lnTo>
                  <a:pt x="47447" y="247681"/>
                </a:lnTo>
                <a:lnTo>
                  <a:pt x="48315" y="248449"/>
                </a:lnTo>
                <a:lnTo>
                  <a:pt x="49190" y="249209"/>
                </a:lnTo>
                <a:lnTo>
                  <a:pt x="50070" y="249962"/>
                </a:lnTo>
                <a:lnTo>
                  <a:pt x="50956" y="250708"/>
                </a:lnTo>
                <a:lnTo>
                  <a:pt x="51849" y="251447"/>
                </a:lnTo>
                <a:lnTo>
                  <a:pt x="52747" y="252178"/>
                </a:lnTo>
                <a:lnTo>
                  <a:pt x="53652" y="252902"/>
                </a:lnTo>
                <a:lnTo>
                  <a:pt x="54562" y="253618"/>
                </a:lnTo>
                <a:lnTo>
                  <a:pt x="55479" y="254327"/>
                </a:lnTo>
                <a:lnTo>
                  <a:pt x="56401" y="255029"/>
                </a:lnTo>
                <a:lnTo>
                  <a:pt x="57330" y="255724"/>
                </a:lnTo>
                <a:lnTo>
                  <a:pt x="58265" y="256411"/>
                </a:lnTo>
                <a:lnTo>
                  <a:pt x="59205" y="257091"/>
                </a:lnTo>
                <a:lnTo>
                  <a:pt x="60152" y="257763"/>
                </a:lnTo>
                <a:lnTo>
                  <a:pt x="61105" y="258428"/>
                </a:lnTo>
                <a:lnTo>
                  <a:pt x="62064" y="259086"/>
                </a:lnTo>
                <a:lnTo>
                  <a:pt x="63028" y="259736"/>
                </a:lnTo>
                <a:lnTo>
                  <a:pt x="63998" y="260379"/>
                </a:lnTo>
                <a:lnTo>
                  <a:pt x="64973" y="261013"/>
                </a:lnTo>
                <a:lnTo>
                  <a:pt x="65952" y="261638"/>
                </a:lnTo>
                <a:lnTo>
                  <a:pt x="66935" y="262256"/>
                </a:lnTo>
                <a:lnTo>
                  <a:pt x="67923" y="262865"/>
                </a:lnTo>
                <a:lnTo>
                  <a:pt x="68916" y="263465"/>
                </a:lnTo>
                <a:lnTo>
                  <a:pt x="69913" y="264057"/>
                </a:lnTo>
                <a:lnTo>
                  <a:pt x="70914" y="264641"/>
                </a:lnTo>
                <a:lnTo>
                  <a:pt x="71920" y="265217"/>
                </a:lnTo>
                <a:lnTo>
                  <a:pt x="72931" y="265784"/>
                </a:lnTo>
                <a:lnTo>
                  <a:pt x="73946" y="266342"/>
                </a:lnTo>
                <a:lnTo>
                  <a:pt x="74965" y="266893"/>
                </a:lnTo>
                <a:lnTo>
                  <a:pt x="75989" y="267434"/>
                </a:lnTo>
                <a:lnTo>
                  <a:pt x="77017" y="267968"/>
                </a:lnTo>
                <a:lnTo>
                  <a:pt x="78050" y="268493"/>
                </a:lnTo>
                <a:lnTo>
                  <a:pt x="79087" y="269010"/>
                </a:lnTo>
                <a:lnTo>
                  <a:pt x="80129" y="269518"/>
                </a:lnTo>
                <a:lnTo>
                  <a:pt x="81175" y="270018"/>
                </a:lnTo>
                <a:lnTo>
                  <a:pt x="82226" y="270510"/>
                </a:lnTo>
                <a:lnTo>
                  <a:pt x="83281" y="270993"/>
                </a:lnTo>
                <a:lnTo>
                  <a:pt x="84341" y="271467"/>
                </a:lnTo>
                <a:lnTo>
                  <a:pt x="85405" y="271934"/>
                </a:lnTo>
                <a:lnTo>
                  <a:pt x="86474" y="272392"/>
                </a:lnTo>
                <a:lnTo>
                  <a:pt x="87547" y="272842"/>
                </a:lnTo>
                <a:lnTo>
                  <a:pt x="88624" y="273282"/>
                </a:lnTo>
                <a:lnTo>
                  <a:pt x="89703" y="273714"/>
                </a:lnTo>
                <a:lnTo>
                  <a:pt x="90785" y="274137"/>
                </a:lnTo>
                <a:lnTo>
                  <a:pt x="91870" y="274550"/>
                </a:lnTo>
                <a:lnTo>
                  <a:pt x="92958" y="274955"/>
                </a:lnTo>
                <a:lnTo>
                  <a:pt x="94049" y="275350"/>
                </a:lnTo>
                <a:lnTo>
                  <a:pt x="95142" y="275737"/>
                </a:lnTo>
                <a:lnTo>
                  <a:pt x="96238" y="276114"/>
                </a:lnTo>
                <a:lnTo>
                  <a:pt x="97337" y="276482"/>
                </a:lnTo>
                <a:lnTo>
                  <a:pt x="98439" y="276841"/>
                </a:lnTo>
                <a:lnTo>
                  <a:pt x="99543" y="277191"/>
                </a:lnTo>
                <a:lnTo>
                  <a:pt x="100650" y="277532"/>
                </a:lnTo>
                <a:lnTo>
                  <a:pt x="101760" y="277863"/>
                </a:lnTo>
                <a:lnTo>
                  <a:pt x="102873" y="278186"/>
                </a:lnTo>
                <a:lnTo>
                  <a:pt x="103988" y="278500"/>
                </a:lnTo>
                <a:lnTo>
                  <a:pt x="105106" y="278804"/>
                </a:lnTo>
                <a:lnTo>
                  <a:pt x="106227" y="279099"/>
                </a:lnTo>
                <a:lnTo>
                  <a:pt x="107351" y="279386"/>
                </a:lnTo>
                <a:lnTo>
                  <a:pt x="108477" y="279663"/>
                </a:lnTo>
                <a:lnTo>
                  <a:pt x="109607" y="279931"/>
                </a:lnTo>
                <a:lnTo>
                  <a:pt x="110739" y="280190"/>
                </a:lnTo>
                <a:lnTo>
                  <a:pt x="111873" y="280439"/>
                </a:lnTo>
                <a:lnTo>
                  <a:pt x="113011" y="280680"/>
                </a:lnTo>
                <a:lnTo>
                  <a:pt x="114151" y="280912"/>
                </a:lnTo>
                <a:lnTo>
                  <a:pt x="115293" y="281134"/>
                </a:lnTo>
                <a:lnTo>
                  <a:pt x="116436" y="281347"/>
                </a:lnTo>
                <a:lnTo>
                  <a:pt x="117580" y="281550"/>
                </a:lnTo>
                <a:lnTo>
                  <a:pt x="118725" y="281744"/>
                </a:lnTo>
                <a:lnTo>
                  <a:pt x="119871" y="281929"/>
                </a:lnTo>
                <a:lnTo>
                  <a:pt x="121018" y="282104"/>
                </a:lnTo>
                <a:lnTo>
                  <a:pt x="122165" y="282270"/>
                </a:lnTo>
                <a:lnTo>
                  <a:pt x="123314" y="282426"/>
                </a:lnTo>
                <a:lnTo>
                  <a:pt x="124463" y="282572"/>
                </a:lnTo>
                <a:lnTo>
                  <a:pt x="125614" y="282710"/>
                </a:lnTo>
                <a:lnTo>
                  <a:pt x="126765" y="282837"/>
                </a:lnTo>
                <a:lnTo>
                  <a:pt x="127918" y="282956"/>
                </a:lnTo>
                <a:lnTo>
                  <a:pt x="129071" y="283064"/>
                </a:lnTo>
                <a:lnTo>
                  <a:pt x="130225" y="283164"/>
                </a:lnTo>
                <a:lnTo>
                  <a:pt x="131380" y="283254"/>
                </a:lnTo>
                <a:lnTo>
                  <a:pt x="132536" y="283334"/>
                </a:lnTo>
                <a:lnTo>
                  <a:pt x="133693" y="283405"/>
                </a:lnTo>
                <a:lnTo>
                  <a:pt x="134851" y="283467"/>
                </a:lnTo>
                <a:lnTo>
                  <a:pt x="136010" y="283519"/>
                </a:lnTo>
                <a:lnTo>
                  <a:pt x="137170" y="283561"/>
                </a:lnTo>
                <a:lnTo>
                  <a:pt x="138331" y="283594"/>
                </a:lnTo>
                <a:lnTo>
                  <a:pt x="139492" y="283618"/>
                </a:lnTo>
                <a:lnTo>
                  <a:pt x="140655" y="283632"/>
                </a:lnTo>
                <a:lnTo>
                  <a:pt x="141818" y="283637"/>
                </a:lnTo>
                <a:lnTo>
                  <a:pt x="142982" y="283632"/>
                </a:lnTo>
                <a:lnTo>
                  <a:pt x="144145" y="283618"/>
                </a:lnTo>
                <a:lnTo>
                  <a:pt x="145306" y="283594"/>
                </a:lnTo>
                <a:lnTo>
                  <a:pt x="146467" y="283561"/>
                </a:lnTo>
                <a:lnTo>
                  <a:pt x="147627" y="283519"/>
                </a:lnTo>
                <a:lnTo>
                  <a:pt x="148786" y="283467"/>
                </a:lnTo>
                <a:lnTo>
                  <a:pt x="149944" y="283405"/>
                </a:lnTo>
                <a:lnTo>
                  <a:pt x="151101" y="283334"/>
                </a:lnTo>
                <a:lnTo>
                  <a:pt x="152257" y="283254"/>
                </a:lnTo>
                <a:lnTo>
                  <a:pt x="153412" y="283164"/>
                </a:lnTo>
                <a:lnTo>
                  <a:pt x="154566" y="283064"/>
                </a:lnTo>
                <a:lnTo>
                  <a:pt x="155719" y="282956"/>
                </a:lnTo>
                <a:lnTo>
                  <a:pt x="156872" y="282837"/>
                </a:lnTo>
                <a:lnTo>
                  <a:pt x="158023" y="282710"/>
                </a:lnTo>
                <a:lnTo>
                  <a:pt x="159173" y="282572"/>
                </a:lnTo>
                <a:lnTo>
                  <a:pt x="160323" y="282426"/>
                </a:lnTo>
                <a:lnTo>
                  <a:pt x="161472" y="282270"/>
                </a:lnTo>
                <a:lnTo>
                  <a:pt x="162619" y="282104"/>
                </a:lnTo>
                <a:lnTo>
                  <a:pt x="163766" y="281929"/>
                </a:lnTo>
                <a:lnTo>
                  <a:pt x="164912" y="281744"/>
                </a:lnTo>
                <a:lnTo>
                  <a:pt x="166057" y="281550"/>
                </a:lnTo>
                <a:lnTo>
                  <a:pt x="167201" y="281347"/>
                </a:lnTo>
                <a:lnTo>
                  <a:pt x="168344" y="281134"/>
                </a:lnTo>
                <a:lnTo>
                  <a:pt x="169486" y="280912"/>
                </a:lnTo>
                <a:lnTo>
                  <a:pt x="170626" y="280680"/>
                </a:lnTo>
                <a:lnTo>
                  <a:pt x="171764" y="280439"/>
                </a:lnTo>
                <a:lnTo>
                  <a:pt x="172898" y="280190"/>
                </a:lnTo>
                <a:lnTo>
                  <a:pt x="174030" y="279931"/>
                </a:lnTo>
                <a:lnTo>
                  <a:pt x="175159" y="279663"/>
                </a:lnTo>
                <a:lnTo>
                  <a:pt x="176286" y="279386"/>
                </a:lnTo>
                <a:lnTo>
                  <a:pt x="177410" y="279099"/>
                </a:lnTo>
                <a:lnTo>
                  <a:pt x="178531" y="278804"/>
                </a:lnTo>
                <a:lnTo>
                  <a:pt x="179649" y="278500"/>
                </a:lnTo>
                <a:lnTo>
                  <a:pt x="180764" y="278186"/>
                </a:lnTo>
                <a:lnTo>
                  <a:pt x="181877" y="277863"/>
                </a:lnTo>
                <a:lnTo>
                  <a:pt x="182987" y="277532"/>
                </a:lnTo>
                <a:lnTo>
                  <a:pt x="184094" y="277191"/>
                </a:lnTo>
                <a:lnTo>
                  <a:pt x="185198" y="276841"/>
                </a:lnTo>
                <a:lnTo>
                  <a:pt x="186300" y="276482"/>
                </a:lnTo>
                <a:lnTo>
                  <a:pt x="187399" y="276114"/>
                </a:lnTo>
                <a:lnTo>
                  <a:pt x="188495" y="275737"/>
                </a:lnTo>
                <a:lnTo>
                  <a:pt x="189588" y="275350"/>
                </a:lnTo>
                <a:lnTo>
                  <a:pt x="190679" y="274955"/>
                </a:lnTo>
                <a:lnTo>
                  <a:pt x="191766" y="274550"/>
                </a:lnTo>
                <a:lnTo>
                  <a:pt x="192851" y="274137"/>
                </a:lnTo>
                <a:lnTo>
                  <a:pt x="193934" y="273714"/>
                </a:lnTo>
                <a:lnTo>
                  <a:pt x="195013" y="273282"/>
                </a:lnTo>
                <a:lnTo>
                  <a:pt x="196090" y="272842"/>
                </a:lnTo>
                <a:lnTo>
                  <a:pt x="197163" y="272392"/>
                </a:lnTo>
                <a:lnTo>
                  <a:pt x="198232" y="271934"/>
                </a:lnTo>
                <a:lnTo>
                  <a:pt x="199296" y="271467"/>
                </a:lnTo>
                <a:lnTo>
                  <a:pt x="200356" y="270993"/>
                </a:lnTo>
                <a:lnTo>
                  <a:pt x="201411" y="270510"/>
                </a:lnTo>
                <a:lnTo>
                  <a:pt x="202462" y="270018"/>
                </a:lnTo>
                <a:lnTo>
                  <a:pt x="203508" y="269518"/>
                </a:lnTo>
                <a:lnTo>
                  <a:pt x="204550" y="269010"/>
                </a:lnTo>
                <a:lnTo>
                  <a:pt x="205587" y="268493"/>
                </a:lnTo>
                <a:lnTo>
                  <a:pt x="206620" y="267968"/>
                </a:lnTo>
                <a:lnTo>
                  <a:pt x="207648" y="267434"/>
                </a:lnTo>
                <a:lnTo>
                  <a:pt x="208672" y="266893"/>
                </a:lnTo>
                <a:lnTo>
                  <a:pt x="209691" y="266342"/>
                </a:lnTo>
                <a:lnTo>
                  <a:pt x="210706" y="265784"/>
                </a:lnTo>
                <a:lnTo>
                  <a:pt x="211717" y="265217"/>
                </a:lnTo>
                <a:lnTo>
                  <a:pt x="212722" y="264641"/>
                </a:lnTo>
                <a:lnTo>
                  <a:pt x="213724" y="264057"/>
                </a:lnTo>
                <a:lnTo>
                  <a:pt x="214721" y="263465"/>
                </a:lnTo>
                <a:lnTo>
                  <a:pt x="215713" y="262865"/>
                </a:lnTo>
                <a:lnTo>
                  <a:pt x="216701" y="262256"/>
                </a:lnTo>
                <a:lnTo>
                  <a:pt x="217685" y="261638"/>
                </a:lnTo>
                <a:lnTo>
                  <a:pt x="218664" y="261013"/>
                </a:lnTo>
                <a:lnTo>
                  <a:pt x="219638" y="260379"/>
                </a:lnTo>
                <a:lnTo>
                  <a:pt x="220608" y="259736"/>
                </a:lnTo>
                <a:lnTo>
                  <a:pt x="221573" y="259086"/>
                </a:lnTo>
                <a:lnTo>
                  <a:pt x="222532" y="258428"/>
                </a:lnTo>
                <a:lnTo>
                  <a:pt x="223485" y="257763"/>
                </a:lnTo>
                <a:lnTo>
                  <a:pt x="224432" y="257091"/>
                </a:lnTo>
                <a:lnTo>
                  <a:pt x="225372" y="256411"/>
                </a:lnTo>
                <a:lnTo>
                  <a:pt x="226307" y="255724"/>
                </a:lnTo>
                <a:lnTo>
                  <a:pt x="227235" y="255029"/>
                </a:lnTo>
                <a:lnTo>
                  <a:pt x="228158" y="254327"/>
                </a:lnTo>
                <a:lnTo>
                  <a:pt x="229075" y="253618"/>
                </a:lnTo>
                <a:lnTo>
                  <a:pt x="229985" y="252902"/>
                </a:lnTo>
                <a:lnTo>
                  <a:pt x="230890" y="252178"/>
                </a:lnTo>
                <a:lnTo>
                  <a:pt x="231788" y="251447"/>
                </a:lnTo>
                <a:lnTo>
                  <a:pt x="232681" y="250708"/>
                </a:lnTo>
                <a:lnTo>
                  <a:pt x="233567" y="249962"/>
                </a:lnTo>
                <a:lnTo>
                  <a:pt x="234447" y="249209"/>
                </a:lnTo>
                <a:lnTo>
                  <a:pt x="235322" y="248449"/>
                </a:lnTo>
                <a:lnTo>
                  <a:pt x="236190" y="247681"/>
                </a:lnTo>
                <a:lnTo>
                  <a:pt x="237052" y="246905"/>
                </a:lnTo>
                <a:lnTo>
                  <a:pt x="237908" y="246123"/>
                </a:lnTo>
                <a:lnTo>
                  <a:pt x="238759" y="245333"/>
                </a:lnTo>
                <a:lnTo>
                  <a:pt x="239603" y="244535"/>
                </a:lnTo>
                <a:lnTo>
                  <a:pt x="240441" y="243731"/>
                </a:lnTo>
                <a:lnTo>
                  <a:pt x="241273" y="242919"/>
                </a:lnTo>
                <a:lnTo>
                  <a:pt x="242099" y="242099"/>
                </a:lnTo>
                <a:lnTo>
                  <a:pt x="242919" y="241273"/>
                </a:lnTo>
                <a:lnTo>
                  <a:pt x="243731" y="240441"/>
                </a:lnTo>
                <a:lnTo>
                  <a:pt x="244535" y="239603"/>
                </a:lnTo>
                <a:lnTo>
                  <a:pt x="245333" y="238759"/>
                </a:lnTo>
                <a:lnTo>
                  <a:pt x="246123" y="237908"/>
                </a:lnTo>
                <a:lnTo>
                  <a:pt x="246905" y="237052"/>
                </a:lnTo>
                <a:lnTo>
                  <a:pt x="247681" y="236190"/>
                </a:lnTo>
                <a:lnTo>
                  <a:pt x="248449" y="235322"/>
                </a:lnTo>
                <a:lnTo>
                  <a:pt x="249209" y="234447"/>
                </a:lnTo>
                <a:lnTo>
                  <a:pt x="249962" y="233567"/>
                </a:lnTo>
                <a:lnTo>
                  <a:pt x="250708" y="232681"/>
                </a:lnTo>
                <a:lnTo>
                  <a:pt x="251447" y="231788"/>
                </a:lnTo>
                <a:lnTo>
                  <a:pt x="252178" y="230890"/>
                </a:lnTo>
                <a:lnTo>
                  <a:pt x="252902" y="229985"/>
                </a:lnTo>
                <a:lnTo>
                  <a:pt x="253618" y="229075"/>
                </a:lnTo>
                <a:lnTo>
                  <a:pt x="254327" y="228158"/>
                </a:lnTo>
                <a:lnTo>
                  <a:pt x="255029" y="227235"/>
                </a:lnTo>
                <a:lnTo>
                  <a:pt x="255724" y="226307"/>
                </a:lnTo>
                <a:lnTo>
                  <a:pt x="256411" y="225372"/>
                </a:lnTo>
                <a:lnTo>
                  <a:pt x="257091" y="224432"/>
                </a:lnTo>
                <a:lnTo>
                  <a:pt x="257763" y="223485"/>
                </a:lnTo>
                <a:lnTo>
                  <a:pt x="258428" y="222532"/>
                </a:lnTo>
                <a:lnTo>
                  <a:pt x="259086" y="221573"/>
                </a:lnTo>
                <a:lnTo>
                  <a:pt x="259736" y="220608"/>
                </a:lnTo>
                <a:lnTo>
                  <a:pt x="260379" y="219638"/>
                </a:lnTo>
                <a:lnTo>
                  <a:pt x="261013" y="218664"/>
                </a:lnTo>
                <a:lnTo>
                  <a:pt x="261638" y="217685"/>
                </a:lnTo>
                <a:lnTo>
                  <a:pt x="262256" y="216701"/>
                </a:lnTo>
                <a:lnTo>
                  <a:pt x="262865" y="215713"/>
                </a:lnTo>
                <a:lnTo>
                  <a:pt x="263465" y="214721"/>
                </a:lnTo>
                <a:lnTo>
                  <a:pt x="264057" y="213724"/>
                </a:lnTo>
                <a:lnTo>
                  <a:pt x="264641" y="212722"/>
                </a:lnTo>
                <a:lnTo>
                  <a:pt x="265217" y="211717"/>
                </a:lnTo>
                <a:lnTo>
                  <a:pt x="265784" y="210706"/>
                </a:lnTo>
                <a:lnTo>
                  <a:pt x="266342" y="209691"/>
                </a:lnTo>
                <a:lnTo>
                  <a:pt x="266893" y="208672"/>
                </a:lnTo>
                <a:lnTo>
                  <a:pt x="267434" y="207648"/>
                </a:lnTo>
                <a:lnTo>
                  <a:pt x="267968" y="206620"/>
                </a:lnTo>
                <a:lnTo>
                  <a:pt x="268493" y="205587"/>
                </a:lnTo>
                <a:lnTo>
                  <a:pt x="269010" y="204550"/>
                </a:lnTo>
                <a:lnTo>
                  <a:pt x="269518" y="203508"/>
                </a:lnTo>
                <a:lnTo>
                  <a:pt x="270018" y="202462"/>
                </a:lnTo>
                <a:lnTo>
                  <a:pt x="270510" y="201411"/>
                </a:lnTo>
                <a:lnTo>
                  <a:pt x="270993" y="200356"/>
                </a:lnTo>
                <a:lnTo>
                  <a:pt x="271467" y="199296"/>
                </a:lnTo>
                <a:lnTo>
                  <a:pt x="271934" y="198232"/>
                </a:lnTo>
                <a:lnTo>
                  <a:pt x="272392" y="197163"/>
                </a:lnTo>
                <a:lnTo>
                  <a:pt x="272842" y="196090"/>
                </a:lnTo>
                <a:lnTo>
                  <a:pt x="273282" y="195013"/>
                </a:lnTo>
                <a:lnTo>
                  <a:pt x="273714" y="193934"/>
                </a:lnTo>
                <a:lnTo>
                  <a:pt x="274137" y="192851"/>
                </a:lnTo>
                <a:lnTo>
                  <a:pt x="274550" y="191766"/>
                </a:lnTo>
                <a:lnTo>
                  <a:pt x="274955" y="190679"/>
                </a:lnTo>
                <a:lnTo>
                  <a:pt x="275350" y="189588"/>
                </a:lnTo>
                <a:lnTo>
                  <a:pt x="275737" y="188495"/>
                </a:lnTo>
                <a:lnTo>
                  <a:pt x="276114" y="187399"/>
                </a:lnTo>
                <a:lnTo>
                  <a:pt x="276482" y="186300"/>
                </a:lnTo>
                <a:lnTo>
                  <a:pt x="276841" y="185198"/>
                </a:lnTo>
                <a:lnTo>
                  <a:pt x="277191" y="184094"/>
                </a:lnTo>
                <a:lnTo>
                  <a:pt x="277532" y="182987"/>
                </a:lnTo>
                <a:lnTo>
                  <a:pt x="277863" y="181877"/>
                </a:lnTo>
                <a:lnTo>
                  <a:pt x="278186" y="180764"/>
                </a:lnTo>
                <a:lnTo>
                  <a:pt x="278500" y="179649"/>
                </a:lnTo>
                <a:lnTo>
                  <a:pt x="278804" y="178531"/>
                </a:lnTo>
                <a:lnTo>
                  <a:pt x="279099" y="177410"/>
                </a:lnTo>
                <a:lnTo>
                  <a:pt x="279386" y="176286"/>
                </a:lnTo>
                <a:lnTo>
                  <a:pt x="279663" y="175159"/>
                </a:lnTo>
                <a:lnTo>
                  <a:pt x="279931" y="174030"/>
                </a:lnTo>
                <a:lnTo>
                  <a:pt x="280190" y="172898"/>
                </a:lnTo>
                <a:lnTo>
                  <a:pt x="280439" y="171764"/>
                </a:lnTo>
                <a:lnTo>
                  <a:pt x="280680" y="170626"/>
                </a:lnTo>
                <a:lnTo>
                  <a:pt x="280912" y="169486"/>
                </a:lnTo>
                <a:lnTo>
                  <a:pt x="281134" y="168344"/>
                </a:lnTo>
                <a:lnTo>
                  <a:pt x="281347" y="167201"/>
                </a:lnTo>
                <a:lnTo>
                  <a:pt x="281550" y="166057"/>
                </a:lnTo>
                <a:lnTo>
                  <a:pt x="281744" y="164912"/>
                </a:lnTo>
                <a:lnTo>
                  <a:pt x="281929" y="163766"/>
                </a:lnTo>
                <a:lnTo>
                  <a:pt x="282104" y="162619"/>
                </a:lnTo>
                <a:lnTo>
                  <a:pt x="282270" y="161472"/>
                </a:lnTo>
                <a:lnTo>
                  <a:pt x="282426" y="160323"/>
                </a:lnTo>
                <a:lnTo>
                  <a:pt x="282572" y="159173"/>
                </a:lnTo>
                <a:lnTo>
                  <a:pt x="282710" y="158023"/>
                </a:lnTo>
                <a:lnTo>
                  <a:pt x="282837" y="156872"/>
                </a:lnTo>
                <a:lnTo>
                  <a:pt x="282956" y="155719"/>
                </a:lnTo>
                <a:lnTo>
                  <a:pt x="283064" y="154566"/>
                </a:lnTo>
                <a:lnTo>
                  <a:pt x="283164" y="153412"/>
                </a:lnTo>
                <a:lnTo>
                  <a:pt x="283254" y="152257"/>
                </a:lnTo>
                <a:lnTo>
                  <a:pt x="283334" y="151101"/>
                </a:lnTo>
                <a:lnTo>
                  <a:pt x="283405" y="149944"/>
                </a:lnTo>
                <a:lnTo>
                  <a:pt x="283467" y="148786"/>
                </a:lnTo>
                <a:lnTo>
                  <a:pt x="283519" y="147627"/>
                </a:lnTo>
                <a:lnTo>
                  <a:pt x="283561" y="146467"/>
                </a:lnTo>
                <a:lnTo>
                  <a:pt x="283594" y="145306"/>
                </a:lnTo>
                <a:lnTo>
                  <a:pt x="283618" y="144145"/>
                </a:lnTo>
                <a:lnTo>
                  <a:pt x="283632" y="142982"/>
                </a:lnTo>
                <a:lnTo>
                  <a:pt x="283637" y="141818"/>
                </a:lnTo>
                <a:lnTo>
                  <a:pt x="283632" y="140655"/>
                </a:lnTo>
                <a:lnTo>
                  <a:pt x="283618" y="139492"/>
                </a:lnTo>
                <a:lnTo>
                  <a:pt x="283594" y="138331"/>
                </a:lnTo>
                <a:lnTo>
                  <a:pt x="283561" y="137170"/>
                </a:lnTo>
                <a:lnTo>
                  <a:pt x="283519" y="136010"/>
                </a:lnTo>
                <a:lnTo>
                  <a:pt x="283467" y="134851"/>
                </a:lnTo>
                <a:lnTo>
                  <a:pt x="283405" y="133693"/>
                </a:lnTo>
                <a:lnTo>
                  <a:pt x="283334" y="132536"/>
                </a:lnTo>
                <a:lnTo>
                  <a:pt x="283254" y="131380"/>
                </a:lnTo>
                <a:lnTo>
                  <a:pt x="283164" y="130225"/>
                </a:lnTo>
                <a:lnTo>
                  <a:pt x="283064" y="129071"/>
                </a:lnTo>
                <a:lnTo>
                  <a:pt x="282956" y="127918"/>
                </a:lnTo>
                <a:lnTo>
                  <a:pt x="282837" y="126765"/>
                </a:lnTo>
                <a:lnTo>
                  <a:pt x="282710" y="125614"/>
                </a:lnTo>
                <a:lnTo>
                  <a:pt x="282572" y="124463"/>
                </a:lnTo>
                <a:lnTo>
                  <a:pt x="282426" y="123314"/>
                </a:lnTo>
                <a:lnTo>
                  <a:pt x="282270" y="122165"/>
                </a:lnTo>
                <a:lnTo>
                  <a:pt x="282104" y="121018"/>
                </a:lnTo>
                <a:lnTo>
                  <a:pt x="281929" y="119871"/>
                </a:lnTo>
                <a:lnTo>
                  <a:pt x="281744" y="118725"/>
                </a:lnTo>
                <a:lnTo>
                  <a:pt x="281550" y="117580"/>
                </a:lnTo>
                <a:lnTo>
                  <a:pt x="281347" y="116436"/>
                </a:lnTo>
                <a:lnTo>
                  <a:pt x="281134" y="115293"/>
                </a:lnTo>
                <a:lnTo>
                  <a:pt x="280912" y="114151"/>
                </a:lnTo>
                <a:lnTo>
                  <a:pt x="280680" y="113011"/>
                </a:lnTo>
                <a:lnTo>
                  <a:pt x="280439" y="111873"/>
                </a:lnTo>
                <a:lnTo>
                  <a:pt x="280190" y="110739"/>
                </a:lnTo>
                <a:lnTo>
                  <a:pt x="279931" y="109607"/>
                </a:lnTo>
                <a:lnTo>
                  <a:pt x="279663" y="108477"/>
                </a:lnTo>
                <a:lnTo>
                  <a:pt x="279386" y="107351"/>
                </a:lnTo>
                <a:lnTo>
                  <a:pt x="279099" y="106227"/>
                </a:lnTo>
                <a:lnTo>
                  <a:pt x="278804" y="105106"/>
                </a:lnTo>
                <a:lnTo>
                  <a:pt x="278500" y="103988"/>
                </a:lnTo>
                <a:lnTo>
                  <a:pt x="278186" y="102873"/>
                </a:lnTo>
                <a:lnTo>
                  <a:pt x="277863" y="101760"/>
                </a:lnTo>
                <a:lnTo>
                  <a:pt x="277532" y="100650"/>
                </a:lnTo>
                <a:lnTo>
                  <a:pt x="277191" y="99543"/>
                </a:lnTo>
                <a:lnTo>
                  <a:pt x="276841" y="98439"/>
                </a:lnTo>
                <a:lnTo>
                  <a:pt x="276482" y="97337"/>
                </a:lnTo>
                <a:lnTo>
                  <a:pt x="276114" y="96238"/>
                </a:lnTo>
                <a:lnTo>
                  <a:pt x="275737" y="95142"/>
                </a:lnTo>
                <a:lnTo>
                  <a:pt x="275350" y="94049"/>
                </a:lnTo>
                <a:lnTo>
                  <a:pt x="274955" y="92958"/>
                </a:lnTo>
                <a:lnTo>
                  <a:pt x="274550" y="91870"/>
                </a:lnTo>
                <a:lnTo>
                  <a:pt x="274137" y="90785"/>
                </a:lnTo>
                <a:lnTo>
                  <a:pt x="273714" y="89703"/>
                </a:lnTo>
                <a:lnTo>
                  <a:pt x="273282" y="88624"/>
                </a:lnTo>
                <a:lnTo>
                  <a:pt x="272842" y="87547"/>
                </a:lnTo>
                <a:lnTo>
                  <a:pt x="272392" y="86474"/>
                </a:lnTo>
                <a:lnTo>
                  <a:pt x="271934" y="85405"/>
                </a:lnTo>
                <a:lnTo>
                  <a:pt x="271467" y="84341"/>
                </a:lnTo>
                <a:lnTo>
                  <a:pt x="270993" y="83281"/>
                </a:lnTo>
                <a:lnTo>
                  <a:pt x="270510" y="82226"/>
                </a:lnTo>
                <a:lnTo>
                  <a:pt x="270018" y="81175"/>
                </a:lnTo>
                <a:lnTo>
                  <a:pt x="269518" y="80129"/>
                </a:lnTo>
                <a:lnTo>
                  <a:pt x="269010" y="79087"/>
                </a:lnTo>
                <a:lnTo>
                  <a:pt x="268493" y="78050"/>
                </a:lnTo>
                <a:lnTo>
                  <a:pt x="267968" y="77017"/>
                </a:lnTo>
                <a:lnTo>
                  <a:pt x="267434" y="75989"/>
                </a:lnTo>
                <a:lnTo>
                  <a:pt x="266893" y="74965"/>
                </a:lnTo>
                <a:lnTo>
                  <a:pt x="266342" y="73946"/>
                </a:lnTo>
                <a:lnTo>
                  <a:pt x="265784" y="72931"/>
                </a:lnTo>
                <a:lnTo>
                  <a:pt x="265217" y="71920"/>
                </a:lnTo>
                <a:lnTo>
                  <a:pt x="264641" y="70914"/>
                </a:lnTo>
                <a:lnTo>
                  <a:pt x="264057" y="69913"/>
                </a:lnTo>
                <a:lnTo>
                  <a:pt x="263465" y="68916"/>
                </a:lnTo>
                <a:lnTo>
                  <a:pt x="262865" y="67923"/>
                </a:lnTo>
                <a:lnTo>
                  <a:pt x="262256" y="66935"/>
                </a:lnTo>
                <a:lnTo>
                  <a:pt x="261638" y="65952"/>
                </a:lnTo>
                <a:lnTo>
                  <a:pt x="261013" y="64973"/>
                </a:lnTo>
                <a:lnTo>
                  <a:pt x="260379" y="63998"/>
                </a:lnTo>
                <a:lnTo>
                  <a:pt x="259736" y="63028"/>
                </a:lnTo>
                <a:lnTo>
                  <a:pt x="259086" y="62064"/>
                </a:lnTo>
                <a:lnTo>
                  <a:pt x="258428" y="61105"/>
                </a:lnTo>
                <a:lnTo>
                  <a:pt x="257763" y="60152"/>
                </a:lnTo>
                <a:lnTo>
                  <a:pt x="257091" y="59205"/>
                </a:lnTo>
                <a:lnTo>
                  <a:pt x="256411" y="58265"/>
                </a:lnTo>
                <a:lnTo>
                  <a:pt x="255724" y="57330"/>
                </a:lnTo>
                <a:lnTo>
                  <a:pt x="255029" y="56401"/>
                </a:lnTo>
                <a:lnTo>
                  <a:pt x="254327" y="55479"/>
                </a:lnTo>
                <a:lnTo>
                  <a:pt x="253618" y="54562"/>
                </a:lnTo>
                <a:lnTo>
                  <a:pt x="252902" y="53652"/>
                </a:lnTo>
                <a:lnTo>
                  <a:pt x="252178" y="52747"/>
                </a:lnTo>
                <a:lnTo>
                  <a:pt x="251447" y="51849"/>
                </a:lnTo>
                <a:lnTo>
                  <a:pt x="250708" y="50956"/>
                </a:lnTo>
                <a:lnTo>
                  <a:pt x="249962" y="50070"/>
                </a:lnTo>
                <a:lnTo>
                  <a:pt x="249209" y="49190"/>
                </a:lnTo>
                <a:lnTo>
                  <a:pt x="248449" y="48315"/>
                </a:lnTo>
                <a:lnTo>
                  <a:pt x="247681" y="47447"/>
                </a:lnTo>
                <a:lnTo>
                  <a:pt x="246905" y="46585"/>
                </a:lnTo>
                <a:lnTo>
                  <a:pt x="246123" y="45728"/>
                </a:lnTo>
                <a:lnTo>
                  <a:pt x="245333" y="44878"/>
                </a:lnTo>
                <a:lnTo>
                  <a:pt x="244535" y="44034"/>
                </a:lnTo>
                <a:lnTo>
                  <a:pt x="243731" y="43196"/>
                </a:lnTo>
                <a:lnTo>
                  <a:pt x="242919" y="42364"/>
                </a:lnTo>
                <a:lnTo>
                  <a:pt x="242099" y="41538"/>
                </a:lnTo>
                <a:lnTo>
                  <a:pt x="241273" y="40718"/>
                </a:lnTo>
                <a:lnTo>
                  <a:pt x="240441" y="39906"/>
                </a:lnTo>
                <a:lnTo>
                  <a:pt x="239603" y="39102"/>
                </a:lnTo>
                <a:lnTo>
                  <a:pt x="238759" y="38304"/>
                </a:lnTo>
                <a:lnTo>
                  <a:pt x="237908" y="37514"/>
                </a:lnTo>
                <a:lnTo>
                  <a:pt x="237052" y="36732"/>
                </a:lnTo>
                <a:lnTo>
                  <a:pt x="236190" y="35956"/>
                </a:lnTo>
                <a:lnTo>
                  <a:pt x="235322" y="35188"/>
                </a:lnTo>
                <a:lnTo>
                  <a:pt x="234447" y="34428"/>
                </a:lnTo>
                <a:lnTo>
                  <a:pt x="233567" y="33674"/>
                </a:lnTo>
                <a:lnTo>
                  <a:pt x="232681" y="32929"/>
                </a:lnTo>
                <a:lnTo>
                  <a:pt x="231788" y="32190"/>
                </a:lnTo>
                <a:lnTo>
                  <a:pt x="230890" y="31459"/>
                </a:lnTo>
                <a:lnTo>
                  <a:pt x="229985" y="30735"/>
                </a:lnTo>
                <a:lnTo>
                  <a:pt x="229075" y="30018"/>
                </a:lnTo>
                <a:lnTo>
                  <a:pt x="228158" y="29309"/>
                </a:lnTo>
                <a:lnTo>
                  <a:pt x="227235" y="28608"/>
                </a:lnTo>
                <a:lnTo>
                  <a:pt x="226307" y="27913"/>
                </a:lnTo>
                <a:lnTo>
                  <a:pt x="225372" y="27226"/>
                </a:lnTo>
                <a:lnTo>
                  <a:pt x="224432" y="26546"/>
                </a:lnTo>
                <a:lnTo>
                  <a:pt x="223485" y="25874"/>
                </a:lnTo>
                <a:lnTo>
                  <a:pt x="222532" y="25209"/>
                </a:lnTo>
                <a:lnTo>
                  <a:pt x="221573" y="24551"/>
                </a:lnTo>
                <a:lnTo>
                  <a:pt x="220608" y="23901"/>
                </a:lnTo>
                <a:lnTo>
                  <a:pt x="219638" y="23258"/>
                </a:lnTo>
                <a:lnTo>
                  <a:pt x="218664" y="22624"/>
                </a:lnTo>
                <a:lnTo>
                  <a:pt x="217685" y="21998"/>
                </a:lnTo>
                <a:lnTo>
                  <a:pt x="216701" y="21381"/>
                </a:lnTo>
                <a:lnTo>
                  <a:pt x="215713" y="20772"/>
                </a:lnTo>
                <a:lnTo>
                  <a:pt x="214721" y="20172"/>
                </a:lnTo>
                <a:lnTo>
                  <a:pt x="213724" y="19579"/>
                </a:lnTo>
                <a:lnTo>
                  <a:pt x="212722" y="18996"/>
                </a:lnTo>
                <a:lnTo>
                  <a:pt x="211717" y="18420"/>
                </a:lnTo>
                <a:lnTo>
                  <a:pt x="210706" y="17853"/>
                </a:lnTo>
                <a:lnTo>
                  <a:pt x="209691" y="17295"/>
                </a:lnTo>
                <a:lnTo>
                  <a:pt x="208672" y="16744"/>
                </a:lnTo>
                <a:lnTo>
                  <a:pt x="207648" y="16202"/>
                </a:lnTo>
                <a:lnTo>
                  <a:pt x="206620" y="15669"/>
                </a:lnTo>
                <a:lnTo>
                  <a:pt x="205587" y="15144"/>
                </a:lnTo>
                <a:lnTo>
                  <a:pt x="204550" y="14627"/>
                </a:lnTo>
                <a:lnTo>
                  <a:pt x="203508" y="14119"/>
                </a:lnTo>
                <a:lnTo>
                  <a:pt x="202462" y="13619"/>
                </a:lnTo>
                <a:lnTo>
                  <a:pt x="201411" y="13127"/>
                </a:lnTo>
                <a:lnTo>
                  <a:pt x="200356" y="12644"/>
                </a:lnTo>
                <a:lnTo>
                  <a:pt x="199296" y="12169"/>
                </a:lnTo>
                <a:lnTo>
                  <a:pt x="198232" y="11703"/>
                </a:lnTo>
                <a:lnTo>
                  <a:pt x="197163" y="11245"/>
                </a:lnTo>
                <a:lnTo>
                  <a:pt x="196090" y="10795"/>
                </a:lnTo>
                <a:lnTo>
                  <a:pt x="195013" y="10354"/>
                </a:lnTo>
                <a:lnTo>
                  <a:pt x="193934" y="9923"/>
                </a:lnTo>
                <a:lnTo>
                  <a:pt x="192851" y="9500"/>
                </a:lnTo>
                <a:lnTo>
                  <a:pt x="191766" y="9086"/>
                </a:lnTo>
                <a:lnTo>
                  <a:pt x="190679" y="8682"/>
                </a:lnTo>
                <a:lnTo>
                  <a:pt x="189588" y="8286"/>
                </a:lnTo>
                <a:lnTo>
                  <a:pt x="188495" y="7900"/>
                </a:lnTo>
                <a:lnTo>
                  <a:pt x="187399" y="7523"/>
                </a:lnTo>
                <a:lnTo>
                  <a:pt x="186300" y="7155"/>
                </a:lnTo>
                <a:lnTo>
                  <a:pt x="185198" y="6796"/>
                </a:lnTo>
                <a:lnTo>
                  <a:pt x="184094" y="6446"/>
                </a:lnTo>
                <a:lnTo>
                  <a:pt x="182987" y="6105"/>
                </a:lnTo>
                <a:lnTo>
                  <a:pt x="181877" y="5773"/>
                </a:lnTo>
                <a:lnTo>
                  <a:pt x="180764" y="5451"/>
                </a:lnTo>
                <a:lnTo>
                  <a:pt x="179649" y="5137"/>
                </a:lnTo>
                <a:lnTo>
                  <a:pt x="178531" y="4833"/>
                </a:lnTo>
                <a:lnTo>
                  <a:pt x="177410" y="4537"/>
                </a:lnTo>
                <a:lnTo>
                  <a:pt x="176286" y="4251"/>
                </a:lnTo>
                <a:lnTo>
                  <a:pt x="175159" y="3974"/>
                </a:lnTo>
                <a:lnTo>
                  <a:pt x="174030" y="3706"/>
                </a:lnTo>
                <a:lnTo>
                  <a:pt x="172898" y="3447"/>
                </a:lnTo>
                <a:lnTo>
                  <a:pt x="171764" y="3197"/>
                </a:lnTo>
                <a:lnTo>
                  <a:pt x="170626" y="2957"/>
                </a:lnTo>
                <a:lnTo>
                  <a:pt x="169486" y="2725"/>
                </a:lnTo>
                <a:lnTo>
                  <a:pt x="168344" y="2503"/>
                </a:lnTo>
                <a:lnTo>
                  <a:pt x="167201" y="2290"/>
                </a:lnTo>
                <a:lnTo>
                  <a:pt x="166057" y="2086"/>
                </a:lnTo>
                <a:lnTo>
                  <a:pt x="164912" y="1892"/>
                </a:lnTo>
                <a:lnTo>
                  <a:pt x="163766" y="1708"/>
                </a:lnTo>
                <a:lnTo>
                  <a:pt x="162619" y="1533"/>
                </a:lnTo>
                <a:lnTo>
                  <a:pt x="161472" y="1367"/>
                </a:lnTo>
                <a:lnTo>
                  <a:pt x="160323" y="1211"/>
                </a:lnTo>
                <a:lnTo>
                  <a:pt x="159173" y="1064"/>
                </a:lnTo>
                <a:lnTo>
                  <a:pt x="158023" y="927"/>
                </a:lnTo>
                <a:lnTo>
                  <a:pt x="156872" y="800"/>
                </a:lnTo>
                <a:lnTo>
                  <a:pt x="155719" y="681"/>
                </a:lnTo>
                <a:lnTo>
                  <a:pt x="154566" y="572"/>
                </a:lnTo>
                <a:lnTo>
                  <a:pt x="153412" y="473"/>
                </a:lnTo>
                <a:lnTo>
                  <a:pt x="152257" y="383"/>
                </a:lnTo>
                <a:lnTo>
                  <a:pt x="151101" y="303"/>
                </a:lnTo>
                <a:lnTo>
                  <a:pt x="149944" y="232"/>
                </a:lnTo>
                <a:lnTo>
                  <a:pt x="148786" y="170"/>
                </a:lnTo>
                <a:lnTo>
                  <a:pt x="147627" y="118"/>
                </a:lnTo>
                <a:lnTo>
                  <a:pt x="146467" y="76"/>
                </a:lnTo>
                <a:lnTo>
                  <a:pt x="145306" y="43"/>
                </a:lnTo>
                <a:lnTo>
                  <a:pt x="144145" y="19"/>
                </a:lnTo>
                <a:lnTo>
                  <a:pt x="142982" y="5"/>
                </a:lnTo>
                <a:lnTo>
                  <a:pt x="141818" y="0"/>
                </a:lnTo>
                <a:lnTo>
                  <a:pt x="140655" y="5"/>
                </a:lnTo>
                <a:close/>
                <a:moveTo>
                  <a:pt x="98121" y="154704"/>
                </a:moveTo>
                <a:lnTo>
                  <a:pt x="97685" y="154685"/>
                </a:lnTo>
                <a:lnTo>
                  <a:pt x="97253" y="154652"/>
                </a:lnTo>
                <a:lnTo>
                  <a:pt x="96827" y="154606"/>
                </a:lnTo>
                <a:lnTo>
                  <a:pt x="96407" y="154547"/>
                </a:lnTo>
                <a:lnTo>
                  <a:pt x="95991" y="154475"/>
                </a:lnTo>
                <a:lnTo>
                  <a:pt x="95582" y="154390"/>
                </a:lnTo>
                <a:lnTo>
                  <a:pt x="95177" y="154291"/>
                </a:lnTo>
                <a:lnTo>
                  <a:pt x="94779" y="154180"/>
                </a:lnTo>
                <a:lnTo>
                  <a:pt x="94385" y="154055"/>
                </a:lnTo>
                <a:lnTo>
                  <a:pt x="93997" y="153918"/>
                </a:lnTo>
                <a:lnTo>
                  <a:pt x="93615" y="153767"/>
                </a:lnTo>
                <a:lnTo>
                  <a:pt x="93237" y="153603"/>
                </a:lnTo>
                <a:lnTo>
                  <a:pt x="92866" y="153426"/>
                </a:lnTo>
                <a:lnTo>
                  <a:pt x="92499" y="153236"/>
                </a:lnTo>
                <a:lnTo>
                  <a:pt x="92139" y="153033"/>
                </a:lnTo>
                <a:lnTo>
                  <a:pt x="91783" y="152816"/>
                </a:lnTo>
                <a:lnTo>
                  <a:pt x="91433" y="152587"/>
                </a:lnTo>
                <a:lnTo>
                  <a:pt x="91089" y="152344"/>
                </a:lnTo>
                <a:lnTo>
                  <a:pt x="90750" y="152089"/>
                </a:lnTo>
                <a:lnTo>
                  <a:pt x="90416" y="151820"/>
                </a:lnTo>
                <a:lnTo>
                  <a:pt x="90088" y="151538"/>
                </a:lnTo>
                <a:lnTo>
                  <a:pt x="89765" y="151243"/>
                </a:lnTo>
                <a:lnTo>
                  <a:pt x="89447" y="150935"/>
                </a:lnTo>
                <a:lnTo>
                  <a:pt x="89139" y="150617"/>
                </a:lnTo>
                <a:lnTo>
                  <a:pt x="88844" y="150295"/>
                </a:lnTo>
                <a:lnTo>
                  <a:pt x="88562" y="149966"/>
                </a:lnTo>
                <a:lnTo>
                  <a:pt x="88294" y="149633"/>
                </a:lnTo>
                <a:lnTo>
                  <a:pt x="88038" y="149294"/>
                </a:lnTo>
                <a:lnTo>
                  <a:pt x="87795" y="148949"/>
                </a:lnTo>
                <a:lnTo>
                  <a:pt x="87566" y="148599"/>
                </a:lnTo>
                <a:lnTo>
                  <a:pt x="87350" y="148244"/>
                </a:lnTo>
                <a:lnTo>
                  <a:pt x="87146" y="147883"/>
                </a:lnTo>
                <a:lnTo>
                  <a:pt x="86956" y="147517"/>
                </a:lnTo>
                <a:lnTo>
                  <a:pt x="86779" y="147145"/>
                </a:lnTo>
                <a:lnTo>
                  <a:pt x="86615" y="146768"/>
                </a:lnTo>
                <a:lnTo>
                  <a:pt x="86464" y="146385"/>
                </a:lnTo>
                <a:lnTo>
                  <a:pt x="86327" y="145997"/>
                </a:lnTo>
                <a:lnTo>
                  <a:pt x="86202" y="145604"/>
                </a:lnTo>
                <a:lnTo>
                  <a:pt x="86091" y="145205"/>
                </a:lnTo>
                <a:lnTo>
                  <a:pt x="85992" y="144801"/>
                </a:lnTo>
                <a:lnTo>
                  <a:pt x="85907" y="144391"/>
                </a:lnTo>
                <a:lnTo>
                  <a:pt x="85835" y="143976"/>
                </a:lnTo>
                <a:lnTo>
                  <a:pt x="85776" y="143555"/>
                </a:lnTo>
                <a:lnTo>
                  <a:pt x="85730" y="143129"/>
                </a:lnTo>
                <a:lnTo>
                  <a:pt x="85697" y="142698"/>
                </a:lnTo>
                <a:lnTo>
                  <a:pt x="85678" y="142261"/>
                </a:lnTo>
                <a:lnTo>
                  <a:pt x="85671" y="141818"/>
                </a:lnTo>
                <a:lnTo>
                  <a:pt x="85678" y="141376"/>
                </a:lnTo>
                <a:lnTo>
                  <a:pt x="85697" y="140939"/>
                </a:lnTo>
                <a:lnTo>
                  <a:pt x="85730" y="140508"/>
                </a:lnTo>
                <a:lnTo>
                  <a:pt x="85776" y="140082"/>
                </a:lnTo>
                <a:lnTo>
                  <a:pt x="85835" y="139661"/>
                </a:lnTo>
                <a:lnTo>
                  <a:pt x="85907" y="139246"/>
                </a:lnTo>
                <a:lnTo>
                  <a:pt x="85992" y="138836"/>
                </a:lnTo>
                <a:lnTo>
                  <a:pt x="86091" y="138432"/>
                </a:lnTo>
                <a:lnTo>
                  <a:pt x="86202" y="138033"/>
                </a:lnTo>
                <a:lnTo>
                  <a:pt x="86327" y="137640"/>
                </a:lnTo>
                <a:lnTo>
                  <a:pt x="86464" y="137252"/>
                </a:lnTo>
                <a:lnTo>
                  <a:pt x="86615" y="136869"/>
                </a:lnTo>
                <a:lnTo>
                  <a:pt x="86779" y="136492"/>
                </a:lnTo>
                <a:lnTo>
                  <a:pt x="86956" y="136120"/>
                </a:lnTo>
                <a:lnTo>
                  <a:pt x="87146" y="135754"/>
                </a:lnTo>
                <a:lnTo>
                  <a:pt x="87350" y="135393"/>
                </a:lnTo>
                <a:lnTo>
                  <a:pt x="87566" y="135038"/>
                </a:lnTo>
                <a:lnTo>
                  <a:pt x="87795" y="134688"/>
                </a:lnTo>
                <a:lnTo>
                  <a:pt x="88038" y="134343"/>
                </a:lnTo>
                <a:lnTo>
                  <a:pt x="88294" y="134004"/>
                </a:lnTo>
                <a:lnTo>
                  <a:pt x="88562" y="133670"/>
                </a:lnTo>
                <a:lnTo>
                  <a:pt x="88844" y="133342"/>
                </a:lnTo>
                <a:lnTo>
                  <a:pt x="89139" y="133019"/>
                </a:lnTo>
                <a:lnTo>
                  <a:pt x="89447" y="132702"/>
                </a:lnTo>
                <a:lnTo>
                  <a:pt x="89765" y="132394"/>
                </a:lnTo>
                <a:lnTo>
                  <a:pt x="90088" y="132099"/>
                </a:lnTo>
                <a:lnTo>
                  <a:pt x="90416" y="131817"/>
                </a:lnTo>
                <a:lnTo>
                  <a:pt x="90750" y="131548"/>
                </a:lnTo>
                <a:lnTo>
                  <a:pt x="91089" y="131292"/>
                </a:lnTo>
                <a:lnTo>
                  <a:pt x="91433" y="131050"/>
                </a:lnTo>
                <a:lnTo>
                  <a:pt x="91783" y="130820"/>
                </a:lnTo>
                <a:lnTo>
                  <a:pt x="92139" y="130604"/>
                </a:lnTo>
                <a:lnTo>
                  <a:pt x="92499" y="130401"/>
                </a:lnTo>
                <a:lnTo>
                  <a:pt x="92866" y="130211"/>
                </a:lnTo>
                <a:lnTo>
                  <a:pt x="93237" y="130034"/>
                </a:lnTo>
                <a:lnTo>
                  <a:pt x="93615" y="129870"/>
                </a:lnTo>
                <a:lnTo>
                  <a:pt x="93997" y="129719"/>
                </a:lnTo>
                <a:lnTo>
                  <a:pt x="94385" y="129581"/>
                </a:lnTo>
                <a:lnTo>
                  <a:pt x="94779" y="129457"/>
                </a:lnTo>
                <a:lnTo>
                  <a:pt x="95177" y="129345"/>
                </a:lnTo>
                <a:lnTo>
                  <a:pt x="95582" y="129247"/>
                </a:lnTo>
                <a:lnTo>
                  <a:pt x="95991" y="129162"/>
                </a:lnTo>
                <a:lnTo>
                  <a:pt x="96407" y="129090"/>
                </a:lnTo>
                <a:lnTo>
                  <a:pt x="96827" y="129031"/>
                </a:lnTo>
                <a:lnTo>
                  <a:pt x="97253" y="128985"/>
                </a:lnTo>
                <a:lnTo>
                  <a:pt x="97685" y="128952"/>
                </a:lnTo>
                <a:lnTo>
                  <a:pt x="98121" y="128932"/>
                </a:lnTo>
                <a:lnTo>
                  <a:pt x="98564" y="128926"/>
                </a:lnTo>
                <a:lnTo>
                  <a:pt x="99006" y="128932"/>
                </a:lnTo>
                <a:lnTo>
                  <a:pt x="99443" y="128952"/>
                </a:lnTo>
                <a:lnTo>
                  <a:pt x="99874" y="128985"/>
                </a:lnTo>
                <a:lnTo>
                  <a:pt x="100300" y="129031"/>
                </a:lnTo>
                <a:lnTo>
                  <a:pt x="100721" y="129090"/>
                </a:lnTo>
                <a:lnTo>
                  <a:pt x="101136" y="129162"/>
                </a:lnTo>
                <a:lnTo>
                  <a:pt x="101546" y="129247"/>
                </a:lnTo>
                <a:lnTo>
                  <a:pt x="101950" y="129345"/>
                </a:lnTo>
                <a:lnTo>
                  <a:pt x="102349" y="129457"/>
                </a:lnTo>
                <a:lnTo>
                  <a:pt x="102742" y="129581"/>
                </a:lnTo>
                <a:lnTo>
                  <a:pt x="103130" y="129719"/>
                </a:lnTo>
                <a:lnTo>
                  <a:pt x="103513" y="129870"/>
                </a:lnTo>
                <a:lnTo>
                  <a:pt x="103890" y="130034"/>
                </a:lnTo>
                <a:lnTo>
                  <a:pt x="104262" y="130211"/>
                </a:lnTo>
                <a:lnTo>
                  <a:pt x="104628" y="130401"/>
                </a:lnTo>
                <a:lnTo>
                  <a:pt x="104989" y="130604"/>
                </a:lnTo>
                <a:lnTo>
                  <a:pt x="105344" y="130820"/>
                </a:lnTo>
                <a:lnTo>
                  <a:pt x="105694" y="131050"/>
                </a:lnTo>
                <a:lnTo>
                  <a:pt x="106039" y="131292"/>
                </a:lnTo>
                <a:lnTo>
                  <a:pt x="106378" y="131548"/>
                </a:lnTo>
                <a:lnTo>
                  <a:pt x="106712" y="131817"/>
                </a:lnTo>
                <a:lnTo>
                  <a:pt x="107040" y="132099"/>
                </a:lnTo>
                <a:lnTo>
                  <a:pt x="107363" y="132394"/>
                </a:lnTo>
                <a:lnTo>
                  <a:pt x="107680" y="132702"/>
                </a:lnTo>
                <a:lnTo>
                  <a:pt x="107988" y="133019"/>
                </a:lnTo>
                <a:lnTo>
                  <a:pt x="108283" y="133342"/>
                </a:lnTo>
                <a:lnTo>
                  <a:pt x="108565" y="133670"/>
                </a:lnTo>
                <a:lnTo>
                  <a:pt x="108834" y="134004"/>
                </a:lnTo>
                <a:lnTo>
                  <a:pt x="109090" y="134343"/>
                </a:lnTo>
                <a:lnTo>
                  <a:pt x="109332" y="134688"/>
                </a:lnTo>
                <a:lnTo>
                  <a:pt x="109562" y="135038"/>
                </a:lnTo>
                <a:lnTo>
                  <a:pt x="109778" y="135393"/>
                </a:lnTo>
                <a:lnTo>
                  <a:pt x="109981" y="135754"/>
                </a:lnTo>
                <a:lnTo>
                  <a:pt x="110171" y="136120"/>
                </a:lnTo>
                <a:lnTo>
                  <a:pt x="110348" y="136492"/>
                </a:lnTo>
                <a:lnTo>
                  <a:pt x="110512" y="136869"/>
                </a:lnTo>
                <a:lnTo>
                  <a:pt x="110663" y="137252"/>
                </a:lnTo>
                <a:lnTo>
                  <a:pt x="110801" y="137640"/>
                </a:lnTo>
                <a:lnTo>
                  <a:pt x="110925" y="138033"/>
                </a:lnTo>
                <a:lnTo>
                  <a:pt x="111037" y="138432"/>
                </a:lnTo>
                <a:lnTo>
                  <a:pt x="111135" y="138836"/>
                </a:lnTo>
                <a:lnTo>
                  <a:pt x="111220" y="139246"/>
                </a:lnTo>
                <a:lnTo>
                  <a:pt x="111292" y="139661"/>
                </a:lnTo>
                <a:lnTo>
                  <a:pt x="111351" y="140082"/>
                </a:lnTo>
                <a:lnTo>
                  <a:pt x="111397" y="140508"/>
                </a:lnTo>
                <a:lnTo>
                  <a:pt x="111430" y="140939"/>
                </a:lnTo>
                <a:lnTo>
                  <a:pt x="111450" y="141376"/>
                </a:lnTo>
                <a:lnTo>
                  <a:pt x="111456" y="141818"/>
                </a:lnTo>
                <a:lnTo>
                  <a:pt x="111450" y="142261"/>
                </a:lnTo>
                <a:lnTo>
                  <a:pt x="111430" y="142698"/>
                </a:lnTo>
                <a:lnTo>
                  <a:pt x="111397" y="143129"/>
                </a:lnTo>
                <a:lnTo>
                  <a:pt x="111351" y="143555"/>
                </a:lnTo>
                <a:lnTo>
                  <a:pt x="111292" y="143976"/>
                </a:lnTo>
                <a:lnTo>
                  <a:pt x="111220" y="144391"/>
                </a:lnTo>
                <a:lnTo>
                  <a:pt x="111135" y="144801"/>
                </a:lnTo>
                <a:lnTo>
                  <a:pt x="111037" y="145205"/>
                </a:lnTo>
                <a:lnTo>
                  <a:pt x="110925" y="145604"/>
                </a:lnTo>
                <a:lnTo>
                  <a:pt x="110801" y="145997"/>
                </a:lnTo>
                <a:lnTo>
                  <a:pt x="110663" y="146385"/>
                </a:lnTo>
                <a:lnTo>
                  <a:pt x="110512" y="146768"/>
                </a:lnTo>
                <a:lnTo>
                  <a:pt x="110348" y="147145"/>
                </a:lnTo>
                <a:lnTo>
                  <a:pt x="110171" y="147517"/>
                </a:lnTo>
                <a:lnTo>
                  <a:pt x="109981" y="147883"/>
                </a:lnTo>
                <a:lnTo>
                  <a:pt x="109778" y="148244"/>
                </a:lnTo>
                <a:lnTo>
                  <a:pt x="109562" y="148599"/>
                </a:lnTo>
                <a:lnTo>
                  <a:pt x="109332" y="148949"/>
                </a:lnTo>
                <a:lnTo>
                  <a:pt x="109090" y="149294"/>
                </a:lnTo>
                <a:lnTo>
                  <a:pt x="108834" y="149633"/>
                </a:lnTo>
                <a:lnTo>
                  <a:pt x="108565" y="149966"/>
                </a:lnTo>
                <a:lnTo>
                  <a:pt x="108283" y="150295"/>
                </a:lnTo>
                <a:lnTo>
                  <a:pt x="107988" y="150617"/>
                </a:lnTo>
                <a:lnTo>
                  <a:pt x="107680" y="150935"/>
                </a:lnTo>
                <a:lnTo>
                  <a:pt x="107363" y="151243"/>
                </a:lnTo>
                <a:lnTo>
                  <a:pt x="107040" y="151538"/>
                </a:lnTo>
                <a:lnTo>
                  <a:pt x="106712" y="151820"/>
                </a:lnTo>
                <a:lnTo>
                  <a:pt x="106378" y="152089"/>
                </a:lnTo>
                <a:lnTo>
                  <a:pt x="106039" y="152344"/>
                </a:lnTo>
                <a:lnTo>
                  <a:pt x="105694" y="152587"/>
                </a:lnTo>
                <a:lnTo>
                  <a:pt x="105344" y="152816"/>
                </a:lnTo>
                <a:lnTo>
                  <a:pt x="104989" y="153033"/>
                </a:lnTo>
                <a:lnTo>
                  <a:pt x="104628" y="153236"/>
                </a:lnTo>
                <a:lnTo>
                  <a:pt x="104262" y="153426"/>
                </a:lnTo>
                <a:lnTo>
                  <a:pt x="103890" y="153603"/>
                </a:lnTo>
                <a:lnTo>
                  <a:pt x="103513" y="153767"/>
                </a:lnTo>
                <a:lnTo>
                  <a:pt x="103130" y="153918"/>
                </a:lnTo>
                <a:lnTo>
                  <a:pt x="102742" y="154055"/>
                </a:lnTo>
                <a:lnTo>
                  <a:pt x="102349" y="154180"/>
                </a:lnTo>
                <a:lnTo>
                  <a:pt x="101950" y="154291"/>
                </a:lnTo>
                <a:lnTo>
                  <a:pt x="101546" y="154390"/>
                </a:lnTo>
                <a:lnTo>
                  <a:pt x="101136" y="154475"/>
                </a:lnTo>
                <a:lnTo>
                  <a:pt x="100721" y="154547"/>
                </a:lnTo>
                <a:lnTo>
                  <a:pt x="100300" y="154606"/>
                </a:lnTo>
                <a:lnTo>
                  <a:pt x="99874" y="154652"/>
                </a:lnTo>
                <a:lnTo>
                  <a:pt x="99443" y="154685"/>
                </a:lnTo>
                <a:lnTo>
                  <a:pt x="99006" y="154704"/>
                </a:lnTo>
                <a:lnTo>
                  <a:pt x="98564" y="154711"/>
                </a:lnTo>
                <a:lnTo>
                  <a:pt x="98121" y="154704"/>
                </a:lnTo>
                <a:close/>
                <a:moveTo>
                  <a:pt x="137443" y="187986"/>
                </a:moveTo>
                <a:lnTo>
                  <a:pt x="137255" y="188122"/>
                </a:lnTo>
                <a:lnTo>
                  <a:pt x="137065" y="188251"/>
                </a:lnTo>
                <a:lnTo>
                  <a:pt x="136873" y="188375"/>
                </a:lnTo>
                <a:lnTo>
                  <a:pt x="136679" y="188493"/>
                </a:lnTo>
                <a:lnTo>
                  <a:pt x="136483" y="188604"/>
                </a:lnTo>
                <a:lnTo>
                  <a:pt x="136285" y="188710"/>
                </a:lnTo>
                <a:lnTo>
                  <a:pt x="136085" y="188809"/>
                </a:lnTo>
                <a:lnTo>
                  <a:pt x="135883" y="188903"/>
                </a:lnTo>
                <a:lnTo>
                  <a:pt x="135679" y="188990"/>
                </a:lnTo>
                <a:lnTo>
                  <a:pt x="135472" y="189072"/>
                </a:lnTo>
                <a:lnTo>
                  <a:pt x="135264" y="189147"/>
                </a:lnTo>
                <a:lnTo>
                  <a:pt x="135053" y="189217"/>
                </a:lnTo>
                <a:lnTo>
                  <a:pt x="134841" y="189280"/>
                </a:lnTo>
                <a:lnTo>
                  <a:pt x="134626" y="189338"/>
                </a:lnTo>
                <a:lnTo>
                  <a:pt x="134409" y="189389"/>
                </a:lnTo>
                <a:lnTo>
                  <a:pt x="134190" y="189435"/>
                </a:lnTo>
                <a:lnTo>
                  <a:pt x="133969" y="189474"/>
                </a:lnTo>
                <a:lnTo>
                  <a:pt x="133746" y="189508"/>
                </a:lnTo>
                <a:lnTo>
                  <a:pt x="133521" y="189535"/>
                </a:lnTo>
                <a:lnTo>
                  <a:pt x="133294" y="189557"/>
                </a:lnTo>
                <a:lnTo>
                  <a:pt x="133065" y="189572"/>
                </a:lnTo>
                <a:lnTo>
                  <a:pt x="132834" y="189582"/>
                </a:lnTo>
                <a:lnTo>
                  <a:pt x="132600" y="189585"/>
                </a:lnTo>
                <a:lnTo>
                  <a:pt x="132132" y="189577"/>
                </a:lnTo>
                <a:lnTo>
                  <a:pt x="131678" y="189549"/>
                </a:lnTo>
                <a:lnTo>
                  <a:pt x="131236" y="189503"/>
                </a:lnTo>
                <a:lnTo>
                  <a:pt x="130808" y="189439"/>
                </a:lnTo>
                <a:lnTo>
                  <a:pt x="130392" y="189355"/>
                </a:lnTo>
                <a:lnTo>
                  <a:pt x="129990" y="189253"/>
                </a:lnTo>
                <a:lnTo>
                  <a:pt x="129601" y="189133"/>
                </a:lnTo>
                <a:lnTo>
                  <a:pt x="129225" y="188994"/>
                </a:lnTo>
                <a:lnTo>
                  <a:pt x="128863" y="188836"/>
                </a:lnTo>
                <a:lnTo>
                  <a:pt x="128513" y="188659"/>
                </a:lnTo>
                <a:lnTo>
                  <a:pt x="128177" y="188464"/>
                </a:lnTo>
                <a:lnTo>
                  <a:pt x="127853" y="188250"/>
                </a:lnTo>
                <a:lnTo>
                  <a:pt x="127543" y="188017"/>
                </a:lnTo>
                <a:lnTo>
                  <a:pt x="127246" y="187766"/>
                </a:lnTo>
                <a:lnTo>
                  <a:pt x="126962" y="187496"/>
                </a:lnTo>
                <a:lnTo>
                  <a:pt x="126691" y="187208"/>
                </a:lnTo>
                <a:lnTo>
                  <a:pt x="126434" y="186901"/>
                </a:lnTo>
                <a:lnTo>
                  <a:pt x="126189" y="186575"/>
                </a:lnTo>
                <a:lnTo>
                  <a:pt x="125958" y="186231"/>
                </a:lnTo>
                <a:lnTo>
                  <a:pt x="125740" y="185868"/>
                </a:lnTo>
                <a:lnTo>
                  <a:pt x="125535" y="185486"/>
                </a:lnTo>
                <a:lnTo>
                  <a:pt x="125343" y="185086"/>
                </a:lnTo>
                <a:lnTo>
                  <a:pt x="125164" y="184667"/>
                </a:lnTo>
                <a:lnTo>
                  <a:pt x="124998" y="184229"/>
                </a:lnTo>
                <a:lnTo>
                  <a:pt x="124850" y="183785"/>
                </a:lnTo>
                <a:lnTo>
                  <a:pt x="124724" y="183347"/>
                </a:lnTo>
                <a:lnTo>
                  <a:pt x="124620" y="182916"/>
                </a:lnTo>
                <a:lnTo>
                  <a:pt x="124538" y="182490"/>
                </a:lnTo>
                <a:lnTo>
                  <a:pt x="124478" y="182071"/>
                </a:lnTo>
                <a:lnTo>
                  <a:pt x="124440" y="181658"/>
                </a:lnTo>
                <a:lnTo>
                  <a:pt x="124423" y="181251"/>
                </a:lnTo>
                <a:lnTo>
                  <a:pt x="124429" y="180850"/>
                </a:lnTo>
                <a:lnTo>
                  <a:pt x="124457" y="180456"/>
                </a:lnTo>
                <a:lnTo>
                  <a:pt x="124506" y="180067"/>
                </a:lnTo>
                <a:lnTo>
                  <a:pt x="124578" y="179685"/>
                </a:lnTo>
                <a:lnTo>
                  <a:pt x="124671" y="179309"/>
                </a:lnTo>
                <a:lnTo>
                  <a:pt x="124787" y="178939"/>
                </a:lnTo>
                <a:lnTo>
                  <a:pt x="124924" y="178575"/>
                </a:lnTo>
                <a:lnTo>
                  <a:pt x="125084" y="178217"/>
                </a:lnTo>
                <a:lnTo>
                  <a:pt x="125265" y="177866"/>
                </a:lnTo>
                <a:lnTo>
                  <a:pt x="125469" y="177520"/>
                </a:lnTo>
                <a:lnTo>
                  <a:pt x="125694" y="177181"/>
                </a:lnTo>
                <a:lnTo>
                  <a:pt x="125941" y="176848"/>
                </a:lnTo>
                <a:lnTo>
                  <a:pt x="126211" y="176521"/>
                </a:lnTo>
                <a:lnTo>
                  <a:pt x="126502" y="176200"/>
                </a:lnTo>
                <a:lnTo>
                  <a:pt x="126815" y="175885"/>
                </a:lnTo>
                <a:lnTo>
                  <a:pt x="127150" y="175577"/>
                </a:lnTo>
                <a:lnTo>
                  <a:pt x="127508" y="175275"/>
                </a:lnTo>
                <a:lnTo>
                  <a:pt x="128820" y="174190"/>
                </a:lnTo>
                <a:lnTo>
                  <a:pt x="130077" y="173078"/>
                </a:lnTo>
                <a:lnTo>
                  <a:pt x="131277" y="171939"/>
                </a:lnTo>
                <a:lnTo>
                  <a:pt x="132422" y="170773"/>
                </a:lnTo>
                <a:lnTo>
                  <a:pt x="133511" y="169580"/>
                </a:lnTo>
                <a:lnTo>
                  <a:pt x="134543" y="168361"/>
                </a:lnTo>
                <a:lnTo>
                  <a:pt x="135520" y="167115"/>
                </a:lnTo>
                <a:lnTo>
                  <a:pt x="136441" y="165841"/>
                </a:lnTo>
                <a:lnTo>
                  <a:pt x="137306" y="164541"/>
                </a:lnTo>
                <a:lnTo>
                  <a:pt x="138114" y="163215"/>
                </a:lnTo>
                <a:lnTo>
                  <a:pt x="138867" y="161861"/>
                </a:lnTo>
                <a:lnTo>
                  <a:pt x="139564" y="160480"/>
                </a:lnTo>
                <a:lnTo>
                  <a:pt x="140205" y="159073"/>
                </a:lnTo>
                <a:lnTo>
                  <a:pt x="140790" y="157639"/>
                </a:lnTo>
                <a:lnTo>
                  <a:pt x="141318" y="156177"/>
                </a:lnTo>
                <a:lnTo>
                  <a:pt x="141791" y="154689"/>
                </a:lnTo>
                <a:lnTo>
                  <a:pt x="142208" y="153175"/>
                </a:lnTo>
                <a:lnTo>
                  <a:pt x="142569" y="151633"/>
                </a:lnTo>
                <a:lnTo>
                  <a:pt x="142874" y="150064"/>
                </a:lnTo>
                <a:lnTo>
                  <a:pt x="143123" y="148469"/>
                </a:lnTo>
                <a:lnTo>
                  <a:pt x="143316" y="146846"/>
                </a:lnTo>
                <a:lnTo>
                  <a:pt x="143453" y="145197"/>
                </a:lnTo>
                <a:lnTo>
                  <a:pt x="143534" y="143521"/>
                </a:lnTo>
                <a:lnTo>
                  <a:pt x="143559" y="141818"/>
                </a:lnTo>
                <a:lnTo>
                  <a:pt x="143530" y="140118"/>
                </a:lnTo>
                <a:lnTo>
                  <a:pt x="143446" y="138443"/>
                </a:lnTo>
                <a:lnTo>
                  <a:pt x="143306" y="136796"/>
                </a:lnTo>
                <a:lnTo>
                  <a:pt x="143111" y="135174"/>
                </a:lnTo>
                <a:lnTo>
                  <a:pt x="142861" y="133579"/>
                </a:lnTo>
                <a:lnTo>
                  <a:pt x="142555" y="132011"/>
                </a:lnTo>
                <a:lnTo>
                  <a:pt x="142194" y="130469"/>
                </a:lnTo>
                <a:lnTo>
                  <a:pt x="141777" y="128953"/>
                </a:lnTo>
                <a:lnTo>
                  <a:pt x="141305" y="127464"/>
                </a:lnTo>
                <a:lnTo>
                  <a:pt x="140777" y="126001"/>
                </a:lnTo>
                <a:lnTo>
                  <a:pt x="140194" y="124565"/>
                </a:lnTo>
                <a:lnTo>
                  <a:pt x="139556" y="123155"/>
                </a:lnTo>
                <a:lnTo>
                  <a:pt x="138862" y="121771"/>
                </a:lnTo>
                <a:lnTo>
                  <a:pt x="138113" y="120414"/>
                </a:lnTo>
                <a:lnTo>
                  <a:pt x="137308" y="119084"/>
                </a:lnTo>
                <a:lnTo>
                  <a:pt x="136448" y="117780"/>
                </a:lnTo>
                <a:lnTo>
                  <a:pt x="135533" y="116502"/>
                </a:lnTo>
                <a:lnTo>
                  <a:pt x="134562" y="115250"/>
                </a:lnTo>
                <a:lnTo>
                  <a:pt x="133535" y="114026"/>
                </a:lnTo>
                <a:lnTo>
                  <a:pt x="132454" y="112827"/>
                </a:lnTo>
                <a:lnTo>
                  <a:pt x="131316" y="111655"/>
                </a:lnTo>
                <a:lnTo>
                  <a:pt x="130124" y="110510"/>
                </a:lnTo>
                <a:lnTo>
                  <a:pt x="128876" y="109390"/>
                </a:lnTo>
                <a:lnTo>
                  <a:pt x="127572" y="108298"/>
                </a:lnTo>
                <a:lnTo>
                  <a:pt x="127347" y="108120"/>
                </a:lnTo>
                <a:lnTo>
                  <a:pt x="127131" y="107938"/>
                </a:lnTo>
                <a:lnTo>
                  <a:pt x="126923" y="107750"/>
                </a:lnTo>
                <a:lnTo>
                  <a:pt x="126723" y="107559"/>
                </a:lnTo>
                <a:lnTo>
                  <a:pt x="126531" y="107362"/>
                </a:lnTo>
                <a:lnTo>
                  <a:pt x="126348" y="107161"/>
                </a:lnTo>
                <a:lnTo>
                  <a:pt x="126173" y="106956"/>
                </a:lnTo>
                <a:lnTo>
                  <a:pt x="126007" y="106745"/>
                </a:lnTo>
                <a:lnTo>
                  <a:pt x="125849" y="106530"/>
                </a:lnTo>
                <a:lnTo>
                  <a:pt x="125699" y="106311"/>
                </a:lnTo>
                <a:lnTo>
                  <a:pt x="125558" y="106086"/>
                </a:lnTo>
                <a:lnTo>
                  <a:pt x="125425" y="105857"/>
                </a:lnTo>
                <a:lnTo>
                  <a:pt x="125300" y="105624"/>
                </a:lnTo>
                <a:lnTo>
                  <a:pt x="125184" y="105386"/>
                </a:lnTo>
                <a:lnTo>
                  <a:pt x="125075" y="105143"/>
                </a:lnTo>
                <a:lnTo>
                  <a:pt x="124976" y="104895"/>
                </a:lnTo>
                <a:lnTo>
                  <a:pt x="124885" y="104643"/>
                </a:lnTo>
                <a:lnTo>
                  <a:pt x="124802" y="104386"/>
                </a:lnTo>
                <a:lnTo>
                  <a:pt x="124727" y="104125"/>
                </a:lnTo>
                <a:lnTo>
                  <a:pt x="124661" y="103858"/>
                </a:lnTo>
                <a:lnTo>
                  <a:pt x="124603" y="103588"/>
                </a:lnTo>
                <a:lnTo>
                  <a:pt x="124553" y="103312"/>
                </a:lnTo>
                <a:lnTo>
                  <a:pt x="124512" y="103032"/>
                </a:lnTo>
                <a:lnTo>
                  <a:pt x="124479" y="102747"/>
                </a:lnTo>
                <a:lnTo>
                  <a:pt x="124455" y="102462"/>
                </a:lnTo>
                <a:lnTo>
                  <a:pt x="124440" y="102179"/>
                </a:lnTo>
                <a:lnTo>
                  <a:pt x="124434" y="101899"/>
                </a:lnTo>
                <a:lnTo>
                  <a:pt x="124437" y="101622"/>
                </a:lnTo>
                <a:lnTo>
                  <a:pt x="124449" y="101348"/>
                </a:lnTo>
                <a:lnTo>
                  <a:pt x="124471" y="101077"/>
                </a:lnTo>
                <a:lnTo>
                  <a:pt x="124501" y="100809"/>
                </a:lnTo>
                <a:lnTo>
                  <a:pt x="124541" y="100544"/>
                </a:lnTo>
                <a:lnTo>
                  <a:pt x="124589" y="100281"/>
                </a:lnTo>
                <a:lnTo>
                  <a:pt x="124647" y="100022"/>
                </a:lnTo>
                <a:lnTo>
                  <a:pt x="124714" y="99765"/>
                </a:lnTo>
                <a:lnTo>
                  <a:pt x="124790" y="99512"/>
                </a:lnTo>
                <a:lnTo>
                  <a:pt x="124875" y="99261"/>
                </a:lnTo>
                <a:lnTo>
                  <a:pt x="124969" y="99013"/>
                </a:lnTo>
                <a:lnTo>
                  <a:pt x="125073" y="98768"/>
                </a:lnTo>
                <a:lnTo>
                  <a:pt x="125185" y="98526"/>
                </a:lnTo>
                <a:lnTo>
                  <a:pt x="125306" y="98287"/>
                </a:lnTo>
                <a:lnTo>
                  <a:pt x="125437" y="98051"/>
                </a:lnTo>
                <a:lnTo>
                  <a:pt x="125577" y="97817"/>
                </a:lnTo>
                <a:lnTo>
                  <a:pt x="125726" y="97587"/>
                </a:lnTo>
                <a:lnTo>
                  <a:pt x="125883" y="97359"/>
                </a:lnTo>
                <a:lnTo>
                  <a:pt x="126050" y="97135"/>
                </a:lnTo>
                <a:lnTo>
                  <a:pt x="126227" y="96913"/>
                </a:lnTo>
                <a:lnTo>
                  <a:pt x="126412" y="96694"/>
                </a:lnTo>
                <a:lnTo>
                  <a:pt x="126591" y="96484"/>
                </a:lnTo>
                <a:lnTo>
                  <a:pt x="126774" y="96282"/>
                </a:lnTo>
                <a:lnTo>
                  <a:pt x="126961" y="96087"/>
                </a:lnTo>
                <a:lnTo>
                  <a:pt x="127152" y="95900"/>
                </a:lnTo>
                <a:lnTo>
                  <a:pt x="127347" y="95721"/>
                </a:lnTo>
                <a:lnTo>
                  <a:pt x="127547" y="95550"/>
                </a:lnTo>
                <a:lnTo>
                  <a:pt x="127751" y="95386"/>
                </a:lnTo>
                <a:lnTo>
                  <a:pt x="127959" y="95230"/>
                </a:lnTo>
                <a:lnTo>
                  <a:pt x="128171" y="95082"/>
                </a:lnTo>
                <a:lnTo>
                  <a:pt x="128387" y="94942"/>
                </a:lnTo>
                <a:lnTo>
                  <a:pt x="128607" y="94809"/>
                </a:lnTo>
                <a:lnTo>
                  <a:pt x="128831" y="94684"/>
                </a:lnTo>
                <a:lnTo>
                  <a:pt x="129060" y="94567"/>
                </a:lnTo>
                <a:lnTo>
                  <a:pt x="129292" y="94457"/>
                </a:lnTo>
                <a:lnTo>
                  <a:pt x="129529" y="94356"/>
                </a:lnTo>
                <a:lnTo>
                  <a:pt x="129770" y="94262"/>
                </a:lnTo>
                <a:lnTo>
                  <a:pt x="130015" y="94175"/>
                </a:lnTo>
                <a:lnTo>
                  <a:pt x="130264" y="94097"/>
                </a:lnTo>
                <a:lnTo>
                  <a:pt x="130518" y="94026"/>
                </a:lnTo>
                <a:lnTo>
                  <a:pt x="130775" y="93963"/>
                </a:lnTo>
                <a:lnTo>
                  <a:pt x="131037" y="93908"/>
                </a:lnTo>
                <a:lnTo>
                  <a:pt x="131303" y="93860"/>
                </a:lnTo>
                <a:lnTo>
                  <a:pt x="131573" y="93820"/>
                </a:lnTo>
                <a:lnTo>
                  <a:pt x="131847" y="93788"/>
                </a:lnTo>
                <a:lnTo>
                  <a:pt x="132121" y="93764"/>
                </a:lnTo>
                <a:lnTo>
                  <a:pt x="132394" y="93748"/>
                </a:lnTo>
                <a:lnTo>
                  <a:pt x="132664" y="93741"/>
                </a:lnTo>
                <a:lnTo>
                  <a:pt x="132931" y="93742"/>
                </a:lnTo>
                <a:lnTo>
                  <a:pt x="133196" y="93752"/>
                </a:lnTo>
                <a:lnTo>
                  <a:pt x="133459" y="93770"/>
                </a:lnTo>
                <a:lnTo>
                  <a:pt x="133718" y="93797"/>
                </a:lnTo>
                <a:lnTo>
                  <a:pt x="133976" y="93832"/>
                </a:lnTo>
                <a:lnTo>
                  <a:pt x="134231" y="93875"/>
                </a:lnTo>
                <a:lnTo>
                  <a:pt x="134483" y="93927"/>
                </a:lnTo>
                <a:lnTo>
                  <a:pt x="134733" y="93987"/>
                </a:lnTo>
                <a:lnTo>
                  <a:pt x="134981" y="94055"/>
                </a:lnTo>
                <a:lnTo>
                  <a:pt x="135226" y="94132"/>
                </a:lnTo>
                <a:lnTo>
                  <a:pt x="135469" y="94217"/>
                </a:lnTo>
                <a:lnTo>
                  <a:pt x="135709" y="94311"/>
                </a:lnTo>
                <a:lnTo>
                  <a:pt x="135946" y="94413"/>
                </a:lnTo>
                <a:lnTo>
                  <a:pt x="136181" y="94524"/>
                </a:lnTo>
                <a:lnTo>
                  <a:pt x="136414" y="94643"/>
                </a:lnTo>
                <a:lnTo>
                  <a:pt x="136644" y="94771"/>
                </a:lnTo>
                <a:lnTo>
                  <a:pt x="136872" y="94906"/>
                </a:lnTo>
                <a:lnTo>
                  <a:pt x="137097" y="95051"/>
                </a:lnTo>
                <a:lnTo>
                  <a:pt x="137319" y="95203"/>
                </a:lnTo>
                <a:lnTo>
                  <a:pt x="137540" y="95365"/>
                </a:lnTo>
                <a:lnTo>
                  <a:pt x="137757" y="95534"/>
                </a:lnTo>
                <a:lnTo>
                  <a:pt x="138618" y="96243"/>
                </a:lnTo>
                <a:lnTo>
                  <a:pt x="139463" y="96964"/>
                </a:lnTo>
                <a:lnTo>
                  <a:pt x="140291" y="97698"/>
                </a:lnTo>
                <a:lnTo>
                  <a:pt x="141104" y="98445"/>
                </a:lnTo>
                <a:lnTo>
                  <a:pt x="141900" y="99204"/>
                </a:lnTo>
                <a:lnTo>
                  <a:pt x="142680" y="99977"/>
                </a:lnTo>
                <a:lnTo>
                  <a:pt x="143444" y="100762"/>
                </a:lnTo>
                <a:lnTo>
                  <a:pt x="144192" y="101559"/>
                </a:lnTo>
                <a:lnTo>
                  <a:pt x="144924" y="102370"/>
                </a:lnTo>
                <a:lnTo>
                  <a:pt x="145639" y="103193"/>
                </a:lnTo>
                <a:lnTo>
                  <a:pt x="146339" y="104029"/>
                </a:lnTo>
                <a:lnTo>
                  <a:pt x="147022" y="104878"/>
                </a:lnTo>
                <a:lnTo>
                  <a:pt x="147689" y="105739"/>
                </a:lnTo>
                <a:lnTo>
                  <a:pt x="148340" y="106614"/>
                </a:lnTo>
                <a:lnTo>
                  <a:pt x="148975" y="107501"/>
                </a:lnTo>
                <a:lnTo>
                  <a:pt x="149593" y="108401"/>
                </a:lnTo>
                <a:lnTo>
                  <a:pt x="150196" y="109313"/>
                </a:lnTo>
                <a:lnTo>
                  <a:pt x="150782" y="110238"/>
                </a:lnTo>
                <a:lnTo>
                  <a:pt x="151353" y="111176"/>
                </a:lnTo>
                <a:lnTo>
                  <a:pt x="151907" y="112127"/>
                </a:lnTo>
                <a:lnTo>
                  <a:pt x="152445" y="113090"/>
                </a:lnTo>
                <a:lnTo>
                  <a:pt x="152966" y="114067"/>
                </a:lnTo>
                <a:lnTo>
                  <a:pt x="153472" y="115056"/>
                </a:lnTo>
                <a:lnTo>
                  <a:pt x="153962" y="116057"/>
                </a:lnTo>
                <a:lnTo>
                  <a:pt x="154433" y="117068"/>
                </a:lnTo>
                <a:lnTo>
                  <a:pt x="154884" y="118083"/>
                </a:lnTo>
                <a:lnTo>
                  <a:pt x="155316" y="119102"/>
                </a:lnTo>
                <a:lnTo>
                  <a:pt x="155727" y="120126"/>
                </a:lnTo>
                <a:lnTo>
                  <a:pt x="156118" y="121155"/>
                </a:lnTo>
                <a:lnTo>
                  <a:pt x="156489" y="122188"/>
                </a:lnTo>
                <a:lnTo>
                  <a:pt x="156840" y="123225"/>
                </a:lnTo>
                <a:lnTo>
                  <a:pt x="157171" y="124268"/>
                </a:lnTo>
                <a:lnTo>
                  <a:pt x="157482" y="125314"/>
                </a:lnTo>
                <a:lnTo>
                  <a:pt x="157773" y="126366"/>
                </a:lnTo>
                <a:lnTo>
                  <a:pt x="158044" y="127421"/>
                </a:lnTo>
                <a:lnTo>
                  <a:pt x="158295" y="128482"/>
                </a:lnTo>
                <a:lnTo>
                  <a:pt x="158525" y="129547"/>
                </a:lnTo>
                <a:lnTo>
                  <a:pt x="158736" y="130616"/>
                </a:lnTo>
                <a:lnTo>
                  <a:pt x="158927" y="131690"/>
                </a:lnTo>
                <a:lnTo>
                  <a:pt x="159097" y="132769"/>
                </a:lnTo>
                <a:lnTo>
                  <a:pt x="159248" y="133852"/>
                </a:lnTo>
                <a:lnTo>
                  <a:pt x="159378" y="134939"/>
                </a:lnTo>
                <a:lnTo>
                  <a:pt x="159488" y="136032"/>
                </a:lnTo>
                <a:lnTo>
                  <a:pt x="159579" y="137128"/>
                </a:lnTo>
                <a:lnTo>
                  <a:pt x="159649" y="138230"/>
                </a:lnTo>
                <a:lnTo>
                  <a:pt x="159699" y="139335"/>
                </a:lnTo>
                <a:lnTo>
                  <a:pt x="159729" y="140446"/>
                </a:lnTo>
                <a:lnTo>
                  <a:pt x="159739" y="141561"/>
                </a:lnTo>
                <a:lnTo>
                  <a:pt x="159729" y="142675"/>
                </a:lnTo>
                <a:lnTo>
                  <a:pt x="159699" y="143786"/>
                </a:lnTo>
                <a:lnTo>
                  <a:pt x="159649" y="144892"/>
                </a:lnTo>
                <a:lnTo>
                  <a:pt x="159579" y="145993"/>
                </a:lnTo>
                <a:lnTo>
                  <a:pt x="159488" y="147090"/>
                </a:lnTo>
                <a:lnTo>
                  <a:pt x="159378" y="148182"/>
                </a:lnTo>
                <a:lnTo>
                  <a:pt x="159248" y="149269"/>
                </a:lnTo>
                <a:lnTo>
                  <a:pt x="159097" y="150352"/>
                </a:lnTo>
                <a:lnTo>
                  <a:pt x="158927" y="151431"/>
                </a:lnTo>
                <a:lnTo>
                  <a:pt x="158736" y="152505"/>
                </a:lnTo>
                <a:lnTo>
                  <a:pt x="158525" y="153574"/>
                </a:lnTo>
                <a:lnTo>
                  <a:pt x="158295" y="154639"/>
                </a:lnTo>
                <a:lnTo>
                  <a:pt x="158044" y="155700"/>
                </a:lnTo>
                <a:lnTo>
                  <a:pt x="157773" y="156756"/>
                </a:lnTo>
                <a:lnTo>
                  <a:pt x="157482" y="157807"/>
                </a:lnTo>
                <a:lnTo>
                  <a:pt x="157171" y="158854"/>
                </a:lnTo>
                <a:lnTo>
                  <a:pt x="156840" y="159896"/>
                </a:lnTo>
                <a:lnTo>
                  <a:pt x="156489" y="160933"/>
                </a:lnTo>
                <a:lnTo>
                  <a:pt x="156118" y="161966"/>
                </a:lnTo>
                <a:lnTo>
                  <a:pt x="155727" y="162995"/>
                </a:lnTo>
                <a:lnTo>
                  <a:pt x="155316" y="164019"/>
                </a:lnTo>
                <a:lnTo>
                  <a:pt x="154884" y="165038"/>
                </a:lnTo>
                <a:lnTo>
                  <a:pt x="154433" y="166053"/>
                </a:lnTo>
                <a:lnTo>
                  <a:pt x="153962" y="167064"/>
                </a:lnTo>
                <a:lnTo>
                  <a:pt x="153472" y="168065"/>
                </a:lnTo>
                <a:lnTo>
                  <a:pt x="152966" y="169054"/>
                </a:lnTo>
                <a:lnTo>
                  <a:pt x="152445" y="170031"/>
                </a:lnTo>
                <a:lnTo>
                  <a:pt x="151907" y="170994"/>
                </a:lnTo>
                <a:lnTo>
                  <a:pt x="151353" y="171945"/>
                </a:lnTo>
                <a:lnTo>
                  <a:pt x="150782" y="172883"/>
                </a:lnTo>
                <a:lnTo>
                  <a:pt x="150196" y="173808"/>
                </a:lnTo>
                <a:lnTo>
                  <a:pt x="149593" y="174721"/>
                </a:lnTo>
                <a:lnTo>
                  <a:pt x="148975" y="175620"/>
                </a:lnTo>
                <a:lnTo>
                  <a:pt x="148340" y="176507"/>
                </a:lnTo>
                <a:lnTo>
                  <a:pt x="147689" y="177382"/>
                </a:lnTo>
                <a:lnTo>
                  <a:pt x="147022" y="178243"/>
                </a:lnTo>
                <a:lnTo>
                  <a:pt x="146339" y="179092"/>
                </a:lnTo>
                <a:lnTo>
                  <a:pt x="145639" y="179928"/>
                </a:lnTo>
                <a:lnTo>
                  <a:pt x="144924" y="180751"/>
                </a:lnTo>
                <a:lnTo>
                  <a:pt x="144192" y="181562"/>
                </a:lnTo>
                <a:lnTo>
                  <a:pt x="143444" y="182360"/>
                </a:lnTo>
                <a:lnTo>
                  <a:pt x="142680" y="183145"/>
                </a:lnTo>
                <a:lnTo>
                  <a:pt x="141900" y="183917"/>
                </a:lnTo>
                <a:lnTo>
                  <a:pt x="141104" y="184676"/>
                </a:lnTo>
                <a:lnTo>
                  <a:pt x="140291" y="185423"/>
                </a:lnTo>
                <a:lnTo>
                  <a:pt x="139463" y="186157"/>
                </a:lnTo>
                <a:lnTo>
                  <a:pt x="138618" y="186879"/>
                </a:lnTo>
                <a:lnTo>
                  <a:pt x="137757" y="187587"/>
                </a:lnTo>
                <a:lnTo>
                  <a:pt x="137628" y="187845"/>
                </a:lnTo>
                <a:lnTo>
                  <a:pt x="137443" y="187986"/>
                </a:lnTo>
                <a:close/>
                <a:moveTo>
                  <a:pt x="176947" y="213816"/>
                </a:moveTo>
                <a:lnTo>
                  <a:pt x="176747" y="213993"/>
                </a:lnTo>
                <a:lnTo>
                  <a:pt x="176544" y="214163"/>
                </a:lnTo>
                <a:lnTo>
                  <a:pt x="176337" y="214324"/>
                </a:lnTo>
                <a:lnTo>
                  <a:pt x="176128" y="214478"/>
                </a:lnTo>
                <a:lnTo>
                  <a:pt x="175915" y="214624"/>
                </a:lnTo>
                <a:lnTo>
                  <a:pt x="175699" y="214761"/>
                </a:lnTo>
                <a:lnTo>
                  <a:pt x="175479" y="214891"/>
                </a:lnTo>
                <a:lnTo>
                  <a:pt x="175257" y="215013"/>
                </a:lnTo>
                <a:lnTo>
                  <a:pt x="175031" y="215127"/>
                </a:lnTo>
                <a:lnTo>
                  <a:pt x="174802" y="215233"/>
                </a:lnTo>
                <a:lnTo>
                  <a:pt x="174570" y="215331"/>
                </a:lnTo>
                <a:lnTo>
                  <a:pt x="174335" y="215421"/>
                </a:lnTo>
                <a:lnTo>
                  <a:pt x="174097" y="215503"/>
                </a:lnTo>
                <a:lnTo>
                  <a:pt x="173855" y="215577"/>
                </a:lnTo>
                <a:lnTo>
                  <a:pt x="173610" y="215643"/>
                </a:lnTo>
                <a:lnTo>
                  <a:pt x="173362" y="215702"/>
                </a:lnTo>
                <a:lnTo>
                  <a:pt x="173111" y="215752"/>
                </a:lnTo>
                <a:lnTo>
                  <a:pt x="172856" y="215794"/>
                </a:lnTo>
                <a:lnTo>
                  <a:pt x="172599" y="215828"/>
                </a:lnTo>
                <a:lnTo>
                  <a:pt x="172338" y="215855"/>
                </a:lnTo>
                <a:lnTo>
                  <a:pt x="172074" y="215873"/>
                </a:lnTo>
                <a:lnTo>
                  <a:pt x="171806" y="215884"/>
                </a:lnTo>
                <a:lnTo>
                  <a:pt x="171536" y="215886"/>
                </a:lnTo>
                <a:lnTo>
                  <a:pt x="171250" y="215883"/>
                </a:lnTo>
                <a:lnTo>
                  <a:pt x="170968" y="215871"/>
                </a:lnTo>
                <a:lnTo>
                  <a:pt x="170690" y="215851"/>
                </a:lnTo>
                <a:lnTo>
                  <a:pt x="170416" y="215821"/>
                </a:lnTo>
                <a:lnTo>
                  <a:pt x="170145" y="215783"/>
                </a:lnTo>
                <a:lnTo>
                  <a:pt x="169878" y="215735"/>
                </a:lnTo>
                <a:lnTo>
                  <a:pt x="169616" y="215679"/>
                </a:lnTo>
                <a:lnTo>
                  <a:pt x="169357" y="215614"/>
                </a:lnTo>
                <a:lnTo>
                  <a:pt x="169102" y="215541"/>
                </a:lnTo>
                <a:lnTo>
                  <a:pt x="168850" y="215458"/>
                </a:lnTo>
                <a:lnTo>
                  <a:pt x="168603" y="215366"/>
                </a:lnTo>
                <a:lnTo>
                  <a:pt x="168359" y="215266"/>
                </a:lnTo>
                <a:lnTo>
                  <a:pt x="168119" y="215157"/>
                </a:lnTo>
                <a:lnTo>
                  <a:pt x="167883" y="215039"/>
                </a:lnTo>
                <a:lnTo>
                  <a:pt x="167651" y="214912"/>
                </a:lnTo>
                <a:lnTo>
                  <a:pt x="167423" y="214776"/>
                </a:lnTo>
                <a:lnTo>
                  <a:pt x="167198" y="214632"/>
                </a:lnTo>
                <a:lnTo>
                  <a:pt x="166978" y="214478"/>
                </a:lnTo>
                <a:lnTo>
                  <a:pt x="166761" y="214316"/>
                </a:lnTo>
                <a:lnTo>
                  <a:pt x="166548" y="214145"/>
                </a:lnTo>
                <a:lnTo>
                  <a:pt x="166339" y="213965"/>
                </a:lnTo>
                <a:lnTo>
                  <a:pt x="166133" y="213776"/>
                </a:lnTo>
                <a:lnTo>
                  <a:pt x="165932" y="213579"/>
                </a:lnTo>
                <a:lnTo>
                  <a:pt x="165734" y="213372"/>
                </a:lnTo>
                <a:lnTo>
                  <a:pt x="165541" y="213175"/>
                </a:lnTo>
                <a:lnTo>
                  <a:pt x="165357" y="212975"/>
                </a:lnTo>
                <a:lnTo>
                  <a:pt x="165181" y="212771"/>
                </a:lnTo>
                <a:lnTo>
                  <a:pt x="165013" y="212563"/>
                </a:lnTo>
                <a:lnTo>
                  <a:pt x="164853" y="212353"/>
                </a:lnTo>
                <a:lnTo>
                  <a:pt x="164701" y="212138"/>
                </a:lnTo>
                <a:lnTo>
                  <a:pt x="164557" y="211921"/>
                </a:lnTo>
                <a:lnTo>
                  <a:pt x="164422" y="211700"/>
                </a:lnTo>
                <a:lnTo>
                  <a:pt x="164295" y="211475"/>
                </a:lnTo>
                <a:lnTo>
                  <a:pt x="164176" y="211248"/>
                </a:lnTo>
                <a:lnTo>
                  <a:pt x="164065" y="211016"/>
                </a:lnTo>
                <a:lnTo>
                  <a:pt x="163963" y="210782"/>
                </a:lnTo>
                <a:lnTo>
                  <a:pt x="163869" y="210544"/>
                </a:lnTo>
                <a:lnTo>
                  <a:pt x="163782" y="210302"/>
                </a:lnTo>
                <a:lnTo>
                  <a:pt x="163704" y="210057"/>
                </a:lnTo>
                <a:lnTo>
                  <a:pt x="163635" y="209809"/>
                </a:lnTo>
                <a:lnTo>
                  <a:pt x="163573" y="209557"/>
                </a:lnTo>
                <a:lnTo>
                  <a:pt x="163520" y="209302"/>
                </a:lnTo>
                <a:lnTo>
                  <a:pt x="163475" y="209044"/>
                </a:lnTo>
                <a:lnTo>
                  <a:pt x="163438" y="208782"/>
                </a:lnTo>
                <a:lnTo>
                  <a:pt x="163409" y="208516"/>
                </a:lnTo>
                <a:lnTo>
                  <a:pt x="163389" y="208247"/>
                </a:lnTo>
                <a:lnTo>
                  <a:pt x="163376" y="207975"/>
                </a:lnTo>
                <a:lnTo>
                  <a:pt x="163372" y="207700"/>
                </a:lnTo>
                <a:lnTo>
                  <a:pt x="163376" y="207424"/>
                </a:lnTo>
                <a:lnTo>
                  <a:pt x="163389" y="207152"/>
                </a:lnTo>
                <a:lnTo>
                  <a:pt x="163409" y="206883"/>
                </a:lnTo>
                <a:lnTo>
                  <a:pt x="163438" y="206617"/>
                </a:lnTo>
                <a:lnTo>
                  <a:pt x="163475" y="206356"/>
                </a:lnTo>
                <a:lnTo>
                  <a:pt x="163520" y="206097"/>
                </a:lnTo>
                <a:lnTo>
                  <a:pt x="163573" y="205842"/>
                </a:lnTo>
                <a:lnTo>
                  <a:pt x="163635" y="205590"/>
                </a:lnTo>
                <a:lnTo>
                  <a:pt x="163704" y="205342"/>
                </a:lnTo>
                <a:lnTo>
                  <a:pt x="163782" y="205097"/>
                </a:lnTo>
                <a:lnTo>
                  <a:pt x="163869" y="204855"/>
                </a:lnTo>
                <a:lnTo>
                  <a:pt x="163963" y="204617"/>
                </a:lnTo>
                <a:lnTo>
                  <a:pt x="164065" y="204383"/>
                </a:lnTo>
                <a:lnTo>
                  <a:pt x="164176" y="204151"/>
                </a:lnTo>
                <a:lnTo>
                  <a:pt x="164295" y="203924"/>
                </a:lnTo>
                <a:lnTo>
                  <a:pt x="164422" y="203699"/>
                </a:lnTo>
                <a:lnTo>
                  <a:pt x="164557" y="203478"/>
                </a:lnTo>
                <a:lnTo>
                  <a:pt x="164701" y="203261"/>
                </a:lnTo>
                <a:lnTo>
                  <a:pt x="164853" y="203046"/>
                </a:lnTo>
                <a:lnTo>
                  <a:pt x="165013" y="202836"/>
                </a:lnTo>
                <a:lnTo>
                  <a:pt x="165181" y="202628"/>
                </a:lnTo>
                <a:lnTo>
                  <a:pt x="165357" y="202424"/>
                </a:lnTo>
                <a:lnTo>
                  <a:pt x="165541" y="202224"/>
                </a:lnTo>
                <a:lnTo>
                  <a:pt x="165734" y="202027"/>
                </a:lnTo>
                <a:lnTo>
                  <a:pt x="166749" y="201033"/>
                </a:lnTo>
                <a:lnTo>
                  <a:pt x="167744" y="200026"/>
                </a:lnTo>
                <a:lnTo>
                  <a:pt x="168719" y="199005"/>
                </a:lnTo>
                <a:lnTo>
                  <a:pt x="169675" y="197971"/>
                </a:lnTo>
                <a:lnTo>
                  <a:pt x="170612" y="196923"/>
                </a:lnTo>
                <a:lnTo>
                  <a:pt x="171529" y="195862"/>
                </a:lnTo>
                <a:lnTo>
                  <a:pt x="172426" y="194788"/>
                </a:lnTo>
                <a:lnTo>
                  <a:pt x="173304" y="193700"/>
                </a:lnTo>
                <a:lnTo>
                  <a:pt x="174163" y="192599"/>
                </a:lnTo>
                <a:lnTo>
                  <a:pt x="175002" y="191484"/>
                </a:lnTo>
                <a:lnTo>
                  <a:pt x="175821" y="190356"/>
                </a:lnTo>
                <a:lnTo>
                  <a:pt x="176622" y="189214"/>
                </a:lnTo>
                <a:lnTo>
                  <a:pt x="177402" y="188060"/>
                </a:lnTo>
                <a:lnTo>
                  <a:pt x="178163" y="186891"/>
                </a:lnTo>
                <a:lnTo>
                  <a:pt x="178905" y="185709"/>
                </a:lnTo>
                <a:lnTo>
                  <a:pt x="179627" y="184514"/>
                </a:lnTo>
                <a:lnTo>
                  <a:pt x="180330" y="183306"/>
                </a:lnTo>
                <a:lnTo>
                  <a:pt x="181013" y="182084"/>
                </a:lnTo>
                <a:lnTo>
                  <a:pt x="181676" y="180848"/>
                </a:lnTo>
                <a:lnTo>
                  <a:pt x="182321" y="179600"/>
                </a:lnTo>
                <a:lnTo>
                  <a:pt x="182945" y="178337"/>
                </a:lnTo>
                <a:lnTo>
                  <a:pt x="183550" y="177062"/>
                </a:lnTo>
                <a:lnTo>
                  <a:pt x="184136" y="175773"/>
                </a:lnTo>
                <a:lnTo>
                  <a:pt x="184702" y="174470"/>
                </a:lnTo>
                <a:lnTo>
                  <a:pt x="185247" y="173159"/>
                </a:lnTo>
                <a:lnTo>
                  <a:pt x="185769" y="171842"/>
                </a:lnTo>
                <a:lnTo>
                  <a:pt x="186267" y="170521"/>
                </a:lnTo>
                <a:lnTo>
                  <a:pt x="186743" y="169196"/>
                </a:lnTo>
                <a:lnTo>
                  <a:pt x="187195" y="167865"/>
                </a:lnTo>
                <a:lnTo>
                  <a:pt x="187624" y="166530"/>
                </a:lnTo>
                <a:lnTo>
                  <a:pt x="188029" y="165190"/>
                </a:lnTo>
                <a:lnTo>
                  <a:pt x="188412" y="163846"/>
                </a:lnTo>
                <a:lnTo>
                  <a:pt x="188771" y="162496"/>
                </a:lnTo>
                <a:lnTo>
                  <a:pt x="189108" y="161142"/>
                </a:lnTo>
                <a:lnTo>
                  <a:pt x="189421" y="159783"/>
                </a:lnTo>
                <a:lnTo>
                  <a:pt x="189710" y="158420"/>
                </a:lnTo>
                <a:lnTo>
                  <a:pt x="189977" y="157052"/>
                </a:lnTo>
                <a:lnTo>
                  <a:pt x="190220" y="155679"/>
                </a:lnTo>
                <a:lnTo>
                  <a:pt x="190441" y="154301"/>
                </a:lnTo>
                <a:lnTo>
                  <a:pt x="190638" y="152919"/>
                </a:lnTo>
                <a:lnTo>
                  <a:pt x="190812" y="151532"/>
                </a:lnTo>
                <a:lnTo>
                  <a:pt x="190962" y="150140"/>
                </a:lnTo>
                <a:lnTo>
                  <a:pt x="191090" y="148743"/>
                </a:lnTo>
                <a:lnTo>
                  <a:pt x="191194" y="147342"/>
                </a:lnTo>
                <a:lnTo>
                  <a:pt x="191275" y="145936"/>
                </a:lnTo>
                <a:lnTo>
                  <a:pt x="191333" y="144525"/>
                </a:lnTo>
                <a:lnTo>
                  <a:pt x="191368" y="143110"/>
                </a:lnTo>
                <a:lnTo>
                  <a:pt x="191380" y="141689"/>
                </a:lnTo>
                <a:lnTo>
                  <a:pt x="191368" y="140269"/>
                </a:lnTo>
                <a:lnTo>
                  <a:pt x="191333" y="138854"/>
                </a:lnTo>
                <a:lnTo>
                  <a:pt x="191275" y="137443"/>
                </a:lnTo>
                <a:lnTo>
                  <a:pt x="191194" y="136037"/>
                </a:lnTo>
                <a:lnTo>
                  <a:pt x="191090" y="134636"/>
                </a:lnTo>
                <a:lnTo>
                  <a:pt x="190962" y="133239"/>
                </a:lnTo>
                <a:lnTo>
                  <a:pt x="190812" y="131847"/>
                </a:lnTo>
                <a:lnTo>
                  <a:pt x="190638" y="130460"/>
                </a:lnTo>
                <a:lnTo>
                  <a:pt x="190441" y="129078"/>
                </a:lnTo>
                <a:lnTo>
                  <a:pt x="190220" y="127700"/>
                </a:lnTo>
                <a:lnTo>
                  <a:pt x="189977" y="126327"/>
                </a:lnTo>
                <a:lnTo>
                  <a:pt x="189710" y="124959"/>
                </a:lnTo>
                <a:lnTo>
                  <a:pt x="189421" y="123596"/>
                </a:lnTo>
                <a:lnTo>
                  <a:pt x="189108" y="122237"/>
                </a:lnTo>
                <a:lnTo>
                  <a:pt x="188771" y="120883"/>
                </a:lnTo>
                <a:lnTo>
                  <a:pt x="188412" y="119533"/>
                </a:lnTo>
                <a:lnTo>
                  <a:pt x="188029" y="118189"/>
                </a:lnTo>
                <a:lnTo>
                  <a:pt x="187624" y="116849"/>
                </a:lnTo>
                <a:lnTo>
                  <a:pt x="187195" y="115514"/>
                </a:lnTo>
                <a:lnTo>
                  <a:pt x="186743" y="114183"/>
                </a:lnTo>
                <a:lnTo>
                  <a:pt x="186267" y="112858"/>
                </a:lnTo>
                <a:lnTo>
                  <a:pt x="185769" y="111537"/>
                </a:lnTo>
                <a:lnTo>
                  <a:pt x="185247" y="110220"/>
                </a:lnTo>
                <a:lnTo>
                  <a:pt x="184702" y="108909"/>
                </a:lnTo>
                <a:lnTo>
                  <a:pt x="184136" y="107606"/>
                </a:lnTo>
                <a:lnTo>
                  <a:pt x="183550" y="106317"/>
                </a:lnTo>
                <a:lnTo>
                  <a:pt x="182945" y="105042"/>
                </a:lnTo>
                <a:lnTo>
                  <a:pt x="182321" y="103779"/>
                </a:lnTo>
                <a:lnTo>
                  <a:pt x="181676" y="102531"/>
                </a:lnTo>
                <a:lnTo>
                  <a:pt x="181013" y="101295"/>
                </a:lnTo>
                <a:lnTo>
                  <a:pt x="180330" y="100073"/>
                </a:lnTo>
                <a:lnTo>
                  <a:pt x="179627" y="98865"/>
                </a:lnTo>
                <a:lnTo>
                  <a:pt x="178905" y="97670"/>
                </a:lnTo>
                <a:lnTo>
                  <a:pt x="178163" y="96488"/>
                </a:lnTo>
                <a:lnTo>
                  <a:pt x="177402" y="95319"/>
                </a:lnTo>
                <a:lnTo>
                  <a:pt x="176622" y="94165"/>
                </a:lnTo>
                <a:lnTo>
                  <a:pt x="175821" y="93023"/>
                </a:lnTo>
                <a:lnTo>
                  <a:pt x="175002" y="91895"/>
                </a:lnTo>
                <a:lnTo>
                  <a:pt x="174163" y="90780"/>
                </a:lnTo>
                <a:lnTo>
                  <a:pt x="173304" y="89679"/>
                </a:lnTo>
                <a:lnTo>
                  <a:pt x="172426" y="88591"/>
                </a:lnTo>
                <a:lnTo>
                  <a:pt x="171529" y="87517"/>
                </a:lnTo>
                <a:lnTo>
                  <a:pt x="170612" y="86456"/>
                </a:lnTo>
                <a:lnTo>
                  <a:pt x="169675" y="85408"/>
                </a:lnTo>
                <a:lnTo>
                  <a:pt x="168719" y="84374"/>
                </a:lnTo>
                <a:lnTo>
                  <a:pt x="167744" y="83353"/>
                </a:lnTo>
                <a:lnTo>
                  <a:pt x="166749" y="82346"/>
                </a:lnTo>
                <a:lnTo>
                  <a:pt x="165734" y="81352"/>
                </a:lnTo>
                <a:lnTo>
                  <a:pt x="165520" y="81161"/>
                </a:lnTo>
                <a:lnTo>
                  <a:pt x="165315" y="80966"/>
                </a:lnTo>
                <a:lnTo>
                  <a:pt x="165118" y="80767"/>
                </a:lnTo>
                <a:lnTo>
                  <a:pt x="164930" y="80564"/>
                </a:lnTo>
                <a:lnTo>
                  <a:pt x="164750" y="80357"/>
                </a:lnTo>
                <a:lnTo>
                  <a:pt x="164579" y="80145"/>
                </a:lnTo>
                <a:lnTo>
                  <a:pt x="164416" y="79929"/>
                </a:lnTo>
                <a:lnTo>
                  <a:pt x="164262" y="79710"/>
                </a:lnTo>
                <a:lnTo>
                  <a:pt x="164116" y="79486"/>
                </a:lnTo>
                <a:lnTo>
                  <a:pt x="163979" y="79258"/>
                </a:lnTo>
                <a:lnTo>
                  <a:pt x="163851" y="79025"/>
                </a:lnTo>
                <a:lnTo>
                  <a:pt x="163731" y="78789"/>
                </a:lnTo>
                <a:lnTo>
                  <a:pt x="163619" y="78548"/>
                </a:lnTo>
                <a:lnTo>
                  <a:pt x="163517" y="78304"/>
                </a:lnTo>
                <a:lnTo>
                  <a:pt x="163422" y="78055"/>
                </a:lnTo>
                <a:lnTo>
                  <a:pt x="163336" y="77802"/>
                </a:lnTo>
                <a:lnTo>
                  <a:pt x="163259" y="77545"/>
                </a:lnTo>
                <a:lnTo>
                  <a:pt x="163190" y="77283"/>
                </a:lnTo>
                <a:lnTo>
                  <a:pt x="163130" y="77018"/>
                </a:lnTo>
                <a:lnTo>
                  <a:pt x="163078" y="76749"/>
                </a:lnTo>
                <a:lnTo>
                  <a:pt x="163035" y="76475"/>
                </a:lnTo>
                <a:lnTo>
                  <a:pt x="163001" y="76197"/>
                </a:lnTo>
                <a:lnTo>
                  <a:pt x="162975" y="75915"/>
                </a:lnTo>
                <a:lnTo>
                  <a:pt x="162957" y="75629"/>
                </a:lnTo>
                <a:lnTo>
                  <a:pt x="162948" y="75342"/>
                </a:lnTo>
                <a:lnTo>
                  <a:pt x="162948" y="75059"/>
                </a:lnTo>
                <a:lnTo>
                  <a:pt x="162957" y="74779"/>
                </a:lnTo>
                <a:lnTo>
                  <a:pt x="162975" y="74503"/>
                </a:lnTo>
                <a:lnTo>
                  <a:pt x="163002" y="74230"/>
                </a:lnTo>
                <a:lnTo>
                  <a:pt x="163037" y="73960"/>
                </a:lnTo>
                <a:lnTo>
                  <a:pt x="163082" y="73694"/>
                </a:lnTo>
                <a:lnTo>
                  <a:pt x="163135" y="73430"/>
                </a:lnTo>
                <a:lnTo>
                  <a:pt x="163197" y="73171"/>
                </a:lnTo>
                <a:lnTo>
                  <a:pt x="163268" y="72914"/>
                </a:lnTo>
                <a:lnTo>
                  <a:pt x="163348" y="72661"/>
                </a:lnTo>
                <a:lnTo>
                  <a:pt x="163437" y="72411"/>
                </a:lnTo>
                <a:lnTo>
                  <a:pt x="163535" y="72165"/>
                </a:lnTo>
                <a:lnTo>
                  <a:pt x="163642" y="71922"/>
                </a:lnTo>
                <a:lnTo>
                  <a:pt x="163757" y="71682"/>
                </a:lnTo>
                <a:lnTo>
                  <a:pt x="163882" y="71446"/>
                </a:lnTo>
                <a:lnTo>
                  <a:pt x="164015" y="71213"/>
                </a:lnTo>
                <a:lnTo>
                  <a:pt x="164157" y="70983"/>
                </a:lnTo>
                <a:lnTo>
                  <a:pt x="164308" y="70757"/>
                </a:lnTo>
                <a:lnTo>
                  <a:pt x="164468" y="70534"/>
                </a:lnTo>
                <a:lnTo>
                  <a:pt x="164637" y="70314"/>
                </a:lnTo>
                <a:lnTo>
                  <a:pt x="164815" y="70097"/>
                </a:lnTo>
                <a:lnTo>
                  <a:pt x="165001" y="69884"/>
                </a:lnTo>
                <a:lnTo>
                  <a:pt x="165197" y="69675"/>
                </a:lnTo>
                <a:lnTo>
                  <a:pt x="165398" y="69471"/>
                </a:lnTo>
                <a:lnTo>
                  <a:pt x="165604" y="69276"/>
                </a:lnTo>
                <a:lnTo>
                  <a:pt x="165813" y="69090"/>
                </a:lnTo>
                <a:lnTo>
                  <a:pt x="166026" y="68913"/>
                </a:lnTo>
                <a:lnTo>
                  <a:pt x="166242" y="68744"/>
                </a:lnTo>
                <a:lnTo>
                  <a:pt x="166463" y="68584"/>
                </a:lnTo>
                <a:lnTo>
                  <a:pt x="166687" y="68433"/>
                </a:lnTo>
                <a:lnTo>
                  <a:pt x="166914" y="68291"/>
                </a:lnTo>
                <a:lnTo>
                  <a:pt x="167145" y="68157"/>
                </a:lnTo>
                <a:lnTo>
                  <a:pt x="167380" y="68032"/>
                </a:lnTo>
                <a:lnTo>
                  <a:pt x="167619" y="67916"/>
                </a:lnTo>
                <a:lnTo>
                  <a:pt x="167861" y="67808"/>
                </a:lnTo>
                <a:lnTo>
                  <a:pt x="168107" y="67710"/>
                </a:lnTo>
                <a:lnTo>
                  <a:pt x="168357" y="67620"/>
                </a:lnTo>
                <a:lnTo>
                  <a:pt x="168611" y="67538"/>
                </a:lnTo>
                <a:lnTo>
                  <a:pt x="168868" y="67466"/>
                </a:lnTo>
                <a:lnTo>
                  <a:pt x="169128" y="67402"/>
                </a:lnTo>
                <a:lnTo>
                  <a:pt x="169393" y="67347"/>
                </a:lnTo>
                <a:lnTo>
                  <a:pt x="169661" y="67301"/>
                </a:lnTo>
                <a:lnTo>
                  <a:pt x="169933" y="67263"/>
                </a:lnTo>
                <a:lnTo>
                  <a:pt x="170209" y="67235"/>
                </a:lnTo>
                <a:lnTo>
                  <a:pt x="170488" y="67215"/>
                </a:lnTo>
                <a:lnTo>
                  <a:pt x="170771" y="67203"/>
                </a:lnTo>
                <a:lnTo>
                  <a:pt x="171057" y="67201"/>
                </a:lnTo>
                <a:lnTo>
                  <a:pt x="171344" y="67207"/>
                </a:lnTo>
                <a:lnTo>
                  <a:pt x="171627" y="67222"/>
                </a:lnTo>
                <a:lnTo>
                  <a:pt x="171906" y="67245"/>
                </a:lnTo>
                <a:lnTo>
                  <a:pt x="172181" y="67278"/>
                </a:lnTo>
                <a:lnTo>
                  <a:pt x="172452" y="67319"/>
                </a:lnTo>
                <a:lnTo>
                  <a:pt x="172720" y="67368"/>
                </a:lnTo>
                <a:lnTo>
                  <a:pt x="172984" y="67427"/>
                </a:lnTo>
                <a:lnTo>
                  <a:pt x="173244" y="67494"/>
                </a:lnTo>
                <a:lnTo>
                  <a:pt x="173500" y="67569"/>
                </a:lnTo>
                <a:lnTo>
                  <a:pt x="173752" y="67654"/>
                </a:lnTo>
                <a:lnTo>
                  <a:pt x="174001" y="67747"/>
                </a:lnTo>
                <a:lnTo>
                  <a:pt x="174246" y="67849"/>
                </a:lnTo>
                <a:lnTo>
                  <a:pt x="174486" y="67959"/>
                </a:lnTo>
                <a:lnTo>
                  <a:pt x="174724" y="68079"/>
                </a:lnTo>
                <a:lnTo>
                  <a:pt x="174957" y="68206"/>
                </a:lnTo>
                <a:lnTo>
                  <a:pt x="175187" y="68343"/>
                </a:lnTo>
                <a:lnTo>
                  <a:pt x="175412" y="68488"/>
                </a:lnTo>
                <a:lnTo>
                  <a:pt x="175634" y="68642"/>
                </a:lnTo>
                <a:lnTo>
                  <a:pt x="175852" y="68805"/>
                </a:lnTo>
                <a:lnTo>
                  <a:pt x="176067" y="68976"/>
                </a:lnTo>
                <a:lnTo>
                  <a:pt x="176277" y="69156"/>
                </a:lnTo>
                <a:lnTo>
                  <a:pt x="176484" y="69345"/>
                </a:lnTo>
                <a:lnTo>
                  <a:pt x="176687" y="69543"/>
                </a:lnTo>
                <a:lnTo>
                  <a:pt x="176886" y="69749"/>
                </a:lnTo>
                <a:lnTo>
                  <a:pt x="177490" y="70333"/>
                </a:lnTo>
                <a:lnTo>
                  <a:pt x="178088" y="70921"/>
                </a:lnTo>
                <a:lnTo>
                  <a:pt x="178681" y="71514"/>
                </a:lnTo>
                <a:lnTo>
                  <a:pt x="179269" y="72111"/>
                </a:lnTo>
                <a:lnTo>
                  <a:pt x="179851" y="72713"/>
                </a:lnTo>
                <a:lnTo>
                  <a:pt x="180428" y="73319"/>
                </a:lnTo>
                <a:lnTo>
                  <a:pt x="181000" y="73930"/>
                </a:lnTo>
                <a:lnTo>
                  <a:pt x="181566" y="74546"/>
                </a:lnTo>
                <a:lnTo>
                  <a:pt x="182127" y="75166"/>
                </a:lnTo>
                <a:lnTo>
                  <a:pt x="182682" y="75791"/>
                </a:lnTo>
                <a:lnTo>
                  <a:pt x="183232" y="76420"/>
                </a:lnTo>
                <a:lnTo>
                  <a:pt x="183777" y="77054"/>
                </a:lnTo>
                <a:lnTo>
                  <a:pt x="184317" y="77693"/>
                </a:lnTo>
                <a:lnTo>
                  <a:pt x="184851" y="78336"/>
                </a:lnTo>
                <a:lnTo>
                  <a:pt x="185379" y="78983"/>
                </a:lnTo>
                <a:lnTo>
                  <a:pt x="185903" y="79636"/>
                </a:lnTo>
                <a:lnTo>
                  <a:pt x="186421" y="80292"/>
                </a:lnTo>
                <a:lnTo>
                  <a:pt x="186933" y="80954"/>
                </a:lnTo>
                <a:lnTo>
                  <a:pt x="187440" y="81620"/>
                </a:lnTo>
                <a:lnTo>
                  <a:pt x="187942" y="82290"/>
                </a:lnTo>
                <a:lnTo>
                  <a:pt x="188439" y="82965"/>
                </a:lnTo>
                <a:lnTo>
                  <a:pt x="188930" y="83645"/>
                </a:lnTo>
                <a:lnTo>
                  <a:pt x="189416" y="84329"/>
                </a:lnTo>
                <a:lnTo>
                  <a:pt x="189896" y="85018"/>
                </a:lnTo>
                <a:lnTo>
                  <a:pt x="190371" y="85710"/>
                </a:lnTo>
                <a:lnTo>
                  <a:pt x="190839" y="86407"/>
                </a:lnTo>
                <a:lnTo>
                  <a:pt x="191301" y="87106"/>
                </a:lnTo>
                <a:lnTo>
                  <a:pt x="191757" y="87809"/>
                </a:lnTo>
                <a:lnTo>
                  <a:pt x="192207" y="88515"/>
                </a:lnTo>
                <a:lnTo>
                  <a:pt x="192651" y="89225"/>
                </a:lnTo>
                <a:lnTo>
                  <a:pt x="193089" y="89938"/>
                </a:lnTo>
                <a:lnTo>
                  <a:pt x="193520" y="90655"/>
                </a:lnTo>
                <a:lnTo>
                  <a:pt x="193946" y="91375"/>
                </a:lnTo>
                <a:lnTo>
                  <a:pt x="194365" y="92098"/>
                </a:lnTo>
                <a:lnTo>
                  <a:pt x="194778" y="92825"/>
                </a:lnTo>
                <a:lnTo>
                  <a:pt x="195184" y="93555"/>
                </a:lnTo>
                <a:lnTo>
                  <a:pt x="195585" y="94289"/>
                </a:lnTo>
                <a:lnTo>
                  <a:pt x="195979" y="95026"/>
                </a:lnTo>
                <a:lnTo>
                  <a:pt x="196368" y="95766"/>
                </a:lnTo>
                <a:lnTo>
                  <a:pt x="196750" y="96510"/>
                </a:lnTo>
                <a:lnTo>
                  <a:pt x="197126" y="97257"/>
                </a:lnTo>
                <a:lnTo>
                  <a:pt x="197495" y="98008"/>
                </a:lnTo>
                <a:lnTo>
                  <a:pt x="197859" y="98762"/>
                </a:lnTo>
                <a:lnTo>
                  <a:pt x="198216" y="99519"/>
                </a:lnTo>
                <a:lnTo>
                  <a:pt x="198568" y="100280"/>
                </a:lnTo>
                <a:lnTo>
                  <a:pt x="198913" y="101044"/>
                </a:lnTo>
                <a:lnTo>
                  <a:pt x="199252" y="101811"/>
                </a:lnTo>
                <a:lnTo>
                  <a:pt x="199584" y="102582"/>
                </a:lnTo>
                <a:lnTo>
                  <a:pt x="199911" y="103356"/>
                </a:lnTo>
                <a:lnTo>
                  <a:pt x="200230" y="104132"/>
                </a:lnTo>
                <a:lnTo>
                  <a:pt x="200543" y="104910"/>
                </a:lnTo>
                <a:lnTo>
                  <a:pt x="200849" y="105690"/>
                </a:lnTo>
                <a:lnTo>
                  <a:pt x="201149" y="106472"/>
                </a:lnTo>
                <a:lnTo>
                  <a:pt x="201441" y="107256"/>
                </a:lnTo>
                <a:lnTo>
                  <a:pt x="201727" y="108043"/>
                </a:lnTo>
                <a:lnTo>
                  <a:pt x="202006" y="108831"/>
                </a:lnTo>
                <a:lnTo>
                  <a:pt x="202279" y="109622"/>
                </a:lnTo>
                <a:lnTo>
                  <a:pt x="202545" y="110414"/>
                </a:lnTo>
                <a:lnTo>
                  <a:pt x="202804" y="111209"/>
                </a:lnTo>
                <a:lnTo>
                  <a:pt x="203056" y="112006"/>
                </a:lnTo>
                <a:lnTo>
                  <a:pt x="203302" y="112805"/>
                </a:lnTo>
                <a:lnTo>
                  <a:pt x="203540" y="113606"/>
                </a:lnTo>
                <a:lnTo>
                  <a:pt x="203773" y="114409"/>
                </a:lnTo>
                <a:lnTo>
                  <a:pt x="203998" y="115214"/>
                </a:lnTo>
                <a:lnTo>
                  <a:pt x="204217" y="116022"/>
                </a:lnTo>
                <a:lnTo>
                  <a:pt x="204429" y="116831"/>
                </a:lnTo>
                <a:lnTo>
                  <a:pt x="204634" y="117643"/>
                </a:lnTo>
                <a:lnTo>
                  <a:pt x="204832" y="118456"/>
                </a:lnTo>
                <a:lnTo>
                  <a:pt x="205024" y="119272"/>
                </a:lnTo>
                <a:lnTo>
                  <a:pt x="205209" y="120090"/>
                </a:lnTo>
                <a:lnTo>
                  <a:pt x="205387" y="120910"/>
                </a:lnTo>
                <a:lnTo>
                  <a:pt x="205559" y="121732"/>
                </a:lnTo>
                <a:lnTo>
                  <a:pt x="205724" y="122555"/>
                </a:lnTo>
                <a:lnTo>
                  <a:pt x="205881" y="123379"/>
                </a:lnTo>
                <a:lnTo>
                  <a:pt x="206032" y="124204"/>
                </a:lnTo>
                <a:lnTo>
                  <a:pt x="206176" y="125030"/>
                </a:lnTo>
                <a:lnTo>
                  <a:pt x="206313" y="125856"/>
                </a:lnTo>
                <a:lnTo>
                  <a:pt x="206442" y="126683"/>
                </a:lnTo>
                <a:lnTo>
                  <a:pt x="206565" y="127511"/>
                </a:lnTo>
                <a:lnTo>
                  <a:pt x="206681" y="128339"/>
                </a:lnTo>
                <a:lnTo>
                  <a:pt x="206789" y="129168"/>
                </a:lnTo>
                <a:lnTo>
                  <a:pt x="206891" y="129998"/>
                </a:lnTo>
                <a:lnTo>
                  <a:pt x="206986" y="130828"/>
                </a:lnTo>
                <a:lnTo>
                  <a:pt x="207073" y="131660"/>
                </a:lnTo>
                <a:lnTo>
                  <a:pt x="207154" y="132491"/>
                </a:lnTo>
                <a:lnTo>
                  <a:pt x="207227" y="133324"/>
                </a:lnTo>
                <a:lnTo>
                  <a:pt x="207294" y="134157"/>
                </a:lnTo>
                <a:lnTo>
                  <a:pt x="207354" y="134992"/>
                </a:lnTo>
                <a:lnTo>
                  <a:pt x="207406" y="135826"/>
                </a:lnTo>
                <a:lnTo>
                  <a:pt x="207452" y="136662"/>
                </a:lnTo>
                <a:lnTo>
                  <a:pt x="207490" y="137498"/>
                </a:lnTo>
                <a:lnTo>
                  <a:pt x="207522" y="138335"/>
                </a:lnTo>
                <a:lnTo>
                  <a:pt x="207546" y="139172"/>
                </a:lnTo>
                <a:lnTo>
                  <a:pt x="207564" y="140011"/>
                </a:lnTo>
                <a:lnTo>
                  <a:pt x="207574" y="140850"/>
                </a:lnTo>
                <a:lnTo>
                  <a:pt x="207578" y="141689"/>
                </a:lnTo>
                <a:lnTo>
                  <a:pt x="207574" y="142529"/>
                </a:lnTo>
                <a:lnTo>
                  <a:pt x="207564" y="143368"/>
                </a:lnTo>
                <a:lnTo>
                  <a:pt x="207546" y="144207"/>
                </a:lnTo>
                <a:lnTo>
                  <a:pt x="207522" y="145044"/>
                </a:lnTo>
                <a:lnTo>
                  <a:pt x="207490" y="145881"/>
                </a:lnTo>
                <a:lnTo>
                  <a:pt x="207452" y="146717"/>
                </a:lnTo>
                <a:lnTo>
                  <a:pt x="207406" y="147553"/>
                </a:lnTo>
                <a:lnTo>
                  <a:pt x="207354" y="148387"/>
                </a:lnTo>
                <a:lnTo>
                  <a:pt x="207294" y="149222"/>
                </a:lnTo>
                <a:lnTo>
                  <a:pt x="207227" y="150055"/>
                </a:lnTo>
                <a:lnTo>
                  <a:pt x="207154" y="150887"/>
                </a:lnTo>
                <a:lnTo>
                  <a:pt x="207073" y="151719"/>
                </a:lnTo>
                <a:lnTo>
                  <a:pt x="206986" y="152551"/>
                </a:lnTo>
                <a:lnTo>
                  <a:pt x="206891" y="153381"/>
                </a:lnTo>
                <a:lnTo>
                  <a:pt x="206789" y="154211"/>
                </a:lnTo>
                <a:lnTo>
                  <a:pt x="206681" y="155040"/>
                </a:lnTo>
                <a:lnTo>
                  <a:pt x="206565" y="155868"/>
                </a:lnTo>
                <a:lnTo>
                  <a:pt x="206442" y="156696"/>
                </a:lnTo>
                <a:lnTo>
                  <a:pt x="206313" y="157523"/>
                </a:lnTo>
                <a:lnTo>
                  <a:pt x="206176" y="158349"/>
                </a:lnTo>
                <a:lnTo>
                  <a:pt x="206032" y="159175"/>
                </a:lnTo>
                <a:lnTo>
                  <a:pt x="205881" y="160000"/>
                </a:lnTo>
                <a:lnTo>
                  <a:pt x="205724" y="160824"/>
                </a:lnTo>
                <a:lnTo>
                  <a:pt x="205559" y="161647"/>
                </a:lnTo>
                <a:lnTo>
                  <a:pt x="205387" y="162469"/>
                </a:lnTo>
                <a:lnTo>
                  <a:pt x="205209" y="163289"/>
                </a:lnTo>
                <a:lnTo>
                  <a:pt x="205024" y="164107"/>
                </a:lnTo>
                <a:lnTo>
                  <a:pt x="204832" y="164923"/>
                </a:lnTo>
                <a:lnTo>
                  <a:pt x="204634" y="165736"/>
                </a:lnTo>
                <a:lnTo>
                  <a:pt x="204429" y="166548"/>
                </a:lnTo>
                <a:lnTo>
                  <a:pt x="204217" y="167357"/>
                </a:lnTo>
                <a:lnTo>
                  <a:pt x="203998" y="168165"/>
                </a:lnTo>
                <a:lnTo>
                  <a:pt x="203773" y="168970"/>
                </a:lnTo>
                <a:lnTo>
                  <a:pt x="203540" y="169773"/>
                </a:lnTo>
                <a:lnTo>
                  <a:pt x="203302" y="170574"/>
                </a:lnTo>
                <a:lnTo>
                  <a:pt x="203056" y="171373"/>
                </a:lnTo>
                <a:lnTo>
                  <a:pt x="202804" y="172170"/>
                </a:lnTo>
                <a:lnTo>
                  <a:pt x="202545" y="172965"/>
                </a:lnTo>
                <a:lnTo>
                  <a:pt x="202279" y="173757"/>
                </a:lnTo>
                <a:lnTo>
                  <a:pt x="202006" y="174548"/>
                </a:lnTo>
                <a:lnTo>
                  <a:pt x="201727" y="175336"/>
                </a:lnTo>
                <a:lnTo>
                  <a:pt x="201441" y="176122"/>
                </a:lnTo>
                <a:lnTo>
                  <a:pt x="201149" y="176907"/>
                </a:lnTo>
                <a:lnTo>
                  <a:pt x="200849" y="177689"/>
                </a:lnTo>
                <a:lnTo>
                  <a:pt x="200543" y="178469"/>
                </a:lnTo>
                <a:lnTo>
                  <a:pt x="200230" y="179247"/>
                </a:lnTo>
                <a:lnTo>
                  <a:pt x="199911" y="180023"/>
                </a:lnTo>
                <a:lnTo>
                  <a:pt x="199584" y="180796"/>
                </a:lnTo>
                <a:lnTo>
                  <a:pt x="199252" y="181567"/>
                </a:lnTo>
                <a:lnTo>
                  <a:pt x="198913" y="182335"/>
                </a:lnTo>
                <a:lnTo>
                  <a:pt x="198568" y="183099"/>
                </a:lnTo>
                <a:lnTo>
                  <a:pt x="198216" y="183860"/>
                </a:lnTo>
                <a:lnTo>
                  <a:pt x="197859" y="184617"/>
                </a:lnTo>
                <a:lnTo>
                  <a:pt x="197495" y="185371"/>
                </a:lnTo>
                <a:lnTo>
                  <a:pt x="197126" y="186122"/>
                </a:lnTo>
                <a:lnTo>
                  <a:pt x="196750" y="186869"/>
                </a:lnTo>
                <a:lnTo>
                  <a:pt x="196368" y="187613"/>
                </a:lnTo>
                <a:lnTo>
                  <a:pt x="195979" y="188353"/>
                </a:lnTo>
                <a:lnTo>
                  <a:pt x="195585" y="189090"/>
                </a:lnTo>
                <a:lnTo>
                  <a:pt x="195184" y="189824"/>
                </a:lnTo>
                <a:lnTo>
                  <a:pt x="194778" y="190554"/>
                </a:lnTo>
                <a:lnTo>
                  <a:pt x="194365" y="191281"/>
                </a:lnTo>
                <a:lnTo>
                  <a:pt x="193946" y="192004"/>
                </a:lnTo>
                <a:lnTo>
                  <a:pt x="193520" y="192724"/>
                </a:lnTo>
                <a:lnTo>
                  <a:pt x="193089" y="193441"/>
                </a:lnTo>
                <a:lnTo>
                  <a:pt x="192651" y="194154"/>
                </a:lnTo>
                <a:lnTo>
                  <a:pt x="192207" y="194864"/>
                </a:lnTo>
                <a:lnTo>
                  <a:pt x="191757" y="195570"/>
                </a:lnTo>
                <a:lnTo>
                  <a:pt x="191301" y="196273"/>
                </a:lnTo>
                <a:lnTo>
                  <a:pt x="190839" y="196972"/>
                </a:lnTo>
                <a:lnTo>
                  <a:pt x="190371" y="197669"/>
                </a:lnTo>
                <a:lnTo>
                  <a:pt x="189896" y="198361"/>
                </a:lnTo>
                <a:lnTo>
                  <a:pt x="189416" y="199050"/>
                </a:lnTo>
                <a:lnTo>
                  <a:pt x="188930" y="199734"/>
                </a:lnTo>
                <a:lnTo>
                  <a:pt x="188439" y="200414"/>
                </a:lnTo>
                <a:lnTo>
                  <a:pt x="187942" y="201089"/>
                </a:lnTo>
                <a:lnTo>
                  <a:pt x="187440" y="201759"/>
                </a:lnTo>
                <a:lnTo>
                  <a:pt x="186933" y="202425"/>
                </a:lnTo>
                <a:lnTo>
                  <a:pt x="186421" y="203087"/>
                </a:lnTo>
                <a:lnTo>
                  <a:pt x="185903" y="203743"/>
                </a:lnTo>
                <a:lnTo>
                  <a:pt x="185379" y="204396"/>
                </a:lnTo>
                <a:lnTo>
                  <a:pt x="184851" y="205043"/>
                </a:lnTo>
                <a:lnTo>
                  <a:pt x="184317" y="205686"/>
                </a:lnTo>
                <a:lnTo>
                  <a:pt x="183777" y="206325"/>
                </a:lnTo>
                <a:lnTo>
                  <a:pt x="183232" y="206959"/>
                </a:lnTo>
                <a:lnTo>
                  <a:pt x="182682" y="207588"/>
                </a:lnTo>
                <a:lnTo>
                  <a:pt x="182127" y="208213"/>
                </a:lnTo>
                <a:lnTo>
                  <a:pt x="181566" y="208833"/>
                </a:lnTo>
                <a:lnTo>
                  <a:pt x="181000" y="209449"/>
                </a:lnTo>
                <a:lnTo>
                  <a:pt x="180428" y="210060"/>
                </a:lnTo>
                <a:lnTo>
                  <a:pt x="179851" y="210666"/>
                </a:lnTo>
                <a:lnTo>
                  <a:pt x="179269" y="211268"/>
                </a:lnTo>
                <a:lnTo>
                  <a:pt x="178681" y="211865"/>
                </a:lnTo>
                <a:lnTo>
                  <a:pt x="178088" y="212458"/>
                </a:lnTo>
                <a:lnTo>
                  <a:pt x="177490" y="213046"/>
                </a:lnTo>
                <a:lnTo>
                  <a:pt x="176886" y="213630"/>
                </a:lnTo>
                <a:lnTo>
                  <a:pt x="177144" y="213630"/>
                </a:lnTo>
                <a:lnTo>
                  <a:pt x="176947" y="213816"/>
                </a:lnTo>
                <a:close/>
              </a:path>
            </a:pathLst>
          </a:custGeom>
          <a:solidFill xmlns:a="http://schemas.openxmlformats.org/drawingml/2006/main">
            <a:srgbClr val="51515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Text Listeningchannel">
            <a:extLst xmlns:a="http://schemas.openxmlformats.org/drawingml/2006/main">
              <a:ext uri="{FF2B5EF4-FFF2-40B4-BE49-F238E27FC236}">
                <a16:creationId xmlns:a16="http://schemas.microsoft.com/office/drawing/2014/main" id="{87CA93F1-D2AC-4921-94F0-DF9C0102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0448" y="4598008"/>
            <a:ext cx="1733273" cy="213392"/>
          </a:xfrm>
          <a:custGeom xmlns:a="http://schemas.openxmlformats.org/drawingml/2006/main">
            <a:pathLst>
              <a:path w="1733273" h="213392">
                <a:moveTo>
                  <a:pt x="0" y="222"/>
                </a:moveTo>
                <a:lnTo>
                  <a:pt x="22048" y="222"/>
                </a:lnTo>
                <a:lnTo>
                  <a:pt x="22048" y="143591"/>
                </a:lnTo>
                <a:lnTo>
                  <a:pt x="104480" y="143591"/>
                </a:lnTo>
                <a:lnTo>
                  <a:pt x="104480" y="163091"/>
                </a:lnTo>
                <a:lnTo>
                  <a:pt x="0" y="163091"/>
                </a:lnTo>
                <a:lnTo>
                  <a:pt x="0" y="222"/>
                </a:lnTo>
                <a:close/>
                <a:moveTo>
                  <a:pt x="123502" y="44983"/>
                </a:moveTo>
                <a:lnTo>
                  <a:pt x="143778" y="44983"/>
                </a:lnTo>
                <a:lnTo>
                  <a:pt x="143778" y="163091"/>
                </a:lnTo>
                <a:lnTo>
                  <a:pt x="123502" y="163091"/>
                </a:lnTo>
                <a:lnTo>
                  <a:pt x="123502" y="44983"/>
                </a:lnTo>
                <a:moveTo>
                  <a:pt x="123502" y="222"/>
                </a:moveTo>
                <a:lnTo>
                  <a:pt x="143778" y="222"/>
                </a:lnTo>
                <a:lnTo>
                  <a:pt x="143778" y="22824"/>
                </a:lnTo>
                <a:lnTo>
                  <a:pt x="123502" y="22824"/>
                </a:lnTo>
                <a:lnTo>
                  <a:pt x="123502" y="222"/>
                </a:lnTo>
                <a:close/>
                <a:moveTo>
                  <a:pt x="185732" y="125864"/>
                </a:moveTo>
                <a:cubicBezTo>
                  <a:pt x="186323" y="132542"/>
                  <a:pt x="187985" y="137661"/>
                  <a:pt x="190718" y="141223"/>
                </a:cubicBezTo>
                <a:cubicBezTo>
                  <a:pt x="195740" y="147677"/>
                  <a:pt x="204456" y="150904"/>
                  <a:pt x="216865" y="150904"/>
                </a:cubicBezTo>
                <a:cubicBezTo>
                  <a:pt x="224252" y="150904"/>
                  <a:pt x="230752" y="149294"/>
                  <a:pt x="236365" y="146074"/>
                </a:cubicBezTo>
                <a:cubicBezTo>
                  <a:pt x="241979" y="142851"/>
                  <a:pt x="244786" y="137870"/>
                  <a:pt x="244786" y="131130"/>
                </a:cubicBezTo>
                <a:cubicBezTo>
                  <a:pt x="244786" y="126020"/>
                  <a:pt x="242533" y="122131"/>
                  <a:pt x="238027" y="119465"/>
                </a:cubicBezTo>
                <a:cubicBezTo>
                  <a:pt x="235147" y="117836"/>
                  <a:pt x="229459" y="115949"/>
                  <a:pt x="220965" y="113804"/>
                </a:cubicBezTo>
                <a:lnTo>
                  <a:pt x="205121" y="109809"/>
                </a:lnTo>
                <a:cubicBezTo>
                  <a:pt x="195002" y="107293"/>
                  <a:pt x="187541" y="104481"/>
                  <a:pt x="182740" y="101375"/>
                </a:cubicBezTo>
                <a:cubicBezTo>
                  <a:pt x="174172" y="95973"/>
                  <a:pt x="169888" y="88499"/>
                  <a:pt x="169888" y="78952"/>
                </a:cubicBezTo>
                <a:cubicBezTo>
                  <a:pt x="169888" y="67707"/>
                  <a:pt x="173932" y="58606"/>
                  <a:pt x="182020" y="51652"/>
                </a:cubicBezTo>
                <a:cubicBezTo>
                  <a:pt x="190108" y="44694"/>
                  <a:pt x="200985" y="41216"/>
                  <a:pt x="214649" y="41216"/>
                </a:cubicBezTo>
                <a:cubicBezTo>
                  <a:pt x="232525" y="41216"/>
                  <a:pt x="245414" y="46460"/>
                  <a:pt x="253317" y="56949"/>
                </a:cubicBezTo>
                <a:cubicBezTo>
                  <a:pt x="258266" y="63597"/>
                  <a:pt x="260667" y="70761"/>
                  <a:pt x="260519" y="78443"/>
                </a:cubicBezTo>
                <a:lnTo>
                  <a:pt x="241684" y="78443"/>
                </a:lnTo>
                <a:cubicBezTo>
                  <a:pt x="241314" y="73986"/>
                  <a:pt x="239726" y="69932"/>
                  <a:pt x="236919" y="66280"/>
                </a:cubicBezTo>
                <a:cubicBezTo>
                  <a:pt x="232340" y="61093"/>
                  <a:pt x="224399" y="58500"/>
                  <a:pt x="213098" y="58500"/>
                </a:cubicBezTo>
                <a:cubicBezTo>
                  <a:pt x="205564" y="58500"/>
                  <a:pt x="199858" y="59935"/>
                  <a:pt x="195980" y="62804"/>
                </a:cubicBezTo>
                <a:cubicBezTo>
                  <a:pt x="192103" y="65671"/>
                  <a:pt x="190164" y="69457"/>
                  <a:pt x="190164" y="74164"/>
                </a:cubicBezTo>
                <a:cubicBezTo>
                  <a:pt x="190164" y="79311"/>
                  <a:pt x="192712" y="83429"/>
                  <a:pt x="197809" y="86518"/>
                </a:cubicBezTo>
                <a:cubicBezTo>
                  <a:pt x="200763" y="88355"/>
                  <a:pt x="205121" y="89976"/>
                  <a:pt x="210882" y="91382"/>
                </a:cubicBezTo>
                <a:lnTo>
                  <a:pt x="224067" y="94602"/>
                </a:lnTo>
                <a:cubicBezTo>
                  <a:pt x="238397" y="98081"/>
                  <a:pt x="247999" y="101447"/>
                  <a:pt x="252874" y="104702"/>
                </a:cubicBezTo>
                <a:cubicBezTo>
                  <a:pt x="260630" y="109808"/>
                  <a:pt x="264508" y="117836"/>
                  <a:pt x="264508" y="128786"/>
                </a:cubicBezTo>
                <a:cubicBezTo>
                  <a:pt x="264508" y="139367"/>
                  <a:pt x="260500" y="148505"/>
                  <a:pt x="252486" y="156201"/>
                </a:cubicBezTo>
                <a:cubicBezTo>
                  <a:pt x="244472" y="163897"/>
                  <a:pt x="232266" y="167745"/>
                  <a:pt x="215868" y="167745"/>
                </a:cubicBezTo>
                <a:cubicBezTo>
                  <a:pt x="198215" y="167745"/>
                  <a:pt x="185713" y="163727"/>
                  <a:pt x="178364" y="155692"/>
                </a:cubicBezTo>
                <a:cubicBezTo>
                  <a:pt x="171014" y="147657"/>
                  <a:pt x="167081" y="137714"/>
                  <a:pt x="166564" y="125864"/>
                </a:cubicBezTo>
                <a:lnTo>
                  <a:pt x="185732" y="125864"/>
                </a:lnTo>
                <a:moveTo>
                  <a:pt x="215203" y="41438"/>
                </a:moveTo>
                <a:lnTo>
                  <a:pt x="215203" y="41438"/>
                </a:lnTo>
                <a:close/>
                <a:moveTo>
                  <a:pt x="291320" y="11301"/>
                </a:moveTo>
                <a:lnTo>
                  <a:pt x="311485" y="11301"/>
                </a:lnTo>
                <a:lnTo>
                  <a:pt x="311485" y="44318"/>
                </a:lnTo>
                <a:lnTo>
                  <a:pt x="330431" y="44318"/>
                </a:lnTo>
                <a:lnTo>
                  <a:pt x="330431" y="60716"/>
                </a:lnTo>
                <a:lnTo>
                  <a:pt x="311485" y="60716"/>
                </a:lnTo>
                <a:lnTo>
                  <a:pt x="311485" y="138065"/>
                </a:lnTo>
                <a:cubicBezTo>
                  <a:pt x="311485" y="142195"/>
                  <a:pt x="312889" y="144960"/>
                  <a:pt x="315695" y="146361"/>
                </a:cubicBezTo>
                <a:cubicBezTo>
                  <a:pt x="317247" y="147174"/>
                  <a:pt x="319832" y="147580"/>
                  <a:pt x="323451" y="147580"/>
                </a:cubicBezTo>
                <a:cubicBezTo>
                  <a:pt x="324411" y="147580"/>
                  <a:pt x="325445" y="147556"/>
                  <a:pt x="326553" y="147507"/>
                </a:cubicBezTo>
                <a:cubicBezTo>
                  <a:pt x="327661" y="147456"/>
                  <a:pt x="328954" y="147333"/>
                  <a:pt x="330431" y="147137"/>
                </a:cubicBezTo>
                <a:lnTo>
                  <a:pt x="330431" y="163091"/>
                </a:lnTo>
                <a:cubicBezTo>
                  <a:pt x="328141" y="163795"/>
                  <a:pt x="325759" y="164303"/>
                  <a:pt x="323285" y="164615"/>
                </a:cubicBezTo>
                <a:cubicBezTo>
                  <a:pt x="320810" y="164929"/>
                  <a:pt x="318133" y="165086"/>
                  <a:pt x="315252" y="165086"/>
                </a:cubicBezTo>
                <a:cubicBezTo>
                  <a:pt x="305945" y="165086"/>
                  <a:pt x="299630" y="162701"/>
                  <a:pt x="296306" y="157932"/>
                </a:cubicBezTo>
                <a:cubicBezTo>
                  <a:pt x="292982" y="153163"/>
                  <a:pt x="291320" y="146970"/>
                  <a:pt x="291320" y="139353"/>
                </a:cubicBezTo>
                <a:lnTo>
                  <a:pt x="291320" y="60716"/>
                </a:lnTo>
                <a:lnTo>
                  <a:pt x="275255" y="60716"/>
                </a:lnTo>
                <a:lnTo>
                  <a:pt x="275255" y="44318"/>
                </a:lnTo>
                <a:lnTo>
                  <a:pt x="291320" y="44318"/>
                </a:lnTo>
                <a:lnTo>
                  <a:pt x="291320" y="11301"/>
                </a:lnTo>
                <a:close/>
                <a:moveTo>
                  <a:pt x="399827" y="41659"/>
                </a:moveTo>
                <a:cubicBezTo>
                  <a:pt x="408248" y="41659"/>
                  <a:pt x="416410" y="43635"/>
                  <a:pt x="424313" y="47587"/>
                </a:cubicBezTo>
                <a:cubicBezTo>
                  <a:pt x="432217" y="51538"/>
                  <a:pt x="438236" y="56652"/>
                  <a:pt x="442373" y="62928"/>
                </a:cubicBezTo>
                <a:cubicBezTo>
                  <a:pt x="446361" y="68911"/>
                  <a:pt x="449021" y="75890"/>
                  <a:pt x="450350" y="83865"/>
                </a:cubicBezTo>
                <a:cubicBezTo>
                  <a:pt x="451532" y="89331"/>
                  <a:pt x="452123" y="98086"/>
                  <a:pt x="452123" y="110131"/>
                </a:cubicBezTo>
                <a:lnTo>
                  <a:pt x="365148" y="110131"/>
                </a:lnTo>
                <a:cubicBezTo>
                  <a:pt x="365518" y="122171"/>
                  <a:pt x="368361" y="131828"/>
                  <a:pt x="373680" y="139104"/>
                </a:cubicBezTo>
                <a:cubicBezTo>
                  <a:pt x="378998" y="146380"/>
                  <a:pt x="387234" y="150017"/>
                  <a:pt x="398387" y="150017"/>
                </a:cubicBezTo>
                <a:cubicBezTo>
                  <a:pt x="408802" y="150017"/>
                  <a:pt x="417111" y="146614"/>
                  <a:pt x="423316" y="139807"/>
                </a:cubicBezTo>
                <a:cubicBezTo>
                  <a:pt x="426861" y="135855"/>
                  <a:pt x="429373" y="131281"/>
                  <a:pt x="430850" y="126085"/>
                </a:cubicBezTo>
                <a:lnTo>
                  <a:pt x="450461" y="126085"/>
                </a:lnTo>
                <a:cubicBezTo>
                  <a:pt x="449944" y="130420"/>
                  <a:pt x="448227" y="135251"/>
                  <a:pt x="445309" y="140579"/>
                </a:cubicBezTo>
                <a:cubicBezTo>
                  <a:pt x="442391" y="145904"/>
                  <a:pt x="439123" y="150256"/>
                  <a:pt x="435504" y="153635"/>
                </a:cubicBezTo>
                <a:cubicBezTo>
                  <a:pt x="429447" y="159515"/>
                  <a:pt x="421950" y="163482"/>
                  <a:pt x="413012" y="165539"/>
                </a:cubicBezTo>
                <a:cubicBezTo>
                  <a:pt x="408211" y="166714"/>
                  <a:pt x="402782" y="167301"/>
                  <a:pt x="396725" y="167301"/>
                </a:cubicBezTo>
                <a:cubicBezTo>
                  <a:pt x="381952" y="167301"/>
                  <a:pt x="369432" y="161923"/>
                  <a:pt x="359165" y="151167"/>
                </a:cubicBezTo>
                <a:cubicBezTo>
                  <a:pt x="348898" y="140410"/>
                  <a:pt x="343765" y="125347"/>
                  <a:pt x="343765" y="105976"/>
                </a:cubicBezTo>
                <a:cubicBezTo>
                  <a:pt x="343765" y="86903"/>
                  <a:pt x="348935" y="71416"/>
                  <a:pt x="359276" y="59515"/>
                </a:cubicBezTo>
                <a:cubicBezTo>
                  <a:pt x="369617" y="47611"/>
                  <a:pt x="383134" y="41659"/>
                  <a:pt x="399827" y="41659"/>
                </a:cubicBezTo>
                <a:moveTo>
                  <a:pt x="431626" y="94176"/>
                </a:moveTo>
                <a:cubicBezTo>
                  <a:pt x="430813" y="85507"/>
                  <a:pt x="428930" y="78578"/>
                  <a:pt x="425975" y="73392"/>
                </a:cubicBezTo>
                <a:cubicBezTo>
                  <a:pt x="420509" y="63759"/>
                  <a:pt x="411387" y="58943"/>
                  <a:pt x="398609" y="58943"/>
                </a:cubicBezTo>
                <a:cubicBezTo>
                  <a:pt x="389449" y="58943"/>
                  <a:pt x="381768" y="62259"/>
                  <a:pt x="375563" y="68891"/>
                </a:cubicBezTo>
                <a:cubicBezTo>
                  <a:pt x="369359" y="75522"/>
                  <a:pt x="366072" y="83951"/>
                  <a:pt x="365702" y="94176"/>
                </a:cubicBezTo>
                <a:lnTo>
                  <a:pt x="431626" y="94176"/>
                </a:lnTo>
                <a:moveTo>
                  <a:pt x="397944" y="41438"/>
                </a:moveTo>
                <a:lnTo>
                  <a:pt x="397944" y="41438"/>
                </a:lnTo>
                <a:close/>
                <a:moveTo>
                  <a:pt x="476575" y="44318"/>
                </a:moveTo>
                <a:lnTo>
                  <a:pt x="495521" y="44318"/>
                </a:lnTo>
                <a:lnTo>
                  <a:pt x="495521" y="61159"/>
                </a:lnTo>
                <a:cubicBezTo>
                  <a:pt x="501134" y="54216"/>
                  <a:pt x="507080" y="49230"/>
                  <a:pt x="513359" y="46202"/>
                </a:cubicBezTo>
                <a:cubicBezTo>
                  <a:pt x="519637" y="43173"/>
                  <a:pt x="526617" y="41659"/>
                  <a:pt x="534299" y="41659"/>
                </a:cubicBezTo>
                <a:cubicBezTo>
                  <a:pt x="551140" y="41659"/>
                  <a:pt x="562515" y="47537"/>
                  <a:pt x="568424" y="59293"/>
                </a:cubicBezTo>
                <a:cubicBezTo>
                  <a:pt x="571674" y="65724"/>
                  <a:pt x="573299" y="74928"/>
                  <a:pt x="573299" y="86905"/>
                </a:cubicBezTo>
                <a:lnTo>
                  <a:pt x="573299" y="163091"/>
                </a:lnTo>
                <a:lnTo>
                  <a:pt x="553024" y="163091"/>
                </a:lnTo>
                <a:lnTo>
                  <a:pt x="553024" y="88224"/>
                </a:lnTo>
                <a:cubicBezTo>
                  <a:pt x="553024" y="80977"/>
                  <a:pt x="551952" y="75134"/>
                  <a:pt x="549810" y="70698"/>
                </a:cubicBezTo>
                <a:cubicBezTo>
                  <a:pt x="546265" y="63305"/>
                  <a:pt x="539839" y="59608"/>
                  <a:pt x="530532" y="59608"/>
                </a:cubicBezTo>
                <a:cubicBezTo>
                  <a:pt x="525805" y="59608"/>
                  <a:pt x="521927" y="60088"/>
                  <a:pt x="518898" y="61048"/>
                </a:cubicBezTo>
                <a:cubicBezTo>
                  <a:pt x="513433" y="62676"/>
                  <a:pt x="508631" y="65929"/>
                  <a:pt x="504495" y="70809"/>
                </a:cubicBezTo>
                <a:cubicBezTo>
                  <a:pt x="501171" y="74728"/>
                  <a:pt x="499011" y="78777"/>
                  <a:pt x="498013" y="82955"/>
                </a:cubicBezTo>
                <a:cubicBezTo>
                  <a:pt x="497016" y="87133"/>
                  <a:pt x="496518" y="93103"/>
                  <a:pt x="496518" y="100866"/>
                </a:cubicBezTo>
                <a:lnTo>
                  <a:pt x="496518" y="163091"/>
                </a:lnTo>
                <a:lnTo>
                  <a:pt x="476575" y="163091"/>
                </a:lnTo>
                <a:lnTo>
                  <a:pt x="476575" y="44318"/>
                </a:lnTo>
                <a:moveTo>
                  <a:pt x="523441" y="41438"/>
                </a:moveTo>
                <a:lnTo>
                  <a:pt x="523441" y="41438"/>
                </a:lnTo>
                <a:close/>
                <a:moveTo>
                  <a:pt x="602736" y="44983"/>
                </a:moveTo>
                <a:lnTo>
                  <a:pt x="623012" y="44983"/>
                </a:lnTo>
                <a:lnTo>
                  <a:pt x="623012" y="163091"/>
                </a:lnTo>
                <a:lnTo>
                  <a:pt x="602736" y="163091"/>
                </a:lnTo>
                <a:lnTo>
                  <a:pt x="602736" y="44983"/>
                </a:lnTo>
                <a:moveTo>
                  <a:pt x="602736" y="222"/>
                </a:moveTo>
                <a:lnTo>
                  <a:pt x="623012" y="222"/>
                </a:lnTo>
                <a:lnTo>
                  <a:pt x="623012" y="22824"/>
                </a:lnTo>
                <a:lnTo>
                  <a:pt x="602736" y="22824"/>
                </a:lnTo>
                <a:lnTo>
                  <a:pt x="602736" y="222"/>
                </a:lnTo>
                <a:close/>
                <a:moveTo>
                  <a:pt x="653110" y="44318"/>
                </a:moveTo>
                <a:lnTo>
                  <a:pt x="672056" y="44318"/>
                </a:lnTo>
                <a:lnTo>
                  <a:pt x="672056" y="61159"/>
                </a:lnTo>
                <a:cubicBezTo>
                  <a:pt x="677670" y="54216"/>
                  <a:pt x="683616" y="49230"/>
                  <a:pt x="689894" y="46202"/>
                </a:cubicBezTo>
                <a:cubicBezTo>
                  <a:pt x="696173" y="43173"/>
                  <a:pt x="703153" y="41659"/>
                  <a:pt x="710835" y="41659"/>
                </a:cubicBezTo>
                <a:cubicBezTo>
                  <a:pt x="727676" y="41659"/>
                  <a:pt x="739051" y="47537"/>
                  <a:pt x="744960" y="59293"/>
                </a:cubicBezTo>
                <a:cubicBezTo>
                  <a:pt x="748210" y="65724"/>
                  <a:pt x="749835" y="74928"/>
                  <a:pt x="749835" y="86905"/>
                </a:cubicBezTo>
                <a:lnTo>
                  <a:pt x="749835" y="163091"/>
                </a:lnTo>
                <a:lnTo>
                  <a:pt x="729559" y="163091"/>
                </a:lnTo>
                <a:lnTo>
                  <a:pt x="729559" y="88224"/>
                </a:lnTo>
                <a:cubicBezTo>
                  <a:pt x="729559" y="80977"/>
                  <a:pt x="728488" y="75134"/>
                  <a:pt x="726346" y="70698"/>
                </a:cubicBezTo>
                <a:cubicBezTo>
                  <a:pt x="722801" y="63305"/>
                  <a:pt x="716375" y="59608"/>
                  <a:pt x="707068" y="59608"/>
                </a:cubicBezTo>
                <a:cubicBezTo>
                  <a:pt x="702340" y="59608"/>
                  <a:pt x="698463" y="60088"/>
                  <a:pt x="695434" y="61048"/>
                </a:cubicBezTo>
                <a:cubicBezTo>
                  <a:pt x="689968" y="62676"/>
                  <a:pt x="685167" y="65929"/>
                  <a:pt x="681031" y="70809"/>
                </a:cubicBezTo>
                <a:cubicBezTo>
                  <a:pt x="677707" y="74728"/>
                  <a:pt x="675546" y="78777"/>
                  <a:pt x="674549" y="82955"/>
                </a:cubicBezTo>
                <a:cubicBezTo>
                  <a:pt x="673552" y="87133"/>
                  <a:pt x="673054" y="93103"/>
                  <a:pt x="673054" y="100866"/>
                </a:cubicBezTo>
                <a:lnTo>
                  <a:pt x="673054" y="163091"/>
                </a:lnTo>
                <a:lnTo>
                  <a:pt x="653110" y="163091"/>
                </a:lnTo>
                <a:lnTo>
                  <a:pt x="653110" y="44318"/>
                </a:lnTo>
                <a:moveTo>
                  <a:pt x="699977" y="41438"/>
                </a:moveTo>
                <a:lnTo>
                  <a:pt x="699977" y="41438"/>
                </a:lnTo>
                <a:close/>
                <a:moveTo>
                  <a:pt x="821153" y="42324"/>
                </a:moveTo>
                <a:cubicBezTo>
                  <a:pt x="830459" y="42324"/>
                  <a:pt x="838584" y="44628"/>
                  <a:pt x="845528" y="49235"/>
                </a:cubicBezTo>
                <a:cubicBezTo>
                  <a:pt x="849295" y="51836"/>
                  <a:pt x="853136" y="55626"/>
                  <a:pt x="857050" y="60605"/>
                </a:cubicBezTo>
                <a:lnTo>
                  <a:pt x="857050" y="45426"/>
                </a:lnTo>
                <a:lnTo>
                  <a:pt x="875442" y="45426"/>
                </a:lnTo>
                <a:lnTo>
                  <a:pt x="875442" y="153483"/>
                </a:lnTo>
                <a:cubicBezTo>
                  <a:pt x="875442" y="168572"/>
                  <a:pt x="873226" y="180480"/>
                  <a:pt x="868795" y="189208"/>
                </a:cubicBezTo>
                <a:cubicBezTo>
                  <a:pt x="860522" y="205331"/>
                  <a:pt x="844900" y="213392"/>
                  <a:pt x="821928" y="213392"/>
                </a:cubicBezTo>
                <a:cubicBezTo>
                  <a:pt x="809150" y="213392"/>
                  <a:pt x="798402" y="210530"/>
                  <a:pt x="789687" y="204806"/>
                </a:cubicBezTo>
                <a:cubicBezTo>
                  <a:pt x="780971" y="199081"/>
                  <a:pt x="776096" y="190125"/>
                  <a:pt x="775062" y="177938"/>
                </a:cubicBezTo>
                <a:lnTo>
                  <a:pt x="795337" y="177938"/>
                </a:lnTo>
                <a:cubicBezTo>
                  <a:pt x="796297" y="183226"/>
                  <a:pt x="798218" y="187301"/>
                  <a:pt x="801099" y="190163"/>
                </a:cubicBezTo>
                <a:cubicBezTo>
                  <a:pt x="805604" y="194570"/>
                  <a:pt x="812695" y="196773"/>
                  <a:pt x="822371" y="196773"/>
                </a:cubicBezTo>
                <a:cubicBezTo>
                  <a:pt x="837661" y="196773"/>
                  <a:pt x="847670" y="191381"/>
                  <a:pt x="852397" y="180597"/>
                </a:cubicBezTo>
                <a:cubicBezTo>
                  <a:pt x="855204" y="174247"/>
                  <a:pt x="856496" y="162910"/>
                  <a:pt x="856275" y="146586"/>
                </a:cubicBezTo>
                <a:cubicBezTo>
                  <a:pt x="852286" y="152680"/>
                  <a:pt x="847485" y="157213"/>
                  <a:pt x="841871" y="160186"/>
                </a:cubicBezTo>
                <a:cubicBezTo>
                  <a:pt x="836258" y="163157"/>
                  <a:pt x="828834" y="164642"/>
                  <a:pt x="819601" y="164642"/>
                </a:cubicBezTo>
                <a:cubicBezTo>
                  <a:pt x="806749" y="164642"/>
                  <a:pt x="795503" y="160078"/>
                  <a:pt x="785864" y="150949"/>
                </a:cubicBezTo>
                <a:cubicBezTo>
                  <a:pt x="776225" y="141817"/>
                  <a:pt x="771405" y="126717"/>
                  <a:pt x="771405" y="105647"/>
                </a:cubicBezTo>
                <a:cubicBezTo>
                  <a:pt x="771405" y="85759"/>
                  <a:pt x="776262" y="70234"/>
                  <a:pt x="785975" y="59071"/>
                </a:cubicBezTo>
                <a:cubicBezTo>
                  <a:pt x="795688" y="47906"/>
                  <a:pt x="807414" y="42324"/>
                  <a:pt x="821153" y="42324"/>
                </a:cubicBezTo>
                <a:moveTo>
                  <a:pt x="857050" y="103317"/>
                </a:moveTo>
                <a:cubicBezTo>
                  <a:pt x="857050" y="88637"/>
                  <a:pt x="854022" y="77755"/>
                  <a:pt x="847965" y="70674"/>
                </a:cubicBezTo>
                <a:cubicBezTo>
                  <a:pt x="841908" y="63592"/>
                  <a:pt x="834189" y="60051"/>
                  <a:pt x="824809" y="60051"/>
                </a:cubicBezTo>
                <a:cubicBezTo>
                  <a:pt x="810775" y="60051"/>
                  <a:pt x="801172" y="66617"/>
                  <a:pt x="796002" y="79749"/>
                </a:cubicBezTo>
                <a:cubicBezTo>
                  <a:pt x="793269" y="86756"/>
                  <a:pt x="791902" y="95941"/>
                  <a:pt x="791902" y="107302"/>
                </a:cubicBezTo>
                <a:cubicBezTo>
                  <a:pt x="791902" y="120655"/>
                  <a:pt x="794617" y="130817"/>
                  <a:pt x="800046" y="137788"/>
                </a:cubicBezTo>
                <a:cubicBezTo>
                  <a:pt x="805475" y="144759"/>
                  <a:pt x="812769" y="148245"/>
                  <a:pt x="821928" y="148245"/>
                </a:cubicBezTo>
                <a:cubicBezTo>
                  <a:pt x="836258" y="148245"/>
                  <a:pt x="846340" y="141790"/>
                  <a:pt x="852175" y="128880"/>
                </a:cubicBezTo>
                <a:cubicBezTo>
                  <a:pt x="855425" y="121576"/>
                  <a:pt x="857050" y="113055"/>
                  <a:pt x="857050" y="103317"/>
                </a:cubicBezTo>
                <a:moveTo>
                  <a:pt x="823479" y="41438"/>
                </a:moveTo>
                <a:lnTo>
                  <a:pt x="823479" y="41438"/>
                </a:lnTo>
                <a:close/>
                <a:moveTo>
                  <a:pt x="1014272" y="40773"/>
                </a:moveTo>
                <a:cubicBezTo>
                  <a:pt x="1027641" y="40773"/>
                  <a:pt x="1038518" y="44031"/>
                  <a:pt x="1046901" y="50547"/>
                </a:cubicBezTo>
                <a:cubicBezTo>
                  <a:pt x="1055285" y="57063"/>
                  <a:pt x="1060326" y="68282"/>
                  <a:pt x="1062025" y="84205"/>
                </a:cubicBezTo>
                <a:lnTo>
                  <a:pt x="1042635" y="84205"/>
                </a:lnTo>
                <a:cubicBezTo>
                  <a:pt x="1041454" y="76892"/>
                  <a:pt x="1038758" y="70817"/>
                  <a:pt x="1034547" y="65979"/>
                </a:cubicBezTo>
                <a:cubicBezTo>
                  <a:pt x="1030337" y="61141"/>
                  <a:pt x="1023579" y="58722"/>
                  <a:pt x="1014272" y="58722"/>
                </a:cubicBezTo>
                <a:cubicBezTo>
                  <a:pt x="1001567" y="58722"/>
                  <a:pt x="992482" y="64926"/>
                  <a:pt x="987016" y="77335"/>
                </a:cubicBezTo>
                <a:cubicBezTo>
                  <a:pt x="983471" y="85387"/>
                  <a:pt x="981698" y="95321"/>
                  <a:pt x="981698" y="107139"/>
                </a:cubicBezTo>
                <a:cubicBezTo>
                  <a:pt x="981698" y="119031"/>
                  <a:pt x="984209" y="129040"/>
                  <a:pt x="989232" y="137165"/>
                </a:cubicBezTo>
                <a:cubicBezTo>
                  <a:pt x="994255" y="145290"/>
                  <a:pt x="1002158" y="149353"/>
                  <a:pt x="1012942" y="149353"/>
                </a:cubicBezTo>
                <a:cubicBezTo>
                  <a:pt x="1021215" y="149353"/>
                  <a:pt x="1027770" y="146842"/>
                  <a:pt x="1032608" y="141822"/>
                </a:cubicBezTo>
                <a:cubicBezTo>
                  <a:pt x="1037447" y="136801"/>
                  <a:pt x="1040789" y="129931"/>
                  <a:pt x="1042635" y="121210"/>
                </a:cubicBezTo>
                <a:lnTo>
                  <a:pt x="1062025" y="121210"/>
                </a:lnTo>
                <a:cubicBezTo>
                  <a:pt x="1059809" y="136943"/>
                  <a:pt x="1054269" y="148448"/>
                  <a:pt x="1045405" y="155723"/>
                </a:cubicBezTo>
                <a:cubicBezTo>
                  <a:pt x="1036542" y="162999"/>
                  <a:pt x="1025204" y="166637"/>
                  <a:pt x="1011391" y="166637"/>
                </a:cubicBezTo>
                <a:cubicBezTo>
                  <a:pt x="995880" y="166637"/>
                  <a:pt x="983507" y="160953"/>
                  <a:pt x="974275" y="149585"/>
                </a:cubicBezTo>
                <a:cubicBezTo>
                  <a:pt x="965042" y="138216"/>
                  <a:pt x="960425" y="124015"/>
                  <a:pt x="960425" y="106980"/>
                </a:cubicBezTo>
                <a:cubicBezTo>
                  <a:pt x="960425" y="86097"/>
                  <a:pt x="965485" y="69843"/>
                  <a:pt x="975604" y="58216"/>
                </a:cubicBezTo>
                <a:cubicBezTo>
                  <a:pt x="985723" y="46587"/>
                  <a:pt x="998613" y="40773"/>
                  <a:pt x="1014272" y="40773"/>
                </a:cubicBezTo>
                <a:moveTo>
                  <a:pt x="1011169" y="41438"/>
                </a:moveTo>
                <a:lnTo>
                  <a:pt x="1011169" y="41438"/>
                </a:lnTo>
                <a:close/>
                <a:moveTo>
                  <a:pt x="1081968" y="0"/>
                </a:moveTo>
                <a:lnTo>
                  <a:pt x="1101912" y="0"/>
                </a:lnTo>
                <a:lnTo>
                  <a:pt x="1101912" y="60494"/>
                </a:lnTo>
                <a:cubicBezTo>
                  <a:pt x="1106639" y="54477"/>
                  <a:pt x="1110886" y="50242"/>
                  <a:pt x="1114653" y="47791"/>
                </a:cubicBezTo>
                <a:cubicBezTo>
                  <a:pt x="1121079" y="43555"/>
                  <a:pt x="1129094" y="41438"/>
                  <a:pt x="1138696" y="41438"/>
                </a:cubicBezTo>
                <a:cubicBezTo>
                  <a:pt x="1155906" y="41438"/>
                  <a:pt x="1167577" y="47463"/>
                  <a:pt x="1173707" y="59515"/>
                </a:cubicBezTo>
                <a:cubicBezTo>
                  <a:pt x="1177031" y="66093"/>
                  <a:pt x="1178693" y="75223"/>
                  <a:pt x="1178693" y="86905"/>
                </a:cubicBezTo>
                <a:lnTo>
                  <a:pt x="1178693" y="163091"/>
                </a:lnTo>
                <a:lnTo>
                  <a:pt x="1158196" y="163091"/>
                </a:lnTo>
                <a:lnTo>
                  <a:pt x="1158196" y="88304"/>
                </a:lnTo>
                <a:cubicBezTo>
                  <a:pt x="1158196" y="79588"/>
                  <a:pt x="1157088" y="73199"/>
                  <a:pt x="1154872" y="69136"/>
                </a:cubicBezTo>
                <a:cubicBezTo>
                  <a:pt x="1151253" y="62636"/>
                  <a:pt x="1144457" y="59386"/>
                  <a:pt x="1134486" y="59386"/>
                </a:cubicBezTo>
                <a:cubicBezTo>
                  <a:pt x="1126213" y="59386"/>
                  <a:pt x="1118716" y="62230"/>
                  <a:pt x="1111994" y="67918"/>
                </a:cubicBezTo>
                <a:cubicBezTo>
                  <a:pt x="1105272" y="73605"/>
                  <a:pt x="1101912" y="84352"/>
                  <a:pt x="1101912" y="100159"/>
                </a:cubicBezTo>
                <a:lnTo>
                  <a:pt x="1101912" y="163091"/>
                </a:lnTo>
                <a:lnTo>
                  <a:pt x="1081968" y="163091"/>
                </a:lnTo>
                <a:lnTo>
                  <a:pt x="1081968" y="0"/>
                </a:lnTo>
                <a:close/>
                <a:moveTo>
                  <a:pt x="1223420" y="131570"/>
                </a:moveTo>
                <a:cubicBezTo>
                  <a:pt x="1223420" y="137350"/>
                  <a:pt x="1225525" y="141906"/>
                  <a:pt x="1229735" y="145239"/>
                </a:cubicBezTo>
                <a:cubicBezTo>
                  <a:pt x="1233945" y="148572"/>
                  <a:pt x="1238931" y="150239"/>
                  <a:pt x="1244693" y="150239"/>
                </a:cubicBezTo>
                <a:cubicBezTo>
                  <a:pt x="1251710" y="150239"/>
                  <a:pt x="1258505" y="148600"/>
                  <a:pt x="1265079" y="145322"/>
                </a:cubicBezTo>
                <a:cubicBezTo>
                  <a:pt x="1276158" y="139884"/>
                  <a:pt x="1281698" y="131034"/>
                  <a:pt x="1281698" y="118773"/>
                </a:cubicBezTo>
                <a:lnTo>
                  <a:pt x="1281698" y="102708"/>
                </a:lnTo>
                <a:cubicBezTo>
                  <a:pt x="1279261" y="104291"/>
                  <a:pt x="1276122" y="105610"/>
                  <a:pt x="1272281" y="106665"/>
                </a:cubicBezTo>
                <a:cubicBezTo>
                  <a:pt x="1268440" y="107720"/>
                  <a:pt x="1264673" y="108462"/>
                  <a:pt x="1260979" y="108891"/>
                </a:cubicBezTo>
                <a:lnTo>
                  <a:pt x="1248903" y="110397"/>
                </a:lnTo>
                <a:cubicBezTo>
                  <a:pt x="1241664" y="111328"/>
                  <a:pt x="1236235" y="112830"/>
                  <a:pt x="1232616" y="114905"/>
                </a:cubicBezTo>
                <a:cubicBezTo>
                  <a:pt x="1226485" y="118386"/>
                  <a:pt x="1223420" y="123941"/>
                  <a:pt x="1223420" y="131570"/>
                </a:cubicBezTo>
                <a:moveTo>
                  <a:pt x="1271727" y="91185"/>
                </a:moveTo>
                <a:cubicBezTo>
                  <a:pt x="1276306" y="90594"/>
                  <a:pt x="1279372" y="88673"/>
                  <a:pt x="1280923" y="85423"/>
                </a:cubicBezTo>
                <a:cubicBezTo>
                  <a:pt x="1281809" y="83644"/>
                  <a:pt x="1282252" y="81085"/>
                  <a:pt x="1282252" y="77747"/>
                </a:cubicBezTo>
                <a:cubicBezTo>
                  <a:pt x="1282252" y="70924"/>
                  <a:pt x="1279833" y="65974"/>
                  <a:pt x="1274995" y="62897"/>
                </a:cubicBezTo>
                <a:cubicBezTo>
                  <a:pt x="1270157" y="59818"/>
                  <a:pt x="1263232" y="58279"/>
                  <a:pt x="1254221" y="58279"/>
                </a:cubicBezTo>
                <a:cubicBezTo>
                  <a:pt x="1243806" y="58279"/>
                  <a:pt x="1236420" y="61099"/>
                  <a:pt x="1232062" y="66741"/>
                </a:cubicBezTo>
                <a:cubicBezTo>
                  <a:pt x="1229624" y="69859"/>
                  <a:pt x="1228036" y="74499"/>
                  <a:pt x="1227298" y="80659"/>
                </a:cubicBezTo>
                <a:lnTo>
                  <a:pt x="1208684" y="80659"/>
                </a:lnTo>
                <a:cubicBezTo>
                  <a:pt x="1209053" y="65993"/>
                  <a:pt x="1213799" y="55789"/>
                  <a:pt x="1222921" y="50048"/>
                </a:cubicBezTo>
                <a:cubicBezTo>
                  <a:pt x="1232043" y="44308"/>
                  <a:pt x="1242624" y="41438"/>
                  <a:pt x="1254664" y="41438"/>
                </a:cubicBezTo>
                <a:cubicBezTo>
                  <a:pt x="1268624" y="41438"/>
                  <a:pt x="1279962" y="44097"/>
                  <a:pt x="1288678" y="49415"/>
                </a:cubicBezTo>
                <a:cubicBezTo>
                  <a:pt x="1297320" y="54733"/>
                  <a:pt x="1301641" y="63013"/>
                  <a:pt x="1301641" y="74254"/>
                </a:cubicBezTo>
                <a:lnTo>
                  <a:pt x="1301641" y="142701"/>
                </a:lnTo>
                <a:cubicBezTo>
                  <a:pt x="1301641" y="144772"/>
                  <a:pt x="1302066" y="146435"/>
                  <a:pt x="1302916" y="147691"/>
                </a:cubicBezTo>
                <a:cubicBezTo>
                  <a:pt x="1303765" y="148946"/>
                  <a:pt x="1305556" y="149574"/>
                  <a:pt x="1308289" y="149574"/>
                </a:cubicBezTo>
                <a:cubicBezTo>
                  <a:pt x="1309176" y="149574"/>
                  <a:pt x="1310173" y="149519"/>
                  <a:pt x="1311281" y="149408"/>
                </a:cubicBezTo>
                <a:cubicBezTo>
                  <a:pt x="1312389" y="149297"/>
                  <a:pt x="1313570" y="149131"/>
                  <a:pt x="1314826" y="148909"/>
                </a:cubicBezTo>
                <a:lnTo>
                  <a:pt x="1314826" y="163756"/>
                </a:lnTo>
                <a:cubicBezTo>
                  <a:pt x="1311724" y="164642"/>
                  <a:pt x="1309360" y="165196"/>
                  <a:pt x="1307735" y="165418"/>
                </a:cubicBezTo>
                <a:cubicBezTo>
                  <a:pt x="1306110" y="165639"/>
                  <a:pt x="1303894" y="165750"/>
                  <a:pt x="1301087" y="165750"/>
                </a:cubicBezTo>
                <a:cubicBezTo>
                  <a:pt x="1294218" y="165750"/>
                  <a:pt x="1289232" y="163298"/>
                  <a:pt x="1286130" y="158393"/>
                </a:cubicBezTo>
                <a:cubicBezTo>
                  <a:pt x="1284505" y="155791"/>
                  <a:pt x="1283360" y="152113"/>
                  <a:pt x="1282695" y="147358"/>
                </a:cubicBezTo>
                <a:cubicBezTo>
                  <a:pt x="1278633" y="152736"/>
                  <a:pt x="1272798" y="157405"/>
                  <a:pt x="1265190" y="161363"/>
                </a:cubicBezTo>
                <a:cubicBezTo>
                  <a:pt x="1257582" y="165322"/>
                  <a:pt x="1249198" y="167301"/>
                  <a:pt x="1240039" y="167301"/>
                </a:cubicBezTo>
                <a:cubicBezTo>
                  <a:pt x="1229033" y="167301"/>
                  <a:pt x="1220040" y="163949"/>
                  <a:pt x="1213060" y="157243"/>
                </a:cubicBezTo>
                <a:cubicBezTo>
                  <a:pt x="1206080" y="150538"/>
                  <a:pt x="1202590" y="142147"/>
                  <a:pt x="1202590" y="132072"/>
                </a:cubicBezTo>
                <a:cubicBezTo>
                  <a:pt x="1202590" y="121032"/>
                  <a:pt x="1206025" y="112474"/>
                  <a:pt x="1212894" y="106398"/>
                </a:cubicBezTo>
                <a:cubicBezTo>
                  <a:pt x="1219763" y="100323"/>
                  <a:pt x="1228775" y="96581"/>
                  <a:pt x="1239928" y="95173"/>
                </a:cubicBezTo>
                <a:lnTo>
                  <a:pt x="1271727" y="91185"/>
                </a:lnTo>
                <a:moveTo>
                  <a:pt x="1255218" y="41438"/>
                </a:moveTo>
                <a:lnTo>
                  <a:pt x="1255218" y="41438"/>
                </a:lnTo>
                <a:close/>
                <a:moveTo>
                  <a:pt x="1334291" y="44318"/>
                </a:moveTo>
                <a:lnTo>
                  <a:pt x="1353237" y="44318"/>
                </a:lnTo>
                <a:lnTo>
                  <a:pt x="1353237" y="61159"/>
                </a:lnTo>
                <a:cubicBezTo>
                  <a:pt x="1358851" y="54216"/>
                  <a:pt x="1364797" y="49230"/>
                  <a:pt x="1371076" y="46202"/>
                </a:cubicBezTo>
                <a:cubicBezTo>
                  <a:pt x="1377354" y="43173"/>
                  <a:pt x="1384334" y="41659"/>
                  <a:pt x="1392016" y="41659"/>
                </a:cubicBezTo>
                <a:cubicBezTo>
                  <a:pt x="1408857" y="41659"/>
                  <a:pt x="1420232" y="47537"/>
                  <a:pt x="1426141" y="59293"/>
                </a:cubicBezTo>
                <a:cubicBezTo>
                  <a:pt x="1429391" y="65724"/>
                  <a:pt x="1431016" y="74928"/>
                  <a:pt x="1431016" y="86905"/>
                </a:cubicBezTo>
                <a:lnTo>
                  <a:pt x="1431016" y="163091"/>
                </a:lnTo>
                <a:lnTo>
                  <a:pt x="1410740" y="163091"/>
                </a:lnTo>
                <a:lnTo>
                  <a:pt x="1410740" y="88224"/>
                </a:lnTo>
                <a:cubicBezTo>
                  <a:pt x="1410740" y="80977"/>
                  <a:pt x="1409669" y="75134"/>
                  <a:pt x="1407527" y="70698"/>
                </a:cubicBezTo>
                <a:cubicBezTo>
                  <a:pt x="1403982" y="63305"/>
                  <a:pt x="1397556" y="59608"/>
                  <a:pt x="1388249" y="59608"/>
                </a:cubicBezTo>
                <a:cubicBezTo>
                  <a:pt x="1383522" y="59608"/>
                  <a:pt x="1379644" y="60088"/>
                  <a:pt x="1376615" y="61048"/>
                </a:cubicBezTo>
                <a:cubicBezTo>
                  <a:pt x="1371149" y="62676"/>
                  <a:pt x="1366348" y="65929"/>
                  <a:pt x="1362212" y="70809"/>
                </a:cubicBezTo>
                <a:cubicBezTo>
                  <a:pt x="1358888" y="74728"/>
                  <a:pt x="1356728" y="78777"/>
                  <a:pt x="1355730" y="82955"/>
                </a:cubicBezTo>
                <a:cubicBezTo>
                  <a:pt x="1354733" y="87133"/>
                  <a:pt x="1354235" y="93103"/>
                  <a:pt x="1354235" y="100866"/>
                </a:cubicBezTo>
                <a:lnTo>
                  <a:pt x="1354235" y="163091"/>
                </a:lnTo>
                <a:lnTo>
                  <a:pt x="1334291" y="163091"/>
                </a:lnTo>
                <a:lnTo>
                  <a:pt x="1334291" y="44318"/>
                </a:lnTo>
                <a:moveTo>
                  <a:pt x="1381158" y="41438"/>
                </a:moveTo>
                <a:lnTo>
                  <a:pt x="1381158" y="41438"/>
                </a:lnTo>
                <a:close/>
                <a:moveTo>
                  <a:pt x="1460453" y="44318"/>
                </a:moveTo>
                <a:lnTo>
                  <a:pt x="1479399" y="44318"/>
                </a:lnTo>
                <a:lnTo>
                  <a:pt x="1479399" y="61159"/>
                </a:lnTo>
                <a:cubicBezTo>
                  <a:pt x="1485013" y="54216"/>
                  <a:pt x="1490959" y="49230"/>
                  <a:pt x="1497237" y="46202"/>
                </a:cubicBezTo>
                <a:cubicBezTo>
                  <a:pt x="1503515" y="43173"/>
                  <a:pt x="1510496" y="41659"/>
                  <a:pt x="1518177" y="41659"/>
                </a:cubicBezTo>
                <a:cubicBezTo>
                  <a:pt x="1535018" y="41659"/>
                  <a:pt x="1546393" y="47537"/>
                  <a:pt x="1552303" y="59293"/>
                </a:cubicBezTo>
                <a:cubicBezTo>
                  <a:pt x="1555553" y="65724"/>
                  <a:pt x="1557178" y="74928"/>
                  <a:pt x="1557178" y="86905"/>
                </a:cubicBezTo>
                <a:lnTo>
                  <a:pt x="1557178" y="163091"/>
                </a:lnTo>
                <a:lnTo>
                  <a:pt x="1536902" y="163091"/>
                </a:lnTo>
                <a:lnTo>
                  <a:pt x="1536902" y="88224"/>
                </a:lnTo>
                <a:cubicBezTo>
                  <a:pt x="1536902" y="80977"/>
                  <a:pt x="1535831" y="75134"/>
                  <a:pt x="1533689" y="70698"/>
                </a:cubicBezTo>
                <a:cubicBezTo>
                  <a:pt x="1530143" y="63305"/>
                  <a:pt x="1523717" y="59608"/>
                  <a:pt x="1514410" y="59608"/>
                </a:cubicBezTo>
                <a:cubicBezTo>
                  <a:pt x="1509683" y="59608"/>
                  <a:pt x="1505805" y="60088"/>
                  <a:pt x="1502777" y="61048"/>
                </a:cubicBezTo>
                <a:cubicBezTo>
                  <a:pt x="1497311" y="62676"/>
                  <a:pt x="1492510" y="65929"/>
                  <a:pt x="1488373" y="70809"/>
                </a:cubicBezTo>
                <a:cubicBezTo>
                  <a:pt x="1485050" y="74728"/>
                  <a:pt x="1482889" y="78777"/>
                  <a:pt x="1481892" y="82955"/>
                </a:cubicBezTo>
                <a:cubicBezTo>
                  <a:pt x="1480895" y="87133"/>
                  <a:pt x="1480396" y="93103"/>
                  <a:pt x="1480396" y="100866"/>
                </a:cubicBezTo>
                <a:lnTo>
                  <a:pt x="1480396" y="163091"/>
                </a:lnTo>
                <a:lnTo>
                  <a:pt x="1460453" y="163091"/>
                </a:lnTo>
                <a:lnTo>
                  <a:pt x="1460453" y="44318"/>
                </a:lnTo>
                <a:moveTo>
                  <a:pt x="1507319" y="41438"/>
                </a:moveTo>
                <a:lnTo>
                  <a:pt x="1507319" y="41438"/>
                </a:lnTo>
                <a:close/>
                <a:moveTo>
                  <a:pt x="1636029" y="41659"/>
                </a:moveTo>
                <a:cubicBezTo>
                  <a:pt x="1644450" y="41659"/>
                  <a:pt x="1652612" y="43635"/>
                  <a:pt x="1660515" y="47587"/>
                </a:cubicBezTo>
                <a:cubicBezTo>
                  <a:pt x="1668419" y="51538"/>
                  <a:pt x="1674438" y="56652"/>
                  <a:pt x="1678575" y="62928"/>
                </a:cubicBezTo>
                <a:cubicBezTo>
                  <a:pt x="1682563" y="68911"/>
                  <a:pt x="1685223" y="75890"/>
                  <a:pt x="1686552" y="83865"/>
                </a:cubicBezTo>
                <a:cubicBezTo>
                  <a:pt x="1687734" y="89331"/>
                  <a:pt x="1688325" y="98086"/>
                  <a:pt x="1688325" y="110131"/>
                </a:cubicBezTo>
                <a:lnTo>
                  <a:pt x="1601350" y="110131"/>
                </a:lnTo>
                <a:cubicBezTo>
                  <a:pt x="1601720" y="122171"/>
                  <a:pt x="1604563" y="131828"/>
                  <a:pt x="1609881" y="139104"/>
                </a:cubicBezTo>
                <a:cubicBezTo>
                  <a:pt x="1615200" y="146380"/>
                  <a:pt x="1623435" y="150017"/>
                  <a:pt x="1634589" y="150017"/>
                </a:cubicBezTo>
                <a:cubicBezTo>
                  <a:pt x="1645004" y="150017"/>
                  <a:pt x="1653313" y="146614"/>
                  <a:pt x="1659518" y="139807"/>
                </a:cubicBezTo>
                <a:cubicBezTo>
                  <a:pt x="1663063" y="135855"/>
                  <a:pt x="1665575" y="131281"/>
                  <a:pt x="1667052" y="126085"/>
                </a:cubicBezTo>
                <a:lnTo>
                  <a:pt x="1686663" y="126085"/>
                </a:lnTo>
                <a:cubicBezTo>
                  <a:pt x="1686146" y="130420"/>
                  <a:pt x="1684428" y="135251"/>
                  <a:pt x="1681511" y="140579"/>
                </a:cubicBezTo>
                <a:cubicBezTo>
                  <a:pt x="1678593" y="145904"/>
                  <a:pt x="1675325" y="150256"/>
                  <a:pt x="1671705" y="153635"/>
                </a:cubicBezTo>
                <a:cubicBezTo>
                  <a:pt x="1665649" y="159515"/>
                  <a:pt x="1658151" y="163482"/>
                  <a:pt x="1649214" y="165539"/>
                </a:cubicBezTo>
                <a:cubicBezTo>
                  <a:pt x="1644413" y="166714"/>
                  <a:pt x="1638984" y="167301"/>
                  <a:pt x="1632927" y="167301"/>
                </a:cubicBezTo>
                <a:cubicBezTo>
                  <a:pt x="1618154" y="167301"/>
                  <a:pt x="1605634" y="161923"/>
                  <a:pt x="1595367" y="151167"/>
                </a:cubicBezTo>
                <a:cubicBezTo>
                  <a:pt x="1585100" y="140410"/>
                  <a:pt x="1579967" y="125347"/>
                  <a:pt x="1579967" y="105976"/>
                </a:cubicBezTo>
                <a:cubicBezTo>
                  <a:pt x="1579967" y="86903"/>
                  <a:pt x="1585137" y="71416"/>
                  <a:pt x="1595478" y="59515"/>
                </a:cubicBezTo>
                <a:cubicBezTo>
                  <a:pt x="1605819" y="47611"/>
                  <a:pt x="1619336" y="41659"/>
                  <a:pt x="1636029" y="41659"/>
                </a:cubicBezTo>
                <a:moveTo>
                  <a:pt x="1667828" y="94176"/>
                </a:moveTo>
                <a:cubicBezTo>
                  <a:pt x="1667015" y="85507"/>
                  <a:pt x="1665132" y="78578"/>
                  <a:pt x="1662177" y="73392"/>
                </a:cubicBezTo>
                <a:cubicBezTo>
                  <a:pt x="1656711" y="63759"/>
                  <a:pt x="1647589" y="58943"/>
                  <a:pt x="1634811" y="58943"/>
                </a:cubicBezTo>
                <a:cubicBezTo>
                  <a:pt x="1625651" y="58943"/>
                  <a:pt x="1617970" y="62259"/>
                  <a:pt x="1611765" y="68891"/>
                </a:cubicBezTo>
                <a:cubicBezTo>
                  <a:pt x="1605560" y="75522"/>
                  <a:pt x="1602274" y="83951"/>
                  <a:pt x="1601904" y="94176"/>
                </a:cubicBezTo>
                <a:lnTo>
                  <a:pt x="1667828" y="94176"/>
                </a:lnTo>
                <a:moveTo>
                  <a:pt x="1634146" y="41438"/>
                </a:moveTo>
                <a:lnTo>
                  <a:pt x="1634146" y="41438"/>
                </a:lnTo>
                <a:close/>
                <a:moveTo>
                  <a:pt x="1713330" y="222"/>
                </a:moveTo>
                <a:lnTo>
                  <a:pt x="1733273" y="222"/>
                </a:lnTo>
                <a:lnTo>
                  <a:pt x="1733273" y="163091"/>
                </a:lnTo>
                <a:lnTo>
                  <a:pt x="1713330" y="163091"/>
                </a:lnTo>
                <a:lnTo>
                  <a:pt x="1713330" y="2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Text T">
            <a:extLst xmlns:a="http://schemas.openxmlformats.org/drawingml/2006/main">
              <a:ext uri="{FF2B5EF4-FFF2-40B4-BE49-F238E27FC236}">
                <a16:creationId xmlns:a16="http://schemas.microsoft.com/office/drawing/2014/main" id="{7EDB3C17-2A6F-4B13-BB84-06CBC8F0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820" y="4976412"/>
            <a:ext cx="132068" cy="162870"/>
          </a:xfrm>
          <a:custGeom xmlns:a="http://schemas.openxmlformats.org/drawingml/2006/main">
            <a:pathLst>
              <a:path w="132068" h="162870">
                <a:moveTo>
                  <a:pt x="132068" y="0"/>
                </a:moveTo>
                <a:lnTo>
                  <a:pt x="132068" y="19500"/>
                </a:lnTo>
                <a:lnTo>
                  <a:pt x="77225" y="19500"/>
                </a:lnTo>
                <a:lnTo>
                  <a:pt x="77225" y="162870"/>
                </a:lnTo>
                <a:lnTo>
                  <a:pt x="54844" y="162870"/>
                </a:lnTo>
                <a:lnTo>
                  <a:pt x="54844" y="19500"/>
                </a:lnTo>
                <a:lnTo>
                  <a:pt x="0" y="19500"/>
                </a:lnTo>
                <a:lnTo>
                  <a:pt x="0" y="0"/>
                </a:lnTo>
                <a:lnTo>
                  <a:pt x="132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Text extchannel">
            <a:extLst xmlns:a="http://schemas.openxmlformats.org/drawingml/2006/main">
              <a:ext uri="{FF2B5EF4-FFF2-40B4-BE49-F238E27FC236}">
                <a16:creationId xmlns:a16="http://schemas.microsoft.com/office/drawing/2014/main" id="{C6AA1BA0-2142-427E-9333-6D98AAD0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4596" y="4976191"/>
            <a:ext cx="1137185" cy="167301"/>
          </a:xfrm>
          <a:custGeom xmlns:a="http://schemas.openxmlformats.org/drawingml/2006/main">
            <a:pathLst>
              <a:path w="1137185" h="167301">
                <a:moveTo>
                  <a:pt x="56063" y="41659"/>
                </a:moveTo>
                <a:cubicBezTo>
                  <a:pt x="64483" y="41659"/>
                  <a:pt x="72645" y="43635"/>
                  <a:pt x="80548" y="47587"/>
                </a:cubicBezTo>
                <a:cubicBezTo>
                  <a:pt x="88452" y="51538"/>
                  <a:pt x="94472" y="56652"/>
                  <a:pt x="98608" y="62928"/>
                </a:cubicBezTo>
                <a:cubicBezTo>
                  <a:pt x="102597" y="68911"/>
                  <a:pt x="105256" y="75890"/>
                  <a:pt x="106585" y="83865"/>
                </a:cubicBezTo>
                <a:cubicBezTo>
                  <a:pt x="107767" y="89331"/>
                  <a:pt x="108358" y="98086"/>
                  <a:pt x="108358" y="110131"/>
                </a:cubicBezTo>
                <a:lnTo>
                  <a:pt x="21384" y="110131"/>
                </a:lnTo>
                <a:cubicBezTo>
                  <a:pt x="21753" y="122171"/>
                  <a:pt x="24597" y="131828"/>
                  <a:pt x="29915" y="139104"/>
                </a:cubicBezTo>
                <a:cubicBezTo>
                  <a:pt x="35233" y="146380"/>
                  <a:pt x="43469" y="150017"/>
                  <a:pt x="54622" y="150017"/>
                </a:cubicBezTo>
                <a:cubicBezTo>
                  <a:pt x="65037" y="150017"/>
                  <a:pt x="73347" y="146614"/>
                  <a:pt x="79551" y="139807"/>
                </a:cubicBezTo>
                <a:cubicBezTo>
                  <a:pt x="83097" y="135855"/>
                  <a:pt x="85608" y="131281"/>
                  <a:pt x="87085" y="126085"/>
                </a:cubicBezTo>
                <a:lnTo>
                  <a:pt x="106696" y="126085"/>
                </a:lnTo>
                <a:cubicBezTo>
                  <a:pt x="106179" y="130420"/>
                  <a:pt x="104462" y="135251"/>
                  <a:pt x="101544" y="140579"/>
                </a:cubicBezTo>
                <a:cubicBezTo>
                  <a:pt x="98627" y="145904"/>
                  <a:pt x="95358" y="150256"/>
                  <a:pt x="91739" y="153635"/>
                </a:cubicBezTo>
                <a:cubicBezTo>
                  <a:pt x="85682" y="159515"/>
                  <a:pt x="78185" y="163482"/>
                  <a:pt x="69247" y="165539"/>
                </a:cubicBezTo>
                <a:cubicBezTo>
                  <a:pt x="64446" y="166714"/>
                  <a:pt x="59017" y="167301"/>
                  <a:pt x="52960" y="167301"/>
                </a:cubicBezTo>
                <a:cubicBezTo>
                  <a:pt x="38188" y="167301"/>
                  <a:pt x="25668" y="161923"/>
                  <a:pt x="15401" y="151167"/>
                </a:cubicBezTo>
                <a:cubicBezTo>
                  <a:pt x="5134" y="140410"/>
                  <a:pt x="0" y="125347"/>
                  <a:pt x="0" y="105976"/>
                </a:cubicBezTo>
                <a:cubicBezTo>
                  <a:pt x="0" y="86903"/>
                  <a:pt x="5170" y="71416"/>
                  <a:pt x="15511" y="59515"/>
                </a:cubicBezTo>
                <a:cubicBezTo>
                  <a:pt x="25852" y="47611"/>
                  <a:pt x="39369" y="41659"/>
                  <a:pt x="56063" y="41659"/>
                </a:cubicBezTo>
                <a:moveTo>
                  <a:pt x="87861" y="94176"/>
                </a:moveTo>
                <a:cubicBezTo>
                  <a:pt x="87048" y="85507"/>
                  <a:pt x="85165" y="78578"/>
                  <a:pt x="82210" y="73392"/>
                </a:cubicBezTo>
                <a:cubicBezTo>
                  <a:pt x="76744" y="63759"/>
                  <a:pt x="67622" y="58943"/>
                  <a:pt x="54844" y="58943"/>
                </a:cubicBezTo>
                <a:cubicBezTo>
                  <a:pt x="45685" y="58943"/>
                  <a:pt x="38003" y="62259"/>
                  <a:pt x="31798" y="68891"/>
                </a:cubicBezTo>
                <a:cubicBezTo>
                  <a:pt x="25594" y="75522"/>
                  <a:pt x="22307" y="83951"/>
                  <a:pt x="21938" y="94176"/>
                </a:cubicBezTo>
                <a:lnTo>
                  <a:pt x="87861" y="94176"/>
                </a:lnTo>
                <a:moveTo>
                  <a:pt x="54179" y="41438"/>
                </a:moveTo>
                <a:lnTo>
                  <a:pt x="54179" y="41438"/>
                </a:lnTo>
                <a:close/>
                <a:moveTo>
                  <a:pt x="121508" y="44318"/>
                </a:moveTo>
                <a:lnTo>
                  <a:pt x="147323" y="44318"/>
                </a:lnTo>
                <a:lnTo>
                  <a:pt x="174579" y="86126"/>
                </a:lnTo>
                <a:lnTo>
                  <a:pt x="202167" y="44318"/>
                </a:lnTo>
                <a:lnTo>
                  <a:pt x="226432" y="44872"/>
                </a:lnTo>
                <a:lnTo>
                  <a:pt x="186434" y="102209"/>
                </a:lnTo>
                <a:lnTo>
                  <a:pt x="228204" y="163091"/>
                </a:lnTo>
                <a:lnTo>
                  <a:pt x="202721" y="163091"/>
                </a:lnTo>
                <a:lnTo>
                  <a:pt x="173250" y="118510"/>
                </a:lnTo>
                <a:lnTo>
                  <a:pt x="144664" y="163091"/>
                </a:lnTo>
                <a:lnTo>
                  <a:pt x="119403" y="163091"/>
                </a:lnTo>
                <a:lnTo>
                  <a:pt x="161173" y="102209"/>
                </a:lnTo>
                <a:lnTo>
                  <a:pt x="121508" y="44318"/>
                </a:lnTo>
                <a:close/>
                <a:moveTo>
                  <a:pt x="250253" y="11301"/>
                </a:moveTo>
                <a:lnTo>
                  <a:pt x="270418" y="11301"/>
                </a:lnTo>
                <a:lnTo>
                  <a:pt x="270418" y="44318"/>
                </a:lnTo>
                <a:lnTo>
                  <a:pt x="289364" y="44318"/>
                </a:lnTo>
                <a:lnTo>
                  <a:pt x="289364" y="60716"/>
                </a:lnTo>
                <a:lnTo>
                  <a:pt x="270418" y="60716"/>
                </a:lnTo>
                <a:lnTo>
                  <a:pt x="270418" y="138065"/>
                </a:lnTo>
                <a:cubicBezTo>
                  <a:pt x="270418" y="142195"/>
                  <a:pt x="271821" y="144960"/>
                  <a:pt x="274628" y="146361"/>
                </a:cubicBezTo>
                <a:cubicBezTo>
                  <a:pt x="276179" y="147174"/>
                  <a:pt x="278765" y="147580"/>
                  <a:pt x="282384" y="147580"/>
                </a:cubicBezTo>
                <a:cubicBezTo>
                  <a:pt x="283344" y="147580"/>
                  <a:pt x="284378" y="147556"/>
                  <a:pt x="285486" y="147507"/>
                </a:cubicBezTo>
                <a:cubicBezTo>
                  <a:pt x="286594" y="147456"/>
                  <a:pt x="287887" y="147333"/>
                  <a:pt x="289364" y="147137"/>
                </a:cubicBezTo>
                <a:lnTo>
                  <a:pt x="289364" y="163091"/>
                </a:lnTo>
                <a:cubicBezTo>
                  <a:pt x="287074" y="163795"/>
                  <a:pt x="284692" y="164303"/>
                  <a:pt x="282218" y="164615"/>
                </a:cubicBezTo>
                <a:cubicBezTo>
                  <a:pt x="279743" y="164929"/>
                  <a:pt x="277066" y="165086"/>
                  <a:pt x="274185" y="165086"/>
                </a:cubicBezTo>
                <a:cubicBezTo>
                  <a:pt x="264878" y="165086"/>
                  <a:pt x="258563" y="162701"/>
                  <a:pt x="255239" y="157932"/>
                </a:cubicBezTo>
                <a:cubicBezTo>
                  <a:pt x="251915" y="153163"/>
                  <a:pt x="250253" y="146970"/>
                  <a:pt x="250253" y="139353"/>
                </a:cubicBezTo>
                <a:lnTo>
                  <a:pt x="250253" y="60716"/>
                </a:lnTo>
                <a:lnTo>
                  <a:pt x="234188" y="60716"/>
                </a:lnTo>
                <a:lnTo>
                  <a:pt x="234188" y="44318"/>
                </a:lnTo>
                <a:lnTo>
                  <a:pt x="250253" y="44318"/>
                </a:lnTo>
                <a:lnTo>
                  <a:pt x="250253" y="11301"/>
                </a:lnTo>
                <a:close/>
                <a:moveTo>
                  <a:pt x="418185" y="40773"/>
                </a:moveTo>
                <a:cubicBezTo>
                  <a:pt x="431555" y="40773"/>
                  <a:pt x="442431" y="44031"/>
                  <a:pt x="450815" y="50547"/>
                </a:cubicBezTo>
                <a:cubicBezTo>
                  <a:pt x="459198" y="57063"/>
                  <a:pt x="464239" y="68282"/>
                  <a:pt x="465938" y="84205"/>
                </a:cubicBezTo>
                <a:lnTo>
                  <a:pt x="446549" y="84205"/>
                </a:lnTo>
                <a:cubicBezTo>
                  <a:pt x="445367" y="76892"/>
                  <a:pt x="442671" y="70817"/>
                  <a:pt x="438461" y="65979"/>
                </a:cubicBezTo>
                <a:cubicBezTo>
                  <a:pt x="434251" y="61141"/>
                  <a:pt x="427492" y="58722"/>
                  <a:pt x="418185" y="58722"/>
                </a:cubicBezTo>
                <a:cubicBezTo>
                  <a:pt x="405481" y="58722"/>
                  <a:pt x="396395" y="64926"/>
                  <a:pt x="390929" y="77335"/>
                </a:cubicBezTo>
                <a:cubicBezTo>
                  <a:pt x="387384" y="85387"/>
                  <a:pt x="385611" y="95321"/>
                  <a:pt x="385611" y="107139"/>
                </a:cubicBezTo>
                <a:cubicBezTo>
                  <a:pt x="385611" y="119031"/>
                  <a:pt x="388123" y="129040"/>
                  <a:pt x="393145" y="137165"/>
                </a:cubicBezTo>
                <a:cubicBezTo>
                  <a:pt x="398168" y="145290"/>
                  <a:pt x="406072" y="149353"/>
                  <a:pt x="416856" y="149353"/>
                </a:cubicBezTo>
                <a:cubicBezTo>
                  <a:pt x="425128" y="149353"/>
                  <a:pt x="431684" y="146842"/>
                  <a:pt x="436522" y="141822"/>
                </a:cubicBezTo>
                <a:cubicBezTo>
                  <a:pt x="441360" y="136801"/>
                  <a:pt x="444702" y="129931"/>
                  <a:pt x="446549" y="121210"/>
                </a:cubicBezTo>
                <a:lnTo>
                  <a:pt x="465938" y="121210"/>
                </a:lnTo>
                <a:cubicBezTo>
                  <a:pt x="463722" y="136943"/>
                  <a:pt x="458182" y="148448"/>
                  <a:pt x="449319" y="155723"/>
                </a:cubicBezTo>
                <a:cubicBezTo>
                  <a:pt x="440455" y="162999"/>
                  <a:pt x="429117" y="166637"/>
                  <a:pt x="415305" y="166637"/>
                </a:cubicBezTo>
                <a:cubicBezTo>
                  <a:pt x="399793" y="166637"/>
                  <a:pt x="387421" y="160953"/>
                  <a:pt x="378188" y="149585"/>
                </a:cubicBezTo>
                <a:cubicBezTo>
                  <a:pt x="368955" y="138216"/>
                  <a:pt x="364339" y="124015"/>
                  <a:pt x="364339" y="106980"/>
                </a:cubicBezTo>
                <a:cubicBezTo>
                  <a:pt x="364339" y="86097"/>
                  <a:pt x="369398" y="69843"/>
                  <a:pt x="379518" y="58216"/>
                </a:cubicBezTo>
                <a:cubicBezTo>
                  <a:pt x="389637" y="46587"/>
                  <a:pt x="402526" y="40773"/>
                  <a:pt x="418185" y="40773"/>
                </a:cubicBezTo>
                <a:moveTo>
                  <a:pt x="415083" y="41438"/>
                </a:moveTo>
                <a:lnTo>
                  <a:pt x="415083" y="41438"/>
                </a:lnTo>
                <a:close/>
                <a:moveTo>
                  <a:pt x="485881" y="0"/>
                </a:moveTo>
                <a:lnTo>
                  <a:pt x="505824" y="0"/>
                </a:lnTo>
                <a:lnTo>
                  <a:pt x="505824" y="60494"/>
                </a:lnTo>
                <a:cubicBezTo>
                  <a:pt x="510551" y="54477"/>
                  <a:pt x="514798" y="50242"/>
                  <a:pt x="518565" y="47791"/>
                </a:cubicBezTo>
                <a:cubicBezTo>
                  <a:pt x="524992" y="43555"/>
                  <a:pt x="533006" y="41438"/>
                  <a:pt x="542608" y="41438"/>
                </a:cubicBezTo>
                <a:cubicBezTo>
                  <a:pt x="559818" y="41438"/>
                  <a:pt x="571489" y="47463"/>
                  <a:pt x="577620" y="59515"/>
                </a:cubicBezTo>
                <a:cubicBezTo>
                  <a:pt x="580943" y="66093"/>
                  <a:pt x="582605" y="75223"/>
                  <a:pt x="582605" y="86905"/>
                </a:cubicBezTo>
                <a:lnTo>
                  <a:pt x="582605" y="163091"/>
                </a:lnTo>
                <a:lnTo>
                  <a:pt x="562108" y="163091"/>
                </a:lnTo>
                <a:lnTo>
                  <a:pt x="562108" y="88304"/>
                </a:lnTo>
                <a:cubicBezTo>
                  <a:pt x="562108" y="79588"/>
                  <a:pt x="561000" y="73199"/>
                  <a:pt x="558784" y="69136"/>
                </a:cubicBezTo>
                <a:cubicBezTo>
                  <a:pt x="555165" y="62636"/>
                  <a:pt x="548370" y="59386"/>
                  <a:pt x="538398" y="59386"/>
                </a:cubicBezTo>
                <a:cubicBezTo>
                  <a:pt x="530125" y="59386"/>
                  <a:pt x="522628" y="62230"/>
                  <a:pt x="515906" y="67918"/>
                </a:cubicBezTo>
                <a:cubicBezTo>
                  <a:pt x="509185" y="73605"/>
                  <a:pt x="505824" y="84352"/>
                  <a:pt x="505824" y="100159"/>
                </a:cubicBezTo>
                <a:lnTo>
                  <a:pt x="505824" y="163091"/>
                </a:lnTo>
                <a:lnTo>
                  <a:pt x="485881" y="163091"/>
                </a:lnTo>
                <a:lnTo>
                  <a:pt x="485881" y="0"/>
                </a:lnTo>
                <a:close/>
                <a:moveTo>
                  <a:pt x="627332" y="131570"/>
                </a:moveTo>
                <a:cubicBezTo>
                  <a:pt x="627332" y="137350"/>
                  <a:pt x="629437" y="141906"/>
                  <a:pt x="633647" y="145239"/>
                </a:cubicBezTo>
                <a:cubicBezTo>
                  <a:pt x="637858" y="148572"/>
                  <a:pt x="642843" y="150239"/>
                  <a:pt x="648605" y="150239"/>
                </a:cubicBezTo>
                <a:cubicBezTo>
                  <a:pt x="655622" y="150239"/>
                  <a:pt x="662417" y="148600"/>
                  <a:pt x="668991" y="145322"/>
                </a:cubicBezTo>
                <a:cubicBezTo>
                  <a:pt x="680071" y="139884"/>
                  <a:pt x="685611" y="131034"/>
                  <a:pt x="685611" y="118773"/>
                </a:cubicBezTo>
                <a:lnTo>
                  <a:pt x="685611" y="102708"/>
                </a:lnTo>
                <a:cubicBezTo>
                  <a:pt x="683173" y="104291"/>
                  <a:pt x="680034" y="105610"/>
                  <a:pt x="676193" y="106665"/>
                </a:cubicBezTo>
                <a:cubicBezTo>
                  <a:pt x="672352" y="107720"/>
                  <a:pt x="668585" y="108462"/>
                  <a:pt x="664892" y="108891"/>
                </a:cubicBezTo>
                <a:lnTo>
                  <a:pt x="652815" y="110397"/>
                </a:lnTo>
                <a:cubicBezTo>
                  <a:pt x="645576" y="111328"/>
                  <a:pt x="640147" y="112830"/>
                  <a:pt x="636528" y="114905"/>
                </a:cubicBezTo>
                <a:cubicBezTo>
                  <a:pt x="630397" y="118386"/>
                  <a:pt x="627332" y="123941"/>
                  <a:pt x="627332" y="131570"/>
                </a:cubicBezTo>
                <a:moveTo>
                  <a:pt x="675639" y="91185"/>
                </a:moveTo>
                <a:cubicBezTo>
                  <a:pt x="680219" y="90594"/>
                  <a:pt x="683284" y="88673"/>
                  <a:pt x="684835" y="85423"/>
                </a:cubicBezTo>
                <a:cubicBezTo>
                  <a:pt x="685721" y="83644"/>
                  <a:pt x="686165" y="81085"/>
                  <a:pt x="686165" y="77747"/>
                </a:cubicBezTo>
                <a:cubicBezTo>
                  <a:pt x="686165" y="70924"/>
                  <a:pt x="683746" y="65974"/>
                  <a:pt x="678907" y="62897"/>
                </a:cubicBezTo>
                <a:cubicBezTo>
                  <a:pt x="674069" y="59818"/>
                  <a:pt x="667145" y="58279"/>
                  <a:pt x="658133" y="58279"/>
                </a:cubicBezTo>
                <a:cubicBezTo>
                  <a:pt x="647718" y="58279"/>
                  <a:pt x="640332" y="61099"/>
                  <a:pt x="635974" y="66741"/>
                </a:cubicBezTo>
                <a:cubicBezTo>
                  <a:pt x="633537" y="69859"/>
                  <a:pt x="631949" y="74499"/>
                  <a:pt x="631210" y="80659"/>
                </a:cubicBezTo>
                <a:lnTo>
                  <a:pt x="612596" y="80659"/>
                </a:lnTo>
                <a:cubicBezTo>
                  <a:pt x="612966" y="65993"/>
                  <a:pt x="617711" y="55789"/>
                  <a:pt x="626833" y="50048"/>
                </a:cubicBezTo>
                <a:cubicBezTo>
                  <a:pt x="635956" y="44308"/>
                  <a:pt x="646537" y="41438"/>
                  <a:pt x="658576" y="41438"/>
                </a:cubicBezTo>
                <a:cubicBezTo>
                  <a:pt x="672537" y="41438"/>
                  <a:pt x="683875" y="44097"/>
                  <a:pt x="692591" y="49415"/>
                </a:cubicBezTo>
                <a:cubicBezTo>
                  <a:pt x="701233" y="54733"/>
                  <a:pt x="705554" y="63013"/>
                  <a:pt x="705554" y="74254"/>
                </a:cubicBezTo>
                <a:lnTo>
                  <a:pt x="705554" y="142701"/>
                </a:lnTo>
                <a:cubicBezTo>
                  <a:pt x="705554" y="144772"/>
                  <a:pt x="705978" y="146435"/>
                  <a:pt x="706828" y="147691"/>
                </a:cubicBezTo>
                <a:cubicBezTo>
                  <a:pt x="707677" y="148946"/>
                  <a:pt x="709469" y="149574"/>
                  <a:pt x="712202" y="149574"/>
                </a:cubicBezTo>
                <a:cubicBezTo>
                  <a:pt x="713088" y="149574"/>
                  <a:pt x="714085" y="149519"/>
                  <a:pt x="715193" y="149408"/>
                </a:cubicBezTo>
                <a:cubicBezTo>
                  <a:pt x="716301" y="149297"/>
                  <a:pt x="717483" y="149131"/>
                  <a:pt x="718738" y="148909"/>
                </a:cubicBezTo>
                <a:lnTo>
                  <a:pt x="718738" y="163756"/>
                </a:lnTo>
                <a:cubicBezTo>
                  <a:pt x="715636" y="164642"/>
                  <a:pt x="713273" y="165196"/>
                  <a:pt x="711648" y="165418"/>
                </a:cubicBezTo>
                <a:cubicBezTo>
                  <a:pt x="710023" y="165639"/>
                  <a:pt x="707807" y="165750"/>
                  <a:pt x="705000" y="165750"/>
                </a:cubicBezTo>
                <a:cubicBezTo>
                  <a:pt x="698130" y="165750"/>
                  <a:pt x="693145" y="163298"/>
                  <a:pt x="690042" y="158393"/>
                </a:cubicBezTo>
                <a:cubicBezTo>
                  <a:pt x="688417" y="155791"/>
                  <a:pt x="687273" y="152113"/>
                  <a:pt x="686608" y="147358"/>
                </a:cubicBezTo>
                <a:cubicBezTo>
                  <a:pt x="682545" y="152736"/>
                  <a:pt x="676710" y="157405"/>
                  <a:pt x="669102" y="161363"/>
                </a:cubicBezTo>
                <a:cubicBezTo>
                  <a:pt x="661494" y="165322"/>
                  <a:pt x="653111" y="167301"/>
                  <a:pt x="643951" y="167301"/>
                </a:cubicBezTo>
                <a:cubicBezTo>
                  <a:pt x="632946" y="167301"/>
                  <a:pt x="623953" y="163949"/>
                  <a:pt x="616973" y="157243"/>
                </a:cubicBezTo>
                <a:cubicBezTo>
                  <a:pt x="609993" y="150538"/>
                  <a:pt x="606502" y="142147"/>
                  <a:pt x="606502" y="132072"/>
                </a:cubicBezTo>
                <a:cubicBezTo>
                  <a:pt x="606502" y="121032"/>
                  <a:pt x="609937" y="112474"/>
                  <a:pt x="616806" y="106398"/>
                </a:cubicBezTo>
                <a:cubicBezTo>
                  <a:pt x="623676" y="100323"/>
                  <a:pt x="632687" y="96581"/>
                  <a:pt x="643841" y="95173"/>
                </a:cubicBezTo>
                <a:lnTo>
                  <a:pt x="675639" y="91185"/>
                </a:lnTo>
                <a:moveTo>
                  <a:pt x="659130" y="41438"/>
                </a:moveTo>
                <a:lnTo>
                  <a:pt x="659130" y="41438"/>
                </a:lnTo>
                <a:close/>
                <a:moveTo>
                  <a:pt x="738204" y="44318"/>
                </a:moveTo>
                <a:lnTo>
                  <a:pt x="757150" y="44318"/>
                </a:lnTo>
                <a:lnTo>
                  <a:pt x="757150" y="61159"/>
                </a:lnTo>
                <a:cubicBezTo>
                  <a:pt x="762763" y="54216"/>
                  <a:pt x="768709" y="49230"/>
                  <a:pt x="774988" y="46202"/>
                </a:cubicBezTo>
                <a:cubicBezTo>
                  <a:pt x="781266" y="43173"/>
                  <a:pt x="788246" y="41659"/>
                  <a:pt x="795928" y="41659"/>
                </a:cubicBezTo>
                <a:cubicBezTo>
                  <a:pt x="812769" y="41659"/>
                  <a:pt x="824144" y="47537"/>
                  <a:pt x="830053" y="59293"/>
                </a:cubicBezTo>
                <a:cubicBezTo>
                  <a:pt x="833303" y="65724"/>
                  <a:pt x="834928" y="74928"/>
                  <a:pt x="834928" y="86905"/>
                </a:cubicBezTo>
                <a:lnTo>
                  <a:pt x="834928" y="163091"/>
                </a:lnTo>
                <a:lnTo>
                  <a:pt x="814653" y="163091"/>
                </a:lnTo>
                <a:lnTo>
                  <a:pt x="814653" y="88224"/>
                </a:lnTo>
                <a:cubicBezTo>
                  <a:pt x="814653" y="80977"/>
                  <a:pt x="813582" y="75134"/>
                  <a:pt x="811440" y="70698"/>
                </a:cubicBezTo>
                <a:cubicBezTo>
                  <a:pt x="807894" y="63305"/>
                  <a:pt x="801468" y="59608"/>
                  <a:pt x="792161" y="59608"/>
                </a:cubicBezTo>
                <a:cubicBezTo>
                  <a:pt x="787434" y="59608"/>
                  <a:pt x="783556" y="60088"/>
                  <a:pt x="780528" y="61048"/>
                </a:cubicBezTo>
                <a:cubicBezTo>
                  <a:pt x="775062" y="62676"/>
                  <a:pt x="770261" y="65929"/>
                  <a:pt x="766124" y="70809"/>
                </a:cubicBezTo>
                <a:cubicBezTo>
                  <a:pt x="762800" y="74728"/>
                  <a:pt x="760640" y="78777"/>
                  <a:pt x="759643" y="82955"/>
                </a:cubicBezTo>
                <a:cubicBezTo>
                  <a:pt x="758646" y="87133"/>
                  <a:pt x="758147" y="93103"/>
                  <a:pt x="758147" y="100866"/>
                </a:cubicBezTo>
                <a:lnTo>
                  <a:pt x="758147" y="163091"/>
                </a:lnTo>
                <a:lnTo>
                  <a:pt x="738204" y="163091"/>
                </a:lnTo>
                <a:lnTo>
                  <a:pt x="738204" y="44318"/>
                </a:lnTo>
                <a:moveTo>
                  <a:pt x="785070" y="41438"/>
                </a:moveTo>
                <a:lnTo>
                  <a:pt x="785070" y="41438"/>
                </a:lnTo>
                <a:close/>
                <a:moveTo>
                  <a:pt x="864365" y="44318"/>
                </a:moveTo>
                <a:lnTo>
                  <a:pt x="883311" y="44318"/>
                </a:lnTo>
                <a:lnTo>
                  <a:pt x="883311" y="61159"/>
                </a:lnTo>
                <a:cubicBezTo>
                  <a:pt x="888925" y="54216"/>
                  <a:pt x="894871" y="49230"/>
                  <a:pt x="901149" y="46202"/>
                </a:cubicBezTo>
                <a:cubicBezTo>
                  <a:pt x="907428" y="43173"/>
                  <a:pt x="914408" y="41659"/>
                  <a:pt x="922090" y="41659"/>
                </a:cubicBezTo>
                <a:cubicBezTo>
                  <a:pt x="938931" y="41659"/>
                  <a:pt x="950306" y="47537"/>
                  <a:pt x="956215" y="59293"/>
                </a:cubicBezTo>
                <a:cubicBezTo>
                  <a:pt x="959465" y="65724"/>
                  <a:pt x="961090" y="74928"/>
                  <a:pt x="961090" y="86905"/>
                </a:cubicBezTo>
                <a:lnTo>
                  <a:pt x="961090" y="163091"/>
                </a:lnTo>
                <a:lnTo>
                  <a:pt x="940814" y="163091"/>
                </a:lnTo>
                <a:lnTo>
                  <a:pt x="940814" y="88224"/>
                </a:lnTo>
                <a:cubicBezTo>
                  <a:pt x="940814" y="80977"/>
                  <a:pt x="939743" y="75134"/>
                  <a:pt x="937601" y="70698"/>
                </a:cubicBezTo>
                <a:cubicBezTo>
                  <a:pt x="934056" y="63305"/>
                  <a:pt x="927630" y="59608"/>
                  <a:pt x="918323" y="59608"/>
                </a:cubicBezTo>
                <a:cubicBezTo>
                  <a:pt x="913595" y="59608"/>
                  <a:pt x="909718" y="60088"/>
                  <a:pt x="906689" y="61048"/>
                </a:cubicBezTo>
                <a:cubicBezTo>
                  <a:pt x="901223" y="62676"/>
                  <a:pt x="896422" y="65929"/>
                  <a:pt x="892286" y="70809"/>
                </a:cubicBezTo>
                <a:cubicBezTo>
                  <a:pt x="888962" y="74728"/>
                  <a:pt x="886801" y="78777"/>
                  <a:pt x="885804" y="82955"/>
                </a:cubicBezTo>
                <a:cubicBezTo>
                  <a:pt x="884807" y="87133"/>
                  <a:pt x="884308" y="93103"/>
                  <a:pt x="884308" y="100866"/>
                </a:cubicBezTo>
                <a:lnTo>
                  <a:pt x="884308" y="163091"/>
                </a:lnTo>
                <a:lnTo>
                  <a:pt x="864365" y="163091"/>
                </a:lnTo>
                <a:lnTo>
                  <a:pt x="864365" y="44318"/>
                </a:lnTo>
                <a:moveTo>
                  <a:pt x="911232" y="41438"/>
                </a:moveTo>
                <a:lnTo>
                  <a:pt x="911232" y="41438"/>
                </a:lnTo>
                <a:close/>
                <a:moveTo>
                  <a:pt x="1039942" y="41659"/>
                </a:moveTo>
                <a:cubicBezTo>
                  <a:pt x="1048362" y="41659"/>
                  <a:pt x="1056524" y="43635"/>
                  <a:pt x="1064427" y="47587"/>
                </a:cubicBezTo>
                <a:cubicBezTo>
                  <a:pt x="1072331" y="51538"/>
                  <a:pt x="1078351" y="56652"/>
                  <a:pt x="1082487" y="62928"/>
                </a:cubicBezTo>
                <a:cubicBezTo>
                  <a:pt x="1086476" y="68911"/>
                  <a:pt x="1089135" y="75890"/>
                  <a:pt x="1090464" y="83865"/>
                </a:cubicBezTo>
                <a:cubicBezTo>
                  <a:pt x="1091646" y="89331"/>
                  <a:pt x="1092237" y="98086"/>
                  <a:pt x="1092237" y="110131"/>
                </a:cubicBezTo>
                <a:lnTo>
                  <a:pt x="1005263" y="110131"/>
                </a:lnTo>
                <a:cubicBezTo>
                  <a:pt x="1005632" y="122171"/>
                  <a:pt x="1008476" y="131828"/>
                  <a:pt x="1013794" y="139104"/>
                </a:cubicBezTo>
                <a:cubicBezTo>
                  <a:pt x="1019112" y="146380"/>
                  <a:pt x="1027348" y="150017"/>
                  <a:pt x="1038501" y="150017"/>
                </a:cubicBezTo>
                <a:cubicBezTo>
                  <a:pt x="1048916" y="150017"/>
                  <a:pt x="1057226" y="146614"/>
                  <a:pt x="1063430" y="139807"/>
                </a:cubicBezTo>
                <a:cubicBezTo>
                  <a:pt x="1066976" y="135855"/>
                  <a:pt x="1069487" y="131281"/>
                  <a:pt x="1070964" y="126085"/>
                </a:cubicBezTo>
                <a:lnTo>
                  <a:pt x="1090575" y="126085"/>
                </a:lnTo>
                <a:cubicBezTo>
                  <a:pt x="1090058" y="130420"/>
                  <a:pt x="1088341" y="135251"/>
                  <a:pt x="1085423" y="140579"/>
                </a:cubicBezTo>
                <a:cubicBezTo>
                  <a:pt x="1082506" y="145904"/>
                  <a:pt x="1079237" y="150256"/>
                  <a:pt x="1075618" y="153635"/>
                </a:cubicBezTo>
                <a:cubicBezTo>
                  <a:pt x="1069561" y="159515"/>
                  <a:pt x="1062064" y="163482"/>
                  <a:pt x="1053126" y="165539"/>
                </a:cubicBezTo>
                <a:cubicBezTo>
                  <a:pt x="1048325" y="166714"/>
                  <a:pt x="1042896" y="167301"/>
                  <a:pt x="1036839" y="167301"/>
                </a:cubicBezTo>
                <a:cubicBezTo>
                  <a:pt x="1022067" y="167301"/>
                  <a:pt x="1009547" y="161923"/>
                  <a:pt x="999280" y="151167"/>
                </a:cubicBezTo>
                <a:cubicBezTo>
                  <a:pt x="989013" y="140410"/>
                  <a:pt x="983879" y="125347"/>
                  <a:pt x="983879" y="105976"/>
                </a:cubicBezTo>
                <a:cubicBezTo>
                  <a:pt x="983879" y="86903"/>
                  <a:pt x="989049" y="71416"/>
                  <a:pt x="999390" y="59515"/>
                </a:cubicBezTo>
                <a:cubicBezTo>
                  <a:pt x="1009731" y="47611"/>
                  <a:pt x="1023248" y="41659"/>
                  <a:pt x="1039942" y="41659"/>
                </a:cubicBezTo>
                <a:moveTo>
                  <a:pt x="1071740" y="94176"/>
                </a:moveTo>
                <a:cubicBezTo>
                  <a:pt x="1070927" y="85507"/>
                  <a:pt x="1069044" y="78578"/>
                  <a:pt x="1066089" y="73392"/>
                </a:cubicBezTo>
                <a:cubicBezTo>
                  <a:pt x="1060623" y="63759"/>
                  <a:pt x="1051501" y="58943"/>
                  <a:pt x="1038723" y="58943"/>
                </a:cubicBezTo>
                <a:cubicBezTo>
                  <a:pt x="1029564" y="58943"/>
                  <a:pt x="1021882" y="62259"/>
                  <a:pt x="1015677" y="68891"/>
                </a:cubicBezTo>
                <a:cubicBezTo>
                  <a:pt x="1009473" y="75522"/>
                  <a:pt x="1006186" y="83951"/>
                  <a:pt x="1005817" y="94176"/>
                </a:cubicBezTo>
                <a:lnTo>
                  <a:pt x="1071740" y="94176"/>
                </a:lnTo>
                <a:moveTo>
                  <a:pt x="1038058" y="41438"/>
                </a:moveTo>
                <a:lnTo>
                  <a:pt x="1038058" y="41438"/>
                </a:lnTo>
                <a:close/>
                <a:moveTo>
                  <a:pt x="1117242" y="222"/>
                </a:moveTo>
                <a:lnTo>
                  <a:pt x="1137185" y="222"/>
                </a:lnTo>
                <a:lnTo>
                  <a:pt x="1137185" y="163091"/>
                </a:lnTo>
                <a:lnTo>
                  <a:pt x="1117242" y="163091"/>
                </a:lnTo>
                <a:lnTo>
                  <a:pt x="1117242" y="2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Text Controlchannel">
            <a:extLst xmlns:a="http://schemas.openxmlformats.org/drawingml/2006/main">
              <a:ext uri="{FF2B5EF4-FFF2-40B4-BE49-F238E27FC236}">
                <a16:creationId xmlns:a16="http://schemas.microsoft.com/office/drawing/2014/main" id="{24F11CD6-D57C-4DCE-95A4-3DF7BFFC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5295" y="5331254"/>
            <a:ext cx="1563823" cy="171733"/>
          </a:xfrm>
          <a:custGeom xmlns:a="http://schemas.openxmlformats.org/drawingml/2006/main">
            <a:pathLst>
              <a:path w="1563823" h="171733">
                <a:moveTo>
                  <a:pt x="75895" y="0"/>
                </a:moveTo>
                <a:cubicBezTo>
                  <a:pt x="96503" y="0"/>
                  <a:pt x="112495" y="5441"/>
                  <a:pt x="123870" y="16322"/>
                </a:cubicBezTo>
                <a:cubicBezTo>
                  <a:pt x="135245" y="27203"/>
                  <a:pt x="141560" y="39563"/>
                  <a:pt x="142816" y="53404"/>
                </a:cubicBezTo>
                <a:lnTo>
                  <a:pt x="121321" y="53404"/>
                </a:lnTo>
                <a:cubicBezTo>
                  <a:pt x="118884" y="42915"/>
                  <a:pt x="114027" y="34605"/>
                  <a:pt x="106752" y="28474"/>
                </a:cubicBezTo>
                <a:cubicBezTo>
                  <a:pt x="99476" y="22344"/>
                  <a:pt x="89264" y="19278"/>
                  <a:pt x="76117" y="19278"/>
                </a:cubicBezTo>
                <a:cubicBezTo>
                  <a:pt x="60088" y="19278"/>
                  <a:pt x="47144" y="24915"/>
                  <a:pt x="37283" y="36189"/>
                </a:cubicBezTo>
                <a:cubicBezTo>
                  <a:pt x="27422" y="47462"/>
                  <a:pt x="22492" y="64743"/>
                  <a:pt x="22492" y="88031"/>
                </a:cubicBezTo>
                <a:cubicBezTo>
                  <a:pt x="22492" y="107101"/>
                  <a:pt x="26942" y="122570"/>
                  <a:pt x="35842" y="134437"/>
                </a:cubicBezTo>
                <a:cubicBezTo>
                  <a:pt x="44743" y="146301"/>
                  <a:pt x="58020" y="152233"/>
                  <a:pt x="75673" y="152233"/>
                </a:cubicBezTo>
                <a:cubicBezTo>
                  <a:pt x="91923" y="152233"/>
                  <a:pt x="104296" y="145977"/>
                  <a:pt x="112790" y="133464"/>
                </a:cubicBezTo>
                <a:cubicBezTo>
                  <a:pt x="117296" y="126874"/>
                  <a:pt x="120656" y="118210"/>
                  <a:pt x="122872" y="107472"/>
                </a:cubicBezTo>
                <a:lnTo>
                  <a:pt x="144367" y="107472"/>
                </a:lnTo>
                <a:cubicBezTo>
                  <a:pt x="142446" y="124668"/>
                  <a:pt x="136094" y="139084"/>
                  <a:pt x="125310" y="150720"/>
                </a:cubicBezTo>
                <a:cubicBezTo>
                  <a:pt x="112384" y="164729"/>
                  <a:pt x="94952" y="171733"/>
                  <a:pt x="73014" y="171733"/>
                </a:cubicBezTo>
                <a:cubicBezTo>
                  <a:pt x="54105" y="171733"/>
                  <a:pt x="38224" y="165997"/>
                  <a:pt x="25372" y="154525"/>
                </a:cubicBezTo>
                <a:cubicBezTo>
                  <a:pt x="8457" y="139356"/>
                  <a:pt x="0" y="115933"/>
                  <a:pt x="0" y="84257"/>
                </a:cubicBezTo>
                <a:cubicBezTo>
                  <a:pt x="0" y="60205"/>
                  <a:pt x="6352" y="40482"/>
                  <a:pt x="19057" y="25088"/>
                </a:cubicBezTo>
                <a:cubicBezTo>
                  <a:pt x="32796" y="8363"/>
                  <a:pt x="51742" y="0"/>
                  <a:pt x="75895" y="0"/>
                </a:cubicBezTo>
                <a:moveTo>
                  <a:pt x="71463" y="0"/>
                </a:moveTo>
                <a:lnTo>
                  <a:pt x="71463" y="0"/>
                </a:lnTo>
                <a:close/>
                <a:moveTo>
                  <a:pt x="215570" y="154228"/>
                </a:moveTo>
                <a:cubicBezTo>
                  <a:pt x="228792" y="154228"/>
                  <a:pt x="237858" y="149217"/>
                  <a:pt x="242770" y="139197"/>
                </a:cubicBezTo>
                <a:cubicBezTo>
                  <a:pt x="247682" y="129177"/>
                  <a:pt x="250138" y="118029"/>
                  <a:pt x="250138" y="105751"/>
                </a:cubicBezTo>
                <a:cubicBezTo>
                  <a:pt x="250138" y="94658"/>
                  <a:pt x="248366" y="85636"/>
                  <a:pt x="244820" y="78686"/>
                </a:cubicBezTo>
                <a:cubicBezTo>
                  <a:pt x="239206" y="67740"/>
                  <a:pt x="229530" y="62267"/>
                  <a:pt x="215792" y="62267"/>
                </a:cubicBezTo>
                <a:cubicBezTo>
                  <a:pt x="203604" y="62267"/>
                  <a:pt x="194740" y="66926"/>
                  <a:pt x="189201" y="76245"/>
                </a:cubicBezTo>
                <a:cubicBezTo>
                  <a:pt x="183661" y="85563"/>
                  <a:pt x="180891" y="96804"/>
                  <a:pt x="180891" y="109968"/>
                </a:cubicBezTo>
                <a:cubicBezTo>
                  <a:pt x="180891" y="122613"/>
                  <a:pt x="183661" y="133151"/>
                  <a:pt x="189201" y="141583"/>
                </a:cubicBezTo>
                <a:cubicBezTo>
                  <a:pt x="194740" y="150013"/>
                  <a:pt x="203530" y="154228"/>
                  <a:pt x="215570" y="154228"/>
                </a:cubicBezTo>
                <a:moveTo>
                  <a:pt x="216346" y="44983"/>
                </a:moveTo>
                <a:cubicBezTo>
                  <a:pt x="231635" y="44983"/>
                  <a:pt x="244562" y="50084"/>
                  <a:pt x="255124" y="60287"/>
                </a:cubicBezTo>
                <a:cubicBezTo>
                  <a:pt x="265687" y="70489"/>
                  <a:pt x="270968" y="85496"/>
                  <a:pt x="270968" y="105308"/>
                </a:cubicBezTo>
                <a:cubicBezTo>
                  <a:pt x="270968" y="124457"/>
                  <a:pt x="266314" y="140279"/>
                  <a:pt x="257008" y="152773"/>
                </a:cubicBezTo>
                <a:cubicBezTo>
                  <a:pt x="247701" y="165266"/>
                  <a:pt x="233260" y="171512"/>
                  <a:pt x="213687" y="171512"/>
                </a:cubicBezTo>
                <a:cubicBezTo>
                  <a:pt x="197363" y="171512"/>
                  <a:pt x="184400" y="165986"/>
                  <a:pt x="174797" y="154934"/>
                </a:cubicBezTo>
                <a:cubicBezTo>
                  <a:pt x="165195" y="143882"/>
                  <a:pt x="160394" y="129041"/>
                  <a:pt x="160394" y="110411"/>
                </a:cubicBezTo>
                <a:cubicBezTo>
                  <a:pt x="160394" y="90450"/>
                  <a:pt x="165453" y="74555"/>
                  <a:pt x="175573" y="62728"/>
                </a:cubicBezTo>
                <a:cubicBezTo>
                  <a:pt x="185692" y="50898"/>
                  <a:pt x="199283" y="44983"/>
                  <a:pt x="216346" y="44983"/>
                </a:cubicBezTo>
                <a:moveTo>
                  <a:pt x="215681" y="45648"/>
                </a:moveTo>
                <a:lnTo>
                  <a:pt x="215681" y="45648"/>
                </a:lnTo>
                <a:close/>
                <a:moveTo>
                  <a:pt x="294643" y="48528"/>
                </a:moveTo>
                <a:lnTo>
                  <a:pt x="313589" y="48528"/>
                </a:lnTo>
                <a:lnTo>
                  <a:pt x="313589" y="65369"/>
                </a:lnTo>
                <a:cubicBezTo>
                  <a:pt x="319203" y="58426"/>
                  <a:pt x="325149" y="53440"/>
                  <a:pt x="331428" y="50412"/>
                </a:cubicBezTo>
                <a:cubicBezTo>
                  <a:pt x="337706" y="47384"/>
                  <a:pt x="344686" y="45869"/>
                  <a:pt x="352368" y="45869"/>
                </a:cubicBezTo>
                <a:cubicBezTo>
                  <a:pt x="369209" y="45869"/>
                  <a:pt x="380584" y="51747"/>
                  <a:pt x="386493" y="63503"/>
                </a:cubicBezTo>
                <a:cubicBezTo>
                  <a:pt x="389743" y="69934"/>
                  <a:pt x="391368" y="79138"/>
                  <a:pt x="391368" y="91116"/>
                </a:cubicBezTo>
                <a:lnTo>
                  <a:pt x="391368" y="167301"/>
                </a:lnTo>
                <a:lnTo>
                  <a:pt x="371092" y="167301"/>
                </a:lnTo>
                <a:lnTo>
                  <a:pt x="371092" y="92435"/>
                </a:lnTo>
                <a:cubicBezTo>
                  <a:pt x="371092" y="85187"/>
                  <a:pt x="370021" y="79345"/>
                  <a:pt x="367879" y="74908"/>
                </a:cubicBezTo>
                <a:cubicBezTo>
                  <a:pt x="364334" y="67515"/>
                  <a:pt x="357908" y="63818"/>
                  <a:pt x="348601" y="63818"/>
                </a:cubicBezTo>
                <a:cubicBezTo>
                  <a:pt x="343874" y="63818"/>
                  <a:pt x="339996" y="64298"/>
                  <a:pt x="336967" y="65259"/>
                </a:cubicBezTo>
                <a:cubicBezTo>
                  <a:pt x="331501" y="66886"/>
                  <a:pt x="326700" y="70139"/>
                  <a:pt x="322564" y="75019"/>
                </a:cubicBezTo>
                <a:cubicBezTo>
                  <a:pt x="319240" y="78938"/>
                  <a:pt x="317079" y="82987"/>
                  <a:pt x="316082" y="87165"/>
                </a:cubicBezTo>
                <a:cubicBezTo>
                  <a:pt x="315085" y="91343"/>
                  <a:pt x="314587" y="97313"/>
                  <a:pt x="314587" y="105076"/>
                </a:cubicBezTo>
                <a:lnTo>
                  <a:pt x="314587" y="167301"/>
                </a:lnTo>
                <a:lnTo>
                  <a:pt x="294643" y="167301"/>
                </a:lnTo>
                <a:lnTo>
                  <a:pt x="294643" y="48528"/>
                </a:lnTo>
                <a:moveTo>
                  <a:pt x="341510" y="45648"/>
                </a:moveTo>
                <a:lnTo>
                  <a:pt x="341510" y="45648"/>
                </a:lnTo>
                <a:close/>
                <a:moveTo>
                  <a:pt x="424793" y="15511"/>
                </a:moveTo>
                <a:lnTo>
                  <a:pt x="444958" y="15511"/>
                </a:lnTo>
                <a:lnTo>
                  <a:pt x="444958" y="48528"/>
                </a:lnTo>
                <a:lnTo>
                  <a:pt x="463904" y="48528"/>
                </a:lnTo>
                <a:lnTo>
                  <a:pt x="463904" y="64926"/>
                </a:lnTo>
                <a:lnTo>
                  <a:pt x="444958" y="64926"/>
                </a:lnTo>
                <a:lnTo>
                  <a:pt x="444958" y="142275"/>
                </a:lnTo>
                <a:cubicBezTo>
                  <a:pt x="444958" y="146405"/>
                  <a:pt x="446361" y="149170"/>
                  <a:pt x="449168" y="150571"/>
                </a:cubicBezTo>
                <a:cubicBezTo>
                  <a:pt x="450719" y="151384"/>
                  <a:pt x="453305" y="151790"/>
                  <a:pt x="456924" y="151790"/>
                </a:cubicBezTo>
                <a:cubicBezTo>
                  <a:pt x="457884" y="151790"/>
                  <a:pt x="458918" y="151766"/>
                  <a:pt x="460026" y="151717"/>
                </a:cubicBezTo>
                <a:cubicBezTo>
                  <a:pt x="461134" y="151667"/>
                  <a:pt x="462427" y="151543"/>
                  <a:pt x="463904" y="151347"/>
                </a:cubicBezTo>
                <a:lnTo>
                  <a:pt x="463904" y="167301"/>
                </a:lnTo>
                <a:cubicBezTo>
                  <a:pt x="461614" y="168005"/>
                  <a:pt x="459232" y="168513"/>
                  <a:pt x="456758" y="168825"/>
                </a:cubicBezTo>
                <a:cubicBezTo>
                  <a:pt x="454283" y="169139"/>
                  <a:pt x="451606" y="169296"/>
                  <a:pt x="448725" y="169296"/>
                </a:cubicBezTo>
                <a:cubicBezTo>
                  <a:pt x="439418" y="169296"/>
                  <a:pt x="433103" y="166911"/>
                  <a:pt x="429779" y="162142"/>
                </a:cubicBezTo>
                <a:cubicBezTo>
                  <a:pt x="426455" y="157374"/>
                  <a:pt x="424793" y="151181"/>
                  <a:pt x="424793" y="143563"/>
                </a:cubicBezTo>
                <a:lnTo>
                  <a:pt x="424793" y="64926"/>
                </a:lnTo>
                <a:lnTo>
                  <a:pt x="408728" y="64926"/>
                </a:lnTo>
                <a:lnTo>
                  <a:pt x="408728" y="48528"/>
                </a:lnTo>
                <a:lnTo>
                  <a:pt x="424793" y="48528"/>
                </a:lnTo>
                <a:lnTo>
                  <a:pt x="424793" y="15511"/>
                </a:lnTo>
                <a:close/>
                <a:moveTo>
                  <a:pt x="484440" y="48528"/>
                </a:moveTo>
                <a:lnTo>
                  <a:pt x="503386" y="48528"/>
                </a:lnTo>
                <a:lnTo>
                  <a:pt x="503386" y="69136"/>
                </a:lnTo>
                <a:cubicBezTo>
                  <a:pt x="504937" y="65129"/>
                  <a:pt x="508741" y="60250"/>
                  <a:pt x="514798" y="54498"/>
                </a:cubicBezTo>
                <a:cubicBezTo>
                  <a:pt x="520855" y="48745"/>
                  <a:pt x="527835" y="45869"/>
                  <a:pt x="535738" y="45869"/>
                </a:cubicBezTo>
                <a:cubicBezTo>
                  <a:pt x="536108" y="45869"/>
                  <a:pt x="536735" y="45914"/>
                  <a:pt x="537622" y="46004"/>
                </a:cubicBezTo>
                <a:cubicBezTo>
                  <a:pt x="538508" y="46092"/>
                  <a:pt x="540022" y="46269"/>
                  <a:pt x="542164" y="46534"/>
                </a:cubicBezTo>
                <a:lnTo>
                  <a:pt x="542164" y="67585"/>
                </a:lnTo>
                <a:cubicBezTo>
                  <a:pt x="540983" y="67320"/>
                  <a:pt x="539893" y="67143"/>
                  <a:pt x="538896" y="67056"/>
                </a:cubicBezTo>
                <a:cubicBezTo>
                  <a:pt x="537899" y="66966"/>
                  <a:pt x="536809" y="66921"/>
                  <a:pt x="535627" y="66921"/>
                </a:cubicBezTo>
                <a:cubicBezTo>
                  <a:pt x="525582" y="66921"/>
                  <a:pt x="517863" y="70171"/>
                  <a:pt x="512471" y="76671"/>
                </a:cubicBezTo>
                <a:cubicBezTo>
                  <a:pt x="507079" y="83171"/>
                  <a:pt x="504383" y="90631"/>
                  <a:pt x="504383" y="99051"/>
                </a:cubicBezTo>
                <a:lnTo>
                  <a:pt x="504383" y="167301"/>
                </a:lnTo>
                <a:lnTo>
                  <a:pt x="484440" y="167301"/>
                </a:lnTo>
                <a:lnTo>
                  <a:pt x="484440" y="48528"/>
                </a:lnTo>
                <a:close/>
                <a:moveTo>
                  <a:pt x="606535" y="154228"/>
                </a:moveTo>
                <a:cubicBezTo>
                  <a:pt x="619757" y="154228"/>
                  <a:pt x="628823" y="149217"/>
                  <a:pt x="633735" y="139197"/>
                </a:cubicBezTo>
                <a:cubicBezTo>
                  <a:pt x="638647" y="129177"/>
                  <a:pt x="641103" y="118029"/>
                  <a:pt x="641103" y="105751"/>
                </a:cubicBezTo>
                <a:cubicBezTo>
                  <a:pt x="641103" y="94658"/>
                  <a:pt x="639330" y="85636"/>
                  <a:pt x="635785" y="78686"/>
                </a:cubicBezTo>
                <a:cubicBezTo>
                  <a:pt x="630171" y="67740"/>
                  <a:pt x="620495" y="62267"/>
                  <a:pt x="606756" y="62267"/>
                </a:cubicBezTo>
                <a:cubicBezTo>
                  <a:pt x="594569" y="62267"/>
                  <a:pt x="585705" y="66926"/>
                  <a:pt x="580166" y="76245"/>
                </a:cubicBezTo>
                <a:cubicBezTo>
                  <a:pt x="574626" y="85563"/>
                  <a:pt x="571856" y="96804"/>
                  <a:pt x="571856" y="109968"/>
                </a:cubicBezTo>
                <a:cubicBezTo>
                  <a:pt x="571856" y="122613"/>
                  <a:pt x="574626" y="133151"/>
                  <a:pt x="580166" y="141583"/>
                </a:cubicBezTo>
                <a:cubicBezTo>
                  <a:pt x="585705" y="150013"/>
                  <a:pt x="594495" y="154228"/>
                  <a:pt x="606535" y="154228"/>
                </a:cubicBezTo>
                <a:moveTo>
                  <a:pt x="607310" y="44983"/>
                </a:moveTo>
                <a:cubicBezTo>
                  <a:pt x="622600" y="44983"/>
                  <a:pt x="635526" y="50084"/>
                  <a:pt x="646089" y="60287"/>
                </a:cubicBezTo>
                <a:cubicBezTo>
                  <a:pt x="656651" y="70489"/>
                  <a:pt x="661933" y="85496"/>
                  <a:pt x="661933" y="105308"/>
                </a:cubicBezTo>
                <a:cubicBezTo>
                  <a:pt x="661933" y="124457"/>
                  <a:pt x="657279" y="140279"/>
                  <a:pt x="647972" y="152773"/>
                </a:cubicBezTo>
                <a:cubicBezTo>
                  <a:pt x="638666" y="165266"/>
                  <a:pt x="624225" y="171512"/>
                  <a:pt x="604651" y="171512"/>
                </a:cubicBezTo>
                <a:cubicBezTo>
                  <a:pt x="588327" y="171512"/>
                  <a:pt x="575364" y="165986"/>
                  <a:pt x="565762" y="154934"/>
                </a:cubicBezTo>
                <a:cubicBezTo>
                  <a:pt x="556160" y="143882"/>
                  <a:pt x="551359" y="129041"/>
                  <a:pt x="551359" y="110411"/>
                </a:cubicBezTo>
                <a:cubicBezTo>
                  <a:pt x="551359" y="90450"/>
                  <a:pt x="556418" y="74555"/>
                  <a:pt x="566538" y="62728"/>
                </a:cubicBezTo>
                <a:cubicBezTo>
                  <a:pt x="576657" y="50898"/>
                  <a:pt x="590248" y="44983"/>
                  <a:pt x="607310" y="44983"/>
                </a:cubicBezTo>
                <a:moveTo>
                  <a:pt x="606646" y="45648"/>
                </a:moveTo>
                <a:lnTo>
                  <a:pt x="606646" y="45648"/>
                </a:lnTo>
                <a:close/>
                <a:moveTo>
                  <a:pt x="686162" y="4432"/>
                </a:moveTo>
                <a:lnTo>
                  <a:pt x="706105" y="4432"/>
                </a:lnTo>
                <a:lnTo>
                  <a:pt x="706105" y="167301"/>
                </a:lnTo>
                <a:lnTo>
                  <a:pt x="686162" y="167301"/>
                </a:lnTo>
                <a:lnTo>
                  <a:pt x="686162" y="4432"/>
                </a:lnTo>
                <a:close/>
                <a:moveTo>
                  <a:pt x="844821" y="44983"/>
                </a:moveTo>
                <a:cubicBezTo>
                  <a:pt x="858190" y="44983"/>
                  <a:pt x="869067" y="48241"/>
                  <a:pt x="877450" y="54757"/>
                </a:cubicBezTo>
                <a:cubicBezTo>
                  <a:pt x="885834" y="61273"/>
                  <a:pt x="890875" y="72493"/>
                  <a:pt x="892574" y="88415"/>
                </a:cubicBezTo>
                <a:lnTo>
                  <a:pt x="873185" y="88415"/>
                </a:lnTo>
                <a:cubicBezTo>
                  <a:pt x="872003" y="81102"/>
                  <a:pt x="869307" y="75027"/>
                  <a:pt x="865097" y="70189"/>
                </a:cubicBezTo>
                <a:cubicBezTo>
                  <a:pt x="860886" y="65351"/>
                  <a:pt x="854128" y="62932"/>
                  <a:pt x="844821" y="62932"/>
                </a:cubicBezTo>
                <a:cubicBezTo>
                  <a:pt x="832116" y="62932"/>
                  <a:pt x="823031" y="69136"/>
                  <a:pt x="817565" y="81546"/>
                </a:cubicBezTo>
                <a:cubicBezTo>
                  <a:pt x="814020" y="89597"/>
                  <a:pt x="812247" y="99531"/>
                  <a:pt x="812247" y="111350"/>
                </a:cubicBezTo>
                <a:cubicBezTo>
                  <a:pt x="812247" y="123242"/>
                  <a:pt x="814758" y="133250"/>
                  <a:pt x="819781" y="141375"/>
                </a:cubicBezTo>
                <a:cubicBezTo>
                  <a:pt x="824804" y="149500"/>
                  <a:pt x="832707" y="153563"/>
                  <a:pt x="843491" y="153563"/>
                </a:cubicBezTo>
                <a:cubicBezTo>
                  <a:pt x="851764" y="153563"/>
                  <a:pt x="858320" y="151053"/>
                  <a:pt x="863158" y="146032"/>
                </a:cubicBezTo>
                <a:cubicBezTo>
                  <a:pt x="867996" y="141012"/>
                  <a:pt x="871338" y="134141"/>
                  <a:pt x="873185" y="125421"/>
                </a:cubicBezTo>
                <a:lnTo>
                  <a:pt x="892574" y="125421"/>
                </a:lnTo>
                <a:cubicBezTo>
                  <a:pt x="890358" y="141154"/>
                  <a:pt x="884818" y="152658"/>
                  <a:pt x="875955" y="159934"/>
                </a:cubicBezTo>
                <a:cubicBezTo>
                  <a:pt x="867091" y="167209"/>
                  <a:pt x="855753" y="170847"/>
                  <a:pt x="841940" y="170847"/>
                </a:cubicBezTo>
                <a:cubicBezTo>
                  <a:pt x="826429" y="170847"/>
                  <a:pt x="814057" y="165163"/>
                  <a:pt x="804824" y="153795"/>
                </a:cubicBezTo>
                <a:cubicBezTo>
                  <a:pt x="795591" y="142427"/>
                  <a:pt x="790974" y="128225"/>
                  <a:pt x="790974" y="111190"/>
                </a:cubicBezTo>
                <a:cubicBezTo>
                  <a:pt x="790974" y="90308"/>
                  <a:pt x="796034" y="74053"/>
                  <a:pt x="806153" y="62426"/>
                </a:cubicBezTo>
                <a:cubicBezTo>
                  <a:pt x="816273" y="50797"/>
                  <a:pt x="829162" y="44983"/>
                  <a:pt x="844821" y="44983"/>
                </a:cubicBezTo>
                <a:moveTo>
                  <a:pt x="841719" y="45648"/>
                </a:moveTo>
                <a:lnTo>
                  <a:pt x="841719" y="45648"/>
                </a:lnTo>
                <a:close/>
                <a:moveTo>
                  <a:pt x="912518" y="4210"/>
                </a:moveTo>
                <a:lnTo>
                  <a:pt x="932461" y="4210"/>
                </a:lnTo>
                <a:lnTo>
                  <a:pt x="932461" y="64705"/>
                </a:lnTo>
                <a:cubicBezTo>
                  <a:pt x="937189" y="58687"/>
                  <a:pt x="941436" y="54453"/>
                  <a:pt x="945203" y="52001"/>
                </a:cubicBezTo>
                <a:cubicBezTo>
                  <a:pt x="951629" y="47766"/>
                  <a:pt x="959643" y="45648"/>
                  <a:pt x="969245" y="45648"/>
                </a:cubicBezTo>
                <a:cubicBezTo>
                  <a:pt x="986456" y="45648"/>
                  <a:pt x="998126" y="51673"/>
                  <a:pt x="1004257" y="63725"/>
                </a:cubicBezTo>
                <a:cubicBezTo>
                  <a:pt x="1007581" y="70303"/>
                  <a:pt x="1009243" y="79434"/>
                  <a:pt x="1009243" y="91116"/>
                </a:cubicBezTo>
                <a:lnTo>
                  <a:pt x="1009243" y="167301"/>
                </a:lnTo>
                <a:lnTo>
                  <a:pt x="988745" y="167301"/>
                </a:lnTo>
                <a:lnTo>
                  <a:pt x="988745" y="92514"/>
                </a:lnTo>
                <a:cubicBezTo>
                  <a:pt x="988745" y="83798"/>
                  <a:pt x="987637" y="77409"/>
                  <a:pt x="985422" y="73347"/>
                </a:cubicBezTo>
                <a:cubicBezTo>
                  <a:pt x="981802" y="66847"/>
                  <a:pt x="975007" y="63597"/>
                  <a:pt x="965035" y="63597"/>
                </a:cubicBezTo>
                <a:cubicBezTo>
                  <a:pt x="956762" y="63597"/>
                  <a:pt x="949265" y="66440"/>
                  <a:pt x="942544" y="72128"/>
                </a:cubicBezTo>
                <a:cubicBezTo>
                  <a:pt x="935822" y="77815"/>
                  <a:pt x="932461" y="88563"/>
                  <a:pt x="932461" y="104369"/>
                </a:cubicBezTo>
                <a:lnTo>
                  <a:pt x="932461" y="167301"/>
                </a:lnTo>
                <a:lnTo>
                  <a:pt x="912518" y="167301"/>
                </a:lnTo>
                <a:lnTo>
                  <a:pt x="912518" y="4210"/>
                </a:lnTo>
                <a:close/>
                <a:moveTo>
                  <a:pt x="1053969" y="135780"/>
                </a:moveTo>
                <a:cubicBezTo>
                  <a:pt x="1053969" y="141560"/>
                  <a:pt x="1056074" y="146116"/>
                  <a:pt x="1060285" y="149449"/>
                </a:cubicBezTo>
                <a:cubicBezTo>
                  <a:pt x="1064495" y="152783"/>
                  <a:pt x="1069481" y="154449"/>
                  <a:pt x="1075242" y="154449"/>
                </a:cubicBezTo>
                <a:cubicBezTo>
                  <a:pt x="1082259" y="154449"/>
                  <a:pt x="1089055" y="152810"/>
                  <a:pt x="1095628" y="149533"/>
                </a:cubicBezTo>
                <a:cubicBezTo>
                  <a:pt x="1106708" y="144094"/>
                  <a:pt x="1112248" y="135245"/>
                  <a:pt x="1112248" y="122983"/>
                </a:cubicBezTo>
                <a:lnTo>
                  <a:pt x="1112248" y="106918"/>
                </a:lnTo>
                <a:cubicBezTo>
                  <a:pt x="1109810" y="108501"/>
                  <a:pt x="1106671" y="109820"/>
                  <a:pt x="1102830" y="110875"/>
                </a:cubicBezTo>
                <a:cubicBezTo>
                  <a:pt x="1098989" y="111930"/>
                  <a:pt x="1095222" y="112672"/>
                  <a:pt x="1091529" y="113102"/>
                </a:cubicBezTo>
                <a:lnTo>
                  <a:pt x="1079452" y="114608"/>
                </a:lnTo>
                <a:cubicBezTo>
                  <a:pt x="1072214" y="115538"/>
                  <a:pt x="1066785" y="117041"/>
                  <a:pt x="1063165" y="119116"/>
                </a:cubicBezTo>
                <a:cubicBezTo>
                  <a:pt x="1057035" y="122597"/>
                  <a:pt x="1053969" y="128151"/>
                  <a:pt x="1053969" y="135780"/>
                </a:cubicBezTo>
                <a:moveTo>
                  <a:pt x="1102276" y="95395"/>
                </a:moveTo>
                <a:cubicBezTo>
                  <a:pt x="1106856" y="94804"/>
                  <a:pt x="1109921" y="92884"/>
                  <a:pt x="1111472" y="89634"/>
                </a:cubicBezTo>
                <a:cubicBezTo>
                  <a:pt x="1112359" y="87854"/>
                  <a:pt x="1112802" y="85295"/>
                  <a:pt x="1112802" y="81958"/>
                </a:cubicBezTo>
                <a:cubicBezTo>
                  <a:pt x="1112802" y="75134"/>
                  <a:pt x="1110383" y="70184"/>
                  <a:pt x="1105545" y="67108"/>
                </a:cubicBezTo>
                <a:cubicBezTo>
                  <a:pt x="1100707" y="64028"/>
                  <a:pt x="1093782" y="62489"/>
                  <a:pt x="1084770" y="62489"/>
                </a:cubicBezTo>
                <a:cubicBezTo>
                  <a:pt x="1074356" y="62489"/>
                  <a:pt x="1066969" y="65309"/>
                  <a:pt x="1062611" y="70951"/>
                </a:cubicBezTo>
                <a:cubicBezTo>
                  <a:pt x="1060174" y="74069"/>
                  <a:pt x="1058586" y="78709"/>
                  <a:pt x="1057847" y="84869"/>
                </a:cubicBezTo>
                <a:lnTo>
                  <a:pt x="1039233" y="84869"/>
                </a:lnTo>
                <a:cubicBezTo>
                  <a:pt x="1039603" y="70203"/>
                  <a:pt x="1044349" y="59999"/>
                  <a:pt x="1053471" y="54259"/>
                </a:cubicBezTo>
                <a:cubicBezTo>
                  <a:pt x="1062593" y="48518"/>
                  <a:pt x="1073174" y="45648"/>
                  <a:pt x="1085214" y="45648"/>
                </a:cubicBezTo>
                <a:cubicBezTo>
                  <a:pt x="1099174" y="45648"/>
                  <a:pt x="1110512" y="48307"/>
                  <a:pt x="1119228" y="53625"/>
                </a:cubicBezTo>
                <a:cubicBezTo>
                  <a:pt x="1127870" y="58943"/>
                  <a:pt x="1132191" y="67223"/>
                  <a:pt x="1132191" y="78464"/>
                </a:cubicBezTo>
                <a:lnTo>
                  <a:pt x="1132191" y="146912"/>
                </a:lnTo>
                <a:cubicBezTo>
                  <a:pt x="1132191" y="148982"/>
                  <a:pt x="1132616" y="150645"/>
                  <a:pt x="1133465" y="151901"/>
                </a:cubicBezTo>
                <a:cubicBezTo>
                  <a:pt x="1134315" y="153157"/>
                  <a:pt x="1136106" y="153784"/>
                  <a:pt x="1138839" y="153784"/>
                </a:cubicBezTo>
                <a:cubicBezTo>
                  <a:pt x="1139725" y="153784"/>
                  <a:pt x="1140722" y="153729"/>
                  <a:pt x="1141830" y="153618"/>
                </a:cubicBezTo>
                <a:cubicBezTo>
                  <a:pt x="1142938" y="153507"/>
                  <a:pt x="1144120" y="153341"/>
                  <a:pt x="1145376" y="153120"/>
                </a:cubicBezTo>
                <a:lnTo>
                  <a:pt x="1145376" y="167966"/>
                </a:lnTo>
                <a:cubicBezTo>
                  <a:pt x="1142273" y="168853"/>
                  <a:pt x="1139910" y="169407"/>
                  <a:pt x="1138285" y="169628"/>
                </a:cubicBezTo>
                <a:cubicBezTo>
                  <a:pt x="1136660" y="169850"/>
                  <a:pt x="1134444" y="169961"/>
                  <a:pt x="1131637" y="169961"/>
                </a:cubicBezTo>
                <a:cubicBezTo>
                  <a:pt x="1124768" y="169961"/>
                  <a:pt x="1119782" y="167508"/>
                  <a:pt x="1116680" y="162603"/>
                </a:cubicBezTo>
                <a:cubicBezTo>
                  <a:pt x="1115055" y="160002"/>
                  <a:pt x="1113910" y="156323"/>
                  <a:pt x="1113245" y="151568"/>
                </a:cubicBezTo>
                <a:cubicBezTo>
                  <a:pt x="1109182" y="156947"/>
                  <a:pt x="1103347" y="161615"/>
                  <a:pt x="1095739" y="165574"/>
                </a:cubicBezTo>
                <a:cubicBezTo>
                  <a:pt x="1088131" y="169532"/>
                  <a:pt x="1079748" y="171512"/>
                  <a:pt x="1070589" y="171512"/>
                </a:cubicBezTo>
                <a:cubicBezTo>
                  <a:pt x="1059583" y="171512"/>
                  <a:pt x="1050590" y="168159"/>
                  <a:pt x="1043610" y="161453"/>
                </a:cubicBezTo>
                <a:cubicBezTo>
                  <a:pt x="1036630" y="154748"/>
                  <a:pt x="1033140" y="146358"/>
                  <a:pt x="1033140" y="136282"/>
                </a:cubicBezTo>
                <a:cubicBezTo>
                  <a:pt x="1033140" y="125242"/>
                  <a:pt x="1036574" y="116684"/>
                  <a:pt x="1043444" y="110609"/>
                </a:cubicBezTo>
                <a:cubicBezTo>
                  <a:pt x="1050313" y="104533"/>
                  <a:pt x="1059324" y="100792"/>
                  <a:pt x="1070478" y="99384"/>
                </a:cubicBezTo>
                <a:lnTo>
                  <a:pt x="1102276" y="95395"/>
                </a:lnTo>
                <a:moveTo>
                  <a:pt x="1085768" y="45648"/>
                </a:moveTo>
                <a:lnTo>
                  <a:pt x="1085768" y="45648"/>
                </a:lnTo>
                <a:close/>
                <a:moveTo>
                  <a:pt x="1164841" y="48528"/>
                </a:moveTo>
                <a:lnTo>
                  <a:pt x="1183787" y="48528"/>
                </a:lnTo>
                <a:lnTo>
                  <a:pt x="1183787" y="65369"/>
                </a:lnTo>
                <a:cubicBezTo>
                  <a:pt x="1189401" y="58426"/>
                  <a:pt x="1195347" y="53440"/>
                  <a:pt x="1201625" y="50412"/>
                </a:cubicBezTo>
                <a:cubicBezTo>
                  <a:pt x="1207904" y="47384"/>
                  <a:pt x="1214884" y="45869"/>
                  <a:pt x="1222566" y="45869"/>
                </a:cubicBezTo>
                <a:cubicBezTo>
                  <a:pt x="1239406" y="45869"/>
                  <a:pt x="1250781" y="51747"/>
                  <a:pt x="1256691" y="63503"/>
                </a:cubicBezTo>
                <a:cubicBezTo>
                  <a:pt x="1259941" y="69934"/>
                  <a:pt x="1261566" y="79138"/>
                  <a:pt x="1261566" y="91116"/>
                </a:cubicBezTo>
                <a:lnTo>
                  <a:pt x="1261566" y="167301"/>
                </a:lnTo>
                <a:lnTo>
                  <a:pt x="1241290" y="167301"/>
                </a:lnTo>
                <a:lnTo>
                  <a:pt x="1241290" y="92435"/>
                </a:lnTo>
                <a:cubicBezTo>
                  <a:pt x="1241290" y="85187"/>
                  <a:pt x="1240219" y="79345"/>
                  <a:pt x="1238077" y="74908"/>
                </a:cubicBezTo>
                <a:cubicBezTo>
                  <a:pt x="1234531" y="67515"/>
                  <a:pt x="1228105" y="63818"/>
                  <a:pt x="1218798" y="63818"/>
                </a:cubicBezTo>
                <a:cubicBezTo>
                  <a:pt x="1214071" y="63818"/>
                  <a:pt x="1210193" y="64298"/>
                  <a:pt x="1207165" y="65259"/>
                </a:cubicBezTo>
                <a:cubicBezTo>
                  <a:pt x="1201699" y="66886"/>
                  <a:pt x="1196898" y="70139"/>
                  <a:pt x="1192761" y="75019"/>
                </a:cubicBezTo>
                <a:cubicBezTo>
                  <a:pt x="1189438" y="78938"/>
                  <a:pt x="1187277" y="82987"/>
                  <a:pt x="1186280" y="87165"/>
                </a:cubicBezTo>
                <a:cubicBezTo>
                  <a:pt x="1185283" y="91343"/>
                  <a:pt x="1184784" y="97313"/>
                  <a:pt x="1184784" y="105076"/>
                </a:cubicBezTo>
                <a:lnTo>
                  <a:pt x="1184784" y="167301"/>
                </a:lnTo>
                <a:lnTo>
                  <a:pt x="1164841" y="167301"/>
                </a:lnTo>
                <a:lnTo>
                  <a:pt x="1164841" y="48528"/>
                </a:lnTo>
                <a:moveTo>
                  <a:pt x="1211708" y="45648"/>
                </a:moveTo>
                <a:lnTo>
                  <a:pt x="1211708" y="45648"/>
                </a:lnTo>
                <a:close/>
                <a:moveTo>
                  <a:pt x="1291002" y="48528"/>
                </a:moveTo>
                <a:lnTo>
                  <a:pt x="1309949" y="48528"/>
                </a:lnTo>
                <a:lnTo>
                  <a:pt x="1309949" y="65369"/>
                </a:lnTo>
                <a:cubicBezTo>
                  <a:pt x="1315562" y="58426"/>
                  <a:pt x="1321508" y="53440"/>
                  <a:pt x="1327787" y="50412"/>
                </a:cubicBezTo>
                <a:cubicBezTo>
                  <a:pt x="1334065" y="47384"/>
                  <a:pt x="1341045" y="45869"/>
                  <a:pt x="1348727" y="45869"/>
                </a:cubicBezTo>
                <a:cubicBezTo>
                  <a:pt x="1365568" y="45869"/>
                  <a:pt x="1376943" y="51747"/>
                  <a:pt x="1382852" y="63503"/>
                </a:cubicBezTo>
                <a:cubicBezTo>
                  <a:pt x="1386102" y="69934"/>
                  <a:pt x="1387727" y="79138"/>
                  <a:pt x="1387727" y="91116"/>
                </a:cubicBezTo>
                <a:lnTo>
                  <a:pt x="1387727" y="167301"/>
                </a:lnTo>
                <a:lnTo>
                  <a:pt x="1367451" y="167301"/>
                </a:lnTo>
                <a:lnTo>
                  <a:pt x="1367451" y="92435"/>
                </a:lnTo>
                <a:cubicBezTo>
                  <a:pt x="1367451" y="85187"/>
                  <a:pt x="1366380" y="79345"/>
                  <a:pt x="1364238" y="74908"/>
                </a:cubicBezTo>
                <a:cubicBezTo>
                  <a:pt x="1360693" y="67515"/>
                  <a:pt x="1354267" y="63818"/>
                  <a:pt x="1344960" y="63818"/>
                </a:cubicBezTo>
                <a:cubicBezTo>
                  <a:pt x="1340233" y="63818"/>
                  <a:pt x="1336355" y="64298"/>
                  <a:pt x="1333326" y="65259"/>
                </a:cubicBezTo>
                <a:cubicBezTo>
                  <a:pt x="1327860" y="66886"/>
                  <a:pt x="1323059" y="70139"/>
                  <a:pt x="1318923" y="75019"/>
                </a:cubicBezTo>
                <a:cubicBezTo>
                  <a:pt x="1315599" y="78938"/>
                  <a:pt x="1313439" y="82987"/>
                  <a:pt x="1312441" y="87165"/>
                </a:cubicBezTo>
                <a:cubicBezTo>
                  <a:pt x="1311444" y="91343"/>
                  <a:pt x="1310946" y="97313"/>
                  <a:pt x="1310946" y="105076"/>
                </a:cubicBezTo>
                <a:lnTo>
                  <a:pt x="1310946" y="167301"/>
                </a:lnTo>
                <a:lnTo>
                  <a:pt x="1291002" y="167301"/>
                </a:lnTo>
                <a:lnTo>
                  <a:pt x="1291002" y="48528"/>
                </a:lnTo>
                <a:moveTo>
                  <a:pt x="1337869" y="45648"/>
                </a:moveTo>
                <a:lnTo>
                  <a:pt x="1337869" y="45648"/>
                </a:lnTo>
                <a:close/>
                <a:moveTo>
                  <a:pt x="1466579" y="45869"/>
                </a:moveTo>
                <a:cubicBezTo>
                  <a:pt x="1474999" y="45869"/>
                  <a:pt x="1483161" y="47845"/>
                  <a:pt x="1491065" y="51797"/>
                </a:cubicBezTo>
                <a:cubicBezTo>
                  <a:pt x="1498968" y="55749"/>
                  <a:pt x="1504988" y="60863"/>
                  <a:pt x="1509124" y="67139"/>
                </a:cubicBezTo>
                <a:cubicBezTo>
                  <a:pt x="1513113" y="73122"/>
                  <a:pt x="1515772" y="80101"/>
                  <a:pt x="1517102" y="88076"/>
                </a:cubicBezTo>
                <a:cubicBezTo>
                  <a:pt x="1518283" y="93542"/>
                  <a:pt x="1518874" y="102297"/>
                  <a:pt x="1518874" y="114341"/>
                </a:cubicBezTo>
                <a:lnTo>
                  <a:pt x="1431900" y="114341"/>
                </a:lnTo>
                <a:cubicBezTo>
                  <a:pt x="1432269" y="126381"/>
                  <a:pt x="1435113" y="136039"/>
                  <a:pt x="1440431" y="143314"/>
                </a:cubicBezTo>
                <a:cubicBezTo>
                  <a:pt x="1445749" y="150590"/>
                  <a:pt x="1453985" y="154228"/>
                  <a:pt x="1465138" y="154228"/>
                </a:cubicBezTo>
                <a:cubicBezTo>
                  <a:pt x="1475553" y="154228"/>
                  <a:pt x="1483863" y="150824"/>
                  <a:pt x="1490067" y="144017"/>
                </a:cubicBezTo>
                <a:cubicBezTo>
                  <a:pt x="1493613" y="140065"/>
                  <a:pt x="1496124" y="135492"/>
                  <a:pt x="1497602" y="130296"/>
                </a:cubicBezTo>
                <a:lnTo>
                  <a:pt x="1517212" y="130296"/>
                </a:lnTo>
                <a:cubicBezTo>
                  <a:pt x="1516695" y="134631"/>
                  <a:pt x="1514978" y="139462"/>
                  <a:pt x="1512060" y="144789"/>
                </a:cubicBezTo>
                <a:cubicBezTo>
                  <a:pt x="1509143" y="150114"/>
                  <a:pt x="1505874" y="154466"/>
                  <a:pt x="1502255" y="157846"/>
                </a:cubicBezTo>
                <a:cubicBezTo>
                  <a:pt x="1496198" y="163725"/>
                  <a:pt x="1488701" y="167693"/>
                  <a:pt x="1479763" y="169749"/>
                </a:cubicBezTo>
                <a:cubicBezTo>
                  <a:pt x="1474962" y="170924"/>
                  <a:pt x="1469533" y="171512"/>
                  <a:pt x="1463477" y="171512"/>
                </a:cubicBezTo>
                <a:cubicBezTo>
                  <a:pt x="1448704" y="171512"/>
                  <a:pt x="1436184" y="166133"/>
                  <a:pt x="1425917" y="155377"/>
                </a:cubicBezTo>
                <a:cubicBezTo>
                  <a:pt x="1415650" y="144621"/>
                  <a:pt x="1410516" y="129557"/>
                  <a:pt x="1410516" y="110186"/>
                </a:cubicBezTo>
                <a:cubicBezTo>
                  <a:pt x="1410516" y="91113"/>
                  <a:pt x="1415687" y="75626"/>
                  <a:pt x="1426028" y="63725"/>
                </a:cubicBezTo>
                <a:cubicBezTo>
                  <a:pt x="1436369" y="51821"/>
                  <a:pt x="1449886" y="45869"/>
                  <a:pt x="1466579" y="45869"/>
                </a:cubicBezTo>
                <a:moveTo>
                  <a:pt x="1498377" y="98387"/>
                </a:moveTo>
                <a:cubicBezTo>
                  <a:pt x="1497565" y="89717"/>
                  <a:pt x="1495681" y="82789"/>
                  <a:pt x="1492727" y="77602"/>
                </a:cubicBezTo>
                <a:cubicBezTo>
                  <a:pt x="1487261" y="67970"/>
                  <a:pt x="1478138" y="63154"/>
                  <a:pt x="1465360" y="63154"/>
                </a:cubicBezTo>
                <a:cubicBezTo>
                  <a:pt x="1456201" y="63154"/>
                  <a:pt x="1448519" y="66469"/>
                  <a:pt x="1442315" y="73101"/>
                </a:cubicBezTo>
                <a:cubicBezTo>
                  <a:pt x="1436110" y="79732"/>
                  <a:pt x="1432823" y="88161"/>
                  <a:pt x="1432454" y="98387"/>
                </a:cubicBezTo>
                <a:lnTo>
                  <a:pt x="1498377" y="98387"/>
                </a:lnTo>
                <a:moveTo>
                  <a:pt x="1464695" y="45648"/>
                </a:moveTo>
                <a:lnTo>
                  <a:pt x="1464695" y="45648"/>
                </a:lnTo>
                <a:close/>
                <a:moveTo>
                  <a:pt x="1543879" y="4432"/>
                </a:moveTo>
                <a:lnTo>
                  <a:pt x="1563823" y="4432"/>
                </a:lnTo>
                <a:lnTo>
                  <a:pt x="1563823" y="167301"/>
                </a:lnTo>
                <a:lnTo>
                  <a:pt x="1543879" y="167301"/>
                </a:lnTo>
                <a:lnTo>
                  <a:pt x="1543879" y="4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Text Speakingchannel">
            <a:extLst xmlns:a="http://schemas.openxmlformats.org/drawingml/2006/main">
              <a:ext uri="{FF2B5EF4-FFF2-40B4-BE49-F238E27FC236}">
                <a16:creationId xmlns:a16="http://schemas.microsoft.com/office/drawing/2014/main" id="{FED63399-FD72-41A4-9C55-3C00323D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3070" y="5709436"/>
            <a:ext cx="1777705" cy="217603"/>
          </a:xfrm>
          <a:custGeom xmlns:a="http://schemas.openxmlformats.org/drawingml/2006/main">
            <a:pathLst>
              <a:path w="1777705" h="217603">
                <a:moveTo>
                  <a:pt x="20940" y="114784"/>
                </a:moveTo>
                <a:cubicBezTo>
                  <a:pt x="21457" y="124043"/>
                  <a:pt x="23636" y="131562"/>
                  <a:pt x="27477" y="137342"/>
                </a:cubicBezTo>
                <a:cubicBezTo>
                  <a:pt x="34790" y="148156"/>
                  <a:pt x="47679" y="153563"/>
                  <a:pt x="66145" y="153563"/>
                </a:cubicBezTo>
                <a:cubicBezTo>
                  <a:pt x="74418" y="153563"/>
                  <a:pt x="81952" y="152381"/>
                  <a:pt x="88747" y="150017"/>
                </a:cubicBezTo>
                <a:cubicBezTo>
                  <a:pt x="101895" y="145438"/>
                  <a:pt x="108469" y="137240"/>
                  <a:pt x="108469" y="125424"/>
                </a:cubicBezTo>
                <a:cubicBezTo>
                  <a:pt x="108469" y="116560"/>
                  <a:pt x="105699" y="110245"/>
                  <a:pt x="100159" y="106478"/>
                </a:cubicBezTo>
                <a:cubicBezTo>
                  <a:pt x="94546" y="102771"/>
                  <a:pt x="85756" y="99546"/>
                  <a:pt x="73790" y="96804"/>
                </a:cubicBezTo>
                <a:lnTo>
                  <a:pt x="51742" y="91798"/>
                </a:lnTo>
                <a:cubicBezTo>
                  <a:pt x="37338" y="88536"/>
                  <a:pt x="27145" y="84947"/>
                  <a:pt x="21162" y="81030"/>
                </a:cubicBezTo>
                <a:cubicBezTo>
                  <a:pt x="10821" y="74232"/>
                  <a:pt x="5651" y="64071"/>
                  <a:pt x="5651" y="50547"/>
                </a:cubicBezTo>
                <a:cubicBezTo>
                  <a:pt x="5651" y="35915"/>
                  <a:pt x="10710" y="23906"/>
                  <a:pt x="20830" y="14521"/>
                </a:cubicBezTo>
                <a:cubicBezTo>
                  <a:pt x="30949" y="5136"/>
                  <a:pt x="45278" y="443"/>
                  <a:pt x="63818" y="443"/>
                </a:cubicBezTo>
                <a:cubicBezTo>
                  <a:pt x="80881" y="443"/>
                  <a:pt x="95377" y="4561"/>
                  <a:pt x="107306" y="12797"/>
                </a:cubicBezTo>
                <a:cubicBezTo>
                  <a:pt x="119235" y="21033"/>
                  <a:pt x="125199" y="34199"/>
                  <a:pt x="125199" y="52296"/>
                </a:cubicBezTo>
                <a:lnTo>
                  <a:pt x="104480" y="52296"/>
                </a:lnTo>
                <a:cubicBezTo>
                  <a:pt x="103372" y="43580"/>
                  <a:pt x="101009" y="36895"/>
                  <a:pt x="97389" y="32242"/>
                </a:cubicBezTo>
                <a:cubicBezTo>
                  <a:pt x="90668" y="23747"/>
                  <a:pt x="79256" y="19500"/>
                  <a:pt x="63154" y="19500"/>
                </a:cubicBezTo>
                <a:cubicBezTo>
                  <a:pt x="50153" y="19500"/>
                  <a:pt x="40810" y="22235"/>
                  <a:pt x="35122" y="27706"/>
                </a:cubicBezTo>
                <a:cubicBezTo>
                  <a:pt x="29435" y="33176"/>
                  <a:pt x="26591" y="39534"/>
                  <a:pt x="26591" y="46780"/>
                </a:cubicBezTo>
                <a:cubicBezTo>
                  <a:pt x="26591" y="54764"/>
                  <a:pt x="29915" y="60604"/>
                  <a:pt x="36563" y="64300"/>
                </a:cubicBezTo>
                <a:cubicBezTo>
                  <a:pt x="40921" y="66666"/>
                  <a:pt x="50781" y="69622"/>
                  <a:pt x="66145" y="73170"/>
                </a:cubicBezTo>
                <a:lnTo>
                  <a:pt x="88969" y="78381"/>
                </a:lnTo>
                <a:cubicBezTo>
                  <a:pt x="99975" y="80895"/>
                  <a:pt x="108469" y="84332"/>
                  <a:pt x="114452" y="88692"/>
                </a:cubicBezTo>
                <a:cubicBezTo>
                  <a:pt x="124793" y="96304"/>
                  <a:pt x="129963" y="107354"/>
                  <a:pt x="129963" y="121841"/>
                </a:cubicBezTo>
                <a:cubicBezTo>
                  <a:pt x="129963" y="139877"/>
                  <a:pt x="123408" y="152776"/>
                  <a:pt x="110297" y="160536"/>
                </a:cubicBezTo>
                <a:cubicBezTo>
                  <a:pt x="97186" y="168296"/>
                  <a:pt x="81952" y="172176"/>
                  <a:pt x="64594" y="172176"/>
                </a:cubicBezTo>
                <a:cubicBezTo>
                  <a:pt x="44355" y="172176"/>
                  <a:pt x="28511" y="166996"/>
                  <a:pt x="17063" y="156634"/>
                </a:cubicBezTo>
                <a:cubicBezTo>
                  <a:pt x="5614" y="146348"/>
                  <a:pt x="0" y="132398"/>
                  <a:pt x="222" y="114784"/>
                </a:cubicBezTo>
                <a:lnTo>
                  <a:pt x="20940" y="114784"/>
                </a:lnTo>
                <a:moveTo>
                  <a:pt x="65480" y="0"/>
                </a:moveTo>
                <a:lnTo>
                  <a:pt x="65480" y="0"/>
                </a:lnTo>
                <a:close/>
                <a:moveTo>
                  <a:pt x="205307" y="154228"/>
                </a:moveTo>
                <a:cubicBezTo>
                  <a:pt x="214614" y="154228"/>
                  <a:pt x="222351" y="150302"/>
                  <a:pt x="228519" y="142452"/>
                </a:cubicBezTo>
                <a:cubicBezTo>
                  <a:pt x="234686" y="134602"/>
                  <a:pt x="237770" y="122864"/>
                  <a:pt x="237770" y="107240"/>
                </a:cubicBezTo>
                <a:cubicBezTo>
                  <a:pt x="237770" y="97716"/>
                  <a:pt x="236404" y="89532"/>
                  <a:pt x="233671" y="82688"/>
                </a:cubicBezTo>
                <a:cubicBezTo>
                  <a:pt x="228500" y="69517"/>
                  <a:pt x="219046" y="62932"/>
                  <a:pt x="205307" y="62932"/>
                </a:cubicBezTo>
                <a:cubicBezTo>
                  <a:pt x="191494" y="62932"/>
                  <a:pt x="182040" y="69889"/>
                  <a:pt x="176943" y="83803"/>
                </a:cubicBezTo>
                <a:cubicBezTo>
                  <a:pt x="174210" y="91243"/>
                  <a:pt x="172844" y="100692"/>
                  <a:pt x="172844" y="112153"/>
                </a:cubicBezTo>
                <a:cubicBezTo>
                  <a:pt x="172844" y="121379"/>
                  <a:pt x="174210" y="129228"/>
                  <a:pt x="176943" y="135700"/>
                </a:cubicBezTo>
                <a:cubicBezTo>
                  <a:pt x="182114" y="148052"/>
                  <a:pt x="191568" y="154228"/>
                  <a:pt x="205307" y="154228"/>
                </a:cubicBezTo>
                <a:moveTo>
                  <a:pt x="153676" y="49193"/>
                </a:moveTo>
                <a:lnTo>
                  <a:pt x="173065" y="49193"/>
                </a:lnTo>
                <a:lnTo>
                  <a:pt x="173065" y="64608"/>
                </a:lnTo>
                <a:cubicBezTo>
                  <a:pt x="177054" y="59273"/>
                  <a:pt x="181412" y="55145"/>
                  <a:pt x="186139" y="52223"/>
                </a:cubicBezTo>
                <a:cubicBezTo>
                  <a:pt x="192861" y="47839"/>
                  <a:pt x="200764" y="45648"/>
                  <a:pt x="209850" y="45648"/>
                </a:cubicBezTo>
                <a:cubicBezTo>
                  <a:pt x="223293" y="45648"/>
                  <a:pt x="234705" y="50814"/>
                  <a:pt x="244085" y="61145"/>
                </a:cubicBezTo>
                <a:cubicBezTo>
                  <a:pt x="253466" y="71477"/>
                  <a:pt x="258156" y="86234"/>
                  <a:pt x="258156" y="105415"/>
                </a:cubicBezTo>
                <a:cubicBezTo>
                  <a:pt x="258156" y="131334"/>
                  <a:pt x="251398" y="149849"/>
                  <a:pt x="237881" y="160958"/>
                </a:cubicBezTo>
                <a:cubicBezTo>
                  <a:pt x="229313" y="167994"/>
                  <a:pt x="219341" y="171512"/>
                  <a:pt x="207966" y="171512"/>
                </a:cubicBezTo>
                <a:cubicBezTo>
                  <a:pt x="199029" y="171512"/>
                  <a:pt x="191531" y="169567"/>
                  <a:pt x="185475" y="165678"/>
                </a:cubicBezTo>
                <a:cubicBezTo>
                  <a:pt x="181929" y="163476"/>
                  <a:pt x="177977" y="159696"/>
                  <a:pt x="173619" y="154338"/>
                </a:cubicBezTo>
                <a:lnTo>
                  <a:pt x="173619" y="214722"/>
                </a:lnTo>
                <a:lnTo>
                  <a:pt x="153676" y="214722"/>
                </a:lnTo>
                <a:lnTo>
                  <a:pt x="153676" y="49193"/>
                </a:lnTo>
                <a:close/>
                <a:moveTo>
                  <a:pt x="330804" y="45869"/>
                </a:moveTo>
                <a:cubicBezTo>
                  <a:pt x="339224" y="45869"/>
                  <a:pt x="347386" y="47845"/>
                  <a:pt x="355290" y="51797"/>
                </a:cubicBezTo>
                <a:cubicBezTo>
                  <a:pt x="363193" y="55749"/>
                  <a:pt x="369213" y="60863"/>
                  <a:pt x="373349" y="67139"/>
                </a:cubicBezTo>
                <a:cubicBezTo>
                  <a:pt x="377338" y="73122"/>
                  <a:pt x="379997" y="80101"/>
                  <a:pt x="381326" y="88076"/>
                </a:cubicBezTo>
                <a:cubicBezTo>
                  <a:pt x="382508" y="93542"/>
                  <a:pt x="383099" y="102297"/>
                  <a:pt x="383099" y="114341"/>
                </a:cubicBezTo>
                <a:lnTo>
                  <a:pt x="296125" y="114341"/>
                </a:lnTo>
                <a:cubicBezTo>
                  <a:pt x="296494" y="126381"/>
                  <a:pt x="299338" y="136039"/>
                  <a:pt x="304656" y="143314"/>
                </a:cubicBezTo>
                <a:cubicBezTo>
                  <a:pt x="309974" y="150590"/>
                  <a:pt x="318210" y="154228"/>
                  <a:pt x="329363" y="154228"/>
                </a:cubicBezTo>
                <a:cubicBezTo>
                  <a:pt x="339778" y="154228"/>
                  <a:pt x="348088" y="150824"/>
                  <a:pt x="354292" y="144017"/>
                </a:cubicBezTo>
                <a:cubicBezTo>
                  <a:pt x="357838" y="140065"/>
                  <a:pt x="360349" y="135492"/>
                  <a:pt x="361826" y="130296"/>
                </a:cubicBezTo>
                <a:lnTo>
                  <a:pt x="381437" y="130296"/>
                </a:lnTo>
                <a:cubicBezTo>
                  <a:pt x="380920" y="134631"/>
                  <a:pt x="379203" y="139462"/>
                  <a:pt x="376285" y="144789"/>
                </a:cubicBezTo>
                <a:cubicBezTo>
                  <a:pt x="373368" y="150114"/>
                  <a:pt x="370099" y="154466"/>
                  <a:pt x="366480" y="157846"/>
                </a:cubicBezTo>
                <a:cubicBezTo>
                  <a:pt x="360423" y="163725"/>
                  <a:pt x="352926" y="167693"/>
                  <a:pt x="343988" y="169749"/>
                </a:cubicBezTo>
                <a:cubicBezTo>
                  <a:pt x="339187" y="170924"/>
                  <a:pt x="333758" y="171512"/>
                  <a:pt x="327701" y="171512"/>
                </a:cubicBezTo>
                <a:cubicBezTo>
                  <a:pt x="312929" y="171512"/>
                  <a:pt x="300409" y="166133"/>
                  <a:pt x="290142" y="155377"/>
                </a:cubicBezTo>
                <a:cubicBezTo>
                  <a:pt x="279875" y="144621"/>
                  <a:pt x="274741" y="129557"/>
                  <a:pt x="274741" y="110186"/>
                </a:cubicBezTo>
                <a:cubicBezTo>
                  <a:pt x="274741" y="91113"/>
                  <a:pt x="279912" y="75626"/>
                  <a:pt x="290252" y="63725"/>
                </a:cubicBezTo>
                <a:cubicBezTo>
                  <a:pt x="300593" y="51821"/>
                  <a:pt x="314110" y="45869"/>
                  <a:pt x="330804" y="45869"/>
                </a:cubicBezTo>
                <a:moveTo>
                  <a:pt x="362602" y="98387"/>
                </a:moveTo>
                <a:cubicBezTo>
                  <a:pt x="361790" y="89717"/>
                  <a:pt x="359906" y="82789"/>
                  <a:pt x="356951" y="77602"/>
                </a:cubicBezTo>
                <a:cubicBezTo>
                  <a:pt x="351486" y="67970"/>
                  <a:pt x="342363" y="63154"/>
                  <a:pt x="329585" y="63154"/>
                </a:cubicBezTo>
                <a:cubicBezTo>
                  <a:pt x="320426" y="63154"/>
                  <a:pt x="312744" y="66469"/>
                  <a:pt x="306539" y="73101"/>
                </a:cubicBezTo>
                <a:cubicBezTo>
                  <a:pt x="300335" y="79732"/>
                  <a:pt x="297048" y="88161"/>
                  <a:pt x="296679" y="98387"/>
                </a:cubicBezTo>
                <a:lnTo>
                  <a:pt x="362602" y="98387"/>
                </a:lnTo>
                <a:moveTo>
                  <a:pt x="328920" y="45648"/>
                </a:moveTo>
                <a:lnTo>
                  <a:pt x="328920" y="45648"/>
                </a:lnTo>
                <a:close/>
                <a:moveTo>
                  <a:pt x="422840" y="135780"/>
                </a:moveTo>
                <a:cubicBezTo>
                  <a:pt x="422840" y="141560"/>
                  <a:pt x="424945" y="146116"/>
                  <a:pt x="429155" y="149449"/>
                </a:cubicBezTo>
                <a:cubicBezTo>
                  <a:pt x="433366" y="152783"/>
                  <a:pt x="438351" y="154449"/>
                  <a:pt x="444113" y="154449"/>
                </a:cubicBezTo>
                <a:cubicBezTo>
                  <a:pt x="451130" y="154449"/>
                  <a:pt x="457925" y="152810"/>
                  <a:pt x="464499" y="149533"/>
                </a:cubicBezTo>
                <a:cubicBezTo>
                  <a:pt x="475579" y="144094"/>
                  <a:pt x="481119" y="135245"/>
                  <a:pt x="481119" y="122983"/>
                </a:cubicBezTo>
                <a:lnTo>
                  <a:pt x="481119" y="106918"/>
                </a:lnTo>
                <a:cubicBezTo>
                  <a:pt x="478681" y="108501"/>
                  <a:pt x="475542" y="109820"/>
                  <a:pt x="471701" y="110875"/>
                </a:cubicBezTo>
                <a:cubicBezTo>
                  <a:pt x="467860" y="111930"/>
                  <a:pt x="464093" y="112672"/>
                  <a:pt x="460400" y="113102"/>
                </a:cubicBezTo>
                <a:lnTo>
                  <a:pt x="448323" y="114608"/>
                </a:lnTo>
                <a:cubicBezTo>
                  <a:pt x="441084" y="115538"/>
                  <a:pt x="435655" y="117041"/>
                  <a:pt x="432036" y="119116"/>
                </a:cubicBezTo>
                <a:cubicBezTo>
                  <a:pt x="425905" y="122597"/>
                  <a:pt x="422840" y="128151"/>
                  <a:pt x="422840" y="135780"/>
                </a:cubicBezTo>
                <a:moveTo>
                  <a:pt x="471147" y="95395"/>
                </a:moveTo>
                <a:cubicBezTo>
                  <a:pt x="475727" y="94804"/>
                  <a:pt x="478792" y="92884"/>
                  <a:pt x="480343" y="89634"/>
                </a:cubicBezTo>
                <a:cubicBezTo>
                  <a:pt x="481229" y="87854"/>
                  <a:pt x="481673" y="85295"/>
                  <a:pt x="481673" y="81958"/>
                </a:cubicBezTo>
                <a:cubicBezTo>
                  <a:pt x="481673" y="75134"/>
                  <a:pt x="479254" y="70184"/>
                  <a:pt x="474415" y="67108"/>
                </a:cubicBezTo>
                <a:cubicBezTo>
                  <a:pt x="469577" y="64028"/>
                  <a:pt x="462653" y="62489"/>
                  <a:pt x="453641" y="62489"/>
                </a:cubicBezTo>
                <a:cubicBezTo>
                  <a:pt x="443226" y="62489"/>
                  <a:pt x="435840" y="65309"/>
                  <a:pt x="431482" y="70951"/>
                </a:cubicBezTo>
                <a:cubicBezTo>
                  <a:pt x="429045" y="74069"/>
                  <a:pt x="427457" y="78709"/>
                  <a:pt x="426718" y="84869"/>
                </a:cubicBezTo>
                <a:lnTo>
                  <a:pt x="408104" y="84869"/>
                </a:lnTo>
                <a:cubicBezTo>
                  <a:pt x="408474" y="70203"/>
                  <a:pt x="413219" y="59999"/>
                  <a:pt x="422342" y="54259"/>
                </a:cubicBezTo>
                <a:cubicBezTo>
                  <a:pt x="431464" y="48518"/>
                  <a:pt x="442045" y="45648"/>
                  <a:pt x="454084" y="45648"/>
                </a:cubicBezTo>
                <a:cubicBezTo>
                  <a:pt x="468045" y="45648"/>
                  <a:pt x="479383" y="48307"/>
                  <a:pt x="488099" y="53625"/>
                </a:cubicBezTo>
                <a:cubicBezTo>
                  <a:pt x="496741" y="58943"/>
                  <a:pt x="501062" y="67223"/>
                  <a:pt x="501062" y="78464"/>
                </a:cubicBezTo>
                <a:lnTo>
                  <a:pt x="501062" y="146912"/>
                </a:lnTo>
                <a:cubicBezTo>
                  <a:pt x="501062" y="148982"/>
                  <a:pt x="501487" y="150645"/>
                  <a:pt x="502336" y="151901"/>
                </a:cubicBezTo>
                <a:cubicBezTo>
                  <a:pt x="503185" y="153157"/>
                  <a:pt x="504977" y="153784"/>
                  <a:pt x="507710" y="153784"/>
                </a:cubicBezTo>
                <a:cubicBezTo>
                  <a:pt x="508596" y="153784"/>
                  <a:pt x="509593" y="153729"/>
                  <a:pt x="510701" y="153618"/>
                </a:cubicBezTo>
                <a:cubicBezTo>
                  <a:pt x="511809" y="153507"/>
                  <a:pt x="512991" y="153341"/>
                  <a:pt x="514247" y="153120"/>
                </a:cubicBezTo>
                <a:lnTo>
                  <a:pt x="514247" y="167966"/>
                </a:lnTo>
                <a:cubicBezTo>
                  <a:pt x="511144" y="168853"/>
                  <a:pt x="508781" y="169407"/>
                  <a:pt x="507156" y="169628"/>
                </a:cubicBezTo>
                <a:cubicBezTo>
                  <a:pt x="505531" y="169850"/>
                  <a:pt x="503315" y="169961"/>
                  <a:pt x="500508" y="169961"/>
                </a:cubicBezTo>
                <a:cubicBezTo>
                  <a:pt x="493639" y="169961"/>
                  <a:pt x="488653" y="167508"/>
                  <a:pt x="485550" y="162603"/>
                </a:cubicBezTo>
                <a:cubicBezTo>
                  <a:pt x="483925" y="160002"/>
                  <a:pt x="482781" y="156323"/>
                  <a:pt x="482116" y="151568"/>
                </a:cubicBezTo>
                <a:cubicBezTo>
                  <a:pt x="478053" y="156947"/>
                  <a:pt x="472218" y="161615"/>
                  <a:pt x="464610" y="165574"/>
                </a:cubicBezTo>
                <a:cubicBezTo>
                  <a:pt x="457002" y="169532"/>
                  <a:pt x="448619" y="171512"/>
                  <a:pt x="439459" y="171512"/>
                </a:cubicBezTo>
                <a:cubicBezTo>
                  <a:pt x="428454" y="171512"/>
                  <a:pt x="419461" y="168159"/>
                  <a:pt x="412481" y="161453"/>
                </a:cubicBezTo>
                <a:cubicBezTo>
                  <a:pt x="405501" y="154748"/>
                  <a:pt x="402011" y="146358"/>
                  <a:pt x="402011" y="136282"/>
                </a:cubicBezTo>
                <a:cubicBezTo>
                  <a:pt x="402011" y="125242"/>
                  <a:pt x="405445" y="116684"/>
                  <a:pt x="412315" y="110609"/>
                </a:cubicBezTo>
                <a:cubicBezTo>
                  <a:pt x="419184" y="104533"/>
                  <a:pt x="428195" y="100792"/>
                  <a:pt x="439349" y="99384"/>
                </a:cubicBezTo>
                <a:lnTo>
                  <a:pt x="471147" y="95395"/>
                </a:lnTo>
                <a:moveTo>
                  <a:pt x="454638" y="45648"/>
                </a:moveTo>
                <a:lnTo>
                  <a:pt x="454638" y="45648"/>
                </a:lnTo>
                <a:close/>
                <a:moveTo>
                  <a:pt x="533269" y="4432"/>
                </a:moveTo>
                <a:lnTo>
                  <a:pt x="552436" y="4432"/>
                </a:lnTo>
                <a:lnTo>
                  <a:pt x="552436" y="98999"/>
                </a:lnTo>
                <a:lnTo>
                  <a:pt x="603624" y="48528"/>
                </a:lnTo>
                <a:lnTo>
                  <a:pt x="629107" y="48528"/>
                </a:lnTo>
                <a:lnTo>
                  <a:pt x="583681" y="92691"/>
                </a:lnTo>
                <a:lnTo>
                  <a:pt x="631655" y="167301"/>
                </a:lnTo>
                <a:lnTo>
                  <a:pt x="606172" y="167301"/>
                </a:lnTo>
                <a:lnTo>
                  <a:pt x="569166" y="106862"/>
                </a:lnTo>
                <a:lnTo>
                  <a:pt x="552436" y="122720"/>
                </a:lnTo>
                <a:lnTo>
                  <a:pt x="552436" y="167301"/>
                </a:lnTo>
                <a:lnTo>
                  <a:pt x="533269" y="167301"/>
                </a:lnTo>
                <a:lnTo>
                  <a:pt x="533269" y="4432"/>
                </a:lnTo>
                <a:close/>
                <a:moveTo>
                  <a:pt x="647168" y="49193"/>
                </a:moveTo>
                <a:lnTo>
                  <a:pt x="667443" y="49193"/>
                </a:lnTo>
                <a:lnTo>
                  <a:pt x="667443" y="167301"/>
                </a:lnTo>
                <a:lnTo>
                  <a:pt x="647168" y="167301"/>
                </a:lnTo>
                <a:lnTo>
                  <a:pt x="647168" y="49193"/>
                </a:lnTo>
                <a:moveTo>
                  <a:pt x="647168" y="4432"/>
                </a:moveTo>
                <a:lnTo>
                  <a:pt x="667443" y="4432"/>
                </a:lnTo>
                <a:lnTo>
                  <a:pt x="667443" y="27034"/>
                </a:lnTo>
                <a:lnTo>
                  <a:pt x="647168" y="27034"/>
                </a:lnTo>
                <a:lnTo>
                  <a:pt x="647168" y="4432"/>
                </a:lnTo>
                <a:close/>
                <a:moveTo>
                  <a:pt x="697542" y="48528"/>
                </a:moveTo>
                <a:lnTo>
                  <a:pt x="716488" y="48528"/>
                </a:lnTo>
                <a:lnTo>
                  <a:pt x="716488" y="65369"/>
                </a:lnTo>
                <a:cubicBezTo>
                  <a:pt x="722101" y="58426"/>
                  <a:pt x="728047" y="53440"/>
                  <a:pt x="734326" y="50412"/>
                </a:cubicBezTo>
                <a:cubicBezTo>
                  <a:pt x="740604" y="47384"/>
                  <a:pt x="747584" y="45869"/>
                  <a:pt x="755266" y="45869"/>
                </a:cubicBezTo>
                <a:cubicBezTo>
                  <a:pt x="772107" y="45869"/>
                  <a:pt x="783482" y="51747"/>
                  <a:pt x="789391" y="63503"/>
                </a:cubicBezTo>
                <a:cubicBezTo>
                  <a:pt x="792641" y="69934"/>
                  <a:pt x="794266" y="79138"/>
                  <a:pt x="794266" y="91116"/>
                </a:cubicBezTo>
                <a:lnTo>
                  <a:pt x="794266" y="167301"/>
                </a:lnTo>
                <a:lnTo>
                  <a:pt x="773991" y="167301"/>
                </a:lnTo>
                <a:lnTo>
                  <a:pt x="773991" y="92435"/>
                </a:lnTo>
                <a:cubicBezTo>
                  <a:pt x="773991" y="85187"/>
                  <a:pt x="772920" y="79345"/>
                  <a:pt x="770778" y="74908"/>
                </a:cubicBezTo>
                <a:cubicBezTo>
                  <a:pt x="767232" y="67515"/>
                  <a:pt x="760806" y="63818"/>
                  <a:pt x="751499" y="63818"/>
                </a:cubicBezTo>
                <a:cubicBezTo>
                  <a:pt x="746772" y="63818"/>
                  <a:pt x="742894" y="64298"/>
                  <a:pt x="739866" y="65259"/>
                </a:cubicBezTo>
                <a:cubicBezTo>
                  <a:pt x="734400" y="66886"/>
                  <a:pt x="729599" y="70139"/>
                  <a:pt x="725462" y="75019"/>
                </a:cubicBezTo>
                <a:cubicBezTo>
                  <a:pt x="722138" y="78938"/>
                  <a:pt x="719978" y="82987"/>
                  <a:pt x="718981" y="87165"/>
                </a:cubicBezTo>
                <a:cubicBezTo>
                  <a:pt x="717983" y="91343"/>
                  <a:pt x="717485" y="97313"/>
                  <a:pt x="717485" y="105076"/>
                </a:cubicBezTo>
                <a:lnTo>
                  <a:pt x="717485" y="167301"/>
                </a:lnTo>
                <a:lnTo>
                  <a:pt x="697542" y="167301"/>
                </a:lnTo>
                <a:lnTo>
                  <a:pt x="697542" y="48528"/>
                </a:lnTo>
                <a:moveTo>
                  <a:pt x="744408" y="45648"/>
                </a:moveTo>
                <a:lnTo>
                  <a:pt x="744408" y="45648"/>
                </a:lnTo>
                <a:close/>
                <a:moveTo>
                  <a:pt x="865584" y="46534"/>
                </a:moveTo>
                <a:cubicBezTo>
                  <a:pt x="874891" y="46534"/>
                  <a:pt x="883016" y="48838"/>
                  <a:pt x="889959" y="53445"/>
                </a:cubicBezTo>
                <a:cubicBezTo>
                  <a:pt x="893726" y="56046"/>
                  <a:pt x="897567" y="59837"/>
                  <a:pt x="901482" y="64815"/>
                </a:cubicBezTo>
                <a:lnTo>
                  <a:pt x="901482" y="49636"/>
                </a:lnTo>
                <a:lnTo>
                  <a:pt x="919874" y="49636"/>
                </a:lnTo>
                <a:lnTo>
                  <a:pt x="919874" y="157693"/>
                </a:lnTo>
                <a:cubicBezTo>
                  <a:pt x="919874" y="172782"/>
                  <a:pt x="917658" y="184691"/>
                  <a:pt x="913226" y="193418"/>
                </a:cubicBezTo>
                <a:cubicBezTo>
                  <a:pt x="904953" y="209541"/>
                  <a:pt x="889331" y="217603"/>
                  <a:pt x="866359" y="217603"/>
                </a:cubicBezTo>
                <a:cubicBezTo>
                  <a:pt x="853581" y="217603"/>
                  <a:pt x="842834" y="214740"/>
                  <a:pt x="834118" y="209016"/>
                </a:cubicBezTo>
                <a:cubicBezTo>
                  <a:pt x="825402" y="203292"/>
                  <a:pt x="820527" y="194336"/>
                  <a:pt x="819493" y="182148"/>
                </a:cubicBezTo>
                <a:lnTo>
                  <a:pt x="839769" y="182148"/>
                </a:lnTo>
                <a:cubicBezTo>
                  <a:pt x="840729" y="187436"/>
                  <a:pt x="842649" y="191511"/>
                  <a:pt x="845530" y="194374"/>
                </a:cubicBezTo>
                <a:cubicBezTo>
                  <a:pt x="850036" y="198780"/>
                  <a:pt x="857127" y="200983"/>
                  <a:pt x="866803" y="200983"/>
                </a:cubicBezTo>
                <a:cubicBezTo>
                  <a:pt x="882092" y="200983"/>
                  <a:pt x="892101" y="195591"/>
                  <a:pt x="896828" y="184807"/>
                </a:cubicBezTo>
                <a:cubicBezTo>
                  <a:pt x="899635" y="178457"/>
                  <a:pt x="900928" y="167120"/>
                  <a:pt x="900706" y="150796"/>
                </a:cubicBezTo>
                <a:cubicBezTo>
                  <a:pt x="896718" y="156890"/>
                  <a:pt x="891916" y="161423"/>
                  <a:pt x="886303" y="164396"/>
                </a:cubicBezTo>
                <a:cubicBezTo>
                  <a:pt x="880689" y="167367"/>
                  <a:pt x="873266" y="168853"/>
                  <a:pt x="864033" y="168853"/>
                </a:cubicBezTo>
                <a:cubicBezTo>
                  <a:pt x="851180" y="168853"/>
                  <a:pt x="839935" y="164288"/>
                  <a:pt x="830296" y="155159"/>
                </a:cubicBezTo>
                <a:cubicBezTo>
                  <a:pt x="820656" y="146028"/>
                  <a:pt x="815837" y="130927"/>
                  <a:pt x="815837" y="109857"/>
                </a:cubicBezTo>
                <a:cubicBezTo>
                  <a:pt x="815837" y="89970"/>
                  <a:pt x="820693" y="74444"/>
                  <a:pt x="830406" y="63282"/>
                </a:cubicBezTo>
                <a:cubicBezTo>
                  <a:pt x="840119" y="52117"/>
                  <a:pt x="851845" y="46534"/>
                  <a:pt x="865584" y="46534"/>
                </a:cubicBezTo>
                <a:moveTo>
                  <a:pt x="901482" y="107527"/>
                </a:moveTo>
                <a:cubicBezTo>
                  <a:pt x="901482" y="92847"/>
                  <a:pt x="898453" y="81966"/>
                  <a:pt x="892396" y="74884"/>
                </a:cubicBezTo>
                <a:cubicBezTo>
                  <a:pt x="886340" y="67802"/>
                  <a:pt x="878621" y="64261"/>
                  <a:pt x="869240" y="64261"/>
                </a:cubicBezTo>
                <a:cubicBezTo>
                  <a:pt x="855206" y="64261"/>
                  <a:pt x="845604" y="70827"/>
                  <a:pt x="840433" y="83959"/>
                </a:cubicBezTo>
                <a:cubicBezTo>
                  <a:pt x="837700" y="90967"/>
                  <a:pt x="836334" y="100151"/>
                  <a:pt x="836334" y="111512"/>
                </a:cubicBezTo>
                <a:cubicBezTo>
                  <a:pt x="836334" y="124866"/>
                  <a:pt x="839048" y="135028"/>
                  <a:pt x="844477" y="141998"/>
                </a:cubicBezTo>
                <a:cubicBezTo>
                  <a:pt x="849906" y="148969"/>
                  <a:pt x="857200" y="152455"/>
                  <a:pt x="866359" y="152455"/>
                </a:cubicBezTo>
                <a:cubicBezTo>
                  <a:pt x="880689" y="152455"/>
                  <a:pt x="890771" y="146000"/>
                  <a:pt x="896607" y="133090"/>
                </a:cubicBezTo>
                <a:cubicBezTo>
                  <a:pt x="899857" y="125787"/>
                  <a:pt x="901482" y="117266"/>
                  <a:pt x="901482" y="107527"/>
                </a:cubicBezTo>
                <a:moveTo>
                  <a:pt x="867911" y="45648"/>
                </a:moveTo>
                <a:lnTo>
                  <a:pt x="867911" y="45648"/>
                </a:lnTo>
                <a:close/>
                <a:moveTo>
                  <a:pt x="1058703" y="44983"/>
                </a:moveTo>
                <a:cubicBezTo>
                  <a:pt x="1072072" y="44983"/>
                  <a:pt x="1082948" y="48241"/>
                  <a:pt x="1091332" y="54757"/>
                </a:cubicBezTo>
                <a:cubicBezTo>
                  <a:pt x="1099715" y="61273"/>
                  <a:pt x="1104757" y="72493"/>
                  <a:pt x="1106455" y="88415"/>
                </a:cubicBezTo>
                <a:lnTo>
                  <a:pt x="1087066" y="88415"/>
                </a:lnTo>
                <a:cubicBezTo>
                  <a:pt x="1085884" y="81102"/>
                  <a:pt x="1083188" y="75027"/>
                  <a:pt x="1078978" y="70189"/>
                </a:cubicBezTo>
                <a:cubicBezTo>
                  <a:pt x="1074768" y="65351"/>
                  <a:pt x="1068009" y="62932"/>
                  <a:pt x="1058703" y="62932"/>
                </a:cubicBezTo>
                <a:cubicBezTo>
                  <a:pt x="1045998" y="62932"/>
                  <a:pt x="1036913" y="69136"/>
                  <a:pt x="1031447" y="81546"/>
                </a:cubicBezTo>
                <a:cubicBezTo>
                  <a:pt x="1027901" y="89597"/>
                  <a:pt x="1026129" y="99531"/>
                  <a:pt x="1026129" y="111350"/>
                </a:cubicBezTo>
                <a:cubicBezTo>
                  <a:pt x="1026129" y="123242"/>
                  <a:pt x="1028640" y="133250"/>
                  <a:pt x="1033663" y="141375"/>
                </a:cubicBezTo>
                <a:cubicBezTo>
                  <a:pt x="1038685" y="149500"/>
                  <a:pt x="1046589" y="153563"/>
                  <a:pt x="1057373" y="153563"/>
                </a:cubicBezTo>
                <a:cubicBezTo>
                  <a:pt x="1065646" y="153563"/>
                  <a:pt x="1072201" y="151053"/>
                  <a:pt x="1077039" y="146032"/>
                </a:cubicBezTo>
                <a:cubicBezTo>
                  <a:pt x="1081877" y="141012"/>
                  <a:pt x="1085220" y="134141"/>
                  <a:pt x="1087066" y="125421"/>
                </a:cubicBezTo>
                <a:lnTo>
                  <a:pt x="1106455" y="125421"/>
                </a:lnTo>
                <a:cubicBezTo>
                  <a:pt x="1104240" y="141154"/>
                  <a:pt x="1098700" y="152658"/>
                  <a:pt x="1089836" y="159934"/>
                </a:cubicBezTo>
                <a:cubicBezTo>
                  <a:pt x="1080972" y="167209"/>
                  <a:pt x="1069634" y="170847"/>
                  <a:pt x="1055822" y="170847"/>
                </a:cubicBezTo>
                <a:cubicBezTo>
                  <a:pt x="1040310" y="170847"/>
                  <a:pt x="1027938" y="165163"/>
                  <a:pt x="1018705" y="153795"/>
                </a:cubicBezTo>
                <a:cubicBezTo>
                  <a:pt x="1009472" y="142427"/>
                  <a:pt x="1004856" y="128225"/>
                  <a:pt x="1004856" y="111190"/>
                </a:cubicBezTo>
                <a:cubicBezTo>
                  <a:pt x="1004856" y="90308"/>
                  <a:pt x="1009916" y="74053"/>
                  <a:pt x="1020035" y="62426"/>
                </a:cubicBezTo>
                <a:cubicBezTo>
                  <a:pt x="1030154" y="50797"/>
                  <a:pt x="1043043" y="44983"/>
                  <a:pt x="1058703" y="44983"/>
                </a:cubicBezTo>
                <a:moveTo>
                  <a:pt x="1055600" y="45648"/>
                </a:moveTo>
                <a:lnTo>
                  <a:pt x="1055600" y="45648"/>
                </a:lnTo>
                <a:close/>
                <a:moveTo>
                  <a:pt x="1126400" y="4210"/>
                </a:moveTo>
                <a:lnTo>
                  <a:pt x="1146344" y="4210"/>
                </a:lnTo>
                <a:lnTo>
                  <a:pt x="1146344" y="64705"/>
                </a:lnTo>
                <a:cubicBezTo>
                  <a:pt x="1151071" y="58687"/>
                  <a:pt x="1155318" y="54453"/>
                  <a:pt x="1159085" y="52001"/>
                </a:cubicBezTo>
                <a:cubicBezTo>
                  <a:pt x="1165511" y="47766"/>
                  <a:pt x="1173526" y="45648"/>
                  <a:pt x="1183128" y="45648"/>
                </a:cubicBezTo>
                <a:cubicBezTo>
                  <a:pt x="1200338" y="45648"/>
                  <a:pt x="1212009" y="51673"/>
                  <a:pt x="1218139" y="63725"/>
                </a:cubicBezTo>
                <a:cubicBezTo>
                  <a:pt x="1221463" y="70303"/>
                  <a:pt x="1223125" y="79434"/>
                  <a:pt x="1223125" y="91116"/>
                </a:cubicBezTo>
                <a:lnTo>
                  <a:pt x="1223125" y="167301"/>
                </a:lnTo>
                <a:lnTo>
                  <a:pt x="1202628" y="167301"/>
                </a:lnTo>
                <a:lnTo>
                  <a:pt x="1202628" y="92514"/>
                </a:lnTo>
                <a:cubicBezTo>
                  <a:pt x="1202628" y="83798"/>
                  <a:pt x="1201520" y="77409"/>
                  <a:pt x="1199304" y="73347"/>
                </a:cubicBezTo>
                <a:cubicBezTo>
                  <a:pt x="1195685" y="66847"/>
                  <a:pt x="1188889" y="63597"/>
                  <a:pt x="1178918" y="63597"/>
                </a:cubicBezTo>
                <a:cubicBezTo>
                  <a:pt x="1170645" y="63597"/>
                  <a:pt x="1163148" y="66440"/>
                  <a:pt x="1156426" y="72128"/>
                </a:cubicBezTo>
                <a:cubicBezTo>
                  <a:pt x="1149704" y="77815"/>
                  <a:pt x="1146344" y="88563"/>
                  <a:pt x="1146344" y="104369"/>
                </a:cubicBezTo>
                <a:lnTo>
                  <a:pt x="1146344" y="167301"/>
                </a:lnTo>
                <a:lnTo>
                  <a:pt x="1126400" y="167301"/>
                </a:lnTo>
                <a:lnTo>
                  <a:pt x="1126400" y="4210"/>
                </a:lnTo>
                <a:close/>
                <a:moveTo>
                  <a:pt x="1267852" y="135780"/>
                </a:moveTo>
                <a:cubicBezTo>
                  <a:pt x="1267852" y="141560"/>
                  <a:pt x="1269957" y="146116"/>
                  <a:pt x="1274167" y="149449"/>
                </a:cubicBezTo>
                <a:cubicBezTo>
                  <a:pt x="1278377" y="152783"/>
                  <a:pt x="1283363" y="154449"/>
                  <a:pt x="1289124" y="154449"/>
                </a:cubicBezTo>
                <a:cubicBezTo>
                  <a:pt x="1296142" y="154449"/>
                  <a:pt x="1302937" y="152810"/>
                  <a:pt x="1309511" y="149533"/>
                </a:cubicBezTo>
                <a:cubicBezTo>
                  <a:pt x="1320590" y="144094"/>
                  <a:pt x="1326130" y="135245"/>
                  <a:pt x="1326130" y="122983"/>
                </a:cubicBezTo>
                <a:lnTo>
                  <a:pt x="1326130" y="106918"/>
                </a:lnTo>
                <a:cubicBezTo>
                  <a:pt x="1323693" y="108501"/>
                  <a:pt x="1320554" y="109820"/>
                  <a:pt x="1316713" y="110875"/>
                </a:cubicBezTo>
                <a:cubicBezTo>
                  <a:pt x="1312872" y="111930"/>
                  <a:pt x="1309105" y="112672"/>
                  <a:pt x="1305411" y="113102"/>
                </a:cubicBezTo>
                <a:lnTo>
                  <a:pt x="1293335" y="114608"/>
                </a:lnTo>
                <a:cubicBezTo>
                  <a:pt x="1286096" y="115538"/>
                  <a:pt x="1280667" y="117041"/>
                  <a:pt x="1277048" y="119116"/>
                </a:cubicBezTo>
                <a:cubicBezTo>
                  <a:pt x="1270917" y="122597"/>
                  <a:pt x="1267852" y="128151"/>
                  <a:pt x="1267852" y="135780"/>
                </a:cubicBezTo>
                <a:moveTo>
                  <a:pt x="1316159" y="95395"/>
                </a:moveTo>
                <a:cubicBezTo>
                  <a:pt x="1320738" y="94804"/>
                  <a:pt x="1323804" y="92884"/>
                  <a:pt x="1325355" y="89634"/>
                </a:cubicBezTo>
                <a:cubicBezTo>
                  <a:pt x="1326241" y="87854"/>
                  <a:pt x="1326684" y="85295"/>
                  <a:pt x="1326684" y="81958"/>
                </a:cubicBezTo>
                <a:cubicBezTo>
                  <a:pt x="1326684" y="75134"/>
                  <a:pt x="1324265" y="70184"/>
                  <a:pt x="1319427" y="67108"/>
                </a:cubicBezTo>
                <a:cubicBezTo>
                  <a:pt x="1314589" y="64028"/>
                  <a:pt x="1307664" y="62489"/>
                  <a:pt x="1298653" y="62489"/>
                </a:cubicBezTo>
                <a:cubicBezTo>
                  <a:pt x="1288238" y="62489"/>
                  <a:pt x="1280852" y="65309"/>
                  <a:pt x="1276494" y="70951"/>
                </a:cubicBezTo>
                <a:cubicBezTo>
                  <a:pt x="1274056" y="74069"/>
                  <a:pt x="1272468" y="78709"/>
                  <a:pt x="1271730" y="84869"/>
                </a:cubicBezTo>
                <a:lnTo>
                  <a:pt x="1253116" y="84869"/>
                </a:lnTo>
                <a:cubicBezTo>
                  <a:pt x="1253485" y="70203"/>
                  <a:pt x="1258231" y="59999"/>
                  <a:pt x="1267353" y="54259"/>
                </a:cubicBezTo>
                <a:cubicBezTo>
                  <a:pt x="1276475" y="48518"/>
                  <a:pt x="1287056" y="45648"/>
                  <a:pt x="1299096" y="45648"/>
                </a:cubicBezTo>
                <a:cubicBezTo>
                  <a:pt x="1313056" y="45648"/>
                  <a:pt x="1324394" y="48307"/>
                  <a:pt x="1333110" y="53625"/>
                </a:cubicBezTo>
                <a:cubicBezTo>
                  <a:pt x="1341752" y="58943"/>
                  <a:pt x="1346073" y="67223"/>
                  <a:pt x="1346073" y="78464"/>
                </a:cubicBezTo>
                <a:lnTo>
                  <a:pt x="1346073" y="146912"/>
                </a:lnTo>
                <a:cubicBezTo>
                  <a:pt x="1346073" y="148982"/>
                  <a:pt x="1346498" y="150645"/>
                  <a:pt x="1347348" y="151901"/>
                </a:cubicBezTo>
                <a:cubicBezTo>
                  <a:pt x="1348197" y="153157"/>
                  <a:pt x="1349988" y="153784"/>
                  <a:pt x="1352721" y="153784"/>
                </a:cubicBezTo>
                <a:cubicBezTo>
                  <a:pt x="1353608" y="153784"/>
                  <a:pt x="1354605" y="153729"/>
                  <a:pt x="1355713" y="153618"/>
                </a:cubicBezTo>
                <a:cubicBezTo>
                  <a:pt x="1356821" y="153507"/>
                  <a:pt x="1358002" y="153341"/>
                  <a:pt x="1359258" y="153120"/>
                </a:cubicBezTo>
                <a:lnTo>
                  <a:pt x="1359258" y="167966"/>
                </a:lnTo>
                <a:cubicBezTo>
                  <a:pt x="1356156" y="168853"/>
                  <a:pt x="1353792" y="169407"/>
                  <a:pt x="1352167" y="169628"/>
                </a:cubicBezTo>
                <a:cubicBezTo>
                  <a:pt x="1350542" y="169850"/>
                  <a:pt x="1348326" y="169961"/>
                  <a:pt x="1345519" y="169961"/>
                </a:cubicBezTo>
                <a:cubicBezTo>
                  <a:pt x="1338650" y="169961"/>
                  <a:pt x="1333664" y="167508"/>
                  <a:pt x="1330562" y="162603"/>
                </a:cubicBezTo>
                <a:cubicBezTo>
                  <a:pt x="1328937" y="160002"/>
                  <a:pt x="1327792" y="156323"/>
                  <a:pt x="1327127" y="151568"/>
                </a:cubicBezTo>
                <a:cubicBezTo>
                  <a:pt x="1323065" y="156947"/>
                  <a:pt x="1317230" y="161615"/>
                  <a:pt x="1309622" y="165574"/>
                </a:cubicBezTo>
                <a:cubicBezTo>
                  <a:pt x="1302014" y="169532"/>
                  <a:pt x="1293630" y="171512"/>
                  <a:pt x="1284471" y="171512"/>
                </a:cubicBezTo>
                <a:cubicBezTo>
                  <a:pt x="1273465" y="171512"/>
                  <a:pt x="1264472" y="168159"/>
                  <a:pt x="1257492" y="161453"/>
                </a:cubicBezTo>
                <a:cubicBezTo>
                  <a:pt x="1250512" y="154748"/>
                  <a:pt x="1247022" y="146358"/>
                  <a:pt x="1247022" y="136282"/>
                </a:cubicBezTo>
                <a:cubicBezTo>
                  <a:pt x="1247022" y="125242"/>
                  <a:pt x="1250457" y="116684"/>
                  <a:pt x="1257326" y="110609"/>
                </a:cubicBezTo>
                <a:cubicBezTo>
                  <a:pt x="1264195" y="104533"/>
                  <a:pt x="1273207" y="100792"/>
                  <a:pt x="1284360" y="99384"/>
                </a:cubicBezTo>
                <a:lnTo>
                  <a:pt x="1316159" y="95395"/>
                </a:lnTo>
                <a:moveTo>
                  <a:pt x="1299650" y="45648"/>
                </a:moveTo>
                <a:lnTo>
                  <a:pt x="1299650" y="45648"/>
                </a:lnTo>
                <a:close/>
                <a:moveTo>
                  <a:pt x="1378723" y="48528"/>
                </a:moveTo>
                <a:lnTo>
                  <a:pt x="1397669" y="48528"/>
                </a:lnTo>
                <a:lnTo>
                  <a:pt x="1397669" y="65369"/>
                </a:lnTo>
                <a:cubicBezTo>
                  <a:pt x="1403283" y="58426"/>
                  <a:pt x="1409229" y="53440"/>
                  <a:pt x="1415508" y="50412"/>
                </a:cubicBezTo>
                <a:cubicBezTo>
                  <a:pt x="1421786" y="47384"/>
                  <a:pt x="1428766" y="45869"/>
                  <a:pt x="1436448" y="45869"/>
                </a:cubicBezTo>
                <a:cubicBezTo>
                  <a:pt x="1453289" y="45869"/>
                  <a:pt x="1464664" y="51747"/>
                  <a:pt x="1470573" y="63503"/>
                </a:cubicBezTo>
                <a:cubicBezTo>
                  <a:pt x="1473823" y="69934"/>
                  <a:pt x="1475448" y="79138"/>
                  <a:pt x="1475448" y="91116"/>
                </a:cubicBezTo>
                <a:lnTo>
                  <a:pt x="1475448" y="167301"/>
                </a:lnTo>
                <a:lnTo>
                  <a:pt x="1455172" y="167301"/>
                </a:lnTo>
                <a:lnTo>
                  <a:pt x="1455172" y="92435"/>
                </a:lnTo>
                <a:cubicBezTo>
                  <a:pt x="1455172" y="85187"/>
                  <a:pt x="1454101" y="79345"/>
                  <a:pt x="1451959" y="74908"/>
                </a:cubicBezTo>
                <a:cubicBezTo>
                  <a:pt x="1448414" y="67515"/>
                  <a:pt x="1441988" y="63818"/>
                  <a:pt x="1432681" y="63818"/>
                </a:cubicBezTo>
                <a:cubicBezTo>
                  <a:pt x="1427954" y="63818"/>
                  <a:pt x="1424076" y="64298"/>
                  <a:pt x="1421047" y="65259"/>
                </a:cubicBezTo>
                <a:cubicBezTo>
                  <a:pt x="1415581" y="66886"/>
                  <a:pt x="1410780" y="70139"/>
                  <a:pt x="1406644" y="75019"/>
                </a:cubicBezTo>
                <a:cubicBezTo>
                  <a:pt x="1403320" y="78938"/>
                  <a:pt x="1401160" y="82987"/>
                  <a:pt x="1400162" y="87165"/>
                </a:cubicBezTo>
                <a:cubicBezTo>
                  <a:pt x="1399165" y="91343"/>
                  <a:pt x="1398667" y="97313"/>
                  <a:pt x="1398667" y="105076"/>
                </a:cubicBezTo>
                <a:lnTo>
                  <a:pt x="1398667" y="167301"/>
                </a:lnTo>
                <a:lnTo>
                  <a:pt x="1378723" y="167301"/>
                </a:lnTo>
                <a:lnTo>
                  <a:pt x="1378723" y="48528"/>
                </a:lnTo>
                <a:moveTo>
                  <a:pt x="1425590" y="45648"/>
                </a:moveTo>
                <a:lnTo>
                  <a:pt x="1425590" y="45648"/>
                </a:lnTo>
                <a:close/>
                <a:moveTo>
                  <a:pt x="1504885" y="48528"/>
                </a:moveTo>
                <a:lnTo>
                  <a:pt x="1523831" y="48528"/>
                </a:lnTo>
                <a:lnTo>
                  <a:pt x="1523831" y="65369"/>
                </a:lnTo>
                <a:cubicBezTo>
                  <a:pt x="1529445" y="58426"/>
                  <a:pt x="1535391" y="53440"/>
                  <a:pt x="1541669" y="50412"/>
                </a:cubicBezTo>
                <a:cubicBezTo>
                  <a:pt x="1547947" y="47384"/>
                  <a:pt x="1554928" y="45869"/>
                  <a:pt x="1562609" y="45869"/>
                </a:cubicBezTo>
                <a:cubicBezTo>
                  <a:pt x="1579450" y="45869"/>
                  <a:pt x="1590825" y="51747"/>
                  <a:pt x="1596734" y="63503"/>
                </a:cubicBezTo>
                <a:cubicBezTo>
                  <a:pt x="1599984" y="69934"/>
                  <a:pt x="1601609" y="79138"/>
                  <a:pt x="1601609" y="91116"/>
                </a:cubicBezTo>
                <a:lnTo>
                  <a:pt x="1601609" y="167301"/>
                </a:lnTo>
                <a:lnTo>
                  <a:pt x="1581334" y="167301"/>
                </a:lnTo>
                <a:lnTo>
                  <a:pt x="1581334" y="92435"/>
                </a:lnTo>
                <a:cubicBezTo>
                  <a:pt x="1581334" y="85187"/>
                  <a:pt x="1580263" y="79345"/>
                  <a:pt x="1578121" y="74908"/>
                </a:cubicBezTo>
                <a:cubicBezTo>
                  <a:pt x="1574575" y="67515"/>
                  <a:pt x="1568149" y="63818"/>
                  <a:pt x="1558842" y="63818"/>
                </a:cubicBezTo>
                <a:cubicBezTo>
                  <a:pt x="1554115" y="63818"/>
                  <a:pt x="1550237" y="64298"/>
                  <a:pt x="1547209" y="65259"/>
                </a:cubicBezTo>
                <a:cubicBezTo>
                  <a:pt x="1541743" y="66886"/>
                  <a:pt x="1536942" y="70139"/>
                  <a:pt x="1532805" y="75019"/>
                </a:cubicBezTo>
                <a:cubicBezTo>
                  <a:pt x="1529482" y="78938"/>
                  <a:pt x="1527321" y="82987"/>
                  <a:pt x="1526324" y="87165"/>
                </a:cubicBezTo>
                <a:cubicBezTo>
                  <a:pt x="1525327" y="91343"/>
                  <a:pt x="1524828" y="97313"/>
                  <a:pt x="1524828" y="105076"/>
                </a:cubicBezTo>
                <a:lnTo>
                  <a:pt x="1524828" y="167301"/>
                </a:lnTo>
                <a:lnTo>
                  <a:pt x="1504885" y="167301"/>
                </a:lnTo>
                <a:lnTo>
                  <a:pt x="1504885" y="48528"/>
                </a:lnTo>
                <a:moveTo>
                  <a:pt x="1551751" y="45648"/>
                </a:moveTo>
                <a:lnTo>
                  <a:pt x="1551751" y="45648"/>
                </a:lnTo>
                <a:close/>
                <a:moveTo>
                  <a:pt x="1680461" y="45869"/>
                </a:moveTo>
                <a:cubicBezTo>
                  <a:pt x="1688882" y="45869"/>
                  <a:pt x="1697044" y="47845"/>
                  <a:pt x="1704947" y="51797"/>
                </a:cubicBezTo>
                <a:cubicBezTo>
                  <a:pt x="1712850" y="55749"/>
                  <a:pt x="1718870" y="60863"/>
                  <a:pt x="1723007" y="67139"/>
                </a:cubicBezTo>
                <a:cubicBezTo>
                  <a:pt x="1726995" y="73122"/>
                  <a:pt x="1729654" y="80101"/>
                  <a:pt x="1730984" y="88076"/>
                </a:cubicBezTo>
                <a:cubicBezTo>
                  <a:pt x="1732166" y="93542"/>
                  <a:pt x="1732757" y="102297"/>
                  <a:pt x="1732757" y="114341"/>
                </a:cubicBezTo>
                <a:lnTo>
                  <a:pt x="1645782" y="114341"/>
                </a:lnTo>
                <a:cubicBezTo>
                  <a:pt x="1646152" y="126381"/>
                  <a:pt x="1648995" y="136039"/>
                  <a:pt x="1654313" y="143314"/>
                </a:cubicBezTo>
                <a:cubicBezTo>
                  <a:pt x="1659632" y="150590"/>
                  <a:pt x="1667867" y="154228"/>
                  <a:pt x="1679021" y="154228"/>
                </a:cubicBezTo>
                <a:cubicBezTo>
                  <a:pt x="1689436" y="154228"/>
                  <a:pt x="1697745" y="150824"/>
                  <a:pt x="1703950" y="144017"/>
                </a:cubicBezTo>
                <a:cubicBezTo>
                  <a:pt x="1707495" y="140065"/>
                  <a:pt x="1710007" y="135492"/>
                  <a:pt x="1711484" y="130296"/>
                </a:cubicBezTo>
                <a:lnTo>
                  <a:pt x="1731095" y="130296"/>
                </a:lnTo>
                <a:cubicBezTo>
                  <a:pt x="1730578" y="134631"/>
                  <a:pt x="1728860" y="139462"/>
                  <a:pt x="1725943" y="144789"/>
                </a:cubicBezTo>
                <a:cubicBezTo>
                  <a:pt x="1723025" y="150114"/>
                  <a:pt x="1719757" y="154466"/>
                  <a:pt x="1716137" y="157846"/>
                </a:cubicBezTo>
                <a:cubicBezTo>
                  <a:pt x="1710081" y="163725"/>
                  <a:pt x="1702583" y="167693"/>
                  <a:pt x="1693646" y="169749"/>
                </a:cubicBezTo>
                <a:cubicBezTo>
                  <a:pt x="1688845" y="170924"/>
                  <a:pt x="1683416" y="171512"/>
                  <a:pt x="1677359" y="171512"/>
                </a:cubicBezTo>
                <a:cubicBezTo>
                  <a:pt x="1662586" y="171512"/>
                  <a:pt x="1650066" y="166133"/>
                  <a:pt x="1639799" y="155377"/>
                </a:cubicBezTo>
                <a:cubicBezTo>
                  <a:pt x="1629532" y="144621"/>
                  <a:pt x="1624399" y="129557"/>
                  <a:pt x="1624399" y="110186"/>
                </a:cubicBezTo>
                <a:cubicBezTo>
                  <a:pt x="1624399" y="91113"/>
                  <a:pt x="1629569" y="75626"/>
                  <a:pt x="1639910" y="63725"/>
                </a:cubicBezTo>
                <a:cubicBezTo>
                  <a:pt x="1650251" y="51821"/>
                  <a:pt x="1663768" y="45869"/>
                  <a:pt x="1680461" y="45869"/>
                </a:cubicBezTo>
                <a:moveTo>
                  <a:pt x="1712260" y="98387"/>
                </a:moveTo>
                <a:cubicBezTo>
                  <a:pt x="1711447" y="89717"/>
                  <a:pt x="1709564" y="82789"/>
                  <a:pt x="1706609" y="77602"/>
                </a:cubicBezTo>
                <a:cubicBezTo>
                  <a:pt x="1701143" y="67970"/>
                  <a:pt x="1692021" y="63154"/>
                  <a:pt x="1679242" y="63154"/>
                </a:cubicBezTo>
                <a:cubicBezTo>
                  <a:pt x="1670083" y="63154"/>
                  <a:pt x="1662402" y="66469"/>
                  <a:pt x="1656197" y="73101"/>
                </a:cubicBezTo>
                <a:cubicBezTo>
                  <a:pt x="1649992" y="79732"/>
                  <a:pt x="1646705" y="88161"/>
                  <a:pt x="1646336" y="98387"/>
                </a:cubicBezTo>
                <a:lnTo>
                  <a:pt x="1712260" y="98387"/>
                </a:lnTo>
                <a:moveTo>
                  <a:pt x="1678578" y="45648"/>
                </a:moveTo>
                <a:lnTo>
                  <a:pt x="1678578" y="45648"/>
                </a:lnTo>
                <a:close/>
                <a:moveTo>
                  <a:pt x="1757762" y="4432"/>
                </a:moveTo>
                <a:lnTo>
                  <a:pt x="1777705" y="4432"/>
                </a:lnTo>
                <a:lnTo>
                  <a:pt x="1777705" y="167301"/>
                </a:lnTo>
                <a:lnTo>
                  <a:pt x="1757762" y="167301"/>
                </a:lnTo>
                <a:lnTo>
                  <a:pt x="1757762" y="44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Text T">
            <a:extLst xmlns:a="http://schemas.openxmlformats.org/drawingml/2006/main">
              <a:ext uri="{FF2B5EF4-FFF2-40B4-BE49-F238E27FC236}">
                <a16:creationId xmlns:a16="http://schemas.microsoft.com/office/drawing/2014/main" id="{56206896-38F2-4B09-8101-48CF4AD8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7748" y="5203322"/>
            <a:ext cx="132068" cy="162870"/>
          </a:xfrm>
          <a:custGeom xmlns:a="http://schemas.openxmlformats.org/drawingml/2006/main">
            <a:pathLst>
              <a:path w="132068" h="162870">
                <a:moveTo>
                  <a:pt x="132068" y="0"/>
                </a:moveTo>
                <a:lnTo>
                  <a:pt x="132068" y="19500"/>
                </a:lnTo>
                <a:lnTo>
                  <a:pt x="77225" y="19500"/>
                </a:lnTo>
                <a:lnTo>
                  <a:pt x="77225" y="162870"/>
                </a:lnTo>
                <a:lnTo>
                  <a:pt x="54844" y="162870"/>
                </a:lnTo>
                <a:lnTo>
                  <a:pt x="54844" y="19500"/>
                </a:lnTo>
                <a:lnTo>
                  <a:pt x="0" y="19500"/>
                </a:lnTo>
                <a:lnTo>
                  <a:pt x="0" y="0"/>
                </a:lnTo>
                <a:lnTo>
                  <a:pt x="13206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Text extresponse">
            <a:extLst xmlns:a="http://schemas.openxmlformats.org/drawingml/2006/main">
              <a:ext uri="{FF2B5EF4-FFF2-40B4-BE49-F238E27FC236}">
                <a16:creationId xmlns:a16="http://schemas.microsoft.com/office/drawing/2014/main" id="{68D3B170-1838-446C-93C8-AF22007C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524" y="5214401"/>
            <a:ext cx="1281252" cy="199211"/>
          </a:xfrm>
          <a:custGeom xmlns:a="http://schemas.openxmlformats.org/drawingml/2006/main">
            <a:pathLst>
              <a:path w="1281252" h="199211">
                <a:moveTo>
                  <a:pt x="56063" y="30358"/>
                </a:moveTo>
                <a:cubicBezTo>
                  <a:pt x="64483" y="30358"/>
                  <a:pt x="72645" y="32334"/>
                  <a:pt x="80548" y="36286"/>
                </a:cubicBezTo>
                <a:cubicBezTo>
                  <a:pt x="88452" y="40237"/>
                  <a:pt x="94472" y="45351"/>
                  <a:pt x="98608" y="51627"/>
                </a:cubicBezTo>
                <a:cubicBezTo>
                  <a:pt x="102597" y="57610"/>
                  <a:pt x="105256" y="64589"/>
                  <a:pt x="106585" y="72564"/>
                </a:cubicBezTo>
                <a:cubicBezTo>
                  <a:pt x="107767" y="78030"/>
                  <a:pt x="108358" y="86785"/>
                  <a:pt x="108358" y="98830"/>
                </a:cubicBezTo>
                <a:lnTo>
                  <a:pt x="21384" y="98830"/>
                </a:lnTo>
                <a:cubicBezTo>
                  <a:pt x="21753" y="110870"/>
                  <a:pt x="24597" y="120527"/>
                  <a:pt x="29915" y="127803"/>
                </a:cubicBezTo>
                <a:cubicBezTo>
                  <a:pt x="35233" y="135078"/>
                  <a:pt x="43469" y="138716"/>
                  <a:pt x="54622" y="138716"/>
                </a:cubicBezTo>
                <a:cubicBezTo>
                  <a:pt x="65037" y="138716"/>
                  <a:pt x="73347" y="135313"/>
                  <a:pt x="79551" y="128506"/>
                </a:cubicBezTo>
                <a:cubicBezTo>
                  <a:pt x="83097" y="124554"/>
                  <a:pt x="85608" y="119980"/>
                  <a:pt x="87085" y="114784"/>
                </a:cubicBezTo>
                <a:lnTo>
                  <a:pt x="106696" y="114784"/>
                </a:lnTo>
                <a:cubicBezTo>
                  <a:pt x="106179" y="119119"/>
                  <a:pt x="104462" y="123950"/>
                  <a:pt x="101544" y="129278"/>
                </a:cubicBezTo>
                <a:cubicBezTo>
                  <a:pt x="98627" y="134603"/>
                  <a:pt x="95358" y="138955"/>
                  <a:pt x="91739" y="142334"/>
                </a:cubicBezTo>
                <a:cubicBezTo>
                  <a:pt x="85682" y="148213"/>
                  <a:pt x="78185" y="152181"/>
                  <a:pt x="69247" y="154238"/>
                </a:cubicBezTo>
                <a:cubicBezTo>
                  <a:pt x="64446" y="155413"/>
                  <a:pt x="59017" y="156000"/>
                  <a:pt x="52960" y="156000"/>
                </a:cubicBezTo>
                <a:cubicBezTo>
                  <a:pt x="38188" y="156000"/>
                  <a:pt x="25668" y="150622"/>
                  <a:pt x="15401" y="139866"/>
                </a:cubicBezTo>
                <a:cubicBezTo>
                  <a:pt x="5134" y="129109"/>
                  <a:pt x="0" y="114046"/>
                  <a:pt x="0" y="94675"/>
                </a:cubicBezTo>
                <a:cubicBezTo>
                  <a:pt x="0" y="75602"/>
                  <a:pt x="5170" y="60115"/>
                  <a:pt x="15511" y="48213"/>
                </a:cubicBezTo>
                <a:cubicBezTo>
                  <a:pt x="25852" y="36310"/>
                  <a:pt x="39369" y="30358"/>
                  <a:pt x="56063" y="30358"/>
                </a:cubicBezTo>
                <a:moveTo>
                  <a:pt x="87861" y="82875"/>
                </a:moveTo>
                <a:cubicBezTo>
                  <a:pt x="87048" y="74205"/>
                  <a:pt x="85165" y="67277"/>
                  <a:pt x="82210" y="62091"/>
                </a:cubicBezTo>
                <a:cubicBezTo>
                  <a:pt x="76744" y="52458"/>
                  <a:pt x="67622" y="47642"/>
                  <a:pt x="54844" y="47642"/>
                </a:cubicBezTo>
                <a:cubicBezTo>
                  <a:pt x="45685" y="47642"/>
                  <a:pt x="38003" y="50958"/>
                  <a:pt x="31798" y="57589"/>
                </a:cubicBezTo>
                <a:cubicBezTo>
                  <a:pt x="25594" y="64221"/>
                  <a:pt x="22307" y="72650"/>
                  <a:pt x="21938" y="82875"/>
                </a:cubicBezTo>
                <a:lnTo>
                  <a:pt x="87861" y="82875"/>
                </a:lnTo>
                <a:moveTo>
                  <a:pt x="54179" y="30136"/>
                </a:moveTo>
                <a:lnTo>
                  <a:pt x="54179" y="30136"/>
                </a:lnTo>
                <a:close/>
                <a:moveTo>
                  <a:pt x="121508" y="33017"/>
                </a:moveTo>
                <a:lnTo>
                  <a:pt x="147323" y="33017"/>
                </a:lnTo>
                <a:lnTo>
                  <a:pt x="174579" y="74825"/>
                </a:lnTo>
                <a:lnTo>
                  <a:pt x="202167" y="33017"/>
                </a:lnTo>
                <a:lnTo>
                  <a:pt x="226432" y="33571"/>
                </a:lnTo>
                <a:lnTo>
                  <a:pt x="186434" y="90908"/>
                </a:lnTo>
                <a:lnTo>
                  <a:pt x="228204" y="151790"/>
                </a:lnTo>
                <a:lnTo>
                  <a:pt x="202721" y="151790"/>
                </a:lnTo>
                <a:lnTo>
                  <a:pt x="173250" y="107209"/>
                </a:lnTo>
                <a:lnTo>
                  <a:pt x="144664" y="151790"/>
                </a:lnTo>
                <a:lnTo>
                  <a:pt x="119403" y="151790"/>
                </a:lnTo>
                <a:lnTo>
                  <a:pt x="161173" y="90908"/>
                </a:lnTo>
                <a:lnTo>
                  <a:pt x="121508" y="33017"/>
                </a:lnTo>
                <a:close/>
                <a:moveTo>
                  <a:pt x="250252" y="0"/>
                </a:moveTo>
                <a:lnTo>
                  <a:pt x="270417" y="0"/>
                </a:lnTo>
                <a:lnTo>
                  <a:pt x="270417" y="33017"/>
                </a:lnTo>
                <a:lnTo>
                  <a:pt x="289363" y="33017"/>
                </a:lnTo>
                <a:lnTo>
                  <a:pt x="289363" y="49415"/>
                </a:lnTo>
                <a:lnTo>
                  <a:pt x="270417" y="49415"/>
                </a:lnTo>
                <a:lnTo>
                  <a:pt x="270417" y="126764"/>
                </a:lnTo>
                <a:cubicBezTo>
                  <a:pt x="270417" y="130894"/>
                  <a:pt x="271820" y="133659"/>
                  <a:pt x="274627" y="135060"/>
                </a:cubicBezTo>
                <a:cubicBezTo>
                  <a:pt x="276178" y="135872"/>
                  <a:pt x="278763" y="136279"/>
                  <a:pt x="282383" y="136279"/>
                </a:cubicBezTo>
                <a:cubicBezTo>
                  <a:pt x="283343" y="136279"/>
                  <a:pt x="284377" y="136254"/>
                  <a:pt x="285485" y="136206"/>
                </a:cubicBezTo>
                <a:cubicBezTo>
                  <a:pt x="286593" y="136155"/>
                  <a:pt x="287886" y="136032"/>
                  <a:pt x="289363" y="135835"/>
                </a:cubicBezTo>
                <a:lnTo>
                  <a:pt x="289363" y="151790"/>
                </a:lnTo>
                <a:cubicBezTo>
                  <a:pt x="287073" y="152494"/>
                  <a:pt x="284691" y="153002"/>
                  <a:pt x="282217" y="153313"/>
                </a:cubicBezTo>
                <a:cubicBezTo>
                  <a:pt x="279742" y="153627"/>
                  <a:pt x="277065" y="153784"/>
                  <a:pt x="274184" y="153784"/>
                </a:cubicBezTo>
                <a:cubicBezTo>
                  <a:pt x="264877" y="153784"/>
                  <a:pt x="258562" y="151400"/>
                  <a:pt x="255238" y="146631"/>
                </a:cubicBezTo>
                <a:cubicBezTo>
                  <a:pt x="251914" y="141862"/>
                  <a:pt x="250252" y="135669"/>
                  <a:pt x="250252" y="128052"/>
                </a:cubicBezTo>
                <a:lnTo>
                  <a:pt x="250252" y="49415"/>
                </a:lnTo>
                <a:lnTo>
                  <a:pt x="234187" y="49415"/>
                </a:lnTo>
                <a:lnTo>
                  <a:pt x="234187" y="33017"/>
                </a:lnTo>
                <a:lnTo>
                  <a:pt x="250252" y="33017"/>
                </a:lnTo>
                <a:lnTo>
                  <a:pt x="250252" y="0"/>
                </a:lnTo>
                <a:close/>
                <a:moveTo>
                  <a:pt x="372980" y="33017"/>
                </a:moveTo>
                <a:lnTo>
                  <a:pt x="391926" y="33017"/>
                </a:lnTo>
                <a:lnTo>
                  <a:pt x="391926" y="53625"/>
                </a:lnTo>
                <a:cubicBezTo>
                  <a:pt x="393477" y="49618"/>
                  <a:pt x="397281" y="44738"/>
                  <a:pt x="403338" y="38986"/>
                </a:cubicBezTo>
                <a:cubicBezTo>
                  <a:pt x="409395" y="33234"/>
                  <a:pt x="416375" y="30358"/>
                  <a:pt x="424278" y="30358"/>
                </a:cubicBezTo>
                <a:cubicBezTo>
                  <a:pt x="424647" y="30358"/>
                  <a:pt x="425275" y="30403"/>
                  <a:pt x="426162" y="30493"/>
                </a:cubicBezTo>
                <a:cubicBezTo>
                  <a:pt x="427048" y="30581"/>
                  <a:pt x="428562" y="30757"/>
                  <a:pt x="430704" y="31023"/>
                </a:cubicBezTo>
                <a:lnTo>
                  <a:pt x="430704" y="52074"/>
                </a:lnTo>
                <a:cubicBezTo>
                  <a:pt x="429522" y="51808"/>
                  <a:pt x="428433" y="51632"/>
                  <a:pt x="427436" y="51544"/>
                </a:cubicBezTo>
                <a:cubicBezTo>
                  <a:pt x="426439" y="51454"/>
                  <a:pt x="425349" y="51409"/>
                  <a:pt x="424167" y="51409"/>
                </a:cubicBezTo>
                <a:cubicBezTo>
                  <a:pt x="414122" y="51409"/>
                  <a:pt x="406403" y="54659"/>
                  <a:pt x="401011" y="61159"/>
                </a:cubicBezTo>
                <a:cubicBezTo>
                  <a:pt x="395619" y="67659"/>
                  <a:pt x="392923" y="75119"/>
                  <a:pt x="392923" y="83540"/>
                </a:cubicBezTo>
                <a:lnTo>
                  <a:pt x="392923" y="151790"/>
                </a:lnTo>
                <a:lnTo>
                  <a:pt x="372980" y="151790"/>
                </a:lnTo>
                <a:lnTo>
                  <a:pt x="372980" y="33017"/>
                </a:lnTo>
                <a:close/>
                <a:moveTo>
                  <a:pt x="497401" y="30358"/>
                </a:moveTo>
                <a:cubicBezTo>
                  <a:pt x="505822" y="30358"/>
                  <a:pt x="513984" y="32334"/>
                  <a:pt x="521887" y="36286"/>
                </a:cubicBezTo>
                <a:cubicBezTo>
                  <a:pt x="529790" y="40237"/>
                  <a:pt x="535810" y="45351"/>
                  <a:pt x="539947" y="51627"/>
                </a:cubicBezTo>
                <a:cubicBezTo>
                  <a:pt x="543935" y="57610"/>
                  <a:pt x="546594" y="64589"/>
                  <a:pt x="547924" y="72564"/>
                </a:cubicBezTo>
                <a:cubicBezTo>
                  <a:pt x="549106" y="78030"/>
                  <a:pt x="549697" y="86785"/>
                  <a:pt x="549697" y="98830"/>
                </a:cubicBezTo>
                <a:lnTo>
                  <a:pt x="462722" y="98830"/>
                </a:lnTo>
                <a:cubicBezTo>
                  <a:pt x="463091" y="110870"/>
                  <a:pt x="465935" y="120527"/>
                  <a:pt x="471253" y="127803"/>
                </a:cubicBezTo>
                <a:cubicBezTo>
                  <a:pt x="476572" y="135078"/>
                  <a:pt x="484807" y="138716"/>
                  <a:pt x="495961" y="138716"/>
                </a:cubicBezTo>
                <a:cubicBezTo>
                  <a:pt x="506376" y="138716"/>
                  <a:pt x="514685" y="135313"/>
                  <a:pt x="520890" y="128506"/>
                </a:cubicBezTo>
                <a:cubicBezTo>
                  <a:pt x="524435" y="124554"/>
                  <a:pt x="526947" y="119980"/>
                  <a:pt x="528424" y="114784"/>
                </a:cubicBezTo>
                <a:lnTo>
                  <a:pt x="548035" y="114784"/>
                </a:lnTo>
                <a:cubicBezTo>
                  <a:pt x="547518" y="119119"/>
                  <a:pt x="545800" y="123950"/>
                  <a:pt x="542883" y="129278"/>
                </a:cubicBezTo>
                <a:cubicBezTo>
                  <a:pt x="539965" y="134603"/>
                  <a:pt x="536697" y="138955"/>
                  <a:pt x="533077" y="142334"/>
                </a:cubicBezTo>
                <a:cubicBezTo>
                  <a:pt x="527021" y="148213"/>
                  <a:pt x="519523" y="152181"/>
                  <a:pt x="510586" y="154238"/>
                </a:cubicBezTo>
                <a:cubicBezTo>
                  <a:pt x="505785" y="155413"/>
                  <a:pt x="500356" y="156000"/>
                  <a:pt x="494299" y="156000"/>
                </a:cubicBezTo>
                <a:cubicBezTo>
                  <a:pt x="479526" y="156000"/>
                  <a:pt x="467006" y="150622"/>
                  <a:pt x="456739" y="139866"/>
                </a:cubicBezTo>
                <a:cubicBezTo>
                  <a:pt x="446472" y="129109"/>
                  <a:pt x="441339" y="114046"/>
                  <a:pt x="441339" y="94675"/>
                </a:cubicBezTo>
                <a:cubicBezTo>
                  <a:pt x="441339" y="75602"/>
                  <a:pt x="446509" y="60115"/>
                  <a:pt x="456850" y="48213"/>
                </a:cubicBezTo>
                <a:cubicBezTo>
                  <a:pt x="467191" y="36310"/>
                  <a:pt x="480708" y="30358"/>
                  <a:pt x="497401" y="30358"/>
                </a:cubicBezTo>
                <a:moveTo>
                  <a:pt x="529200" y="82875"/>
                </a:moveTo>
                <a:cubicBezTo>
                  <a:pt x="528387" y="74205"/>
                  <a:pt x="526504" y="67277"/>
                  <a:pt x="523549" y="62091"/>
                </a:cubicBezTo>
                <a:cubicBezTo>
                  <a:pt x="518083" y="52458"/>
                  <a:pt x="508961" y="47642"/>
                  <a:pt x="496182" y="47642"/>
                </a:cubicBezTo>
                <a:cubicBezTo>
                  <a:pt x="487023" y="47642"/>
                  <a:pt x="479341" y="50958"/>
                  <a:pt x="473137" y="57589"/>
                </a:cubicBezTo>
                <a:cubicBezTo>
                  <a:pt x="466932" y="64221"/>
                  <a:pt x="463645" y="72650"/>
                  <a:pt x="463276" y="82875"/>
                </a:cubicBezTo>
                <a:lnTo>
                  <a:pt x="529200" y="82875"/>
                </a:lnTo>
                <a:moveTo>
                  <a:pt x="495518" y="30136"/>
                </a:moveTo>
                <a:lnTo>
                  <a:pt x="495518" y="30136"/>
                </a:lnTo>
                <a:close/>
                <a:moveTo>
                  <a:pt x="586003" y="114563"/>
                </a:moveTo>
                <a:cubicBezTo>
                  <a:pt x="586594" y="121240"/>
                  <a:pt x="588256" y="126360"/>
                  <a:pt x="590989" y="129922"/>
                </a:cubicBezTo>
                <a:cubicBezTo>
                  <a:pt x="596011" y="136376"/>
                  <a:pt x="604727" y="139603"/>
                  <a:pt x="617137" y="139603"/>
                </a:cubicBezTo>
                <a:cubicBezTo>
                  <a:pt x="624523" y="139603"/>
                  <a:pt x="631023" y="137993"/>
                  <a:pt x="636637" y="134773"/>
                </a:cubicBezTo>
                <a:cubicBezTo>
                  <a:pt x="642250" y="131550"/>
                  <a:pt x="645057" y="126569"/>
                  <a:pt x="645057" y="119829"/>
                </a:cubicBezTo>
                <a:cubicBezTo>
                  <a:pt x="645057" y="114718"/>
                  <a:pt x="642804" y="110830"/>
                  <a:pt x="638298" y="108164"/>
                </a:cubicBezTo>
                <a:cubicBezTo>
                  <a:pt x="635418" y="106535"/>
                  <a:pt x="629730" y="104648"/>
                  <a:pt x="621236" y="102503"/>
                </a:cubicBezTo>
                <a:lnTo>
                  <a:pt x="605392" y="98508"/>
                </a:lnTo>
                <a:cubicBezTo>
                  <a:pt x="595273" y="95992"/>
                  <a:pt x="587813" y="93180"/>
                  <a:pt x="583011" y="90073"/>
                </a:cubicBezTo>
                <a:cubicBezTo>
                  <a:pt x="574443" y="84672"/>
                  <a:pt x="570159" y="77198"/>
                  <a:pt x="570159" y="67651"/>
                </a:cubicBezTo>
                <a:cubicBezTo>
                  <a:pt x="570159" y="56405"/>
                  <a:pt x="574203" y="47305"/>
                  <a:pt x="582291" y="40350"/>
                </a:cubicBezTo>
                <a:cubicBezTo>
                  <a:pt x="590379" y="33393"/>
                  <a:pt x="601256" y="29915"/>
                  <a:pt x="614921" y="29915"/>
                </a:cubicBezTo>
                <a:cubicBezTo>
                  <a:pt x="632796" y="29915"/>
                  <a:pt x="645685" y="35159"/>
                  <a:pt x="653588" y="45648"/>
                </a:cubicBezTo>
                <a:cubicBezTo>
                  <a:pt x="658537" y="52296"/>
                  <a:pt x="660938" y="59460"/>
                  <a:pt x="660790" y="67142"/>
                </a:cubicBezTo>
                <a:lnTo>
                  <a:pt x="641955" y="67142"/>
                </a:lnTo>
                <a:cubicBezTo>
                  <a:pt x="641585" y="62685"/>
                  <a:pt x="639997" y="58631"/>
                  <a:pt x="637191" y="54979"/>
                </a:cubicBezTo>
                <a:cubicBezTo>
                  <a:pt x="632611" y="49792"/>
                  <a:pt x="624671" y="47199"/>
                  <a:pt x="613369" y="47199"/>
                </a:cubicBezTo>
                <a:cubicBezTo>
                  <a:pt x="605835" y="47199"/>
                  <a:pt x="600129" y="48634"/>
                  <a:pt x="596252" y="51503"/>
                </a:cubicBezTo>
                <a:cubicBezTo>
                  <a:pt x="592374" y="54369"/>
                  <a:pt x="590435" y="58156"/>
                  <a:pt x="590435" y="62863"/>
                </a:cubicBezTo>
                <a:cubicBezTo>
                  <a:pt x="590435" y="68010"/>
                  <a:pt x="592983" y="72128"/>
                  <a:pt x="598080" y="75216"/>
                </a:cubicBezTo>
                <a:cubicBezTo>
                  <a:pt x="601034" y="77054"/>
                  <a:pt x="605392" y="78675"/>
                  <a:pt x="611154" y="80081"/>
                </a:cubicBezTo>
                <a:lnTo>
                  <a:pt x="624338" y="83301"/>
                </a:lnTo>
                <a:cubicBezTo>
                  <a:pt x="638668" y="86780"/>
                  <a:pt x="648270" y="90146"/>
                  <a:pt x="653145" y="93401"/>
                </a:cubicBezTo>
                <a:cubicBezTo>
                  <a:pt x="660901" y="98507"/>
                  <a:pt x="664779" y="106535"/>
                  <a:pt x="664779" y="117485"/>
                </a:cubicBezTo>
                <a:cubicBezTo>
                  <a:pt x="664779" y="128066"/>
                  <a:pt x="660772" y="137204"/>
                  <a:pt x="652757" y="144900"/>
                </a:cubicBezTo>
                <a:cubicBezTo>
                  <a:pt x="644743" y="152596"/>
                  <a:pt x="632537" y="156443"/>
                  <a:pt x="616139" y="156443"/>
                </a:cubicBezTo>
                <a:cubicBezTo>
                  <a:pt x="598486" y="156443"/>
                  <a:pt x="585984" y="152426"/>
                  <a:pt x="578635" y="144391"/>
                </a:cubicBezTo>
                <a:cubicBezTo>
                  <a:pt x="571286" y="136356"/>
                  <a:pt x="567352" y="126413"/>
                  <a:pt x="566835" y="114563"/>
                </a:cubicBezTo>
                <a:lnTo>
                  <a:pt x="586003" y="114563"/>
                </a:lnTo>
                <a:moveTo>
                  <a:pt x="615475" y="30136"/>
                </a:moveTo>
                <a:lnTo>
                  <a:pt x="615475" y="30136"/>
                </a:lnTo>
                <a:close/>
                <a:moveTo>
                  <a:pt x="737682" y="138716"/>
                </a:moveTo>
                <a:cubicBezTo>
                  <a:pt x="746989" y="138716"/>
                  <a:pt x="754727" y="134791"/>
                  <a:pt x="760894" y="126941"/>
                </a:cubicBezTo>
                <a:cubicBezTo>
                  <a:pt x="767062" y="119090"/>
                  <a:pt x="770146" y="107353"/>
                  <a:pt x="770146" y="91728"/>
                </a:cubicBezTo>
                <a:cubicBezTo>
                  <a:pt x="770146" y="82205"/>
                  <a:pt x="768779" y="74021"/>
                  <a:pt x="766046" y="67177"/>
                </a:cubicBezTo>
                <a:cubicBezTo>
                  <a:pt x="760876" y="54006"/>
                  <a:pt x="751421" y="47421"/>
                  <a:pt x="737682" y="47421"/>
                </a:cubicBezTo>
                <a:cubicBezTo>
                  <a:pt x="723870" y="47421"/>
                  <a:pt x="714415" y="54378"/>
                  <a:pt x="709319" y="68292"/>
                </a:cubicBezTo>
                <a:cubicBezTo>
                  <a:pt x="706586" y="75731"/>
                  <a:pt x="705219" y="85181"/>
                  <a:pt x="705219" y="96641"/>
                </a:cubicBezTo>
                <a:cubicBezTo>
                  <a:pt x="705219" y="105868"/>
                  <a:pt x="706586" y="113717"/>
                  <a:pt x="709319" y="120189"/>
                </a:cubicBezTo>
                <a:cubicBezTo>
                  <a:pt x="714489" y="132540"/>
                  <a:pt x="723944" y="138716"/>
                  <a:pt x="737682" y="138716"/>
                </a:cubicBezTo>
                <a:moveTo>
                  <a:pt x="686052" y="33682"/>
                </a:moveTo>
                <a:lnTo>
                  <a:pt x="705441" y="33682"/>
                </a:lnTo>
                <a:lnTo>
                  <a:pt x="705441" y="49096"/>
                </a:lnTo>
                <a:cubicBezTo>
                  <a:pt x="709430" y="43762"/>
                  <a:pt x="713788" y="39634"/>
                  <a:pt x="718515" y="36711"/>
                </a:cubicBezTo>
                <a:cubicBezTo>
                  <a:pt x="725236" y="32328"/>
                  <a:pt x="733140" y="30136"/>
                  <a:pt x="742225" y="30136"/>
                </a:cubicBezTo>
                <a:cubicBezTo>
                  <a:pt x="755668" y="30136"/>
                  <a:pt x="767080" y="35302"/>
                  <a:pt x="776461" y="45634"/>
                </a:cubicBezTo>
                <a:cubicBezTo>
                  <a:pt x="785842" y="55966"/>
                  <a:pt x="790532" y="70722"/>
                  <a:pt x="790532" y="89904"/>
                </a:cubicBezTo>
                <a:cubicBezTo>
                  <a:pt x="790532" y="115823"/>
                  <a:pt x="783773" y="134337"/>
                  <a:pt x="770256" y="145447"/>
                </a:cubicBezTo>
                <a:cubicBezTo>
                  <a:pt x="761688" y="152482"/>
                  <a:pt x="751717" y="156000"/>
                  <a:pt x="740342" y="156000"/>
                </a:cubicBezTo>
                <a:cubicBezTo>
                  <a:pt x="731404" y="156000"/>
                  <a:pt x="723907" y="154056"/>
                  <a:pt x="717850" y="150166"/>
                </a:cubicBezTo>
                <a:cubicBezTo>
                  <a:pt x="714305" y="147964"/>
                  <a:pt x="710353" y="144184"/>
                  <a:pt x="705995" y="138827"/>
                </a:cubicBezTo>
                <a:lnTo>
                  <a:pt x="705995" y="199211"/>
                </a:lnTo>
                <a:lnTo>
                  <a:pt x="686052" y="199211"/>
                </a:lnTo>
                <a:lnTo>
                  <a:pt x="686052" y="33682"/>
                </a:lnTo>
                <a:close/>
                <a:moveTo>
                  <a:pt x="860852" y="138716"/>
                </a:moveTo>
                <a:cubicBezTo>
                  <a:pt x="874074" y="138716"/>
                  <a:pt x="883141" y="133706"/>
                  <a:pt x="888053" y="123686"/>
                </a:cubicBezTo>
                <a:cubicBezTo>
                  <a:pt x="892965" y="113666"/>
                  <a:pt x="895421" y="102517"/>
                  <a:pt x="895421" y="90240"/>
                </a:cubicBezTo>
                <a:cubicBezTo>
                  <a:pt x="895421" y="79146"/>
                  <a:pt x="893648" y="70124"/>
                  <a:pt x="890103" y="63174"/>
                </a:cubicBezTo>
                <a:cubicBezTo>
                  <a:pt x="884489" y="52229"/>
                  <a:pt x="874813" y="46756"/>
                  <a:pt x="861074" y="46756"/>
                </a:cubicBezTo>
                <a:cubicBezTo>
                  <a:pt x="848887" y="46756"/>
                  <a:pt x="840023" y="51415"/>
                  <a:pt x="834483" y="60733"/>
                </a:cubicBezTo>
                <a:cubicBezTo>
                  <a:pt x="828943" y="70052"/>
                  <a:pt x="826173" y="81293"/>
                  <a:pt x="826173" y="94457"/>
                </a:cubicBezTo>
                <a:cubicBezTo>
                  <a:pt x="826173" y="107101"/>
                  <a:pt x="828943" y="117640"/>
                  <a:pt x="834483" y="126072"/>
                </a:cubicBezTo>
                <a:cubicBezTo>
                  <a:pt x="840023" y="134501"/>
                  <a:pt x="848813" y="138716"/>
                  <a:pt x="860852" y="138716"/>
                </a:cubicBezTo>
                <a:moveTo>
                  <a:pt x="861628" y="29472"/>
                </a:moveTo>
                <a:cubicBezTo>
                  <a:pt x="876918" y="29472"/>
                  <a:pt x="889844" y="34573"/>
                  <a:pt x="900407" y="44775"/>
                </a:cubicBezTo>
                <a:cubicBezTo>
                  <a:pt x="910969" y="54978"/>
                  <a:pt x="916250" y="69985"/>
                  <a:pt x="916250" y="89796"/>
                </a:cubicBezTo>
                <a:cubicBezTo>
                  <a:pt x="916250" y="108946"/>
                  <a:pt x="911597" y="124767"/>
                  <a:pt x="902290" y="137262"/>
                </a:cubicBezTo>
                <a:cubicBezTo>
                  <a:pt x="892983" y="149754"/>
                  <a:pt x="878543" y="156000"/>
                  <a:pt x="858969" y="156000"/>
                </a:cubicBezTo>
                <a:cubicBezTo>
                  <a:pt x="842645" y="156000"/>
                  <a:pt x="829682" y="150474"/>
                  <a:pt x="820080" y="139422"/>
                </a:cubicBezTo>
                <a:cubicBezTo>
                  <a:pt x="810477" y="128371"/>
                  <a:pt x="805676" y="113530"/>
                  <a:pt x="805676" y="94900"/>
                </a:cubicBezTo>
                <a:cubicBezTo>
                  <a:pt x="805676" y="74938"/>
                  <a:pt x="810736" y="59044"/>
                  <a:pt x="820855" y="47216"/>
                </a:cubicBezTo>
                <a:cubicBezTo>
                  <a:pt x="830975" y="35387"/>
                  <a:pt x="844566" y="29472"/>
                  <a:pt x="861628" y="29472"/>
                </a:cubicBezTo>
                <a:moveTo>
                  <a:pt x="860963" y="30136"/>
                </a:moveTo>
                <a:lnTo>
                  <a:pt x="860963" y="30136"/>
                </a:lnTo>
                <a:close/>
                <a:moveTo>
                  <a:pt x="939926" y="33017"/>
                </a:moveTo>
                <a:lnTo>
                  <a:pt x="958872" y="33017"/>
                </a:lnTo>
                <a:lnTo>
                  <a:pt x="958872" y="49858"/>
                </a:lnTo>
                <a:cubicBezTo>
                  <a:pt x="964486" y="42915"/>
                  <a:pt x="970432" y="37929"/>
                  <a:pt x="976710" y="34901"/>
                </a:cubicBezTo>
                <a:cubicBezTo>
                  <a:pt x="982988" y="31872"/>
                  <a:pt x="989969" y="30358"/>
                  <a:pt x="997650" y="30358"/>
                </a:cubicBezTo>
                <a:cubicBezTo>
                  <a:pt x="1014491" y="30358"/>
                  <a:pt x="1025866" y="36236"/>
                  <a:pt x="1031775" y="47992"/>
                </a:cubicBezTo>
                <a:cubicBezTo>
                  <a:pt x="1035025" y="54423"/>
                  <a:pt x="1036650" y="63627"/>
                  <a:pt x="1036650" y="75604"/>
                </a:cubicBezTo>
                <a:lnTo>
                  <a:pt x="1036650" y="151790"/>
                </a:lnTo>
                <a:lnTo>
                  <a:pt x="1016375" y="151790"/>
                </a:lnTo>
                <a:lnTo>
                  <a:pt x="1016375" y="76923"/>
                </a:lnTo>
                <a:cubicBezTo>
                  <a:pt x="1016375" y="69675"/>
                  <a:pt x="1015304" y="63833"/>
                  <a:pt x="1013162" y="59397"/>
                </a:cubicBezTo>
                <a:cubicBezTo>
                  <a:pt x="1009616" y="52004"/>
                  <a:pt x="1003190" y="48307"/>
                  <a:pt x="993883" y="48307"/>
                </a:cubicBezTo>
                <a:cubicBezTo>
                  <a:pt x="989156" y="48307"/>
                  <a:pt x="985278" y="48787"/>
                  <a:pt x="982250" y="49747"/>
                </a:cubicBezTo>
                <a:cubicBezTo>
                  <a:pt x="976784" y="51375"/>
                  <a:pt x="971983" y="54628"/>
                  <a:pt x="967846" y="59508"/>
                </a:cubicBezTo>
                <a:cubicBezTo>
                  <a:pt x="964522" y="63427"/>
                  <a:pt x="962362" y="67476"/>
                  <a:pt x="961365" y="71654"/>
                </a:cubicBezTo>
                <a:cubicBezTo>
                  <a:pt x="960368" y="75832"/>
                  <a:pt x="959869" y="81802"/>
                  <a:pt x="959869" y="89564"/>
                </a:cubicBezTo>
                <a:lnTo>
                  <a:pt x="959869" y="151790"/>
                </a:lnTo>
                <a:lnTo>
                  <a:pt x="939926" y="151790"/>
                </a:lnTo>
                <a:lnTo>
                  <a:pt x="939926" y="33017"/>
                </a:lnTo>
                <a:moveTo>
                  <a:pt x="986792" y="30136"/>
                </a:moveTo>
                <a:lnTo>
                  <a:pt x="986792" y="30136"/>
                </a:lnTo>
                <a:close/>
                <a:moveTo>
                  <a:pt x="1077942" y="114563"/>
                </a:moveTo>
                <a:cubicBezTo>
                  <a:pt x="1078533" y="121240"/>
                  <a:pt x="1080195" y="126360"/>
                  <a:pt x="1082928" y="129922"/>
                </a:cubicBezTo>
                <a:cubicBezTo>
                  <a:pt x="1087951" y="136376"/>
                  <a:pt x="1096667" y="139603"/>
                  <a:pt x="1109076" y="139603"/>
                </a:cubicBezTo>
                <a:cubicBezTo>
                  <a:pt x="1116462" y="139603"/>
                  <a:pt x="1122962" y="137993"/>
                  <a:pt x="1128576" y="134773"/>
                </a:cubicBezTo>
                <a:cubicBezTo>
                  <a:pt x="1134190" y="131550"/>
                  <a:pt x="1136997" y="126569"/>
                  <a:pt x="1136997" y="119829"/>
                </a:cubicBezTo>
                <a:cubicBezTo>
                  <a:pt x="1136997" y="114718"/>
                  <a:pt x="1134744" y="110830"/>
                  <a:pt x="1130238" y="108164"/>
                </a:cubicBezTo>
                <a:cubicBezTo>
                  <a:pt x="1127357" y="106535"/>
                  <a:pt x="1121670" y="104648"/>
                  <a:pt x="1113175" y="102503"/>
                </a:cubicBezTo>
                <a:lnTo>
                  <a:pt x="1097332" y="98508"/>
                </a:lnTo>
                <a:cubicBezTo>
                  <a:pt x="1087212" y="95992"/>
                  <a:pt x="1079752" y="93180"/>
                  <a:pt x="1074951" y="90073"/>
                </a:cubicBezTo>
                <a:cubicBezTo>
                  <a:pt x="1066383" y="84672"/>
                  <a:pt x="1062099" y="77198"/>
                  <a:pt x="1062099" y="67651"/>
                </a:cubicBezTo>
                <a:cubicBezTo>
                  <a:pt x="1062099" y="56405"/>
                  <a:pt x="1066143" y="47305"/>
                  <a:pt x="1074231" y="40350"/>
                </a:cubicBezTo>
                <a:cubicBezTo>
                  <a:pt x="1082319" y="33393"/>
                  <a:pt x="1093195" y="29915"/>
                  <a:pt x="1106860" y="29915"/>
                </a:cubicBezTo>
                <a:cubicBezTo>
                  <a:pt x="1124735" y="29915"/>
                  <a:pt x="1137624" y="35159"/>
                  <a:pt x="1145528" y="45648"/>
                </a:cubicBezTo>
                <a:cubicBezTo>
                  <a:pt x="1150477" y="52296"/>
                  <a:pt x="1152877" y="59460"/>
                  <a:pt x="1152729" y="67142"/>
                </a:cubicBezTo>
                <a:lnTo>
                  <a:pt x="1133894" y="67142"/>
                </a:lnTo>
                <a:cubicBezTo>
                  <a:pt x="1133525" y="62685"/>
                  <a:pt x="1131937" y="58631"/>
                  <a:pt x="1129130" y="54979"/>
                </a:cubicBezTo>
                <a:cubicBezTo>
                  <a:pt x="1124550" y="49792"/>
                  <a:pt x="1116610" y="47199"/>
                  <a:pt x="1105309" y="47199"/>
                </a:cubicBezTo>
                <a:cubicBezTo>
                  <a:pt x="1097775" y="47199"/>
                  <a:pt x="1092069" y="48634"/>
                  <a:pt x="1088191" y="51503"/>
                </a:cubicBezTo>
                <a:cubicBezTo>
                  <a:pt x="1084313" y="54369"/>
                  <a:pt x="1082374" y="58156"/>
                  <a:pt x="1082374" y="62863"/>
                </a:cubicBezTo>
                <a:cubicBezTo>
                  <a:pt x="1082374" y="68010"/>
                  <a:pt x="1084923" y="72128"/>
                  <a:pt x="1090019" y="75216"/>
                </a:cubicBezTo>
                <a:cubicBezTo>
                  <a:pt x="1092974" y="77054"/>
                  <a:pt x="1097332" y="78675"/>
                  <a:pt x="1103093" y="80081"/>
                </a:cubicBezTo>
                <a:lnTo>
                  <a:pt x="1116278" y="83301"/>
                </a:lnTo>
                <a:cubicBezTo>
                  <a:pt x="1130607" y="86780"/>
                  <a:pt x="1140210" y="90146"/>
                  <a:pt x="1145085" y="93401"/>
                </a:cubicBezTo>
                <a:cubicBezTo>
                  <a:pt x="1152840" y="98507"/>
                  <a:pt x="1156718" y="106535"/>
                  <a:pt x="1156718" y="117485"/>
                </a:cubicBezTo>
                <a:cubicBezTo>
                  <a:pt x="1156718" y="128066"/>
                  <a:pt x="1152711" y="137204"/>
                  <a:pt x="1144697" y="144900"/>
                </a:cubicBezTo>
                <a:cubicBezTo>
                  <a:pt x="1136683" y="152596"/>
                  <a:pt x="1124477" y="156443"/>
                  <a:pt x="1108079" y="156443"/>
                </a:cubicBezTo>
                <a:cubicBezTo>
                  <a:pt x="1090425" y="156443"/>
                  <a:pt x="1077924" y="152426"/>
                  <a:pt x="1070575" y="144391"/>
                </a:cubicBezTo>
                <a:cubicBezTo>
                  <a:pt x="1063225" y="136356"/>
                  <a:pt x="1059292" y="126413"/>
                  <a:pt x="1058775" y="114563"/>
                </a:cubicBezTo>
                <a:lnTo>
                  <a:pt x="1077942" y="114563"/>
                </a:lnTo>
                <a:moveTo>
                  <a:pt x="1107414" y="30136"/>
                </a:moveTo>
                <a:lnTo>
                  <a:pt x="1107414" y="30136"/>
                </a:lnTo>
                <a:close/>
                <a:moveTo>
                  <a:pt x="1228957" y="30358"/>
                </a:moveTo>
                <a:cubicBezTo>
                  <a:pt x="1237377" y="30358"/>
                  <a:pt x="1245539" y="32334"/>
                  <a:pt x="1253443" y="36286"/>
                </a:cubicBezTo>
                <a:cubicBezTo>
                  <a:pt x="1261346" y="40237"/>
                  <a:pt x="1267366" y="45351"/>
                  <a:pt x="1271502" y="51627"/>
                </a:cubicBezTo>
                <a:cubicBezTo>
                  <a:pt x="1275491" y="57610"/>
                  <a:pt x="1278150" y="64589"/>
                  <a:pt x="1279480" y="72564"/>
                </a:cubicBezTo>
                <a:cubicBezTo>
                  <a:pt x="1280662" y="78030"/>
                  <a:pt x="1281252" y="86785"/>
                  <a:pt x="1281252" y="98830"/>
                </a:cubicBezTo>
                <a:lnTo>
                  <a:pt x="1194278" y="98830"/>
                </a:lnTo>
                <a:cubicBezTo>
                  <a:pt x="1194647" y="110870"/>
                  <a:pt x="1197491" y="120527"/>
                  <a:pt x="1202809" y="127803"/>
                </a:cubicBezTo>
                <a:cubicBezTo>
                  <a:pt x="1208127" y="135078"/>
                  <a:pt x="1216363" y="138716"/>
                  <a:pt x="1227517" y="138716"/>
                </a:cubicBezTo>
                <a:cubicBezTo>
                  <a:pt x="1237931" y="138716"/>
                  <a:pt x="1246241" y="135313"/>
                  <a:pt x="1252446" y="128506"/>
                </a:cubicBezTo>
                <a:cubicBezTo>
                  <a:pt x="1255991" y="124554"/>
                  <a:pt x="1258502" y="119980"/>
                  <a:pt x="1259980" y="114784"/>
                </a:cubicBezTo>
                <a:lnTo>
                  <a:pt x="1279591" y="114784"/>
                </a:lnTo>
                <a:cubicBezTo>
                  <a:pt x="1279073" y="119119"/>
                  <a:pt x="1277356" y="123950"/>
                  <a:pt x="1274439" y="129278"/>
                </a:cubicBezTo>
                <a:cubicBezTo>
                  <a:pt x="1271521" y="134603"/>
                  <a:pt x="1268252" y="138955"/>
                  <a:pt x="1264633" y="142334"/>
                </a:cubicBezTo>
                <a:cubicBezTo>
                  <a:pt x="1258576" y="148213"/>
                  <a:pt x="1251079" y="152181"/>
                  <a:pt x="1242142" y="154238"/>
                </a:cubicBezTo>
                <a:cubicBezTo>
                  <a:pt x="1237340" y="155413"/>
                  <a:pt x="1231911" y="156000"/>
                  <a:pt x="1225855" y="156000"/>
                </a:cubicBezTo>
                <a:cubicBezTo>
                  <a:pt x="1211082" y="156000"/>
                  <a:pt x="1198562" y="150622"/>
                  <a:pt x="1188295" y="139866"/>
                </a:cubicBezTo>
                <a:cubicBezTo>
                  <a:pt x="1178028" y="129109"/>
                  <a:pt x="1172894" y="114046"/>
                  <a:pt x="1172894" y="94675"/>
                </a:cubicBezTo>
                <a:cubicBezTo>
                  <a:pt x="1172894" y="75602"/>
                  <a:pt x="1178065" y="60115"/>
                  <a:pt x="1188406" y="48213"/>
                </a:cubicBezTo>
                <a:cubicBezTo>
                  <a:pt x="1198747" y="36310"/>
                  <a:pt x="1212264" y="30358"/>
                  <a:pt x="1228957" y="30358"/>
                </a:cubicBezTo>
                <a:moveTo>
                  <a:pt x="1260755" y="82875"/>
                </a:moveTo>
                <a:cubicBezTo>
                  <a:pt x="1259943" y="74205"/>
                  <a:pt x="1258059" y="67277"/>
                  <a:pt x="1255105" y="62091"/>
                </a:cubicBezTo>
                <a:cubicBezTo>
                  <a:pt x="1249639" y="52458"/>
                  <a:pt x="1240517" y="47642"/>
                  <a:pt x="1227738" y="47642"/>
                </a:cubicBezTo>
                <a:cubicBezTo>
                  <a:pt x="1218579" y="47642"/>
                  <a:pt x="1210897" y="50958"/>
                  <a:pt x="1204693" y="57589"/>
                </a:cubicBezTo>
                <a:cubicBezTo>
                  <a:pt x="1198488" y="64221"/>
                  <a:pt x="1195201" y="72650"/>
                  <a:pt x="1194832" y="82875"/>
                </a:cubicBezTo>
                <a:lnTo>
                  <a:pt x="1260755" y="82875"/>
                </a:lnTo>
                <a:moveTo>
                  <a:pt x="1227073" y="30136"/>
                </a:moveTo>
                <a:lnTo>
                  <a:pt x="1227073" y="301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246099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2026-09-05T17:18:09.5840000Z</dcterms:created>
  <dcterms:modified xsi:type="dcterms:W3CDTF">2026-09-05T17:18:09.5840000Z</dcterms:modified>
</coreProperties>
</file>