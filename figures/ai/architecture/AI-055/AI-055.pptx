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c4caac49fe40c7" /><Relationship Type="http://schemas.openxmlformats.org/officeDocument/2006/relationships/extended-properties" Target="/docProps/app.xml" Id="R1eefa32c22ef4a62" /><Relationship Type="http://schemas.openxmlformats.org/officeDocument/2006/relationships/officeDocument" Target="/ppt/presentation.xml" Id="Rfb5a3b5abd094d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7534f1ef3074d0c"/>
  </p:sldMasterIdLst>
  <p:notesMasterIdLst>
    <p:notesMasterId xmlns:r="http://schemas.openxmlformats.org/officeDocument/2006/relationships" r:id="R5051b7bc95bb4e0e"/>
  </p:notesMasterIdLst>
  <p:sldIdLst>
    <p:sldId xmlns:r="http://schemas.openxmlformats.org/officeDocument/2006/relationships" id="256" r:id="Ra8d476c1d3b34bed"/>
  </p:sldIdLst>
  <p:sldSz cx="12973050" cy="4772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f7b39d67824282" /><Relationship Type="http://schemas.openxmlformats.org/officeDocument/2006/relationships/slideMaster" Target="/ppt/slideMasters/slideMaster1.xml" Id="R37534f1ef3074d0c" /><Relationship Type="http://schemas.openxmlformats.org/officeDocument/2006/relationships/notesMaster" Target="/ppt/notesMasters/notesMaster1.xml" Id="R5051b7bc95bb4e0e" /><Relationship Type="http://schemas.openxmlformats.org/officeDocument/2006/relationships/presProps" Target="/ppt/presProps.xml" Id="R69ce06dbbae94fc1" /><Relationship Type="http://schemas.openxmlformats.org/officeDocument/2006/relationships/tableStyles" Target="/ppt/tableStyles.xml" Id="Re6c83859f9a74eef" /><Relationship Type="http://schemas.openxmlformats.org/officeDocument/2006/relationships/slide" Target="/ppt/slides/slide1.xml" Id="Ra8d476c1d3b34b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4ca9df4eebc47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0cdd71da364cf0" /><Relationship Type="http://schemas.openxmlformats.org/officeDocument/2006/relationships/notesMaster" Target="/ppt/notesMasters/notesMaster1.xml" Id="Rbaf5178101544cb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素材ID：AI-055</ns1:t>
            </ns1:r>
          </ns1:p>
          <ns1:p>
            <ns1:r>
              <ns1:t>论文：MauBERT: Universal Phonetic Inductive Biases for Few-Shot Acoustic Units Discovery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1，PDF第2页</ns1:t>
            </ns1:r>
          </ns1:p>
          <ns1:p>
            <ns1:r>
              <ns1:t>类型：系统架构</ns1:t>
            </ns1:r>
          </ns1:p>
          <ns1:p>
            <ns1:r>
              <ns1:t>借鉴点：左侧监督识别发音特征与音素的双目标，右侧展示聚类教师到掩码学生的跨语言迁移。</ns1:t>
            </ns1:r>
          </ns1:p>
          <ns1:p>
            <ns1:r>
              <ns1:t>论文URL：https://aclanthology.org/2026.acl-long.24/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672a136f5e4d5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1886dfc09e4ce3" /><Relationship Type="http://schemas.openxmlformats.org/officeDocument/2006/relationships/slideLayout" Target="/ppt/slideLayouts/slideLayout1.xml" Id="R0ffd75d1bcf640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fd75d1bcf640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af618a123f4827" /><Relationship Type="http://schemas.openxmlformats.org/officeDocument/2006/relationships/image" Target="/ppt/media/image.png" Id="Ra49ef1a6afec4b66" /><Relationship Type="http://schemas.openxmlformats.org/officeDocument/2006/relationships/image" Target="/ppt/media/image2.png" Id="Rc610a56c39a34a90" /><Relationship Type="http://schemas.openxmlformats.org/officeDocument/2006/relationships/image" Target="/ppt/media/image3.png" Id="R46462394f1254294" /><Relationship Type="http://schemas.openxmlformats.org/officeDocument/2006/relationships/image" Target="/ppt/media/image4.png" Id="R4be047bb6658428b" /><Relationship Type="http://schemas.openxmlformats.org/officeDocument/2006/relationships/image" Target="/ppt/media/image5.png" Id="R70fae0f117e8470b" /><Relationship Type="http://schemas.openxmlformats.org/officeDocument/2006/relationships/image" Target="/ppt/media/image6.png" Id="R53e7f1b9fd9b422d" /><Relationship Type="http://schemas.openxmlformats.org/officeDocument/2006/relationships/image" Target="/ppt/media/image7.png" Id="R92499169eaed4411" /><Relationship Type="http://schemas.openxmlformats.org/officeDocument/2006/relationships/image" Target="/ppt/media/image8.png" Id="R098f8392ecee4d58" /><Relationship Type="http://schemas.openxmlformats.org/officeDocument/2006/relationships/notesSlide" Target="/ppt/notesSlides/notesSlide1.xml" Id="Re01241f1687543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035098-2299-4C70-AEA1-D0A174E4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9831" y="611803"/>
            <a:ext cx="550876" cy="690307"/>
          </a:xfrm>
          <a:custGeom xmlns:a="http://schemas.openxmlformats.org/drawingml/2006/main">
            <a:pathLst>
              <a:path w="550876" h="690307">
                <a:moveTo>
                  <a:pt x="20246" y="0"/>
                </a:moveTo>
                <a:lnTo>
                  <a:pt x="29188" y="93507"/>
                </a:lnTo>
                <a:lnTo>
                  <a:pt x="38127" y="164703"/>
                </a:lnTo>
                <a:lnTo>
                  <a:pt x="47068" y="220722"/>
                </a:lnTo>
                <a:lnTo>
                  <a:pt x="56008" y="265947"/>
                </a:lnTo>
                <a:lnTo>
                  <a:pt x="64948" y="303234"/>
                </a:lnTo>
                <a:lnTo>
                  <a:pt x="73889" y="334489"/>
                </a:lnTo>
                <a:lnTo>
                  <a:pt x="82829" y="361071"/>
                </a:lnTo>
                <a:lnTo>
                  <a:pt x="91769" y="383977"/>
                </a:lnTo>
                <a:lnTo>
                  <a:pt x="100709" y="403883"/>
                </a:lnTo>
                <a:lnTo>
                  <a:pt x="109649" y="421368"/>
                </a:lnTo>
                <a:lnTo>
                  <a:pt x="118589" y="436843"/>
                </a:lnTo>
                <a:lnTo>
                  <a:pt x="127530" y="450628"/>
                </a:lnTo>
                <a:lnTo>
                  <a:pt x="136470" y="462998"/>
                </a:lnTo>
                <a:lnTo>
                  <a:pt x="145409" y="474154"/>
                </a:lnTo>
                <a:lnTo>
                  <a:pt x="154350" y="484264"/>
                </a:lnTo>
                <a:lnTo>
                  <a:pt x="163290" y="493465"/>
                </a:lnTo>
                <a:lnTo>
                  <a:pt x="172231" y="501878"/>
                </a:lnTo>
                <a:lnTo>
                  <a:pt x="181171" y="509607"/>
                </a:lnTo>
                <a:lnTo>
                  <a:pt x="190110" y="516725"/>
                </a:lnTo>
                <a:lnTo>
                  <a:pt x="199051" y="523304"/>
                </a:lnTo>
                <a:lnTo>
                  <a:pt x="207991" y="529401"/>
                </a:lnTo>
                <a:lnTo>
                  <a:pt x="216931" y="535071"/>
                </a:lnTo>
                <a:lnTo>
                  <a:pt x="225872" y="540363"/>
                </a:lnTo>
                <a:lnTo>
                  <a:pt x="234812" y="545293"/>
                </a:lnTo>
                <a:lnTo>
                  <a:pt x="243752" y="549910"/>
                </a:lnTo>
                <a:lnTo>
                  <a:pt x="252693" y="554253"/>
                </a:lnTo>
                <a:lnTo>
                  <a:pt x="261633" y="558323"/>
                </a:lnTo>
                <a:lnTo>
                  <a:pt x="270573" y="562160"/>
                </a:lnTo>
                <a:lnTo>
                  <a:pt x="279513" y="565787"/>
                </a:lnTo>
                <a:lnTo>
                  <a:pt x="288453" y="569213"/>
                </a:lnTo>
                <a:lnTo>
                  <a:pt x="297393" y="572454"/>
                </a:lnTo>
                <a:lnTo>
                  <a:pt x="306333" y="575519"/>
                </a:lnTo>
                <a:lnTo>
                  <a:pt x="315274" y="578430"/>
                </a:lnTo>
                <a:lnTo>
                  <a:pt x="324213" y="581205"/>
                </a:lnTo>
                <a:lnTo>
                  <a:pt x="333154" y="583843"/>
                </a:lnTo>
                <a:lnTo>
                  <a:pt x="342094" y="586361"/>
                </a:lnTo>
                <a:lnTo>
                  <a:pt x="351034" y="588750"/>
                </a:lnTo>
                <a:lnTo>
                  <a:pt x="359974" y="591033"/>
                </a:lnTo>
                <a:lnTo>
                  <a:pt x="368915" y="593221"/>
                </a:lnTo>
                <a:lnTo>
                  <a:pt x="377855" y="595320"/>
                </a:lnTo>
                <a:lnTo>
                  <a:pt x="386796" y="597315"/>
                </a:lnTo>
                <a:lnTo>
                  <a:pt x="395735" y="599246"/>
                </a:lnTo>
                <a:lnTo>
                  <a:pt x="404676" y="601087"/>
                </a:lnTo>
                <a:lnTo>
                  <a:pt x="413615" y="602856"/>
                </a:lnTo>
                <a:lnTo>
                  <a:pt x="422557" y="604562"/>
                </a:lnTo>
                <a:lnTo>
                  <a:pt x="431497" y="606202"/>
                </a:lnTo>
                <a:lnTo>
                  <a:pt x="440437" y="607771"/>
                </a:lnTo>
                <a:lnTo>
                  <a:pt x="449376" y="609299"/>
                </a:lnTo>
                <a:lnTo>
                  <a:pt x="458317" y="610755"/>
                </a:lnTo>
                <a:lnTo>
                  <a:pt x="467258" y="612165"/>
                </a:lnTo>
                <a:lnTo>
                  <a:pt x="476197" y="613526"/>
                </a:lnTo>
                <a:lnTo>
                  <a:pt x="485137" y="614841"/>
                </a:lnTo>
                <a:lnTo>
                  <a:pt x="494078" y="616112"/>
                </a:lnTo>
                <a:lnTo>
                  <a:pt x="503017" y="617341"/>
                </a:lnTo>
                <a:lnTo>
                  <a:pt x="511958" y="618530"/>
                </a:lnTo>
                <a:lnTo>
                  <a:pt x="520899" y="619682"/>
                </a:lnTo>
                <a:lnTo>
                  <a:pt x="529838" y="620796"/>
                </a:lnTo>
                <a:lnTo>
                  <a:pt x="538779" y="621874"/>
                </a:lnTo>
                <a:lnTo>
                  <a:pt x="547719" y="622922"/>
                </a:lnTo>
                <a:lnTo>
                  <a:pt x="550876" y="623280"/>
                </a:lnTo>
                <a:lnTo>
                  <a:pt x="550875" y="690307"/>
                </a:lnTo>
                <a:lnTo>
                  <a:pt x="542986" y="690307"/>
                </a:lnTo>
                <a:lnTo>
                  <a:pt x="533782" y="690307"/>
                </a:lnTo>
                <a:lnTo>
                  <a:pt x="524580" y="690307"/>
                </a:lnTo>
                <a:lnTo>
                  <a:pt x="515376" y="690307"/>
                </a:lnTo>
                <a:lnTo>
                  <a:pt x="506173" y="690307"/>
                </a:lnTo>
                <a:lnTo>
                  <a:pt x="496970" y="690307"/>
                </a:lnTo>
                <a:lnTo>
                  <a:pt x="487766" y="690307"/>
                </a:lnTo>
                <a:lnTo>
                  <a:pt x="478563" y="690307"/>
                </a:lnTo>
                <a:lnTo>
                  <a:pt x="469361" y="690307"/>
                </a:lnTo>
                <a:lnTo>
                  <a:pt x="460158" y="690307"/>
                </a:lnTo>
                <a:lnTo>
                  <a:pt x="450954" y="690307"/>
                </a:lnTo>
                <a:lnTo>
                  <a:pt x="441751" y="690307"/>
                </a:lnTo>
                <a:lnTo>
                  <a:pt x="432547" y="690307"/>
                </a:lnTo>
                <a:lnTo>
                  <a:pt x="423345" y="690307"/>
                </a:lnTo>
                <a:lnTo>
                  <a:pt x="414141" y="690307"/>
                </a:lnTo>
                <a:lnTo>
                  <a:pt x="404939" y="690307"/>
                </a:lnTo>
                <a:lnTo>
                  <a:pt x="395735" y="690307"/>
                </a:lnTo>
                <a:lnTo>
                  <a:pt x="386532" y="690307"/>
                </a:lnTo>
                <a:lnTo>
                  <a:pt x="377329" y="690307"/>
                </a:lnTo>
                <a:lnTo>
                  <a:pt x="368126" y="690307"/>
                </a:lnTo>
                <a:lnTo>
                  <a:pt x="358923" y="690307"/>
                </a:lnTo>
                <a:lnTo>
                  <a:pt x="349719" y="690307"/>
                </a:lnTo>
                <a:lnTo>
                  <a:pt x="340517" y="690307"/>
                </a:lnTo>
                <a:lnTo>
                  <a:pt x="331314" y="690307"/>
                </a:lnTo>
                <a:lnTo>
                  <a:pt x="322111" y="690307"/>
                </a:lnTo>
                <a:lnTo>
                  <a:pt x="312906" y="690307"/>
                </a:lnTo>
                <a:lnTo>
                  <a:pt x="303704" y="690307"/>
                </a:lnTo>
                <a:lnTo>
                  <a:pt x="294502" y="690307"/>
                </a:lnTo>
                <a:lnTo>
                  <a:pt x="285298" y="690307"/>
                </a:lnTo>
                <a:lnTo>
                  <a:pt x="276095" y="690307"/>
                </a:lnTo>
                <a:lnTo>
                  <a:pt x="266891" y="690307"/>
                </a:lnTo>
                <a:lnTo>
                  <a:pt x="257688" y="690307"/>
                </a:lnTo>
                <a:lnTo>
                  <a:pt x="248485" y="690307"/>
                </a:lnTo>
                <a:lnTo>
                  <a:pt x="239282" y="690307"/>
                </a:lnTo>
                <a:lnTo>
                  <a:pt x="230080" y="690307"/>
                </a:lnTo>
                <a:lnTo>
                  <a:pt x="220876" y="690307"/>
                </a:lnTo>
                <a:lnTo>
                  <a:pt x="211673" y="690307"/>
                </a:lnTo>
                <a:lnTo>
                  <a:pt x="202469" y="690307"/>
                </a:lnTo>
                <a:lnTo>
                  <a:pt x="193266" y="690307"/>
                </a:lnTo>
                <a:lnTo>
                  <a:pt x="184063" y="690307"/>
                </a:lnTo>
                <a:lnTo>
                  <a:pt x="174859" y="690307"/>
                </a:lnTo>
                <a:lnTo>
                  <a:pt x="165657" y="690307"/>
                </a:lnTo>
                <a:lnTo>
                  <a:pt x="156454" y="690307"/>
                </a:lnTo>
                <a:lnTo>
                  <a:pt x="147251" y="690307"/>
                </a:lnTo>
                <a:lnTo>
                  <a:pt x="138048" y="690307"/>
                </a:lnTo>
                <a:lnTo>
                  <a:pt x="128844" y="690307"/>
                </a:lnTo>
                <a:lnTo>
                  <a:pt x="119641" y="690307"/>
                </a:lnTo>
                <a:lnTo>
                  <a:pt x="110438" y="690307"/>
                </a:lnTo>
                <a:lnTo>
                  <a:pt x="101235" y="690307"/>
                </a:lnTo>
                <a:lnTo>
                  <a:pt x="92032" y="690307"/>
                </a:lnTo>
                <a:lnTo>
                  <a:pt x="82828" y="690307"/>
                </a:lnTo>
                <a:lnTo>
                  <a:pt x="73625" y="690307"/>
                </a:lnTo>
                <a:lnTo>
                  <a:pt x="64423" y="690307"/>
                </a:lnTo>
                <a:lnTo>
                  <a:pt x="55219" y="690307"/>
                </a:lnTo>
                <a:lnTo>
                  <a:pt x="46016" y="690307"/>
                </a:lnTo>
                <a:lnTo>
                  <a:pt x="36813" y="690307"/>
                </a:lnTo>
                <a:lnTo>
                  <a:pt x="27610" y="690307"/>
                </a:lnTo>
                <a:lnTo>
                  <a:pt x="18406" y="690307"/>
                </a:lnTo>
                <a:lnTo>
                  <a:pt x="9204" y="690307"/>
                </a:lnTo>
                <a:lnTo>
                  <a:pt x="0" y="690307"/>
                </a:lnTo>
                <a:lnTo>
                  <a:pt x="2366" y="690307"/>
                </a:lnTo>
                <a:lnTo>
                  <a:pt x="20246" y="0"/>
                </a:lnTo>
                <a:close/>
              </a:path>
            </a:pathLst>
          </a:custGeom>
          <a:solidFill xmlns:a="http://schemas.openxmlformats.org/drawingml/2006/main">
            <a:srgbClr val="FFD9B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a.">
            <a:extLst xmlns:a="http://schemas.openxmlformats.org/drawingml/2006/main">
              <a:ext uri="{FF2B5EF4-FFF2-40B4-BE49-F238E27FC236}">
                <a16:creationId xmlns:a16="http://schemas.microsoft.com/office/drawing/2014/main" id="{7A083B58-1743-4639-A845-D75DC31F9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60" y="207973"/>
            <a:ext cx="183309" cy="146738"/>
          </a:xfrm>
          <a:custGeom xmlns:a="http://schemas.openxmlformats.org/drawingml/2006/main">
            <a:pathLst>
              <a:path w="183309" h="146738">
                <a:moveTo>
                  <a:pt x="126256" y="122750"/>
                </a:moveTo>
                <a:cubicBezTo>
                  <a:pt x="120956" y="127107"/>
                  <a:pt x="117218" y="128667"/>
                  <a:pt x="112542" y="128667"/>
                </a:cubicBezTo>
                <a:cubicBezTo>
                  <a:pt x="105373" y="128667"/>
                  <a:pt x="103190" y="124305"/>
                  <a:pt x="103190" y="110601"/>
                </a:cubicBezTo>
                <a:lnTo>
                  <a:pt x="103190" y="49851"/>
                </a:lnTo>
                <a:cubicBezTo>
                  <a:pt x="103190" y="33650"/>
                  <a:pt x="101630" y="24617"/>
                  <a:pt x="96954" y="17139"/>
                </a:cubicBezTo>
                <a:cubicBezTo>
                  <a:pt x="90094" y="5927"/>
                  <a:pt x="76689" y="0"/>
                  <a:pt x="58300" y="0"/>
                </a:cubicBezTo>
                <a:cubicBezTo>
                  <a:pt x="28993" y="0"/>
                  <a:pt x="5927" y="15269"/>
                  <a:pt x="5927" y="34896"/>
                </a:cubicBezTo>
                <a:cubicBezTo>
                  <a:pt x="5927" y="42065"/>
                  <a:pt x="12158" y="48291"/>
                  <a:pt x="19332" y="48291"/>
                </a:cubicBezTo>
                <a:cubicBezTo>
                  <a:pt x="26809" y="48291"/>
                  <a:pt x="33360" y="42065"/>
                  <a:pt x="33360" y="35210"/>
                </a:cubicBezTo>
                <a:cubicBezTo>
                  <a:pt x="33360" y="33964"/>
                  <a:pt x="33046" y="32403"/>
                  <a:pt x="32736" y="30225"/>
                </a:cubicBezTo>
                <a:cubicBezTo>
                  <a:pt x="32113" y="27423"/>
                  <a:pt x="31799" y="24931"/>
                  <a:pt x="31799" y="22747"/>
                </a:cubicBezTo>
                <a:cubicBezTo>
                  <a:pt x="31799" y="14337"/>
                  <a:pt x="41774" y="7482"/>
                  <a:pt x="54247" y="7482"/>
                </a:cubicBezTo>
                <a:cubicBezTo>
                  <a:pt x="69521" y="7482"/>
                  <a:pt x="77936" y="16516"/>
                  <a:pt x="77936" y="33341"/>
                </a:cubicBezTo>
                <a:lnTo>
                  <a:pt x="77936" y="52344"/>
                </a:lnTo>
                <a:cubicBezTo>
                  <a:pt x="29930" y="71657"/>
                  <a:pt x="24631" y="74149"/>
                  <a:pt x="11226" y="85989"/>
                </a:cubicBezTo>
                <a:cubicBezTo>
                  <a:pt x="4367" y="92221"/>
                  <a:pt x="0" y="102809"/>
                  <a:pt x="0" y="113089"/>
                </a:cubicBezTo>
                <a:cubicBezTo>
                  <a:pt x="0" y="132720"/>
                  <a:pt x="13719" y="146434"/>
                  <a:pt x="32736" y="146434"/>
                </a:cubicBezTo>
                <a:cubicBezTo>
                  <a:pt x="46450" y="146434"/>
                  <a:pt x="59232" y="139889"/>
                  <a:pt x="78250" y="123677"/>
                </a:cubicBezTo>
                <a:cubicBezTo>
                  <a:pt x="79810" y="139889"/>
                  <a:pt x="85418" y="146434"/>
                  <a:pt x="98200" y="146434"/>
                </a:cubicBezTo>
                <a:cubicBezTo>
                  <a:pt x="108798" y="146434"/>
                  <a:pt x="115348" y="142695"/>
                  <a:pt x="126256" y="130851"/>
                </a:cubicBezTo>
                <a:lnTo>
                  <a:pt x="126256" y="122750"/>
                </a:lnTo>
                <a:moveTo>
                  <a:pt x="77936" y="104974"/>
                </a:moveTo>
                <a:cubicBezTo>
                  <a:pt x="77936" y="114639"/>
                  <a:pt x="76380" y="117446"/>
                  <a:pt x="69830" y="121185"/>
                </a:cubicBezTo>
                <a:cubicBezTo>
                  <a:pt x="62352" y="125552"/>
                  <a:pt x="53624" y="128353"/>
                  <a:pt x="47074" y="128353"/>
                </a:cubicBezTo>
                <a:cubicBezTo>
                  <a:pt x="36166" y="128353"/>
                  <a:pt x="27437" y="117755"/>
                  <a:pt x="27437" y="104350"/>
                </a:cubicBezTo>
                <a:lnTo>
                  <a:pt x="27437" y="103104"/>
                </a:lnTo>
                <a:cubicBezTo>
                  <a:pt x="27437" y="84709"/>
                  <a:pt x="40214" y="73488"/>
                  <a:pt x="77936" y="59769"/>
                </a:cubicBezTo>
                <a:lnTo>
                  <a:pt x="77936" y="104974"/>
                </a:lnTo>
                <a:close/>
                <a:moveTo>
                  <a:pt x="165851" y="112137"/>
                </a:moveTo>
                <a:cubicBezTo>
                  <a:pt x="156495" y="112137"/>
                  <a:pt x="148703" y="120243"/>
                  <a:pt x="148703" y="129909"/>
                </a:cubicBezTo>
                <a:cubicBezTo>
                  <a:pt x="148703" y="138947"/>
                  <a:pt x="156495" y="146738"/>
                  <a:pt x="165537" y="146738"/>
                </a:cubicBezTo>
                <a:cubicBezTo>
                  <a:pt x="175203" y="146738"/>
                  <a:pt x="183309" y="138947"/>
                  <a:pt x="183309" y="129909"/>
                </a:cubicBezTo>
                <a:cubicBezTo>
                  <a:pt x="183309" y="120243"/>
                  <a:pt x="175203" y="112137"/>
                  <a:pt x="165851" y="11213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8C5C4-30E4-43DD-BD92-7089363AB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7" y="2492882"/>
            <a:ext cx="11334" cy="10"/>
          </a:xfrm>
          <a:custGeom xmlns:a="http://schemas.openxmlformats.org/drawingml/2006/main">
            <a:pathLst>
              <a:path w="11334" h="1" fill="none">
                <a:moveTo>
                  <a:pt x="1133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05213B-269E-4072-9C27-7AC2811E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52" y="2464528"/>
            <a:ext cx="22685" cy="10"/>
          </a:xfrm>
          <a:custGeom xmlns:a="http://schemas.openxmlformats.org/drawingml/2006/main">
            <a:pathLst>
              <a:path w="22685" h="1" fill="none">
                <a:moveTo>
                  <a:pt x="2268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843490-EBD4-403F-A6F2-E9FF2029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52" y="2436175"/>
            <a:ext cx="22685" cy="10"/>
          </a:xfrm>
          <a:custGeom xmlns:a="http://schemas.openxmlformats.org/drawingml/2006/main">
            <a:pathLst>
              <a:path w="22685" h="1" fill="none">
                <a:moveTo>
                  <a:pt x="2268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85EFA7-5599-41F2-A474-19257461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84" y="2407821"/>
            <a:ext cx="34021" cy="10"/>
          </a:xfrm>
          <a:custGeom xmlns:a="http://schemas.openxmlformats.org/drawingml/2006/main">
            <a:pathLst>
              <a:path w="34021" h="1" fill="none">
                <a:moveTo>
                  <a:pt x="3402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BEFA9C-E9EC-4039-A223-B3ADA6F9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88" y="2379468"/>
            <a:ext cx="113413" cy="10"/>
          </a:xfrm>
          <a:custGeom xmlns:a="http://schemas.openxmlformats.org/drawingml/2006/main">
            <a:pathLst>
              <a:path w="113413" h="1" fill="none">
                <a:moveTo>
                  <a:pt x="1134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38040D-FAEE-4EE4-BF70-D7E926E5F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88" y="2351123"/>
            <a:ext cx="113413" cy="10"/>
          </a:xfrm>
          <a:custGeom xmlns:a="http://schemas.openxmlformats.org/drawingml/2006/main">
            <a:pathLst>
              <a:path w="113413" h="1" fill="none">
                <a:moveTo>
                  <a:pt x="1134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4445A-2986-4AF9-ADF7-6D1740A0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43" y="2322770"/>
            <a:ext cx="170102" cy="10"/>
          </a:xfrm>
          <a:custGeom xmlns:a="http://schemas.openxmlformats.org/drawingml/2006/main">
            <a:pathLst>
              <a:path w="170102" h="1" fill="none">
                <a:moveTo>
                  <a:pt x="17010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8D2D2-F338-4729-8A03-500E91EC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0" y="2294417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393A33-C899-45EB-9770-4430E5B5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54" y="2266063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5327CE-6DDC-4105-B349-F20C4AB81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88" y="2237710"/>
            <a:ext cx="113413" cy="10"/>
          </a:xfrm>
          <a:custGeom xmlns:a="http://schemas.openxmlformats.org/drawingml/2006/main">
            <a:pathLst>
              <a:path w="113413" h="1" fill="none">
                <a:moveTo>
                  <a:pt x="1134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0E755-E25C-4E0F-9661-DC295B3F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41" y="2209365"/>
            <a:ext cx="56706" cy="10"/>
          </a:xfrm>
          <a:custGeom xmlns:a="http://schemas.openxmlformats.org/drawingml/2006/main">
            <a:pathLst>
              <a:path w="56706" h="1" fill="none">
                <a:moveTo>
                  <a:pt x="5670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59CDD-43D9-4463-8543-567BB14DC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54" y="2181012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E66D0F-A04D-4BC6-BA7A-3B2B7FB0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43" y="2152659"/>
            <a:ext cx="170102" cy="10"/>
          </a:xfrm>
          <a:custGeom xmlns:a="http://schemas.openxmlformats.org/drawingml/2006/main">
            <a:pathLst>
              <a:path w="170102" h="1" fill="none">
                <a:moveTo>
                  <a:pt x="17010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078D66-1E62-44FB-817D-D656324E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0" y="2124305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EB77C9-AC5C-4588-8746-62E96F85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54" y="2095952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A230C-0425-4A3B-86FA-4271A035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0" y="2067607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7CBC31-D526-4117-90F5-A6473162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54" y="2039254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E8BC38-38BE-4A01-BAA5-6D337C55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64" y="2010900"/>
            <a:ext cx="102061" cy="10"/>
          </a:xfrm>
          <a:custGeom xmlns:a="http://schemas.openxmlformats.org/drawingml/2006/main">
            <a:pathLst>
              <a:path w="102061" h="1" fill="none">
                <a:moveTo>
                  <a:pt x="10206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479632-3DBD-4E44-9206-81C08D727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98" y="1982547"/>
            <a:ext cx="79392" cy="10"/>
          </a:xfrm>
          <a:custGeom xmlns:a="http://schemas.openxmlformats.org/drawingml/2006/main">
            <a:pathLst>
              <a:path w="79392" h="1" fill="none">
                <a:moveTo>
                  <a:pt x="793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353AD3-1651-40C4-875E-8D8705DD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3" y="1954194"/>
            <a:ext cx="340222" cy="10"/>
          </a:xfrm>
          <a:custGeom xmlns:a="http://schemas.openxmlformats.org/drawingml/2006/main">
            <a:pathLst>
              <a:path w="340222" h="1" fill="none">
                <a:moveTo>
                  <a:pt x="3402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C9EC83-770E-46DA-B963-FBA754C4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0" y="1925849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DC8C1C-519C-42FF-80E3-222ED5E7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0" y="1897496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DD3801-31B7-4AE5-BA3E-CF3968FE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43" y="1869142"/>
            <a:ext cx="170102" cy="10"/>
          </a:xfrm>
          <a:custGeom xmlns:a="http://schemas.openxmlformats.org/drawingml/2006/main">
            <a:pathLst>
              <a:path w="170102" h="1" fill="none">
                <a:moveTo>
                  <a:pt x="17010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4781D-A755-4621-8BB8-DC2FF6AF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54" y="1840789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DFC897-6AE6-4116-B28E-969EC972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400" y="1812436"/>
            <a:ext cx="192789" cy="10"/>
          </a:xfrm>
          <a:custGeom xmlns:a="http://schemas.openxmlformats.org/drawingml/2006/main">
            <a:pathLst>
              <a:path w="192789" h="1" fill="none">
                <a:moveTo>
                  <a:pt x="192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DA3ECD-9761-4181-909F-05A1020D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86" y="1784091"/>
            <a:ext cx="453619" cy="10"/>
          </a:xfrm>
          <a:custGeom xmlns:a="http://schemas.openxmlformats.org/drawingml/2006/main">
            <a:pathLst>
              <a:path w="453619" h="1" fill="none">
                <a:moveTo>
                  <a:pt x="45361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8FC86-67C2-43BF-9A77-B5598F9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743" y="1755738"/>
            <a:ext cx="170102" cy="10"/>
          </a:xfrm>
          <a:custGeom xmlns:a="http://schemas.openxmlformats.org/drawingml/2006/main">
            <a:pathLst>
              <a:path w="170102" h="1" fill="none">
                <a:moveTo>
                  <a:pt x="17010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12C38-3152-4F4B-9CD4-C65B8736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54" y="1727385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86DEB0-DE54-47D3-91EE-8267E2D6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98" y="1699031"/>
            <a:ext cx="79392" cy="10"/>
          </a:xfrm>
          <a:custGeom xmlns:a="http://schemas.openxmlformats.org/drawingml/2006/main">
            <a:pathLst>
              <a:path w="79392" h="1" fill="none">
                <a:moveTo>
                  <a:pt x="793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FD57B9-9E8C-41C5-8AB6-5B220ADF6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18" y="1670678"/>
            <a:ext cx="45354" cy="10"/>
          </a:xfrm>
          <a:custGeom xmlns:a="http://schemas.openxmlformats.org/drawingml/2006/main">
            <a:pathLst>
              <a:path w="45354" h="1" fill="none">
                <a:moveTo>
                  <a:pt x="4535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B9BA1-D992-49D2-907A-6C6A4824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4" y="1642333"/>
            <a:ext cx="68040" cy="10"/>
          </a:xfrm>
          <a:custGeom xmlns:a="http://schemas.openxmlformats.org/drawingml/2006/main">
            <a:pathLst>
              <a:path w="68040" h="1" fill="none">
                <a:moveTo>
                  <a:pt x="6804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90F3F7-48F9-4AF9-A154-5E8BAD36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54" y="1613980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97282-DEB1-43B7-809E-39503524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98" y="1585626"/>
            <a:ext cx="79392" cy="10"/>
          </a:xfrm>
          <a:custGeom xmlns:a="http://schemas.openxmlformats.org/drawingml/2006/main">
            <a:pathLst>
              <a:path w="79392" h="1" fill="none">
                <a:moveTo>
                  <a:pt x="793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D4F93-AE6A-46C8-BA4E-C81E789F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774" y="1557273"/>
            <a:ext cx="68040" cy="10"/>
          </a:xfrm>
          <a:custGeom xmlns:a="http://schemas.openxmlformats.org/drawingml/2006/main">
            <a:pathLst>
              <a:path w="68040" h="1" fill="none">
                <a:moveTo>
                  <a:pt x="6804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79561B-B937-431B-BC7D-833A589A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52" y="1528919"/>
            <a:ext cx="22685" cy="10"/>
          </a:xfrm>
          <a:custGeom xmlns:a="http://schemas.openxmlformats.org/drawingml/2006/main">
            <a:pathLst>
              <a:path w="22685" h="1" fill="none">
                <a:moveTo>
                  <a:pt x="2268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BD51E-9F95-4F00-9371-84044DD5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098" y="1500575"/>
            <a:ext cx="79392" cy="10"/>
          </a:xfrm>
          <a:custGeom xmlns:a="http://schemas.openxmlformats.org/drawingml/2006/main">
            <a:pathLst>
              <a:path w="79392" h="1" fill="none">
                <a:moveTo>
                  <a:pt x="7939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449C99-07F3-4BBB-9BB7-82B2A0CC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088" y="1472222"/>
            <a:ext cx="113413" cy="10"/>
          </a:xfrm>
          <a:custGeom xmlns:a="http://schemas.openxmlformats.org/drawingml/2006/main">
            <a:pathLst>
              <a:path w="113413" h="1" fill="none">
                <a:moveTo>
                  <a:pt x="1134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145AE-268B-4C6A-999D-1ECA88DB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54" y="1443868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0DA3B-822C-450F-B887-7E63362E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3" y="1415515"/>
            <a:ext cx="340222" cy="10"/>
          </a:xfrm>
          <a:custGeom xmlns:a="http://schemas.openxmlformats.org/drawingml/2006/main">
            <a:pathLst>
              <a:path w="340222" h="1" fill="none">
                <a:moveTo>
                  <a:pt x="3402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1A8367-F6C4-41FC-B254-63E1E8C9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90" y="1387162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2695E-927D-4950-B72D-D0F8C5A36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54" y="1358817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3A16E1-DDFB-45C2-8B82-53DF10E3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764" y="1330464"/>
            <a:ext cx="102061" cy="10"/>
          </a:xfrm>
          <a:custGeom xmlns:a="http://schemas.openxmlformats.org/drawingml/2006/main">
            <a:pathLst>
              <a:path w="102061" h="1" fill="none">
                <a:moveTo>
                  <a:pt x="10206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A22CD-E6EE-4C90-819F-2CBA0186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441" y="1302110"/>
            <a:ext cx="56706" cy="10"/>
          </a:xfrm>
          <a:custGeom xmlns:a="http://schemas.openxmlformats.org/drawingml/2006/main">
            <a:pathLst>
              <a:path w="56706" h="1" fill="none">
                <a:moveTo>
                  <a:pt x="5670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E0981-5E39-40A9-B428-7F4F0C7B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52" y="1273757"/>
            <a:ext cx="22685" cy="10"/>
          </a:xfrm>
          <a:custGeom xmlns:a="http://schemas.openxmlformats.org/drawingml/2006/main">
            <a:pathLst>
              <a:path w="22685" h="1" fill="none">
                <a:moveTo>
                  <a:pt x="2268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C985C-3330-4BCF-9A72-8E1D01EB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7" y="1245403"/>
            <a:ext cx="11334" cy="10"/>
          </a:xfrm>
          <a:custGeom xmlns:a="http://schemas.openxmlformats.org/drawingml/2006/main">
            <a:pathLst>
              <a:path w="11334" h="1" fill="none">
                <a:moveTo>
                  <a:pt x="1133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9E7F8-6ABC-42B8-81FF-CF7FB6CE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21" y="844427"/>
            <a:ext cx="2349142" cy="2106136"/>
          </a:xfrm>
          <a:custGeom xmlns:a="http://schemas.openxmlformats.org/drawingml/2006/main">
            <a:pathLst>
              <a:path w="2349142" h="2106136">
                <a:moveTo>
                  <a:pt x="2308640" y="0"/>
                </a:moveTo>
                <a:lnTo>
                  <a:pt x="40502" y="0"/>
                </a:lnTo>
                <a:cubicBezTo>
                  <a:pt x="18134" y="0"/>
                  <a:pt x="0" y="18133"/>
                  <a:pt x="0" y="40502"/>
                </a:cubicBezTo>
                <a:lnTo>
                  <a:pt x="0" y="2065634"/>
                </a:lnTo>
                <a:cubicBezTo>
                  <a:pt x="0" y="2088003"/>
                  <a:pt x="18134" y="2106136"/>
                  <a:pt x="40502" y="2106136"/>
                </a:cubicBezTo>
                <a:lnTo>
                  <a:pt x="2308640" y="2106136"/>
                </a:lnTo>
                <a:cubicBezTo>
                  <a:pt x="2331009" y="2106136"/>
                  <a:pt x="2349142" y="2088003"/>
                  <a:pt x="2349142" y="2065634"/>
                </a:cubicBezTo>
                <a:lnTo>
                  <a:pt x="2349142" y="40502"/>
                </a:lnTo>
                <a:cubicBezTo>
                  <a:pt x="2349142" y="18133"/>
                  <a:pt x="2331009" y="0"/>
                  <a:pt x="2308640" y="0"/>
                </a:cubicBezTo>
                <a:close/>
                <a:moveTo>
                  <a:pt x="0" y="2106136"/>
                </a:moveTo>
              </a:path>
            </a:pathLst>
          </a:custGeom>
          <a:solidFill xmlns:a="http://schemas.openxmlformats.org/drawingml/2006/main">
            <a:srgbClr val="FFFC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54DB9-52B2-4E29-B655-EC5A4D11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221" y="844427"/>
            <a:ext cx="2349142" cy="2106136"/>
          </a:xfrm>
          <a:custGeom xmlns:a="http://schemas.openxmlformats.org/drawingml/2006/main">
            <a:pathLst>
              <a:path w="2349142" h="2106136" fill="none">
                <a:moveTo>
                  <a:pt x="2308640" y="0"/>
                </a:moveTo>
                <a:lnTo>
                  <a:pt x="40502" y="0"/>
                </a:lnTo>
                <a:cubicBezTo>
                  <a:pt x="18134" y="0"/>
                  <a:pt x="0" y="18133"/>
                  <a:pt x="0" y="40502"/>
                </a:cubicBezTo>
                <a:lnTo>
                  <a:pt x="0" y="2065634"/>
                </a:lnTo>
                <a:cubicBezTo>
                  <a:pt x="0" y="2088003"/>
                  <a:pt x="18134" y="2106136"/>
                  <a:pt x="40502" y="2106136"/>
                </a:cubicBezTo>
                <a:lnTo>
                  <a:pt x="2308640" y="2106136"/>
                </a:lnTo>
                <a:cubicBezTo>
                  <a:pt x="2331009" y="2106136"/>
                  <a:pt x="2349142" y="2088003"/>
                  <a:pt x="2349142" y="2065634"/>
                </a:cubicBezTo>
                <a:lnTo>
                  <a:pt x="2349142" y="40502"/>
                </a:lnTo>
                <a:cubicBezTo>
                  <a:pt x="2349142" y="18133"/>
                  <a:pt x="2331009" y="0"/>
                  <a:pt x="2308640" y="0"/>
                </a:cubicBezTo>
                <a:close/>
                <a:moveTo>
                  <a:pt x="0" y="2106136"/>
                </a:move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50" name="Text HuBER">
            <a:extLst xmlns:a="http://schemas.openxmlformats.org/drawingml/2006/main">
              <a:ext uri="{FF2B5EF4-FFF2-40B4-BE49-F238E27FC236}">
                <a16:creationId xmlns:a16="http://schemas.microsoft.com/office/drawing/2014/main" id="{9B7D39A7-9ADF-4A39-A1A1-1AFA7936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718" y="2710991"/>
            <a:ext cx="625759" cy="133895"/>
          </a:xfrm>
          <a:custGeom xmlns:a="http://schemas.openxmlformats.org/drawingml/2006/main">
            <a:pathLst>
              <a:path w="625759" h="133895">
                <a:moveTo>
                  <a:pt x="37865" y="60331"/>
                </a:moveTo>
                <a:lnTo>
                  <a:pt x="37865" y="21706"/>
                </a:lnTo>
                <a:cubicBezTo>
                  <a:pt x="37865" y="7371"/>
                  <a:pt x="40054" y="5182"/>
                  <a:pt x="55402" y="3789"/>
                </a:cubicBezTo>
                <a:lnTo>
                  <a:pt x="55402" y="0"/>
                </a:lnTo>
                <a:lnTo>
                  <a:pt x="0" y="0"/>
                </a:lnTo>
                <a:lnTo>
                  <a:pt x="0" y="3789"/>
                </a:lnTo>
                <a:cubicBezTo>
                  <a:pt x="15344" y="5182"/>
                  <a:pt x="17537" y="7371"/>
                  <a:pt x="17537" y="21706"/>
                </a:cubicBezTo>
                <a:lnTo>
                  <a:pt x="17537" y="108012"/>
                </a:lnTo>
                <a:cubicBezTo>
                  <a:pt x="17537" y="124773"/>
                  <a:pt x="15545" y="127166"/>
                  <a:pt x="0" y="128163"/>
                </a:cubicBezTo>
                <a:lnTo>
                  <a:pt x="0" y="131949"/>
                </a:lnTo>
                <a:lnTo>
                  <a:pt x="55402" y="131949"/>
                </a:lnTo>
                <a:lnTo>
                  <a:pt x="55402" y="128163"/>
                </a:lnTo>
                <a:cubicBezTo>
                  <a:pt x="40456" y="126968"/>
                  <a:pt x="37865" y="124375"/>
                  <a:pt x="37865" y="110207"/>
                </a:cubicBezTo>
                <a:lnTo>
                  <a:pt x="37865" y="69101"/>
                </a:lnTo>
                <a:lnTo>
                  <a:pt x="98247" y="69101"/>
                </a:lnTo>
                <a:lnTo>
                  <a:pt x="98247" y="108012"/>
                </a:lnTo>
                <a:cubicBezTo>
                  <a:pt x="98247" y="124773"/>
                  <a:pt x="96256" y="127166"/>
                  <a:pt x="80711" y="128163"/>
                </a:cubicBezTo>
                <a:lnTo>
                  <a:pt x="80711" y="131949"/>
                </a:lnTo>
                <a:lnTo>
                  <a:pt x="136112" y="131949"/>
                </a:lnTo>
                <a:lnTo>
                  <a:pt x="136112" y="128163"/>
                </a:lnTo>
                <a:cubicBezTo>
                  <a:pt x="121166" y="126968"/>
                  <a:pt x="118576" y="124375"/>
                  <a:pt x="118576" y="110207"/>
                </a:cubicBezTo>
                <a:lnTo>
                  <a:pt x="118576" y="21706"/>
                </a:lnTo>
                <a:cubicBezTo>
                  <a:pt x="118576" y="7371"/>
                  <a:pt x="120768" y="5182"/>
                  <a:pt x="136112" y="3789"/>
                </a:cubicBezTo>
                <a:lnTo>
                  <a:pt x="136112" y="0"/>
                </a:lnTo>
                <a:lnTo>
                  <a:pt x="80711" y="0"/>
                </a:lnTo>
                <a:lnTo>
                  <a:pt x="80711" y="3789"/>
                </a:lnTo>
                <a:cubicBezTo>
                  <a:pt x="96055" y="5182"/>
                  <a:pt x="98247" y="7371"/>
                  <a:pt x="98247" y="21706"/>
                </a:cubicBezTo>
                <a:lnTo>
                  <a:pt x="98247" y="60331"/>
                </a:lnTo>
                <a:lnTo>
                  <a:pt x="37865" y="60331"/>
                </a:lnTo>
                <a:close/>
                <a:moveTo>
                  <a:pt x="235555" y="121948"/>
                </a:moveTo>
                <a:lnTo>
                  <a:pt x="234560" y="121948"/>
                </a:lnTo>
                <a:cubicBezTo>
                  <a:pt x="225392" y="121948"/>
                  <a:pt x="223200" y="119755"/>
                  <a:pt x="223200" y="110587"/>
                </a:cubicBezTo>
                <a:lnTo>
                  <a:pt x="223200" y="42232"/>
                </a:lnTo>
                <a:lnTo>
                  <a:pt x="191712" y="42232"/>
                </a:lnTo>
                <a:lnTo>
                  <a:pt x="191712" y="45622"/>
                </a:lnTo>
                <a:cubicBezTo>
                  <a:pt x="204070" y="46218"/>
                  <a:pt x="206460" y="48213"/>
                  <a:pt x="206460" y="58175"/>
                </a:cubicBezTo>
                <a:lnTo>
                  <a:pt x="206460" y="105001"/>
                </a:lnTo>
                <a:cubicBezTo>
                  <a:pt x="206460" y="110581"/>
                  <a:pt x="205462" y="113373"/>
                  <a:pt x="202674" y="115562"/>
                </a:cubicBezTo>
                <a:cubicBezTo>
                  <a:pt x="197292" y="119947"/>
                  <a:pt x="191116" y="122337"/>
                  <a:pt x="185137" y="122337"/>
                </a:cubicBezTo>
                <a:cubicBezTo>
                  <a:pt x="177365" y="122337"/>
                  <a:pt x="170988" y="115562"/>
                  <a:pt x="170988" y="107194"/>
                </a:cubicBezTo>
                <a:lnTo>
                  <a:pt x="170988" y="42232"/>
                </a:lnTo>
                <a:lnTo>
                  <a:pt x="141890" y="42232"/>
                </a:lnTo>
                <a:lnTo>
                  <a:pt x="141890" y="45023"/>
                </a:lnTo>
                <a:cubicBezTo>
                  <a:pt x="151457" y="45622"/>
                  <a:pt x="154248" y="48611"/>
                  <a:pt x="154248" y="57776"/>
                </a:cubicBezTo>
                <a:lnTo>
                  <a:pt x="154248" y="107990"/>
                </a:lnTo>
                <a:cubicBezTo>
                  <a:pt x="154248" y="123733"/>
                  <a:pt x="163812" y="133895"/>
                  <a:pt x="178359" y="133895"/>
                </a:cubicBezTo>
                <a:cubicBezTo>
                  <a:pt x="185733" y="133895"/>
                  <a:pt x="193506" y="130709"/>
                  <a:pt x="198888" y="125326"/>
                </a:cubicBezTo>
                <a:lnTo>
                  <a:pt x="207457" y="116760"/>
                </a:lnTo>
                <a:lnTo>
                  <a:pt x="207457" y="133299"/>
                </a:lnTo>
                <a:lnTo>
                  <a:pt x="208254" y="133701"/>
                </a:lnTo>
                <a:cubicBezTo>
                  <a:pt x="218219" y="129717"/>
                  <a:pt x="225392" y="127525"/>
                  <a:pt x="235555" y="124733"/>
                </a:cubicBezTo>
                <a:lnTo>
                  <a:pt x="235555" y="121948"/>
                </a:lnTo>
                <a:close/>
                <a:moveTo>
                  <a:pt x="243130" y="0"/>
                </a:moveTo>
                <a:lnTo>
                  <a:pt x="243130" y="3789"/>
                </a:lnTo>
                <a:cubicBezTo>
                  <a:pt x="259870" y="4783"/>
                  <a:pt x="262260" y="6976"/>
                  <a:pt x="262260" y="21727"/>
                </a:cubicBezTo>
                <a:lnTo>
                  <a:pt x="262260" y="110225"/>
                </a:lnTo>
                <a:cubicBezTo>
                  <a:pt x="262260" y="124977"/>
                  <a:pt x="259669" y="127567"/>
                  <a:pt x="243130" y="128163"/>
                </a:cubicBezTo>
                <a:lnTo>
                  <a:pt x="243130" y="131949"/>
                </a:lnTo>
                <a:lnTo>
                  <a:pt x="309691" y="131949"/>
                </a:lnTo>
                <a:cubicBezTo>
                  <a:pt x="325236" y="131949"/>
                  <a:pt x="339385" y="127765"/>
                  <a:pt x="346756" y="120990"/>
                </a:cubicBezTo>
                <a:cubicBezTo>
                  <a:pt x="353933" y="114610"/>
                  <a:pt x="357916" y="105643"/>
                  <a:pt x="357916" y="96073"/>
                </a:cubicBezTo>
                <a:cubicBezTo>
                  <a:pt x="357916" y="87303"/>
                  <a:pt x="354331" y="79330"/>
                  <a:pt x="348152" y="73549"/>
                </a:cubicBezTo>
                <a:cubicBezTo>
                  <a:pt x="342174" y="68170"/>
                  <a:pt x="336794" y="65777"/>
                  <a:pt x="323840" y="62587"/>
                </a:cubicBezTo>
                <a:cubicBezTo>
                  <a:pt x="334204" y="59996"/>
                  <a:pt x="338388" y="58005"/>
                  <a:pt x="343171" y="53817"/>
                </a:cubicBezTo>
                <a:cubicBezTo>
                  <a:pt x="348152" y="49432"/>
                  <a:pt x="351141" y="42058"/>
                  <a:pt x="351141" y="33884"/>
                </a:cubicBezTo>
                <a:cubicBezTo>
                  <a:pt x="351141" y="11561"/>
                  <a:pt x="333404" y="0"/>
                  <a:pt x="298930" y="0"/>
                </a:cubicBezTo>
                <a:lnTo>
                  <a:pt x="243130" y="0"/>
                </a:lnTo>
                <a:moveTo>
                  <a:pt x="282588" y="66972"/>
                </a:moveTo>
                <a:cubicBezTo>
                  <a:pt x="301919" y="66972"/>
                  <a:pt x="311084" y="67969"/>
                  <a:pt x="318260" y="70959"/>
                </a:cubicBezTo>
                <a:cubicBezTo>
                  <a:pt x="329618" y="75742"/>
                  <a:pt x="335000" y="83715"/>
                  <a:pt x="335000" y="96274"/>
                </a:cubicBezTo>
                <a:cubicBezTo>
                  <a:pt x="335000" y="107036"/>
                  <a:pt x="330816" y="114811"/>
                  <a:pt x="322843" y="119394"/>
                </a:cubicBezTo>
                <a:cubicBezTo>
                  <a:pt x="316466" y="122982"/>
                  <a:pt x="308295" y="124578"/>
                  <a:pt x="295144" y="124578"/>
                </a:cubicBezTo>
                <a:cubicBezTo>
                  <a:pt x="285376" y="124578"/>
                  <a:pt x="282588" y="122784"/>
                  <a:pt x="282588" y="116404"/>
                </a:cubicBezTo>
                <a:lnTo>
                  <a:pt x="282588" y="66972"/>
                </a:lnTo>
                <a:moveTo>
                  <a:pt x="282588" y="58999"/>
                </a:moveTo>
                <a:lnTo>
                  <a:pt x="282588" y="13355"/>
                </a:lnTo>
                <a:cubicBezTo>
                  <a:pt x="282588" y="9168"/>
                  <a:pt x="283984" y="7374"/>
                  <a:pt x="286973" y="7374"/>
                </a:cubicBezTo>
                <a:lnTo>
                  <a:pt x="295740" y="7374"/>
                </a:lnTo>
                <a:cubicBezTo>
                  <a:pt x="318659" y="7374"/>
                  <a:pt x="330816" y="16944"/>
                  <a:pt x="330816" y="34684"/>
                </a:cubicBezTo>
                <a:cubicBezTo>
                  <a:pt x="330816" y="50229"/>
                  <a:pt x="320252" y="58999"/>
                  <a:pt x="301520" y="58999"/>
                </a:cubicBezTo>
                <a:lnTo>
                  <a:pt x="282588" y="58999"/>
                </a:lnTo>
                <a:close/>
                <a:moveTo>
                  <a:pt x="491640" y="98260"/>
                </a:moveTo>
                <a:lnTo>
                  <a:pt x="486060" y="98260"/>
                </a:lnTo>
                <a:cubicBezTo>
                  <a:pt x="476095" y="119792"/>
                  <a:pt x="467526" y="124578"/>
                  <a:pt x="439027" y="124578"/>
                </a:cubicBezTo>
                <a:lnTo>
                  <a:pt x="433648" y="124578"/>
                </a:lnTo>
                <a:cubicBezTo>
                  <a:pt x="423881" y="124578"/>
                  <a:pt x="415512" y="123581"/>
                  <a:pt x="414116" y="122185"/>
                </a:cubicBezTo>
                <a:cubicBezTo>
                  <a:pt x="413119" y="121586"/>
                  <a:pt x="412721" y="119394"/>
                  <a:pt x="412721" y="116003"/>
                </a:cubicBezTo>
                <a:lnTo>
                  <a:pt x="412721" y="66753"/>
                </a:lnTo>
                <a:lnTo>
                  <a:pt x="443412" y="66753"/>
                </a:lnTo>
                <a:cubicBezTo>
                  <a:pt x="459754" y="66753"/>
                  <a:pt x="462743" y="69347"/>
                  <a:pt x="465334" y="85895"/>
                </a:cubicBezTo>
                <a:lnTo>
                  <a:pt x="469916" y="85895"/>
                </a:lnTo>
                <a:lnTo>
                  <a:pt x="469916" y="39656"/>
                </a:lnTo>
                <a:lnTo>
                  <a:pt x="465334" y="39656"/>
                </a:lnTo>
                <a:cubicBezTo>
                  <a:pt x="463938" y="47824"/>
                  <a:pt x="463141" y="50813"/>
                  <a:pt x="460949" y="53601"/>
                </a:cubicBezTo>
                <a:cubicBezTo>
                  <a:pt x="458358" y="56989"/>
                  <a:pt x="452778" y="58585"/>
                  <a:pt x="443412" y="58585"/>
                </a:cubicBezTo>
                <a:lnTo>
                  <a:pt x="412721" y="58585"/>
                </a:lnTo>
                <a:lnTo>
                  <a:pt x="412721" y="14350"/>
                </a:lnTo>
                <a:cubicBezTo>
                  <a:pt x="412721" y="8770"/>
                  <a:pt x="413916" y="7575"/>
                  <a:pt x="419298" y="7575"/>
                </a:cubicBezTo>
                <a:lnTo>
                  <a:pt x="446201" y="7575"/>
                </a:lnTo>
                <a:cubicBezTo>
                  <a:pt x="468721" y="7575"/>
                  <a:pt x="473106" y="10564"/>
                  <a:pt x="476494" y="28496"/>
                </a:cubicBezTo>
                <a:lnTo>
                  <a:pt x="481475" y="28496"/>
                </a:lnTo>
                <a:lnTo>
                  <a:pt x="480879" y="0"/>
                </a:lnTo>
                <a:lnTo>
                  <a:pt x="375056" y="0"/>
                </a:lnTo>
                <a:lnTo>
                  <a:pt x="375056" y="3789"/>
                </a:lnTo>
                <a:cubicBezTo>
                  <a:pt x="389805" y="4984"/>
                  <a:pt x="392395" y="7772"/>
                  <a:pt x="392395" y="21727"/>
                </a:cubicBezTo>
                <a:lnTo>
                  <a:pt x="392395" y="110225"/>
                </a:lnTo>
                <a:cubicBezTo>
                  <a:pt x="392395" y="124177"/>
                  <a:pt x="389604" y="127169"/>
                  <a:pt x="375056" y="128163"/>
                </a:cubicBezTo>
                <a:lnTo>
                  <a:pt x="375056" y="131949"/>
                </a:lnTo>
                <a:lnTo>
                  <a:pt x="482670" y="131949"/>
                </a:lnTo>
                <a:lnTo>
                  <a:pt x="491640" y="98260"/>
                </a:lnTo>
                <a:close/>
                <a:moveTo>
                  <a:pt x="625759" y="128163"/>
                </a:moveTo>
                <a:cubicBezTo>
                  <a:pt x="618184" y="127567"/>
                  <a:pt x="614201" y="125573"/>
                  <a:pt x="608420" y="118798"/>
                </a:cubicBezTo>
                <a:lnTo>
                  <a:pt x="567368" y="68368"/>
                </a:lnTo>
                <a:cubicBezTo>
                  <a:pt x="580721" y="65777"/>
                  <a:pt x="586699" y="63384"/>
                  <a:pt x="593273" y="58002"/>
                </a:cubicBezTo>
                <a:cubicBezTo>
                  <a:pt x="599653" y="52820"/>
                  <a:pt x="603439" y="44448"/>
                  <a:pt x="603439" y="35079"/>
                </a:cubicBezTo>
                <a:cubicBezTo>
                  <a:pt x="603439" y="26510"/>
                  <a:pt x="600848" y="19136"/>
                  <a:pt x="595667" y="13355"/>
                </a:cubicBezTo>
                <a:cubicBezTo>
                  <a:pt x="588092" y="5182"/>
                  <a:pt x="571553" y="0"/>
                  <a:pt x="552821" y="0"/>
                </a:cubicBezTo>
                <a:lnTo>
                  <a:pt x="497818" y="0"/>
                </a:lnTo>
                <a:lnTo>
                  <a:pt x="497818" y="3789"/>
                </a:lnTo>
                <a:cubicBezTo>
                  <a:pt x="512763" y="5382"/>
                  <a:pt x="514755" y="7575"/>
                  <a:pt x="514755" y="21727"/>
                </a:cubicBezTo>
                <a:lnTo>
                  <a:pt x="514755" y="108033"/>
                </a:lnTo>
                <a:cubicBezTo>
                  <a:pt x="514755" y="124575"/>
                  <a:pt x="512763" y="126968"/>
                  <a:pt x="497818" y="128163"/>
                </a:cubicBezTo>
                <a:lnTo>
                  <a:pt x="497818" y="131949"/>
                </a:lnTo>
                <a:lnTo>
                  <a:pt x="553018" y="131949"/>
                </a:lnTo>
                <a:lnTo>
                  <a:pt x="553018" y="128163"/>
                </a:lnTo>
                <a:cubicBezTo>
                  <a:pt x="537674" y="127169"/>
                  <a:pt x="535083" y="124575"/>
                  <a:pt x="535083" y="110225"/>
                </a:cubicBezTo>
                <a:lnTo>
                  <a:pt x="535083" y="70959"/>
                </a:lnTo>
                <a:lnTo>
                  <a:pt x="546243" y="70560"/>
                </a:lnTo>
                <a:lnTo>
                  <a:pt x="593672" y="131949"/>
                </a:lnTo>
                <a:lnTo>
                  <a:pt x="625759" y="131949"/>
                </a:lnTo>
                <a:lnTo>
                  <a:pt x="625759" y="128163"/>
                </a:lnTo>
                <a:moveTo>
                  <a:pt x="535083" y="14551"/>
                </a:moveTo>
                <a:cubicBezTo>
                  <a:pt x="535083" y="8971"/>
                  <a:pt x="537276" y="7374"/>
                  <a:pt x="545246" y="7374"/>
                </a:cubicBezTo>
                <a:cubicBezTo>
                  <a:pt x="570157" y="7374"/>
                  <a:pt x="581715" y="15943"/>
                  <a:pt x="581715" y="34678"/>
                </a:cubicBezTo>
                <a:cubicBezTo>
                  <a:pt x="581715" y="44643"/>
                  <a:pt x="577531" y="53011"/>
                  <a:pt x="570357" y="56797"/>
                </a:cubicBezTo>
                <a:cubicBezTo>
                  <a:pt x="561189" y="61979"/>
                  <a:pt x="554214" y="63174"/>
                  <a:pt x="535083" y="63575"/>
                </a:cubicBezTo>
                <a:lnTo>
                  <a:pt x="535083" y="14551"/>
                </a:lnTo>
                <a:close/>
              </a:path>
            </a:pathLst>
          </a:custGeom>
          <a:solidFill xmlns:a="http://schemas.openxmlformats.org/drawingml/2006/main">
            <a:srgbClr val="7F8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Text T">
            <a:extLst xmlns:a="http://schemas.openxmlformats.org/drawingml/2006/main">
              <a:ext uri="{FF2B5EF4-FFF2-40B4-BE49-F238E27FC236}">
                <a16:creationId xmlns:a16="http://schemas.microsoft.com/office/drawing/2014/main" id="{AF165136-CCA5-4D43-AA95-DEFD5936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1502" y="2710991"/>
            <a:ext cx="114787" cy="131949"/>
          </a:xfrm>
          <a:custGeom xmlns:a="http://schemas.openxmlformats.org/drawingml/2006/main">
            <a:pathLst>
              <a:path w="114787" h="131949">
                <a:moveTo>
                  <a:pt x="47231" y="8372"/>
                </a:moveTo>
                <a:lnTo>
                  <a:pt x="47231" y="108033"/>
                </a:lnTo>
                <a:cubicBezTo>
                  <a:pt x="47231" y="124977"/>
                  <a:pt x="45038" y="127169"/>
                  <a:pt x="28496" y="128163"/>
                </a:cubicBezTo>
                <a:lnTo>
                  <a:pt x="28496" y="131949"/>
                </a:lnTo>
                <a:lnTo>
                  <a:pt x="86689" y="131949"/>
                </a:lnTo>
                <a:lnTo>
                  <a:pt x="86689" y="128163"/>
                </a:lnTo>
                <a:cubicBezTo>
                  <a:pt x="70347" y="127367"/>
                  <a:pt x="67556" y="124776"/>
                  <a:pt x="67556" y="110225"/>
                </a:cubicBezTo>
                <a:lnTo>
                  <a:pt x="67556" y="8372"/>
                </a:lnTo>
                <a:lnTo>
                  <a:pt x="78318" y="8372"/>
                </a:lnTo>
                <a:cubicBezTo>
                  <a:pt x="101036" y="8372"/>
                  <a:pt x="105421" y="11960"/>
                  <a:pt x="110006" y="33884"/>
                </a:cubicBezTo>
                <a:lnTo>
                  <a:pt x="114787" y="33884"/>
                </a:lnTo>
                <a:lnTo>
                  <a:pt x="113592" y="0"/>
                </a:lnTo>
                <a:lnTo>
                  <a:pt x="1195" y="0"/>
                </a:lnTo>
                <a:lnTo>
                  <a:pt x="0" y="33884"/>
                </a:lnTo>
                <a:lnTo>
                  <a:pt x="4780" y="33884"/>
                </a:lnTo>
                <a:cubicBezTo>
                  <a:pt x="9564" y="12157"/>
                  <a:pt x="14149" y="8372"/>
                  <a:pt x="36469" y="8372"/>
                </a:cubicBezTo>
                <a:lnTo>
                  <a:pt x="47231" y="8372"/>
                </a:lnTo>
                <a:close/>
              </a:path>
            </a:pathLst>
          </a:custGeom>
          <a:solidFill xmlns:a="http://schemas.openxmlformats.org/drawingml/2006/main">
            <a:srgbClr val="7F8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-base">
            <a:extLst xmlns:a="http://schemas.openxmlformats.org/drawingml/2006/main">
              <a:ext uri="{FF2B5EF4-FFF2-40B4-BE49-F238E27FC236}">
                <a16:creationId xmlns:a16="http://schemas.microsoft.com/office/drawing/2014/main" id="{604AE470-B3DB-4F54-8EBA-E120E385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313" y="2706837"/>
            <a:ext cx="408738" cy="138049"/>
          </a:xfrm>
          <a:custGeom xmlns:a="http://schemas.openxmlformats.org/drawingml/2006/main">
            <a:pathLst>
              <a:path w="408738" h="138049">
                <a:moveTo>
                  <a:pt x="0" y="84919"/>
                </a:moveTo>
                <a:lnTo>
                  <a:pt x="0" y="97475"/>
                </a:lnTo>
                <a:lnTo>
                  <a:pt x="49025" y="97475"/>
                </a:lnTo>
                <a:lnTo>
                  <a:pt x="49025" y="84919"/>
                </a:lnTo>
                <a:lnTo>
                  <a:pt x="0" y="84919"/>
                </a:lnTo>
                <a:close/>
                <a:moveTo>
                  <a:pt x="89084" y="398"/>
                </a:moveTo>
                <a:lnTo>
                  <a:pt x="88087" y="0"/>
                </a:lnTo>
                <a:cubicBezTo>
                  <a:pt x="79715" y="2989"/>
                  <a:pt x="74336" y="4583"/>
                  <a:pt x="64970" y="7173"/>
                </a:cubicBezTo>
                <a:lnTo>
                  <a:pt x="59189" y="8770"/>
                </a:lnTo>
                <a:lnTo>
                  <a:pt x="59189" y="11957"/>
                </a:lnTo>
                <a:cubicBezTo>
                  <a:pt x="60384" y="11759"/>
                  <a:pt x="61181" y="11759"/>
                  <a:pt x="62577" y="11759"/>
                </a:cubicBezTo>
                <a:cubicBezTo>
                  <a:pt x="70550" y="11759"/>
                  <a:pt x="72341" y="13550"/>
                  <a:pt x="72341" y="21922"/>
                </a:cubicBezTo>
                <a:lnTo>
                  <a:pt x="72341" y="125302"/>
                </a:lnTo>
                <a:cubicBezTo>
                  <a:pt x="72341" y="131475"/>
                  <a:pt x="89282" y="138049"/>
                  <a:pt x="105225" y="138049"/>
                </a:cubicBezTo>
                <a:cubicBezTo>
                  <a:pt x="131531" y="138049"/>
                  <a:pt x="151857" y="116140"/>
                  <a:pt x="151857" y="87662"/>
                </a:cubicBezTo>
                <a:cubicBezTo>
                  <a:pt x="151857" y="63168"/>
                  <a:pt x="136713" y="44439"/>
                  <a:pt x="116783" y="44439"/>
                </a:cubicBezTo>
                <a:cubicBezTo>
                  <a:pt x="104626" y="44439"/>
                  <a:pt x="93067" y="51616"/>
                  <a:pt x="89084" y="61377"/>
                </a:cubicBezTo>
                <a:lnTo>
                  <a:pt x="89084" y="398"/>
                </a:lnTo>
                <a:moveTo>
                  <a:pt x="89084" y="71932"/>
                </a:moveTo>
                <a:cubicBezTo>
                  <a:pt x="89084" y="64165"/>
                  <a:pt x="98450" y="56995"/>
                  <a:pt x="108813" y="56995"/>
                </a:cubicBezTo>
                <a:cubicBezTo>
                  <a:pt x="124355" y="56995"/>
                  <a:pt x="134320" y="72528"/>
                  <a:pt x="134320" y="96824"/>
                </a:cubicBezTo>
                <a:cubicBezTo>
                  <a:pt x="134320" y="118928"/>
                  <a:pt x="124753" y="131673"/>
                  <a:pt x="108415" y="131673"/>
                </a:cubicBezTo>
                <a:cubicBezTo>
                  <a:pt x="98051" y="131673"/>
                  <a:pt x="89084" y="127093"/>
                  <a:pt x="89084" y="122115"/>
                </a:cubicBezTo>
                <a:lnTo>
                  <a:pt x="89084" y="71932"/>
                </a:lnTo>
                <a:close/>
                <a:moveTo>
                  <a:pt x="246318" y="122909"/>
                </a:moveTo>
                <a:cubicBezTo>
                  <a:pt x="242930" y="125694"/>
                  <a:pt x="240540" y="126692"/>
                  <a:pt x="237551" y="126692"/>
                </a:cubicBezTo>
                <a:cubicBezTo>
                  <a:pt x="232968" y="126692"/>
                  <a:pt x="231573" y="123903"/>
                  <a:pt x="231573" y="115142"/>
                </a:cubicBezTo>
                <a:lnTo>
                  <a:pt x="231573" y="76308"/>
                </a:lnTo>
                <a:cubicBezTo>
                  <a:pt x="231573" y="65950"/>
                  <a:pt x="230575" y="60176"/>
                  <a:pt x="227586" y="55395"/>
                </a:cubicBezTo>
                <a:cubicBezTo>
                  <a:pt x="223201" y="48228"/>
                  <a:pt x="214632" y="44439"/>
                  <a:pt x="202876" y="44439"/>
                </a:cubicBezTo>
                <a:cubicBezTo>
                  <a:pt x="184141" y="44439"/>
                  <a:pt x="169396" y="54200"/>
                  <a:pt x="169396" y="66747"/>
                </a:cubicBezTo>
                <a:cubicBezTo>
                  <a:pt x="169396" y="71330"/>
                  <a:pt x="173379" y="75310"/>
                  <a:pt x="177965" y="75310"/>
                </a:cubicBezTo>
                <a:cubicBezTo>
                  <a:pt x="182745" y="75310"/>
                  <a:pt x="186933" y="71330"/>
                  <a:pt x="186933" y="66948"/>
                </a:cubicBezTo>
                <a:cubicBezTo>
                  <a:pt x="186933" y="66151"/>
                  <a:pt x="186732" y="65154"/>
                  <a:pt x="186534" y="63761"/>
                </a:cubicBezTo>
                <a:cubicBezTo>
                  <a:pt x="186136" y="61970"/>
                  <a:pt x="185935" y="60376"/>
                  <a:pt x="185935" y="58981"/>
                </a:cubicBezTo>
                <a:cubicBezTo>
                  <a:pt x="185935" y="53604"/>
                  <a:pt x="192312" y="49223"/>
                  <a:pt x="200285" y="49223"/>
                </a:cubicBezTo>
                <a:cubicBezTo>
                  <a:pt x="210049" y="49223"/>
                  <a:pt x="215429" y="54997"/>
                  <a:pt x="215429" y="65753"/>
                </a:cubicBezTo>
                <a:lnTo>
                  <a:pt x="215429" y="77901"/>
                </a:lnTo>
                <a:cubicBezTo>
                  <a:pt x="184740" y="90247"/>
                  <a:pt x="181353" y="91840"/>
                  <a:pt x="172783" y="99409"/>
                </a:cubicBezTo>
                <a:cubicBezTo>
                  <a:pt x="168398" y="103393"/>
                  <a:pt x="165607" y="110162"/>
                  <a:pt x="165607" y="116733"/>
                </a:cubicBezTo>
                <a:cubicBezTo>
                  <a:pt x="165607" y="129282"/>
                  <a:pt x="174377" y="138049"/>
                  <a:pt x="186534" y="138049"/>
                </a:cubicBezTo>
                <a:cubicBezTo>
                  <a:pt x="195301" y="138049"/>
                  <a:pt x="203472" y="133865"/>
                  <a:pt x="215629" y="123502"/>
                </a:cubicBezTo>
                <a:cubicBezTo>
                  <a:pt x="216627" y="133865"/>
                  <a:pt x="220212" y="138049"/>
                  <a:pt x="228383" y="138049"/>
                </a:cubicBezTo>
                <a:cubicBezTo>
                  <a:pt x="235158" y="138049"/>
                  <a:pt x="239345" y="135659"/>
                  <a:pt x="246318" y="128087"/>
                </a:cubicBezTo>
                <a:lnTo>
                  <a:pt x="246318" y="122909"/>
                </a:lnTo>
                <a:moveTo>
                  <a:pt x="215429" y="111545"/>
                </a:moveTo>
                <a:cubicBezTo>
                  <a:pt x="215429" y="117724"/>
                  <a:pt x="214434" y="119518"/>
                  <a:pt x="210247" y="121908"/>
                </a:cubicBezTo>
                <a:cubicBezTo>
                  <a:pt x="205467" y="124700"/>
                  <a:pt x="199887" y="126491"/>
                  <a:pt x="195699" y="126491"/>
                </a:cubicBezTo>
                <a:cubicBezTo>
                  <a:pt x="188727" y="126491"/>
                  <a:pt x="183147" y="119716"/>
                  <a:pt x="183147" y="111147"/>
                </a:cubicBezTo>
                <a:lnTo>
                  <a:pt x="183147" y="110350"/>
                </a:lnTo>
                <a:cubicBezTo>
                  <a:pt x="183147" y="98591"/>
                  <a:pt x="191314" y="91418"/>
                  <a:pt x="215429" y="82648"/>
                </a:cubicBezTo>
                <a:lnTo>
                  <a:pt x="215429" y="111545"/>
                </a:lnTo>
                <a:close/>
                <a:moveTo>
                  <a:pt x="309492" y="73489"/>
                </a:moveTo>
                <a:lnTo>
                  <a:pt x="308696" y="46385"/>
                </a:lnTo>
                <a:lnTo>
                  <a:pt x="306503" y="46385"/>
                </a:lnTo>
                <a:lnTo>
                  <a:pt x="306105" y="46787"/>
                </a:lnTo>
                <a:cubicBezTo>
                  <a:pt x="304311" y="48180"/>
                  <a:pt x="304113" y="48380"/>
                  <a:pt x="303316" y="48380"/>
                </a:cubicBezTo>
                <a:cubicBezTo>
                  <a:pt x="302121" y="48380"/>
                  <a:pt x="300127" y="47982"/>
                  <a:pt x="297934" y="46984"/>
                </a:cubicBezTo>
                <a:cubicBezTo>
                  <a:pt x="293549" y="45434"/>
                  <a:pt x="289167" y="44634"/>
                  <a:pt x="283986" y="44634"/>
                </a:cubicBezTo>
                <a:cubicBezTo>
                  <a:pt x="268240" y="44634"/>
                  <a:pt x="256882" y="54796"/>
                  <a:pt x="256882" y="69137"/>
                </a:cubicBezTo>
                <a:cubicBezTo>
                  <a:pt x="256882" y="80288"/>
                  <a:pt x="263259" y="88255"/>
                  <a:pt x="280200" y="97816"/>
                </a:cubicBezTo>
                <a:lnTo>
                  <a:pt x="291758" y="104390"/>
                </a:lnTo>
                <a:cubicBezTo>
                  <a:pt x="298731" y="108373"/>
                  <a:pt x="302121" y="113154"/>
                  <a:pt x="302121" y="119327"/>
                </a:cubicBezTo>
                <a:cubicBezTo>
                  <a:pt x="302121" y="128090"/>
                  <a:pt x="295742" y="133667"/>
                  <a:pt x="285579" y="133667"/>
                </a:cubicBezTo>
                <a:cubicBezTo>
                  <a:pt x="278804" y="133667"/>
                  <a:pt x="272625" y="131077"/>
                  <a:pt x="268839" y="126695"/>
                </a:cubicBezTo>
                <a:cubicBezTo>
                  <a:pt x="264655" y="121717"/>
                  <a:pt x="262861" y="117134"/>
                  <a:pt x="260270" y="105783"/>
                </a:cubicBezTo>
                <a:lnTo>
                  <a:pt x="257080" y="105783"/>
                </a:lnTo>
                <a:lnTo>
                  <a:pt x="257080" y="136854"/>
                </a:lnTo>
                <a:lnTo>
                  <a:pt x="259671" y="136854"/>
                </a:lnTo>
                <a:cubicBezTo>
                  <a:pt x="261067" y="134862"/>
                  <a:pt x="261863" y="134464"/>
                  <a:pt x="264256" y="134464"/>
                </a:cubicBezTo>
                <a:cubicBezTo>
                  <a:pt x="266051" y="134510"/>
                  <a:pt x="268839" y="134908"/>
                  <a:pt x="273422" y="136103"/>
                </a:cubicBezTo>
                <a:cubicBezTo>
                  <a:pt x="279002" y="137253"/>
                  <a:pt x="284384" y="138049"/>
                  <a:pt x="287969" y="138049"/>
                </a:cubicBezTo>
                <a:cubicBezTo>
                  <a:pt x="303316" y="138049"/>
                  <a:pt x="316070" y="126497"/>
                  <a:pt x="316070" y="112555"/>
                </a:cubicBezTo>
                <a:cubicBezTo>
                  <a:pt x="316070" y="102596"/>
                  <a:pt x="311287" y="96025"/>
                  <a:pt x="299330" y="88854"/>
                </a:cubicBezTo>
                <a:lnTo>
                  <a:pt x="277807" y="76107"/>
                </a:lnTo>
                <a:cubicBezTo>
                  <a:pt x="272227" y="72920"/>
                  <a:pt x="269237" y="67942"/>
                  <a:pt x="269237" y="62563"/>
                </a:cubicBezTo>
                <a:cubicBezTo>
                  <a:pt x="269237" y="54596"/>
                  <a:pt x="275416" y="49019"/>
                  <a:pt x="284582" y="49019"/>
                </a:cubicBezTo>
                <a:cubicBezTo>
                  <a:pt x="295942" y="49019"/>
                  <a:pt x="301921" y="55791"/>
                  <a:pt x="306503" y="73519"/>
                </a:cubicBezTo>
                <a:lnTo>
                  <a:pt x="309492" y="73489"/>
                </a:lnTo>
                <a:close/>
                <a:moveTo>
                  <a:pt x="405549" y="103365"/>
                </a:moveTo>
                <a:cubicBezTo>
                  <a:pt x="395985" y="118518"/>
                  <a:pt x="387413" y="124302"/>
                  <a:pt x="374659" y="124302"/>
                </a:cubicBezTo>
                <a:cubicBezTo>
                  <a:pt x="363302" y="124302"/>
                  <a:pt x="354733" y="118518"/>
                  <a:pt x="348952" y="107154"/>
                </a:cubicBezTo>
                <a:cubicBezTo>
                  <a:pt x="345364" y="99576"/>
                  <a:pt x="343971" y="92996"/>
                  <a:pt x="343573" y="80832"/>
                </a:cubicBezTo>
                <a:lnTo>
                  <a:pt x="404953" y="80832"/>
                </a:lnTo>
                <a:cubicBezTo>
                  <a:pt x="403356" y="67903"/>
                  <a:pt x="401364" y="62143"/>
                  <a:pt x="396383" y="55788"/>
                </a:cubicBezTo>
                <a:cubicBezTo>
                  <a:pt x="390402" y="48627"/>
                  <a:pt x="381237" y="44439"/>
                  <a:pt x="370873" y="44439"/>
                </a:cubicBezTo>
                <a:cubicBezTo>
                  <a:pt x="360909" y="44439"/>
                  <a:pt x="351543" y="48027"/>
                  <a:pt x="343971" y="54793"/>
                </a:cubicBezTo>
                <a:cubicBezTo>
                  <a:pt x="334602" y="62937"/>
                  <a:pt x="329223" y="77046"/>
                  <a:pt x="329223" y="93394"/>
                </a:cubicBezTo>
                <a:cubicBezTo>
                  <a:pt x="329223" y="120911"/>
                  <a:pt x="343573" y="138049"/>
                  <a:pt x="366489" y="138049"/>
                </a:cubicBezTo>
                <a:cubicBezTo>
                  <a:pt x="385421" y="138049"/>
                  <a:pt x="400367" y="126293"/>
                  <a:pt x="408738" y="104761"/>
                </a:cubicBezTo>
                <a:lnTo>
                  <a:pt x="405549" y="103365"/>
                </a:lnTo>
                <a:moveTo>
                  <a:pt x="343971" y="74456"/>
                </a:moveTo>
                <a:cubicBezTo>
                  <a:pt x="346160" y="58965"/>
                  <a:pt x="352938" y="51616"/>
                  <a:pt x="365093" y="51616"/>
                </a:cubicBezTo>
                <a:cubicBezTo>
                  <a:pt x="377250" y="51616"/>
                  <a:pt x="382033" y="57177"/>
                  <a:pt x="384624" y="74456"/>
                </a:cubicBezTo>
                <a:lnTo>
                  <a:pt x="343971" y="74456"/>
                </a:lnTo>
                <a:close/>
              </a:path>
            </a:pathLst>
          </a:custGeom>
          <a:solidFill xmlns:a="http://schemas.openxmlformats.org/drawingml/2006/main">
            <a:srgbClr val="7F8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E3A0C7-D35C-41DC-BCBA-98A8CBAF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43" y="971036"/>
            <a:ext cx="520007" cy="1796214"/>
          </a:xfrm>
          <a:custGeom xmlns:a="http://schemas.openxmlformats.org/drawingml/2006/main">
            <a:pathLst>
              <a:path w="520007" h="1796214">
                <a:moveTo>
                  <a:pt x="487378" y="1448562"/>
                </a:moveTo>
                <a:lnTo>
                  <a:pt x="32628" y="1782963"/>
                </a:lnTo>
                <a:cubicBezTo>
                  <a:pt x="14608" y="1796214"/>
                  <a:pt x="0" y="1788822"/>
                  <a:pt x="0" y="1766453"/>
                </a:cubicBezTo>
                <a:lnTo>
                  <a:pt x="0" y="29760"/>
                </a:lnTo>
                <a:cubicBezTo>
                  <a:pt x="0" y="7391"/>
                  <a:pt x="14608" y="0"/>
                  <a:pt x="32628" y="13251"/>
                </a:cubicBezTo>
                <a:lnTo>
                  <a:pt x="487378" y="347651"/>
                </a:lnTo>
                <a:cubicBezTo>
                  <a:pt x="505398" y="360903"/>
                  <a:pt x="520007" y="389778"/>
                  <a:pt x="520007" y="412146"/>
                </a:cubicBezTo>
                <a:lnTo>
                  <a:pt x="520007" y="1384068"/>
                </a:lnTo>
                <a:cubicBezTo>
                  <a:pt x="520007" y="1406436"/>
                  <a:pt x="505398" y="1435311"/>
                  <a:pt x="487378" y="1448562"/>
                </a:cubicBezTo>
                <a:close/>
              </a:path>
            </a:pathLst>
          </a:custGeom>
          <a:solidFill xmlns:a="http://schemas.openxmlformats.org/drawingml/2006/main">
            <a:srgbClr val="ECEC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1B06F3-9CD1-49B9-9A7B-799F5BC3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643" y="971036"/>
            <a:ext cx="520007" cy="1796214"/>
          </a:xfrm>
          <a:custGeom xmlns:a="http://schemas.openxmlformats.org/drawingml/2006/main">
            <a:pathLst>
              <a:path w="520007" h="1796214" fill="none">
                <a:moveTo>
                  <a:pt x="487378" y="1448562"/>
                </a:moveTo>
                <a:lnTo>
                  <a:pt x="32628" y="1782963"/>
                </a:lnTo>
                <a:cubicBezTo>
                  <a:pt x="14608" y="1796214"/>
                  <a:pt x="0" y="1788822"/>
                  <a:pt x="0" y="1766453"/>
                </a:cubicBezTo>
                <a:lnTo>
                  <a:pt x="0" y="29760"/>
                </a:lnTo>
                <a:cubicBezTo>
                  <a:pt x="0" y="7391"/>
                  <a:pt x="14608" y="0"/>
                  <a:pt x="32628" y="13251"/>
                </a:cubicBezTo>
                <a:lnTo>
                  <a:pt x="487378" y="347651"/>
                </a:lnTo>
                <a:cubicBezTo>
                  <a:pt x="505398" y="360903"/>
                  <a:pt x="520007" y="389778"/>
                  <a:pt x="520007" y="412146"/>
                </a:cubicBezTo>
                <a:lnTo>
                  <a:pt x="520007" y="1384068"/>
                </a:lnTo>
                <a:cubicBezTo>
                  <a:pt x="520007" y="1406436"/>
                  <a:pt x="505398" y="1435311"/>
                  <a:pt x="487378" y="1448562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55" name="Text F">
            <a:extLst xmlns:a="http://schemas.openxmlformats.org/drawingml/2006/main">
              <a:ext uri="{FF2B5EF4-FFF2-40B4-BE49-F238E27FC236}">
                <a16:creationId xmlns:a16="http://schemas.microsoft.com/office/drawing/2014/main" id="{11244466-80A3-4789-B047-BDC74E56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42" y="2032008"/>
            <a:ext cx="113101" cy="91216"/>
          </a:xfrm>
          <a:custGeom xmlns:a="http://schemas.openxmlformats.org/drawingml/2006/main">
            <a:pathLst>
              <a:path w="113101" h="91216">
                <a:moveTo>
                  <a:pt x="73618" y="11445"/>
                </a:moveTo>
                <a:lnTo>
                  <a:pt x="33991" y="11445"/>
                </a:lnTo>
                <a:lnTo>
                  <a:pt x="33991" y="15373"/>
                </a:lnTo>
                <a:cubicBezTo>
                  <a:pt x="47654" y="17422"/>
                  <a:pt x="50217" y="20497"/>
                  <a:pt x="50217" y="34163"/>
                </a:cubicBezTo>
                <a:lnTo>
                  <a:pt x="50217" y="58933"/>
                </a:lnTo>
                <a:lnTo>
                  <a:pt x="12300" y="58933"/>
                </a:lnTo>
                <a:cubicBezTo>
                  <a:pt x="7517" y="58933"/>
                  <a:pt x="6493" y="58078"/>
                  <a:pt x="6493" y="53467"/>
                </a:cubicBezTo>
                <a:lnTo>
                  <a:pt x="6493" y="30235"/>
                </a:lnTo>
                <a:cubicBezTo>
                  <a:pt x="6493" y="10932"/>
                  <a:pt x="9055" y="7173"/>
                  <a:pt x="24425" y="4269"/>
                </a:cubicBezTo>
                <a:lnTo>
                  <a:pt x="24425" y="0"/>
                </a:lnTo>
                <a:lnTo>
                  <a:pt x="0" y="511"/>
                </a:lnTo>
                <a:lnTo>
                  <a:pt x="0" y="91216"/>
                </a:lnTo>
                <a:lnTo>
                  <a:pt x="3248" y="91216"/>
                </a:lnTo>
                <a:cubicBezTo>
                  <a:pt x="4272" y="78575"/>
                  <a:pt x="6662" y="76354"/>
                  <a:pt x="18618" y="76354"/>
                </a:cubicBezTo>
                <a:lnTo>
                  <a:pt x="92595" y="76354"/>
                </a:lnTo>
                <a:cubicBezTo>
                  <a:pt x="106780" y="76354"/>
                  <a:pt x="109001" y="78234"/>
                  <a:pt x="109855" y="91216"/>
                </a:cubicBezTo>
                <a:lnTo>
                  <a:pt x="113101" y="91216"/>
                </a:lnTo>
                <a:lnTo>
                  <a:pt x="113101" y="43388"/>
                </a:lnTo>
                <a:lnTo>
                  <a:pt x="109855" y="43388"/>
                </a:lnTo>
                <a:cubicBezTo>
                  <a:pt x="109173" y="56540"/>
                  <a:pt x="106780" y="58933"/>
                  <a:pt x="94475" y="58933"/>
                </a:cubicBezTo>
                <a:lnTo>
                  <a:pt x="57218" y="58933"/>
                </a:lnTo>
                <a:lnTo>
                  <a:pt x="57218" y="34163"/>
                </a:lnTo>
                <a:cubicBezTo>
                  <a:pt x="57218" y="20328"/>
                  <a:pt x="59782" y="17422"/>
                  <a:pt x="73625" y="15373"/>
                </a:cubicBezTo>
                <a:lnTo>
                  <a:pt x="73618" y="11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Text e">
            <a:extLst xmlns:a="http://schemas.openxmlformats.org/drawingml/2006/main">
              <a:ext uri="{FF2B5EF4-FFF2-40B4-BE49-F238E27FC236}">
                <a16:creationId xmlns:a16="http://schemas.microsoft.com/office/drawing/2014/main" id="{E9AFE837-32D2-4513-8BF9-05D41645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72" y="1957871"/>
            <a:ext cx="80238" cy="68157"/>
          </a:xfrm>
          <a:custGeom xmlns:a="http://schemas.openxmlformats.org/drawingml/2006/main">
            <a:pathLst>
              <a:path w="80238" h="68157">
                <a:moveTo>
                  <a:pt x="50508" y="2734"/>
                </a:moveTo>
                <a:cubicBezTo>
                  <a:pt x="63497" y="10932"/>
                  <a:pt x="68454" y="18279"/>
                  <a:pt x="68454" y="29211"/>
                </a:cubicBezTo>
                <a:cubicBezTo>
                  <a:pt x="68454" y="38946"/>
                  <a:pt x="63497" y="46291"/>
                  <a:pt x="53756" y="51246"/>
                </a:cubicBezTo>
                <a:cubicBezTo>
                  <a:pt x="47261" y="54322"/>
                  <a:pt x="41620" y="55515"/>
                  <a:pt x="31194" y="55857"/>
                </a:cubicBezTo>
                <a:lnTo>
                  <a:pt x="31194" y="3245"/>
                </a:lnTo>
                <a:cubicBezTo>
                  <a:pt x="20112" y="4613"/>
                  <a:pt x="15175" y="6321"/>
                  <a:pt x="9727" y="10590"/>
                </a:cubicBezTo>
                <a:cubicBezTo>
                  <a:pt x="3589" y="15717"/>
                  <a:pt x="0" y="23573"/>
                  <a:pt x="0" y="32456"/>
                </a:cubicBezTo>
                <a:cubicBezTo>
                  <a:pt x="0" y="40997"/>
                  <a:pt x="3076" y="49025"/>
                  <a:pt x="8875" y="55515"/>
                </a:cubicBezTo>
                <a:cubicBezTo>
                  <a:pt x="15855" y="63546"/>
                  <a:pt x="27949" y="68157"/>
                  <a:pt x="41962" y="68157"/>
                </a:cubicBezTo>
                <a:cubicBezTo>
                  <a:pt x="65548" y="68157"/>
                  <a:pt x="80238" y="55857"/>
                  <a:pt x="80238" y="36214"/>
                </a:cubicBezTo>
                <a:cubicBezTo>
                  <a:pt x="80238" y="19987"/>
                  <a:pt x="70161" y="7176"/>
                  <a:pt x="51705" y="0"/>
                </a:cubicBezTo>
                <a:lnTo>
                  <a:pt x="50508" y="2734"/>
                </a:lnTo>
                <a:moveTo>
                  <a:pt x="25729" y="55515"/>
                </a:moveTo>
                <a:cubicBezTo>
                  <a:pt x="12451" y="53639"/>
                  <a:pt x="6151" y="47829"/>
                  <a:pt x="6151" y="37411"/>
                </a:cubicBezTo>
                <a:cubicBezTo>
                  <a:pt x="6151" y="26990"/>
                  <a:pt x="10919" y="22890"/>
                  <a:pt x="25729" y="20669"/>
                </a:cubicBezTo>
                <a:lnTo>
                  <a:pt x="25729" y="55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Text a">
            <a:extLst xmlns:a="http://schemas.openxmlformats.org/drawingml/2006/main">
              <a:ext uri="{FF2B5EF4-FFF2-40B4-BE49-F238E27FC236}">
                <a16:creationId xmlns:a16="http://schemas.microsoft.com/office/drawing/2014/main" id="{03944120-0ED2-449F-B09C-AD500BE0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72" y="1878955"/>
            <a:ext cx="80238" cy="69181"/>
          </a:xfrm>
          <a:custGeom xmlns:a="http://schemas.openxmlformats.org/drawingml/2006/main">
            <a:pathLst>
              <a:path w="80238" h="69181">
                <a:moveTo>
                  <a:pt x="67260" y="0"/>
                </a:moveTo>
                <a:cubicBezTo>
                  <a:pt x="69648" y="2904"/>
                  <a:pt x="70503" y="4952"/>
                  <a:pt x="70503" y="7514"/>
                </a:cubicBezTo>
                <a:cubicBezTo>
                  <a:pt x="70503" y="11442"/>
                  <a:pt x="68113" y="12639"/>
                  <a:pt x="60603" y="12639"/>
                </a:cubicBezTo>
                <a:lnTo>
                  <a:pt x="27316" y="12639"/>
                </a:lnTo>
                <a:cubicBezTo>
                  <a:pt x="18438" y="12639"/>
                  <a:pt x="13489" y="13494"/>
                  <a:pt x="9391" y="16056"/>
                </a:cubicBezTo>
                <a:cubicBezTo>
                  <a:pt x="3248" y="19814"/>
                  <a:pt x="0" y="27160"/>
                  <a:pt x="0" y="37236"/>
                </a:cubicBezTo>
                <a:cubicBezTo>
                  <a:pt x="0" y="53295"/>
                  <a:pt x="8367" y="65934"/>
                  <a:pt x="19121" y="65934"/>
                </a:cubicBezTo>
                <a:cubicBezTo>
                  <a:pt x="23049" y="65934"/>
                  <a:pt x="26461" y="62519"/>
                  <a:pt x="26461" y="58589"/>
                </a:cubicBezTo>
                <a:cubicBezTo>
                  <a:pt x="26461" y="54491"/>
                  <a:pt x="23049" y="50902"/>
                  <a:pt x="19293" y="50902"/>
                </a:cubicBezTo>
                <a:cubicBezTo>
                  <a:pt x="18610" y="50902"/>
                  <a:pt x="17755" y="51074"/>
                  <a:pt x="16562" y="51243"/>
                </a:cubicBezTo>
                <a:cubicBezTo>
                  <a:pt x="15026" y="51585"/>
                  <a:pt x="13661" y="51757"/>
                  <a:pt x="12464" y="51757"/>
                </a:cubicBezTo>
                <a:cubicBezTo>
                  <a:pt x="7856" y="51757"/>
                  <a:pt x="4100" y="46291"/>
                  <a:pt x="4100" y="39457"/>
                </a:cubicBezTo>
                <a:cubicBezTo>
                  <a:pt x="4100" y="31088"/>
                  <a:pt x="9050" y="26477"/>
                  <a:pt x="18269" y="26477"/>
                </a:cubicBezTo>
                <a:lnTo>
                  <a:pt x="28682" y="26477"/>
                </a:lnTo>
                <a:cubicBezTo>
                  <a:pt x="39264" y="52781"/>
                  <a:pt x="40630" y="55685"/>
                  <a:pt x="47117" y="63030"/>
                </a:cubicBezTo>
                <a:cubicBezTo>
                  <a:pt x="50532" y="66789"/>
                  <a:pt x="56334" y="69181"/>
                  <a:pt x="61967" y="69181"/>
                </a:cubicBezTo>
                <a:cubicBezTo>
                  <a:pt x="72723" y="69181"/>
                  <a:pt x="80238" y="61664"/>
                  <a:pt x="80238" y="51243"/>
                </a:cubicBezTo>
                <a:cubicBezTo>
                  <a:pt x="80238" y="43729"/>
                  <a:pt x="76651" y="36725"/>
                  <a:pt x="67769" y="26305"/>
                </a:cubicBezTo>
                <a:cubicBezTo>
                  <a:pt x="76651" y="25450"/>
                  <a:pt x="80238" y="22377"/>
                  <a:pt x="80238" y="15373"/>
                </a:cubicBezTo>
                <a:cubicBezTo>
                  <a:pt x="80238" y="9566"/>
                  <a:pt x="78189" y="5977"/>
                  <a:pt x="71699" y="0"/>
                </a:cubicBezTo>
                <a:lnTo>
                  <a:pt x="67260" y="0"/>
                </a:lnTo>
                <a:moveTo>
                  <a:pt x="57520" y="26477"/>
                </a:moveTo>
                <a:cubicBezTo>
                  <a:pt x="62816" y="26477"/>
                  <a:pt x="64354" y="27329"/>
                  <a:pt x="66403" y="30918"/>
                </a:cubicBezTo>
                <a:cubicBezTo>
                  <a:pt x="68796" y="35015"/>
                  <a:pt x="70331" y="39798"/>
                  <a:pt x="70331" y="43388"/>
                </a:cubicBezTo>
                <a:cubicBezTo>
                  <a:pt x="70331" y="49364"/>
                  <a:pt x="64523" y="54147"/>
                  <a:pt x="57178" y="54147"/>
                </a:cubicBezTo>
                <a:lnTo>
                  <a:pt x="56496" y="54147"/>
                </a:lnTo>
                <a:cubicBezTo>
                  <a:pt x="46416" y="54147"/>
                  <a:pt x="40268" y="47146"/>
                  <a:pt x="32750" y="26477"/>
                </a:cubicBezTo>
                <a:lnTo>
                  <a:pt x="57520" y="264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Text t">
            <a:extLst xmlns:a="http://schemas.openxmlformats.org/drawingml/2006/main">
              <a:ext uri="{FF2B5EF4-FFF2-40B4-BE49-F238E27FC236}">
                <a16:creationId xmlns:a16="http://schemas.microsoft.com/office/drawing/2014/main" id="{82FD1DA0-4A34-49B8-9861-D4971F9F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805" y="1830954"/>
            <a:ext cx="100605" cy="45439"/>
          </a:xfrm>
          <a:custGeom xmlns:a="http://schemas.openxmlformats.org/drawingml/2006/main">
            <a:pathLst>
              <a:path w="100605" h="45439">
                <a:moveTo>
                  <a:pt x="22035" y="4100"/>
                </a:moveTo>
                <a:lnTo>
                  <a:pt x="22035" y="21352"/>
                </a:lnTo>
                <a:lnTo>
                  <a:pt x="2221" y="21352"/>
                </a:lnTo>
                <a:cubicBezTo>
                  <a:pt x="513" y="21352"/>
                  <a:pt x="0" y="21522"/>
                  <a:pt x="0" y="22549"/>
                </a:cubicBezTo>
                <a:cubicBezTo>
                  <a:pt x="1538" y="23742"/>
                  <a:pt x="3076" y="24769"/>
                  <a:pt x="4783" y="25963"/>
                </a:cubicBezTo>
                <a:cubicBezTo>
                  <a:pt x="14179" y="32456"/>
                  <a:pt x="22379" y="39801"/>
                  <a:pt x="23062" y="42533"/>
                </a:cubicBezTo>
                <a:cubicBezTo>
                  <a:pt x="24256" y="44412"/>
                  <a:pt x="25452" y="45439"/>
                  <a:pt x="26307" y="45439"/>
                </a:cubicBezTo>
                <a:cubicBezTo>
                  <a:pt x="26821" y="45439"/>
                  <a:pt x="27162" y="45267"/>
                  <a:pt x="27504" y="44753"/>
                </a:cubicBezTo>
                <a:lnTo>
                  <a:pt x="27504" y="35701"/>
                </a:lnTo>
                <a:lnTo>
                  <a:pt x="78914" y="35701"/>
                </a:lnTo>
                <a:cubicBezTo>
                  <a:pt x="93260" y="35701"/>
                  <a:pt x="100605" y="30577"/>
                  <a:pt x="100605" y="20497"/>
                </a:cubicBezTo>
                <a:cubicBezTo>
                  <a:pt x="100605" y="12128"/>
                  <a:pt x="96508" y="5638"/>
                  <a:pt x="87625" y="0"/>
                </a:cubicBezTo>
                <a:lnTo>
                  <a:pt x="85745" y="2221"/>
                </a:lnTo>
                <a:cubicBezTo>
                  <a:pt x="90015" y="5807"/>
                  <a:pt x="91725" y="8711"/>
                  <a:pt x="91725" y="12469"/>
                </a:cubicBezTo>
                <a:cubicBezTo>
                  <a:pt x="91725" y="18790"/>
                  <a:pt x="87111" y="21352"/>
                  <a:pt x="76352" y="21352"/>
                </a:cubicBezTo>
                <a:lnTo>
                  <a:pt x="27504" y="21352"/>
                </a:lnTo>
                <a:lnTo>
                  <a:pt x="27504" y="4100"/>
                </a:lnTo>
                <a:lnTo>
                  <a:pt x="22035" y="4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u">
            <a:extLst xmlns:a="http://schemas.openxmlformats.org/drawingml/2006/main">
              <a:ext uri="{FF2B5EF4-FFF2-40B4-BE49-F238E27FC236}">
                <a16:creationId xmlns:a16="http://schemas.microsoft.com/office/drawing/2014/main" id="{DA6D1519-5EEE-450F-A3BE-16DC5A4D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41" y="1749304"/>
            <a:ext cx="78570" cy="80285"/>
          </a:xfrm>
          <a:custGeom xmlns:a="http://schemas.openxmlformats.org/drawingml/2006/main">
            <a:pathLst>
              <a:path w="78570" h="80285">
                <a:moveTo>
                  <a:pt x="68329" y="0"/>
                </a:moveTo>
                <a:lnTo>
                  <a:pt x="68329" y="852"/>
                </a:lnTo>
                <a:cubicBezTo>
                  <a:pt x="68329" y="8711"/>
                  <a:pt x="66450" y="10590"/>
                  <a:pt x="58591" y="10590"/>
                </a:cubicBezTo>
                <a:lnTo>
                  <a:pt x="0" y="10590"/>
                </a:lnTo>
                <a:lnTo>
                  <a:pt x="0" y="37580"/>
                </a:lnTo>
                <a:lnTo>
                  <a:pt x="2906" y="37580"/>
                </a:lnTo>
                <a:cubicBezTo>
                  <a:pt x="3417" y="26988"/>
                  <a:pt x="5127" y="24939"/>
                  <a:pt x="13666" y="24939"/>
                </a:cubicBezTo>
                <a:lnTo>
                  <a:pt x="53803" y="24939"/>
                </a:lnTo>
                <a:cubicBezTo>
                  <a:pt x="58586" y="24939"/>
                  <a:pt x="60979" y="25794"/>
                  <a:pt x="62855" y="28184"/>
                </a:cubicBezTo>
                <a:cubicBezTo>
                  <a:pt x="66614" y="32797"/>
                  <a:pt x="68663" y="38091"/>
                  <a:pt x="68663" y="43215"/>
                </a:cubicBezTo>
                <a:cubicBezTo>
                  <a:pt x="68663" y="49878"/>
                  <a:pt x="62855" y="55343"/>
                  <a:pt x="55682" y="55343"/>
                </a:cubicBezTo>
                <a:lnTo>
                  <a:pt x="0" y="55343"/>
                </a:lnTo>
                <a:lnTo>
                  <a:pt x="0" y="80285"/>
                </a:lnTo>
                <a:lnTo>
                  <a:pt x="2393" y="80285"/>
                </a:lnTo>
                <a:cubicBezTo>
                  <a:pt x="2906" y="72085"/>
                  <a:pt x="5468" y="69692"/>
                  <a:pt x="13324" y="69692"/>
                </a:cubicBezTo>
                <a:lnTo>
                  <a:pt x="56365" y="69692"/>
                </a:lnTo>
                <a:cubicBezTo>
                  <a:pt x="69859" y="69692"/>
                  <a:pt x="78570" y="61495"/>
                  <a:pt x="78570" y="49025"/>
                </a:cubicBezTo>
                <a:cubicBezTo>
                  <a:pt x="78570" y="42705"/>
                  <a:pt x="75838" y="36042"/>
                  <a:pt x="71225" y="31429"/>
                </a:cubicBezTo>
                <a:lnTo>
                  <a:pt x="63882" y="24084"/>
                </a:lnTo>
                <a:lnTo>
                  <a:pt x="78059" y="24084"/>
                </a:lnTo>
                <a:lnTo>
                  <a:pt x="78403" y="23401"/>
                </a:lnTo>
                <a:cubicBezTo>
                  <a:pt x="74989" y="14860"/>
                  <a:pt x="73109" y="8711"/>
                  <a:pt x="70716" y="0"/>
                </a:cubicBezTo>
                <a:lnTo>
                  <a:pt x="683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Text r">
            <a:extLst xmlns:a="http://schemas.openxmlformats.org/drawingml/2006/main">
              <a:ext uri="{FF2B5EF4-FFF2-40B4-BE49-F238E27FC236}">
                <a16:creationId xmlns:a16="http://schemas.microsoft.com/office/drawing/2014/main" id="{350987BF-3192-491C-A0CA-2C42BEC1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72" y="1688491"/>
            <a:ext cx="78570" cy="56370"/>
          </a:xfrm>
          <a:custGeom xmlns:a="http://schemas.openxmlformats.org/drawingml/2006/main">
            <a:pathLst>
              <a:path w="78570" h="56370">
                <a:moveTo>
                  <a:pt x="11959" y="56029"/>
                </a:moveTo>
                <a:cubicBezTo>
                  <a:pt x="11445" y="53636"/>
                  <a:pt x="11273" y="52098"/>
                  <a:pt x="11273" y="50050"/>
                </a:cubicBezTo>
                <a:cubicBezTo>
                  <a:pt x="11273" y="45780"/>
                  <a:pt x="14007" y="44242"/>
                  <a:pt x="21522" y="44242"/>
                </a:cubicBezTo>
                <a:lnTo>
                  <a:pt x="64224" y="44242"/>
                </a:lnTo>
                <a:cubicBezTo>
                  <a:pt x="72763" y="44242"/>
                  <a:pt x="73959" y="45439"/>
                  <a:pt x="76008" y="56370"/>
                </a:cubicBezTo>
                <a:lnTo>
                  <a:pt x="78570" y="56370"/>
                </a:lnTo>
                <a:lnTo>
                  <a:pt x="78570" y="15373"/>
                </a:lnTo>
                <a:lnTo>
                  <a:pt x="76008" y="15373"/>
                </a:lnTo>
                <a:cubicBezTo>
                  <a:pt x="75497" y="26990"/>
                  <a:pt x="72935" y="29894"/>
                  <a:pt x="63199" y="29894"/>
                </a:cubicBezTo>
                <a:lnTo>
                  <a:pt x="24767" y="29894"/>
                </a:lnTo>
                <a:cubicBezTo>
                  <a:pt x="19301" y="29894"/>
                  <a:pt x="10762" y="22549"/>
                  <a:pt x="10762" y="17935"/>
                </a:cubicBezTo>
                <a:cubicBezTo>
                  <a:pt x="10762" y="16911"/>
                  <a:pt x="11617" y="15373"/>
                  <a:pt x="13324" y="13494"/>
                </a:cubicBezTo>
                <a:cubicBezTo>
                  <a:pt x="15714" y="10762"/>
                  <a:pt x="16739" y="8883"/>
                  <a:pt x="16739" y="6662"/>
                </a:cubicBezTo>
                <a:cubicBezTo>
                  <a:pt x="16739" y="2562"/>
                  <a:pt x="13835" y="0"/>
                  <a:pt x="9055" y="0"/>
                </a:cubicBezTo>
                <a:cubicBezTo>
                  <a:pt x="3417" y="0"/>
                  <a:pt x="0" y="3587"/>
                  <a:pt x="0" y="9394"/>
                </a:cubicBezTo>
                <a:cubicBezTo>
                  <a:pt x="0" y="16569"/>
                  <a:pt x="3931" y="21522"/>
                  <a:pt x="16056" y="29894"/>
                </a:cubicBezTo>
                <a:lnTo>
                  <a:pt x="344" y="29894"/>
                </a:lnTo>
                <a:lnTo>
                  <a:pt x="0" y="30746"/>
                </a:lnTo>
                <a:cubicBezTo>
                  <a:pt x="3759" y="39801"/>
                  <a:pt x="5979" y="45950"/>
                  <a:pt x="9224" y="56029"/>
                </a:cubicBezTo>
                <a:lnTo>
                  <a:pt x="11959" y="56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Text e">
            <a:extLst xmlns:a="http://schemas.openxmlformats.org/drawingml/2006/main">
              <a:ext uri="{FF2B5EF4-FFF2-40B4-BE49-F238E27FC236}">
                <a16:creationId xmlns:a16="http://schemas.microsoft.com/office/drawing/2014/main" id="{27AA721F-2FEB-4F56-AB2B-5C153826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172" y="1616405"/>
            <a:ext cx="80238" cy="68157"/>
          </a:xfrm>
          <a:custGeom xmlns:a="http://schemas.openxmlformats.org/drawingml/2006/main">
            <a:pathLst>
              <a:path w="80238" h="68157">
                <a:moveTo>
                  <a:pt x="50508" y="2734"/>
                </a:moveTo>
                <a:cubicBezTo>
                  <a:pt x="63497" y="10932"/>
                  <a:pt x="68454" y="18279"/>
                  <a:pt x="68454" y="29211"/>
                </a:cubicBezTo>
                <a:cubicBezTo>
                  <a:pt x="68454" y="38946"/>
                  <a:pt x="63497" y="46291"/>
                  <a:pt x="53756" y="51246"/>
                </a:cubicBezTo>
                <a:cubicBezTo>
                  <a:pt x="47261" y="54322"/>
                  <a:pt x="41620" y="55515"/>
                  <a:pt x="31194" y="55857"/>
                </a:cubicBezTo>
                <a:lnTo>
                  <a:pt x="31194" y="3245"/>
                </a:lnTo>
                <a:cubicBezTo>
                  <a:pt x="20112" y="4613"/>
                  <a:pt x="15175" y="6321"/>
                  <a:pt x="9727" y="10590"/>
                </a:cubicBezTo>
                <a:cubicBezTo>
                  <a:pt x="3589" y="15717"/>
                  <a:pt x="0" y="23573"/>
                  <a:pt x="0" y="32456"/>
                </a:cubicBezTo>
                <a:cubicBezTo>
                  <a:pt x="0" y="40997"/>
                  <a:pt x="3076" y="49025"/>
                  <a:pt x="8875" y="55515"/>
                </a:cubicBezTo>
                <a:cubicBezTo>
                  <a:pt x="15855" y="63546"/>
                  <a:pt x="27949" y="68157"/>
                  <a:pt x="41962" y="68157"/>
                </a:cubicBezTo>
                <a:cubicBezTo>
                  <a:pt x="65548" y="68157"/>
                  <a:pt x="80238" y="55857"/>
                  <a:pt x="80238" y="36214"/>
                </a:cubicBezTo>
                <a:cubicBezTo>
                  <a:pt x="80238" y="19987"/>
                  <a:pt x="70161" y="7176"/>
                  <a:pt x="51705" y="0"/>
                </a:cubicBezTo>
                <a:lnTo>
                  <a:pt x="50508" y="2734"/>
                </a:lnTo>
                <a:moveTo>
                  <a:pt x="25729" y="55515"/>
                </a:moveTo>
                <a:cubicBezTo>
                  <a:pt x="12451" y="53639"/>
                  <a:pt x="6151" y="47829"/>
                  <a:pt x="6151" y="37411"/>
                </a:cubicBezTo>
                <a:cubicBezTo>
                  <a:pt x="6151" y="26990"/>
                  <a:pt x="10919" y="22890"/>
                  <a:pt x="25729" y="20669"/>
                </a:cubicBezTo>
                <a:lnTo>
                  <a:pt x="25729" y="55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E">
            <a:extLst xmlns:a="http://schemas.openxmlformats.org/drawingml/2006/main">
              <a:ext uri="{FF2B5EF4-FFF2-40B4-BE49-F238E27FC236}">
                <a16:creationId xmlns:a16="http://schemas.microsoft.com/office/drawing/2014/main" id="{51356E11-EA0D-4530-8DCC-838D58BA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4" y="2084962"/>
            <a:ext cx="113101" cy="99930"/>
          </a:xfrm>
          <a:custGeom xmlns:a="http://schemas.openxmlformats.org/drawingml/2006/main">
            <a:pathLst>
              <a:path w="113101" h="99930">
                <a:moveTo>
                  <a:pt x="84223" y="0"/>
                </a:moveTo>
                <a:lnTo>
                  <a:pt x="84223" y="4783"/>
                </a:lnTo>
                <a:cubicBezTo>
                  <a:pt x="102680" y="13324"/>
                  <a:pt x="106782" y="20669"/>
                  <a:pt x="106782" y="45097"/>
                </a:cubicBezTo>
                <a:lnTo>
                  <a:pt x="106782" y="49708"/>
                </a:lnTo>
                <a:cubicBezTo>
                  <a:pt x="106782" y="58080"/>
                  <a:pt x="105927" y="65253"/>
                  <a:pt x="104731" y="66450"/>
                </a:cubicBezTo>
                <a:cubicBezTo>
                  <a:pt x="104218" y="67305"/>
                  <a:pt x="102338" y="67646"/>
                  <a:pt x="99432" y="67646"/>
                </a:cubicBezTo>
                <a:lnTo>
                  <a:pt x="57218" y="67646"/>
                </a:lnTo>
                <a:lnTo>
                  <a:pt x="57218" y="41339"/>
                </a:lnTo>
                <a:cubicBezTo>
                  <a:pt x="57218" y="27332"/>
                  <a:pt x="59441" y="24769"/>
                  <a:pt x="73625" y="22549"/>
                </a:cubicBezTo>
                <a:lnTo>
                  <a:pt x="73625" y="18621"/>
                </a:lnTo>
                <a:lnTo>
                  <a:pt x="33991" y="18621"/>
                </a:lnTo>
                <a:lnTo>
                  <a:pt x="33991" y="22549"/>
                </a:lnTo>
                <a:cubicBezTo>
                  <a:pt x="40992" y="23745"/>
                  <a:pt x="43554" y="24428"/>
                  <a:pt x="45944" y="26307"/>
                </a:cubicBezTo>
                <a:cubicBezTo>
                  <a:pt x="48848" y="28528"/>
                  <a:pt x="50217" y="33311"/>
                  <a:pt x="50217" y="41339"/>
                </a:cubicBezTo>
                <a:lnTo>
                  <a:pt x="50217" y="67646"/>
                </a:lnTo>
                <a:lnTo>
                  <a:pt x="12300" y="67646"/>
                </a:lnTo>
                <a:cubicBezTo>
                  <a:pt x="7517" y="67646"/>
                  <a:pt x="6493" y="66622"/>
                  <a:pt x="6493" y="62008"/>
                </a:cubicBezTo>
                <a:lnTo>
                  <a:pt x="6493" y="38949"/>
                </a:lnTo>
                <a:cubicBezTo>
                  <a:pt x="6493" y="19645"/>
                  <a:pt x="9055" y="15887"/>
                  <a:pt x="24425" y="12983"/>
                </a:cubicBezTo>
                <a:lnTo>
                  <a:pt x="24425" y="8713"/>
                </a:lnTo>
                <a:lnTo>
                  <a:pt x="0" y="9224"/>
                </a:lnTo>
                <a:lnTo>
                  <a:pt x="0" y="99930"/>
                </a:lnTo>
                <a:lnTo>
                  <a:pt x="3248" y="99930"/>
                </a:lnTo>
                <a:cubicBezTo>
                  <a:pt x="4272" y="87288"/>
                  <a:pt x="6662" y="85068"/>
                  <a:pt x="18623" y="85068"/>
                </a:cubicBezTo>
                <a:lnTo>
                  <a:pt x="94480" y="85068"/>
                </a:lnTo>
                <a:cubicBezTo>
                  <a:pt x="106438" y="85068"/>
                  <a:pt x="109003" y="87461"/>
                  <a:pt x="109855" y="99930"/>
                </a:cubicBezTo>
                <a:lnTo>
                  <a:pt x="113101" y="99930"/>
                </a:lnTo>
                <a:lnTo>
                  <a:pt x="113101" y="7689"/>
                </a:lnTo>
                <a:lnTo>
                  <a:pt x="842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x">
            <a:extLst xmlns:a="http://schemas.openxmlformats.org/drawingml/2006/main">
              <a:ext uri="{FF2B5EF4-FFF2-40B4-BE49-F238E27FC236}">
                <a16:creationId xmlns:a16="http://schemas.microsoft.com/office/drawing/2014/main" id="{D8AF9061-8979-433D-BD58-D4817D16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133" y="2000750"/>
            <a:ext cx="76902" cy="78916"/>
          </a:xfrm>
          <a:custGeom xmlns:a="http://schemas.openxmlformats.org/drawingml/2006/main">
            <a:pathLst>
              <a:path w="76902" h="78916">
                <a:moveTo>
                  <a:pt x="76902" y="34333"/>
                </a:moveTo>
                <a:lnTo>
                  <a:pt x="76902" y="0"/>
                </a:lnTo>
                <a:lnTo>
                  <a:pt x="74339" y="0"/>
                </a:lnTo>
                <a:cubicBezTo>
                  <a:pt x="74339" y="5294"/>
                  <a:pt x="71608" y="8711"/>
                  <a:pt x="64088" y="14007"/>
                </a:cubicBezTo>
                <a:lnTo>
                  <a:pt x="30592" y="35870"/>
                </a:lnTo>
                <a:lnTo>
                  <a:pt x="10084" y="21694"/>
                </a:lnTo>
                <a:cubicBezTo>
                  <a:pt x="5468" y="18449"/>
                  <a:pt x="2734" y="13324"/>
                  <a:pt x="2565" y="7856"/>
                </a:cubicBezTo>
                <a:lnTo>
                  <a:pt x="0" y="7856"/>
                </a:lnTo>
                <a:lnTo>
                  <a:pt x="0" y="34846"/>
                </a:lnTo>
                <a:lnTo>
                  <a:pt x="2565" y="34846"/>
                </a:lnTo>
                <a:cubicBezTo>
                  <a:pt x="2906" y="29722"/>
                  <a:pt x="3931" y="28014"/>
                  <a:pt x="6323" y="28014"/>
                </a:cubicBezTo>
                <a:cubicBezTo>
                  <a:pt x="8375" y="28014"/>
                  <a:pt x="12133" y="30063"/>
                  <a:pt x="17432" y="34333"/>
                </a:cubicBezTo>
                <a:cubicBezTo>
                  <a:pt x="18457" y="35188"/>
                  <a:pt x="21535" y="37239"/>
                  <a:pt x="24952" y="39460"/>
                </a:cubicBezTo>
                <a:lnTo>
                  <a:pt x="21535" y="41850"/>
                </a:lnTo>
                <a:cubicBezTo>
                  <a:pt x="14357" y="46633"/>
                  <a:pt x="8547" y="49708"/>
                  <a:pt x="6323" y="49708"/>
                </a:cubicBezTo>
                <a:cubicBezTo>
                  <a:pt x="3931" y="49708"/>
                  <a:pt x="2734" y="47488"/>
                  <a:pt x="2565" y="42363"/>
                </a:cubicBezTo>
                <a:lnTo>
                  <a:pt x="0" y="42363"/>
                </a:lnTo>
                <a:lnTo>
                  <a:pt x="0" y="77723"/>
                </a:lnTo>
                <a:lnTo>
                  <a:pt x="2565" y="77723"/>
                </a:lnTo>
                <a:lnTo>
                  <a:pt x="2565" y="76185"/>
                </a:lnTo>
                <a:cubicBezTo>
                  <a:pt x="2565" y="71061"/>
                  <a:pt x="4785" y="68326"/>
                  <a:pt x="12819" y="63033"/>
                </a:cubicBezTo>
                <a:lnTo>
                  <a:pt x="37426" y="46974"/>
                </a:lnTo>
                <a:lnTo>
                  <a:pt x="65626" y="66447"/>
                </a:lnTo>
                <a:cubicBezTo>
                  <a:pt x="72632" y="71571"/>
                  <a:pt x="73829" y="73281"/>
                  <a:pt x="74339" y="78916"/>
                </a:cubicBezTo>
                <a:lnTo>
                  <a:pt x="76902" y="78916"/>
                </a:lnTo>
                <a:lnTo>
                  <a:pt x="76902" y="54150"/>
                </a:lnTo>
                <a:lnTo>
                  <a:pt x="74339" y="54150"/>
                </a:lnTo>
                <a:cubicBezTo>
                  <a:pt x="74339" y="58933"/>
                  <a:pt x="73487" y="60981"/>
                  <a:pt x="71264" y="60981"/>
                </a:cubicBezTo>
                <a:cubicBezTo>
                  <a:pt x="70239" y="60981"/>
                  <a:pt x="67677" y="59785"/>
                  <a:pt x="64258" y="57564"/>
                </a:cubicBezTo>
                <a:lnTo>
                  <a:pt x="43239" y="44070"/>
                </a:lnTo>
                <a:lnTo>
                  <a:pt x="67164" y="28525"/>
                </a:lnTo>
                <a:cubicBezTo>
                  <a:pt x="68188" y="27842"/>
                  <a:pt x="69215" y="27501"/>
                  <a:pt x="70239" y="27501"/>
                </a:cubicBezTo>
                <a:cubicBezTo>
                  <a:pt x="73315" y="27501"/>
                  <a:pt x="73998" y="28697"/>
                  <a:pt x="74339" y="34333"/>
                </a:cubicBezTo>
                <a:lnTo>
                  <a:pt x="76902" y="343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t">
            <a:extLst xmlns:a="http://schemas.openxmlformats.org/drawingml/2006/main">
              <a:ext uri="{FF2B5EF4-FFF2-40B4-BE49-F238E27FC236}">
                <a16:creationId xmlns:a16="http://schemas.microsoft.com/office/drawing/2014/main" id="{97F321C4-B1BC-49D1-8A9D-0150443C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98" y="1949505"/>
            <a:ext cx="100605" cy="45439"/>
          </a:xfrm>
          <a:custGeom xmlns:a="http://schemas.openxmlformats.org/drawingml/2006/main">
            <a:pathLst>
              <a:path w="100605" h="45439">
                <a:moveTo>
                  <a:pt x="22035" y="4100"/>
                </a:moveTo>
                <a:lnTo>
                  <a:pt x="22035" y="21352"/>
                </a:lnTo>
                <a:lnTo>
                  <a:pt x="2221" y="21352"/>
                </a:lnTo>
                <a:cubicBezTo>
                  <a:pt x="513" y="21352"/>
                  <a:pt x="0" y="21522"/>
                  <a:pt x="0" y="22549"/>
                </a:cubicBezTo>
                <a:cubicBezTo>
                  <a:pt x="1538" y="23742"/>
                  <a:pt x="3076" y="24769"/>
                  <a:pt x="4783" y="25963"/>
                </a:cubicBezTo>
                <a:cubicBezTo>
                  <a:pt x="14179" y="32456"/>
                  <a:pt x="22379" y="39801"/>
                  <a:pt x="23062" y="42533"/>
                </a:cubicBezTo>
                <a:cubicBezTo>
                  <a:pt x="24256" y="44412"/>
                  <a:pt x="25452" y="45439"/>
                  <a:pt x="26307" y="45439"/>
                </a:cubicBezTo>
                <a:cubicBezTo>
                  <a:pt x="26821" y="45439"/>
                  <a:pt x="27162" y="45267"/>
                  <a:pt x="27504" y="44753"/>
                </a:cubicBezTo>
                <a:lnTo>
                  <a:pt x="27504" y="35701"/>
                </a:lnTo>
                <a:lnTo>
                  <a:pt x="78914" y="35701"/>
                </a:lnTo>
                <a:cubicBezTo>
                  <a:pt x="93260" y="35701"/>
                  <a:pt x="100605" y="30577"/>
                  <a:pt x="100605" y="20497"/>
                </a:cubicBezTo>
                <a:cubicBezTo>
                  <a:pt x="100605" y="12128"/>
                  <a:pt x="96508" y="5638"/>
                  <a:pt x="87625" y="0"/>
                </a:cubicBezTo>
                <a:lnTo>
                  <a:pt x="85745" y="2221"/>
                </a:lnTo>
                <a:cubicBezTo>
                  <a:pt x="90015" y="5807"/>
                  <a:pt x="91725" y="8711"/>
                  <a:pt x="91725" y="12469"/>
                </a:cubicBezTo>
                <a:cubicBezTo>
                  <a:pt x="91725" y="18790"/>
                  <a:pt x="87111" y="21352"/>
                  <a:pt x="76352" y="21352"/>
                </a:cubicBezTo>
                <a:lnTo>
                  <a:pt x="27504" y="21352"/>
                </a:lnTo>
                <a:lnTo>
                  <a:pt x="27504" y="4100"/>
                </a:lnTo>
                <a:lnTo>
                  <a:pt x="22035" y="4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Text r">
            <a:extLst xmlns:a="http://schemas.openxmlformats.org/drawingml/2006/main">
              <a:ext uri="{FF2B5EF4-FFF2-40B4-BE49-F238E27FC236}">
                <a16:creationId xmlns:a16="http://schemas.microsoft.com/office/drawing/2014/main" id="{3B9E4306-73BE-4783-9D38-3664C489A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65" y="1892451"/>
            <a:ext cx="78570" cy="56370"/>
          </a:xfrm>
          <a:custGeom xmlns:a="http://schemas.openxmlformats.org/drawingml/2006/main">
            <a:pathLst>
              <a:path w="78570" h="56370">
                <a:moveTo>
                  <a:pt x="11959" y="56029"/>
                </a:moveTo>
                <a:cubicBezTo>
                  <a:pt x="11445" y="53636"/>
                  <a:pt x="11273" y="52098"/>
                  <a:pt x="11273" y="50050"/>
                </a:cubicBezTo>
                <a:cubicBezTo>
                  <a:pt x="11273" y="45780"/>
                  <a:pt x="14007" y="44242"/>
                  <a:pt x="21522" y="44242"/>
                </a:cubicBezTo>
                <a:lnTo>
                  <a:pt x="64224" y="44242"/>
                </a:lnTo>
                <a:cubicBezTo>
                  <a:pt x="72763" y="44242"/>
                  <a:pt x="73959" y="45439"/>
                  <a:pt x="76008" y="56370"/>
                </a:cubicBezTo>
                <a:lnTo>
                  <a:pt x="78570" y="56370"/>
                </a:lnTo>
                <a:lnTo>
                  <a:pt x="78570" y="15373"/>
                </a:lnTo>
                <a:lnTo>
                  <a:pt x="76008" y="15373"/>
                </a:lnTo>
                <a:cubicBezTo>
                  <a:pt x="75497" y="26990"/>
                  <a:pt x="72935" y="29894"/>
                  <a:pt x="63199" y="29894"/>
                </a:cubicBezTo>
                <a:lnTo>
                  <a:pt x="24767" y="29894"/>
                </a:lnTo>
                <a:cubicBezTo>
                  <a:pt x="19301" y="29894"/>
                  <a:pt x="10762" y="22549"/>
                  <a:pt x="10762" y="17935"/>
                </a:cubicBezTo>
                <a:cubicBezTo>
                  <a:pt x="10762" y="16911"/>
                  <a:pt x="11617" y="15373"/>
                  <a:pt x="13324" y="13494"/>
                </a:cubicBezTo>
                <a:cubicBezTo>
                  <a:pt x="15714" y="10762"/>
                  <a:pt x="16739" y="8883"/>
                  <a:pt x="16739" y="6662"/>
                </a:cubicBezTo>
                <a:cubicBezTo>
                  <a:pt x="16739" y="2562"/>
                  <a:pt x="13835" y="0"/>
                  <a:pt x="9055" y="0"/>
                </a:cubicBezTo>
                <a:cubicBezTo>
                  <a:pt x="3417" y="0"/>
                  <a:pt x="0" y="3587"/>
                  <a:pt x="0" y="9394"/>
                </a:cubicBezTo>
                <a:cubicBezTo>
                  <a:pt x="0" y="16569"/>
                  <a:pt x="3931" y="21522"/>
                  <a:pt x="16056" y="29894"/>
                </a:cubicBezTo>
                <a:lnTo>
                  <a:pt x="344" y="29894"/>
                </a:lnTo>
                <a:lnTo>
                  <a:pt x="0" y="30746"/>
                </a:lnTo>
                <a:cubicBezTo>
                  <a:pt x="3759" y="39801"/>
                  <a:pt x="5979" y="45950"/>
                  <a:pt x="9224" y="56029"/>
                </a:cubicBezTo>
                <a:lnTo>
                  <a:pt x="11959" y="56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Text a">
            <a:extLst xmlns:a="http://schemas.openxmlformats.org/drawingml/2006/main">
              <a:ext uri="{FF2B5EF4-FFF2-40B4-BE49-F238E27FC236}">
                <a16:creationId xmlns:a16="http://schemas.microsoft.com/office/drawing/2014/main" id="{1BA6E48C-BC0B-415B-8BB4-DBF5CA30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65" y="1817292"/>
            <a:ext cx="80238" cy="69181"/>
          </a:xfrm>
          <a:custGeom xmlns:a="http://schemas.openxmlformats.org/drawingml/2006/main">
            <a:pathLst>
              <a:path w="80238" h="69181">
                <a:moveTo>
                  <a:pt x="67260" y="0"/>
                </a:moveTo>
                <a:cubicBezTo>
                  <a:pt x="69648" y="2904"/>
                  <a:pt x="70503" y="4952"/>
                  <a:pt x="70503" y="7514"/>
                </a:cubicBezTo>
                <a:cubicBezTo>
                  <a:pt x="70503" y="11442"/>
                  <a:pt x="68113" y="12639"/>
                  <a:pt x="60603" y="12639"/>
                </a:cubicBezTo>
                <a:lnTo>
                  <a:pt x="27316" y="12639"/>
                </a:lnTo>
                <a:cubicBezTo>
                  <a:pt x="18438" y="12639"/>
                  <a:pt x="13489" y="13494"/>
                  <a:pt x="9391" y="16056"/>
                </a:cubicBezTo>
                <a:cubicBezTo>
                  <a:pt x="3248" y="19814"/>
                  <a:pt x="0" y="27160"/>
                  <a:pt x="0" y="37236"/>
                </a:cubicBezTo>
                <a:cubicBezTo>
                  <a:pt x="0" y="53295"/>
                  <a:pt x="8367" y="65934"/>
                  <a:pt x="19121" y="65934"/>
                </a:cubicBezTo>
                <a:cubicBezTo>
                  <a:pt x="23049" y="65934"/>
                  <a:pt x="26461" y="62519"/>
                  <a:pt x="26461" y="58589"/>
                </a:cubicBezTo>
                <a:cubicBezTo>
                  <a:pt x="26461" y="54491"/>
                  <a:pt x="23049" y="50902"/>
                  <a:pt x="19293" y="50902"/>
                </a:cubicBezTo>
                <a:cubicBezTo>
                  <a:pt x="18610" y="50902"/>
                  <a:pt x="17755" y="51074"/>
                  <a:pt x="16562" y="51243"/>
                </a:cubicBezTo>
                <a:cubicBezTo>
                  <a:pt x="15026" y="51585"/>
                  <a:pt x="13661" y="51757"/>
                  <a:pt x="12464" y="51757"/>
                </a:cubicBezTo>
                <a:cubicBezTo>
                  <a:pt x="7856" y="51757"/>
                  <a:pt x="4100" y="46291"/>
                  <a:pt x="4100" y="39457"/>
                </a:cubicBezTo>
                <a:cubicBezTo>
                  <a:pt x="4100" y="31088"/>
                  <a:pt x="9050" y="26477"/>
                  <a:pt x="18269" y="26477"/>
                </a:cubicBezTo>
                <a:lnTo>
                  <a:pt x="28682" y="26477"/>
                </a:lnTo>
                <a:cubicBezTo>
                  <a:pt x="39264" y="52781"/>
                  <a:pt x="40630" y="55685"/>
                  <a:pt x="47117" y="63030"/>
                </a:cubicBezTo>
                <a:cubicBezTo>
                  <a:pt x="50532" y="66789"/>
                  <a:pt x="56334" y="69181"/>
                  <a:pt x="61967" y="69181"/>
                </a:cubicBezTo>
                <a:cubicBezTo>
                  <a:pt x="72723" y="69181"/>
                  <a:pt x="80238" y="61664"/>
                  <a:pt x="80238" y="51243"/>
                </a:cubicBezTo>
                <a:cubicBezTo>
                  <a:pt x="80238" y="43729"/>
                  <a:pt x="76651" y="36725"/>
                  <a:pt x="67769" y="26305"/>
                </a:cubicBezTo>
                <a:cubicBezTo>
                  <a:pt x="76651" y="25450"/>
                  <a:pt x="80238" y="22377"/>
                  <a:pt x="80238" y="15373"/>
                </a:cubicBezTo>
                <a:cubicBezTo>
                  <a:pt x="80238" y="9566"/>
                  <a:pt x="78189" y="5977"/>
                  <a:pt x="71699" y="0"/>
                </a:cubicBezTo>
                <a:lnTo>
                  <a:pt x="67260" y="0"/>
                </a:lnTo>
                <a:moveTo>
                  <a:pt x="57520" y="26477"/>
                </a:moveTo>
                <a:cubicBezTo>
                  <a:pt x="62816" y="26477"/>
                  <a:pt x="64354" y="27329"/>
                  <a:pt x="66403" y="30918"/>
                </a:cubicBezTo>
                <a:cubicBezTo>
                  <a:pt x="68796" y="35015"/>
                  <a:pt x="70331" y="39798"/>
                  <a:pt x="70331" y="43388"/>
                </a:cubicBezTo>
                <a:cubicBezTo>
                  <a:pt x="70331" y="49364"/>
                  <a:pt x="64523" y="54147"/>
                  <a:pt x="57178" y="54147"/>
                </a:cubicBezTo>
                <a:lnTo>
                  <a:pt x="56496" y="54147"/>
                </a:lnTo>
                <a:cubicBezTo>
                  <a:pt x="46416" y="54147"/>
                  <a:pt x="40268" y="47146"/>
                  <a:pt x="32750" y="26477"/>
                </a:cubicBezTo>
                <a:lnTo>
                  <a:pt x="57520" y="264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Text c">
            <a:extLst xmlns:a="http://schemas.openxmlformats.org/drawingml/2006/main">
              <a:ext uri="{FF2B5EF4-FFF2-40B4-BE49-F238E27FC236}">
                <a16:creationId xmlns:a16="http://schemas.microsoft.com/office/drawing/2014/main" id="{34F095E3-91C4-49EF-9904-5E1B9AB20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65" y="1746573"/>
            <a:ext cx="80238" cy="66106"/>
          </a:xfrm>
          <a:custGeom xmlns:a="http://schemas.openxmlformats.org/drawingml/2006/main">
            <a:pathLst>
              <a:path w="80238" h="66106">
                <a:moveTo>
                  <a:pt x="51895" y="2390"/>
                </a:moveTo>
                <a:cubicBezTo>
                  <a:pt x="63843" y="10590"/>
                  <a:pt x="67941" y="16739"/>
                  <a:pt x="67941" y="26477"/>
                </a:cubicBezTo>
                <a:cubicBezTo>
                  <a:pt x="67941" y="42022"/>
                  <a:pt x="54285" y="52953"/>
                  <a:pt x="34656" y="52953"/>
                </a:cubicBezTo>
                <a:cubicBezTo>
                  <a:pt x="17075" y="52953"/>
                  <a:pt x="4955" y="43557"/>
                  <a:pt x="4955" y="29722"/>
                </a:cubicBezTo>
                <a:cubicBezTo>
                  <a:pt x="4955" y="23573"/>
                  <a:pt x="6832" y="21352"/>
                  <a:pt x="13147" y="19642"/>
                </a:cubicBezTo>
                <a:lnTo>
                  <a:pt x="16903" y="18618"/>
                </a:lnTo>
                <a:cubicBezTo>
                  <a:pt x="21683" y="17252"/>
                  <a:pt x="24756" y="14177"/>
                  <a:pt x="24756" y="10590"/>
                </a:cubicBezTo>
                <a:cubicBezTo>
                  <a:pt x="24756" y="6149"/>
                  <a:pt x="21511" y="2390"/>
                  <a:pt x="17586" y="2390"/>
                </a:cubicBezTo>
                <a:cubicBezTo>
                  <a:pt x="8028" y="2390"/>
                  <a:pt x="0" y="14349"/>
                  <a:pt x="0" y="28697"/>
                </a:cubicBezTo>
                <a:cubicBezTo>
                  <a:pt x="0" y="37067"/>
                  <a:pt x="3417" y="45778"/>
                  <a:pt x="9563" y="52781"/>
                </a:cubicBezTo>
                <a:cubicBezTo>
                  <a:pt x="17075" y="61323"/>
                  <a:pt x="28682" y="66106"/>
                  <a:pt x="42165" y="66106"/>
                </a:cubicBezTo>
                <a:cubicBezTo>
                  <a:pt x="64357" y="66106"/>
                  <a:pt x="80238" y="52612"/>
                  <a:pt x="80238" y="33650"/>
                </a:cubicBezTo>
                <a:cubicBezTo>
                  <a:pt x="80238" y="25963"/>
                  <a:pt x="77506" y="19132"/>
                  <a:pt x="72210" y="12980"/>
                </a:cubicBezTo>
                <a:cubicBezTo>
                  <a:pt x="68110" y="8369"/>
                  <a:pt x="63502" y="5124"/>
                  <a:pt x="53430" y="0"/>
                </a:cubicBezTo>
                <a:lnTo>
                  <a:pt x="51895" y="2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Text t">
            <a:extLst xmlns:a="http://schemas.openxmlformats.org/drawingml/2006/main">
              <a:ext uri="{FF2B5EF4-FFF2-40B4-BE49-F238E27FC236}">
                <a16:creationId xmlns:a16="http://schemas.microsoft.com/office/drawing/2014/main" id="{569FF9DE-9A8D-42C6-97C7-0BC9F179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2098" y="1693448"/>
            <a:ext cx="100605" cy="45439"/>
          </a:xfrm>
          <a:custGeom xmlns:a="http://schemas.openxmlformats.org/drawingml/2006/main">
            <a:pathLst>
              <a:path w="100605" h="45439">
                <a:moveTo>
                  <a:pt x="22035" y="4100"/>
                </a:moveTo>
                <a:lnTo>
                  <a:pt x="22035" y="21352"/>
                </a:lnTo>
                <a:lnTo>
                  <a:pt x="2221" y="21352"/>
                </a:lnTo>
                <a:cubicBezTo>
                  <a:pt x="513" y="21352"/>
                  <a:pt x="0" y="21522"/>
                  <a:pt x="0" y="22549"/>
                </a:cubicBezTo>
                <a:cubicBezTo>
                  <a:pt x="1538" y="23742"/>
                  <a:pt x="3076" y="24769"/>
                  <a:pt x="4783" y="25963"/>
                </a:cubicBezTo>
                <a:cubicBezTo>
                  <a:pt x="14179" y="32456"/>
                  <a:pt x="22379" y="39801"/>
                  <a:pt x="23062" y="42533"/>
                </a:cubicBezTo>
                <a:cubicBezTo>
                  <a:pt x="24256" y="44412"/>
                  <a:pt x="25452" y="45439"/>
                  <a:pt x="26307" y="45439"/>
                </a:cubicBezTo>
                <a:cubicBezTo>
                  <a:pt x="26821" y="45439"/>
                  <a:pt x="27162" y="45267"/>
                  <a:pt x="27504" y="44753"/>
                </a:cubicBezTo>
                <a:lnTo>
                  <a:pt x="27504" y="35701"/>
                </a:lnTo>
                <a:lnTo>
                  <a:pt x="78914" y="35701"/>
                </a:lnTo>
                <a:cubicBezTo>
                  <a:pt x="93260" y="35701"/>
                  <a:pt x="100605" y="30577"/>
                  <a:pt x="100605" y="20497"/>
                </a:cubicBezTo>
                <a:cubicBezTo>
                  <a:pt x="100605" y="12128"/>
                  <a:pt x="96508" y="5638"/>
                  <a:pt x="87625" y="0"/>
                </a:cubicBezTo>
                <a:lnTo>
                  <a:pt x="85745" y="2221"/>
                </a:lnTo>
                <a:cubicBezTo>
                  <a:pt x="90015" y="5807"/>
                  <a:pt x="91725" y="8711"/>
                  <a:pt x="91725" y="12469"/>
                </a:cubicBezTo>
                <a:cubicBezTo>
                  <a:pt x="91725" y="18790"/>
                  <a:pt x="87111" y="21352"/>
                  <a:pt x="76352" y="21352"/>
                </a:cubicBezTo>
                <a:lnTo>
                  <a:pt x="27504" y="21352"/>
                </a:lnTo>
                <a:lnTo>
                  <a:pt x="27504" y="4100"/>
                </a:lnTo>
                <a:lnTo>
                  <a:pt x="22035" y="4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o">
            <a:extLst xmlns:a="http://schemas.openxmlformats.org/drawingml/2006/main">
              <a:ext uri="{FF2B5EF4-FFF2-40B4-BE49-F238E27FC236}">
                <a16:creationId xmlns:a16="http://schemas.microsoft.com/office/drawing/2014/main" id="{7D893850-57BD-48F7-B821-B9B26A68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65" y="1613335"/>
            <a:ext cx="80238" cy="75330"/>
          </a:xfrm>
          <a:custGeom xmlns:a="http://schemas.openxmlformats.org/drawingml/2006/main">
            <a:pathLst>
              <a:path w="80238" h="75330">
                <a:moveTo>
                  <a:pt x="0" y="37578"/>
                </a:moveTo>
                <a:cubicBezTo>
                  <a:pt x="0" y="59785"/>
                  <a:pt x="16392" y="75330"/>
                  <a:pt x="39950" y="75330"/>
                </a:cubicBezTo>
                <a:cubicBezTo>
                  <a:pt x="62993" y="75330"/>
                  <a:pt x="80238" y="59443"/>
                  <a:pt x="80238" y="37922"/>
                </a:cubicBezTo>
                <a:cubicBezTo>
                  <a:pt x="80238" y="16397"/>
                  <a:pt x="62141" y="0"/>
                  <a:pt x="38584" y="0"/>
                </a:cubicBezTo>
                <a:cubicBezTo>
                  <a:pt x="16220" y="0"/>
                  <a:pt x="0" y="15714"/>
                  <a:pt x="0" y="37578"/>
                </a:cubicBezTo>
                <a:moveTo>
                  <a:pt x="4786" y="39798"/>
                </a:moveTo>
                <a:cubicBezTo>
                  <a:pt x="4786" y="25450"/>
                  <a:pt x="21172" y="15373"/>
                  <a:pt x="44558" y="15373"/>
                </a:cubicBezTo>
                <a:cubicBezTo>
                  <a:pt x="63848" y="15373"/>
                  <a:pt x="75455" y="23060"/>
                  <a:pt x="75455" y="35870"/>
                </a:cubicBezTo>
                <a:cubicBezTo>
                  <a:pt x="75455" y="42533"/>
                  <a:pt x="71360" y="48853"/>
                  <a:pt x="64531" y="52440"/>
                </a:cubicBezTo>
                <a:cubicBezTo>
                  <a:pt x="55654" y="57223"/>
                  <a:pt x="43706" y="59957"/>
                  <a:pt x="31585" y="59957"/>
                </a:cubicBezTo>
                <a:cubicBezTo>
                  <a:pt x="15368" y="59957"/>
                  <a:pt x="4786" y="51929"/>
                  <a:pt x="4786" y="397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r">
            <a:extLst xmlns:a="http://schemas.openxmlformats.org/drawingml/2006/main">
              <a:ext uri="{FF2B5EF4-FFF2-40B4-BE49-F238E27FC236}">
                <a16:creationId xmlns:a16="http://schemas.microsoft.com/office/drawing/2014/main" id="{44613151-AEA1-4FD0-A28A-B0A28B09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465" y="1550985"/>
            <a:ext cx="78570" cy="56370"/>
          </a:xfrm>
          <a:custGeom xmlns:a="http://schemas.openxmlformats.org/drawingml/2006/main">
            <a:pathLst>
              <a:path w="78570" h="56370">
                <a:moveTo>
                  <a:pt x="11959" y="56029"/>
                </a:moveTo>
                <a:cubicBezTo>
                  <a:pt x="11445" y="53636"/>
                  <a:pt x="11273" y="52098"/>
                  <a:pt x="11273" y="50050"/>
                </a:cubicBezTo>
                <a:cubicBezTo>
                  <a:pt x="11273" y="45780"/>
                  <a:pt x="14007" y="44242"/>
                  <a:pt x="21522" y="44242"/>
                </a:cubicBezTo>
                <a:lnTo>
                  <a:pt x="64224" y="44242"/>
                </a:lnTo>
                <a:cubicBezTo>
                  <a:pt x="72763" y="44242"/>
                  <a:pt x="73959" y="45439"/>
                  <a:pt x="76008" y="56370"/>
                </a:cubicBezTo>
                <a:lnTo>
                  <a:pt x="78570" y="56370"/>
                </a:lnTo>
                <a:lnTo>
                  <a:pt x="78570" y="15373"/>
                </a:lnTo>
                <a:lnTo>
                  <a:pt x="76008" y="15373"/>
                </a:lnTo>
                <a:cubicBezTo>
                  <a:pt x="75497" y="26990"/>
                  <a:pt x="72935" y="29894"/>
                  <a:pt x="63199" y="29894"/>
                </a:cubicBezTo>
                <a:lnTo>
                  <a:pt x="24767" y="29894"/>
                </a:lnTo>
                <a:cubicBezTo>
                  <a:pt x="19301" y="29894"/>
                  <a:pt x="10762" y="22549"/>
                  <a:pt x="10762" y="17935"/>
                </a:cubicBezTo>
                <a:cubicBezTo>
                  <a:pt x="10762" y="16911"/>
                  <a:pt x="11617" y="15373"/>
                  <a:pt x="13324" y="13494"/>
                </a:cubicBezTo>
                <a:cubicBezTo>
                  <a:pt x="15714" y="10762"/>
                  <a:pt x="16739" y="8883"/>
                  <a:pt x="16739" y="6662"/>
                </a:cubicBezTo>
                <a:cubicBezTo>
                  <a:pt x="16739" y="2562"/>
                  <a:pt x="13835" y="0"/>
                  <a:pt x="9055" y="0"/>
                </a:cubicBezTo>
                <a:cubicBezTo>
                  <a:pt x="3417" y="0"/>
                  <a:pt x="0" y="3587"/>
                  <a:pt x="0" y="9394"/>
                </a:cubicBezTo>
                <a:cubicBezTo>
                  <a:pt x="0" y="16569"/>
                  <a:pt x="3931" y="21522"/>
                  <a:pt x="16056" y="29894"/>
                </a:cubicBezTo>
                <a:lnTo>
                  <a:pt x="344" y="29894"/>
                </a:lnTo>
                <a:lnTo>
                  <a:pt x="0" y="30746"/>
                </a:lnTo>
                <a:cubicBezTo>
                  <a:pt x="3759" y="39801"/>
                  <a:pt x="5979" y="45950"/>
                  <a:pt x="9224" y="56029"/>
                </a:cubicBezTo>
                <a:lnTo>
                  <a:pt x="11959" y="56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Text �">
            <a:extLst xmlns:a="http://schemas.openxmlformats.org/drawingml/2006/main">
              <a:ext uri="{FF2B5EF4-FFF2-40B4-BE49-F238E27FC236}">
                <a16:creationId xmlns:a16="http://schemas.microsoft.com/office/drawing/2014/main" id="{B7EBC237-2B03-486E-A756-E65C846F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78" y="1158956"/>
            <a:ext cx="158518" cy="173039"/>
          </a:xfrm>
          <a:custGeom xmlns:a="http://schemas.openxmlformats.org/drawingml/2006/main">
            <a:pathLst>
              <a:path w="158518" h="173039">
                <a:moveTo>
                  <a:pt x="77209" y="1024"/>
                </a:moveTo>
                <a:lnTo>
                  <a:pt x="76013" y="2049"/>
                </a:lnTo>
                <a:lnTo>
                  <a:pt x="76013" y="14860"/>
                </a:lnTo>
                <a:cubicBezTo>
                  <a:pt x="76013" y="21863"/>
                  <a:pt x="75843" y="27670"/>
                  <a:pt x="75671" y="27670"/>
                </a:cubicBezTo>
                <a:cubicBezTo>
                  <a:pt x="75502" y="27670"/>
                  <a:pt x="70889" y="23742"/>
                  <a:pt x="65253" y="19132"/>
                </a:cubicBezTo>
                <a:cubicBezTo>
                  <a:pt x="57053" y="12297"/>
                  <a:pt x="54661" y="10590"/>
                  <a:pt x="53636" y="10590"/>
                </a:cubicBezTo>
                <a:cubicBezTo>
                  <a:pt x="51757" y="10590"/>
                  <a:pt x="50391" y="11956"/>
                  <a:pt x="50391" y="13663"/>
                </a:cubicBezTo>
                <a:cubicBezTo>
                  <a:pt x="50391" y="15373"/>
                  <a:pt x="51246" y="16397"/>
                  <a:pt x="65423" y="28012"/>
                </a:cubicBezTo>
                <a:lnTo>
                  <a:pt x="76013" y="36895"/>
                </a:lnTo>
                <a:lnTo>
                  <a:pt x="76013" y="58589"/>
                </a:lnTo>
                <a:cubicBezTo>
                  <a:pt x="76013" y="70547"/>
                  <a:pt x="75843" y="80282"/>
                  <a:pt x="75671" y="80282"/>
                </a:cubicBezTo>
                <a:cubicBezTo>
                  <a:pt x="75502" y="80282"/>
                  <a:pt x="38433" y="59102"/>
                  <a:pt x="38091" y="58761"/>
                </a:cubicBezTo>
                <a:cubicBezTo>
                  <a:pt x="38091" y="58589"/>
                  <a:pt x="36725" y="51415"/>
                  <a:pt x="35188" y="42705"/>
                </a:cubicBezTo>
                <a:cubicBezTo>
                  <a:pt x="32284" y="25280"/>
                  <a:pt x="32114" y="24767"/>
                  <a:pt x="29208" y="24767"/>
                </a:cubicBezTo>
                <a:cubicBezTo>
                  <a:pt x="27160" y="24767"/>
                  <a:pt x="26135" y="25963"/>
                  <a:pt x="26135" y="28356"/>
                </a:cubicBezTo>
                <a:cubicBezTo>
                  <a:pt x="26135" y="29380"/>
                  <a:pt x="26990" y="35529"/>
                  <a:pt x="28184" y="42191"/>
                </a:cubicBezTo>
                <a:lnTo>
                  <a:pt x="30235" y="54147"/>
                </a:lnTo>
                <a:lnTo>
                  <a:pt x="27673" y="52612"/>
                </a:lnTo>
                <a:lnTo>
                  <a:pt x="16911" y="46461"/>
                </a:lnTo>
                <a:cubicBezTo>
                  <a:pt x="8541" y="41678"/>
                  <a:pt x="6662" y="40995"/>
                  <a:pt x="5124" y="42705"/>
                </a:cubicBezTo>
                <a:cubicBezTo>
                  <a:pt x="3928" y="43898"/>
                  <a:pt x="4100" y="46119"/>
                  <a:pt x="5294" y="47315"/>
                </a:cubicBezTo>
                <a:cubicBezTo>
                  <a:pt x="5979" y="47829"/>
                  <a:pt x="10932" y="50902"/>
                  <a:pt x="16569" y="54147"/>
                </a:cubicBezTo>
                <a:cubicBezTo>
                  <a:pt x="22035" y="57395"/>
                  <a:pt x="26646" y="59957"/>
                  <a:pt x="26477" y="60126"/>
                </a:cubicBezTo>
                <a:cubicBezTo>
                  <a:pt x="26477" y="60126"/>
                  <a:pt x="20839" y="62347"/>
                  <a:pt x="14007" y="64740"/>
                </a:cubicBezTo>
                <a:cubicBezTo>
                  <a:pt x="1707" y="69351"/>
                  <a:pt x="0" y="70206"/>
                  <a:pt x="0" y="72254"/>
                </a:cubicBezTo>
                <a:cubicBezTo>
                  <a:pt x="0" y="73792"/>
                  <a:pt x="1879" y="75499"/>
                  <a:pt x="3417" y="75499"/>
                </a:cubicBezTo>
                <a:cubicBezTo>
                  <a:pt x="4269" y="75499"/>
                  <a:pt x="11614" y="73109"/>
                  <a:pt x="19642" y="70034"/>
                </a:cubicBezTo>
                <a:lnTo>
                  <a:pt x="34505" y="64568"/>
                </a:lnTo>
                <a:lnTo>
                  <a:pt x="53295" y="75330"/>
                </a:lnTo>
                <a:cubicBezTo>
                  <a:pt x="63715" y="81309"/>
                  <a:pt x="72085" y="86262"/>
                  <a:pt x="72085" y="86434"/>
                </a:cubicBezTo>
                <a:cubicBezTo>
                  <a:pt x="72085" y="86603"/>
                  <a:pt x="63715" y="91558"/>
                  <a:pt x="53295" y="97537"/>
                </a:cubicBezTo>
                <a:lnTo>
                  <a:pt x="34677" y="108297"/>
                </a:lnTo>
                <a:lnTo>
                  <a:pt x="19814" y="102831"/>
                </a:lnTo>
                <a:cubicBezTo>
                  <a:pt x="11614" y="99758"/>
                  <a:pt x="4269" y="97365"/>
                  <a:pt x="3417" y="97365"/>
                </a:cubicBezTo>
                <a:cubicBezTo>
                  <a:pt x="1879" y="97365"/>
                  <a:pt x="0" y="99072"/>
                  <a:pt x="0" y="100610"/>
                </a:cubicBezTo>
                <a:cubicBezTo>
                  <a:pt x="0" y="102662"/>
                  <a:pt x="1707" y="103514"/>
                  <a:pt x="14007" y="107955"/>
                </a:cubicBezTo>
                <a:cubicBezTo>
                  <a:pt x="20839" y="110517"/>
                  <a:pt x="26305" y="112569"/>
                  <a:pt x="26477" y="112738"/>
                </a:cubicBezTo>
                <a:cubicBezTo>
                  <a:pt x="26646" y="112738"/>
                  <a:pt x="22035" y="115472"/>
                  <a:pt x="16569" y="118717"/>
                </a:cubicBezTo>
                <a:cubicBezTo>
                  <a:pt x="10932" y="121793"/>
                  <a:pt x="5979" y="124866"/>
                  <a:pt x="5294" y="125552"/>
                </a:cubicBezTo>
                <a:cubicBezTo>
                  <a:pt x="3928" y="126745"/>
                  <a:pt x="3928" y="129138"/>
                  <a:pt x="5124" y="130335"/>
                </a:cubicBezTo>
                <a:cubicBezTo>
                  <a:pt x="6832" y="131700"/>
                  <a:pt x="8541" y="131187"/>
                  <a:pt x="16911" y="126404"/>
                </a:cubicBezTo>
                <a:lnTo>
                  <a:pt x="27673" y="120255"/>
                </a:lnTo>
                <a:lnTo>
                  <a:pt x="30235" y="118717"/>
                </a:lnTo>
                <a:lnTo>
                  <a:pt x="28356" y="129308"/>
                </a:lnTo>
                <a:cubicBezTo>
                  <a:pt x="25963" y="142973"/>
                  <a:pt x="25794" y="145877"/>
                  <a:pt x="26818" y="147245"/>
                </a:cubicBezTo>
                <a:cubicBezTo>
                  <a:pt x="28014" y="148439"/>
                  <a:pt x="30405" y="148439"/>
                  <a:pt x="31601" y="147245"/>
                </a:cubicBezTo>
                <a:cubicBezTo>
                  <a:pt x="32284" y="146391"/>
                  <a:pt x="33139" y="142291"/>
                  <a:pt x="35188" y="130163"/>
                </a:cubicBezTo>
                <a:cubicBezTo>
                  <a:pt x="36725" y="121452"/>
                  <a:pt x="38091" y="114276"/>
                  <a:pt x="38091" y="114107"/>
                </a:cubicBezTo>
                <a:cubicBezTo>
                  <a:pt x="38433" y="113765"/>
                  <a:pt x="75502" y="92582"/>
                  <a:pt x="75671" y="92582"/>
                </a:cubicBezTo>
                <a:cubicBezTo>
                  <a:pt x="75843" y="92582"/>
                  <a:pt x="76013" y="102320"/>
                  <a:pt x="76013" y="114276"/>
                </a:cubicBezTo>
                <a:lnTo>
                  <a:pt x="76013" y="135970"/>
                </a:lnTo>
                <a:lnTo>
                  <a:pt x="65423" y="144853"/>
                </a:lnTo>
                <a:cubicBezTo>
                  <a:pt x="51415" y="156298"/>
                  <a:pt x="50391" y="157494"/>
                  <a:pt x="50391" y="159032"/>
                </a:cubicBezTo>
                <a:cubicBezTo>
                  <a:pt x="50391" y="160567"/>
                  <a:pt x="52098" y="162277"/>
                  <a:pt x="53808" y="162277"/>
                </a:cubicBezTo>
                <a:cubicBezTo>
                  <a:pt x="54661" y="162277"/>
                  <a:pt x="57736" y="160056"/>
                  <a:pt x="65253" y="153736"/>
                </a:cubicBezTo>
                <a:cubicBezTo>
                  <a:pt x="70889" y="149125"/>
                  <a:pt x="75502" y="145194"/>
                  <a:pt x="75671" y="145194"/>
                </a:cubicBezTo>
                <a:cubicBezTo>
                  <a:pt x="75843" y="145194"/>
                  <a:pt x="76013" y="151001"/>
                  <a:pt x="76013" y="158005"/>
                </a:cubicBezTo>
                <a:lnTo>
                  <a:pt x="76013" y="170818"/>
                </a:lnTo>
                <a:lnTo>
                  <a:pt x="77209" y="171843"/>
                </a:lnTo>
                <a:cubicBezTo>
                  <a:pt x="78747" y="173039"/>
                  <a:pt x="79771" y="173039"/>
                  <a:pt x="81309" y="171843"/>
                </a:cubicBezTo>
                <a:lnTo>
                  <a:pt x="82506" y="170818"/>
                </a:lnTo>
                <a:lnTo>
                  <a:pt x="82506" y="158005"/>
                </a:lnTo>
                <a:cubicBezTo>
                  <a:pt x="82506" y="151001"/>
                  <a:pt x="82675" y="145194"/>
                  <a:pt x="82847" y="145194"/>
                </a:cubicBezTo>
                <a:cubicBezTo>
                  <a:pt x="83016" y="145194"/>
                  <a:pt x="87630" y="149125"/>
                  <a:pt x="93268" y="153736"/>
                </a:cubicBezTo>
                <a:cubicBezTo>
                  <a:pt x="101465" y="160567"/>
                  <a:pt x="103858" y="162277"/>
                  <a:pt x="104882" y="162277"/>
                </a:cubicBezTo>
                <a:cubicBezTo>
                  <a:pt x="107958" y="162277"/>
                  <a:pt x="109324" y="158518"/>
                  <a:pt x="107103" y="156470"/>
                </a:cubicBezTo>
                <a:cubicBezTo>
                  <a:pt x="106420" y="155956"/>
                  <a:pt x="100613" y="151001"/>
                  <a:pt x="94292" y="145708"/>
                </a:cubicBezTo>
                <a:lnTo>
                  <a:pt x="82506" y="135970"/>
                </a:lnTo>
                <a:lnTo>
                  <a:pt x="82506" y="114276"/>
                </a:lnTo>
                <a:cubicBezTo>
                  <a:pt x="82506" y="102320"/>
                  <a:pt x="82675" y="92582"/>
                  <a:pt x="82847" y="92582"/>
                </a:cubicBezTo>
                <a:cubicBezTo>
                  <a:pt x="83016" y="92582"/>
                  <a:pt x="120086" y="113765"/>
                  <a:pt x="120427" y="114107"/>
                </a:cubicBezTo>
                <a:cubicBezTo>
                  <a:pt x="120427" y="114276"/>
                  <a:pt x="121793" y="121452"/>
                  <a:pt x="123331" y="130163"/>
                </a:cubicBezTo>
                <a:cubicBezTo>
                  <a:pt x="125380" y="142463"/>
                  <a:pt x="126235" y="146391"/>
                  <a:pt x="126917" y="147245"/>
                </a:cubicBezTo>
                <a:cubicBezTo>
                  <a:pt x="128114" y="148611"/>
                  <a:pt x="130845" y="148270"/>
                  <a:pt x="132042" y="146563"/>
                </a:cubicBezTo>
                <a:cubicBezTo>
                  <a:pt x="132897" y="145536"/>
                  <a:pt x="132897" y="145366"/>
                  <a:pt x="130845" y="132897"/>
                </a:cubicBezTo>
                <a:cubicBezTo>
                  <a:pt x="129652" y="126063"/>
                  <a:pt x="128455" y="119914"/>
                  <a:pt x="128455" y="119572"/>
                </a:cubicBezTo>
                <a:cubicBezTo>
                  <a:pt x="128283" y="118548"/>
                  <a:pt x="127431" y="118207"/>
                  <a:pt x="141608" y="126404"/>
                </a:cubicBezTo>
                <a:cubicBezTo>
                  <a:pt x="150149" y="131187"/>
                  <a:pt x="152028" y="131870"/>
                  <a:pt x="153394" y="130163"/>
                </a:cubicBezTo>
                <a:cubicBezTo>
                  <a:pt x="154591" y="128966"/>
                  <a:pt x="154418" y="126745"/>
                  <a:pt x="153225" y="125552"/>
                </a:cubicBezTo>
                <a:cubicBezTo>
                  <a:pt x="152542" y="124866"/>
                  <a:pt x="147587" y="121793"/>
                  <a:pt x="141949" y="118717"/>
                </a:cubicBezTo>
                <a:cubicBezTo>
                  <a:pt x="136483" y="115472"/>
                  <a:pt x="131872" y="112738"/>
                  <a:pt x="132042" y="112738"/>
                </a:cubicBezTo>
                <a:cubicBezTo>
                  <a:pt x="132042" y="112738"/>
                  <a:pt x="137680" y="110517"/>
                  <a:pt x="144511" y="108127"/>
                </a:cubicBezTo>
                <a:cubicBezTo>
                  <a:pt x="156811" y="103514"/>
                  <a:pt x="158518" y="102662"/>
                  <a:pt x="158518" y="100610"/>
                </a:cubicBezTo>
                <a:cubicBezTo>
                  <a:pt x="158518" y="99072"/>
                  <a:pt x="156639" y="97365"/>
                  <a:pt x="155104" y="97365"/>
                </a:cubicBezTo>
                <a:cubicBezTo>
                  <a:pt x="154249" y="97365"/>
                  <a:pt x="146904" y="99758"/>
                  <a:pt x="138876" y="102831"/>
                </a:cubicBezTo>
                <a:lnTo>
                  <a:pt x="124014" y="108297"/>
                </a:lnTo>
                <a:lnTo>
                  <a:pt x="105224" y="97537"/>
                </a:lnTo>
                <a:cubicBezTo>
                  <a:pt x="94803" y="91558"/>
                  <a:pt x="86434" y="86603"/>
                  <a:pt x="86434" y="86434"/>
                </a:cubicBezTo>
                <a:cubicBezTo>
                  <a:pt x="86434" y="86262"/>
                  <a:pt x="94803" y="81309"/>
                  <a:pt x="105224" y="75330"/>
                </a:cubicBezTo>
                <a:lnTo>
                  <a:pt x="124014" y="64568"/>
                </a:lnTo>
                <a:lnTo>
                  <a:pt x="138876" y="70034"/>
                </a:lnTo>
                <a:cubicBezTo>
                  <a:pt x="146904" y="73109"/>
                  <a:pt x="154249" y="75499"/>
                  <a:pt x="155104" y="75499"/>
                </a:cubicBezTo>
                <a:cubicBezTo>
                  <a:pt x="156639" y="75499"/>
                  <a:pt x="158518" y="73792"/>
                  <a:pt x="158518" y="72254"/>
                </a:cubicBezTo>
                <a:cubicBezTo>
                  <a:pt x="158518" y="70206"/>
                  <a:pt x="156811" y="69351"/>
                  <a:pt x="144511" y="64740"/>
                </a:cubicBezTo>
                <a:cubicBezTo>
                  <a:pt x="137680" y="62347"/>
                  <a:pt x="132042" y="60126"/>
                  <a:pt x="132042" y="60126"/>
                </a:cubicBezTo>
                <a:cubicBezTo>
                  <a:pt x="131872" y="59957"/>
                  <a:pt x="136483" y="57395"/>
                  <a:pt x="141949" y="54147"/>
                </a:cubicBezTo>
                <a:cubicBezTo>
                  <a:pt x="147587" y="50902"/>
                  <a:pt x="152542" y="47829"/>
                  <a:pt x="153225" y="47315"/>
                </a:cubicBezTo>
                <a:cubicBezTo>
                  <a:pt x="154591" y="46119"/>
                  <a:pt x="154591" y="43729"/>
                  <a:pt x="153394" y="42533"/>
                </a:cubicBezTo>
                <a:cubicBezTo>
                  <a:pt x="151687" y="41167"/>
                  <a:pt x="149980" y="41678"/>
                  <a:pt x="141608" y="46461"/>
                </a:cubicBezTo>
                <a:cubicBezTo>
                  <a:pt x="127259" y="54661"/>
                  <a:pt x="128283" y="54319"/>
                  <a:pt x="128455" y="53295"/>
                </a:cubicBezTo>
                <a:cubicBezTo>
                  <a:pt x="128455" y="52953"/>
                  <a:pt x="129652" y="46802"/>
                  <a:pt x="130845" y="39970"/>
                </a:cubicBezTo>
                <a:cubicBezTo>
                  <a:pt x="132897" y="27501"/>
                  <a:pt x="132897" y="27329"/>
                  <a:pt x="132042" y="26305"/>
                </a:cubicBezTo>
                <a:cubicBezTo>
                  <a:pt x="130845" y="24597"/>
                  <a:pt x="128114" y="24256"/>
                  <a:pt x="126917" y="25622"/>
                </a:cubicBezTo>
                <a:cubicBezTo>
                  <a:pt x="126235" y="26477"/>
                  <a:pt x="125380" y="30405"/>
                  <a:pt x="123331" y="42705"/>
                </a:cubicBezTo>
                <a:cubicBezTo>
                  <a:pt x="121793" y="51415"/>
                  <a:pt x="120427" y="58589"/>
                  <a:pt x="120427" y="58761"/>
                </a:cubicBezTo>
                <a:cubicBezTo>
                  <a:pt x="120086" y="59102"/>
                  <a:pt x="83016" y="80282"/>
                  <a:pt x="82847" y="80282"/>
                </a:cubicBezTo>
                <a:cubicBezTo>
                  <a:pt x="82675" y="80282"/>
                  <a:pt x="82506" y="70547"/>
                  <a:pt x="82506" y="58589"/>
                </a:cubicBezTo>
                <a:lnTo>
                  <a:pt x="82506" y="36895"/>
                </a:lnTo>
                <a:lnTo>
                  <a:pt x="93096" y="28012"/>
                </a:lnTo>
                <a:cubicBezTo>
                  <a:pt x="107272" y="16397"/>
                  <a:pt x="108127" y="15373"/>
                  <a:pt x="108127" y="13663"/>
                </a:cubicBezTo>
                <a:cubicBezTo>
                  <a:pt x="108127" y="11956"/>
                  <a:pt x="106762" y="10590"/>
                  <a:pt x="104882" y="10590"/>
                </a:cubicBezTo>
                <a:cubicBezTo>
                  <a:pt x="103858" y="10590"/>
                  <a:pt x="101465" y="12297"/>
                  <a:pt x="93268" y="19132"/>
                </a:cubicBezTo>
                <a:cubicBezTo>
                  <a:pt x="87630" y="23742"/>
                  <a:pt x="83016" y="27670"/>
                  <a:pt x="82847" y="27670"/>
                </a:cubicBezTo>
                <a:cubicBezTo>
                  <a:pt x="82675" y="27670"/>
                  <a:pt x="82506" y="21863"/>
                  <a:pt x="82506" y="14860"/>
                </a:cubicBezTo>
                <a:lnTo>
                  <a:pt x="82506" y="2049"/>
                </a:lnTo>
                <a:lnTo>
                  <a:pt x="81309" y="1024"/>
                </a:lnTo>
                <a:cubicBezTo>
                  <a:pt x="80626" y="511"/>
                  <a:pt x="79771" y="0"/>
                  <a:pt x="79261" y="0"/>
                </a:cubicBezTo>
                <a:cubicBezTo>
                  <a:pt x="78747" y="0"/>
                  <a:pt x="77892" y="511"/>
                  <a:pt x="77209" y="1024"/>
                </a:cubicBezTo>
                <a:close/>
              </a:path>
            </a:pathLst>
          </a:custGeom>
          <a:solidFill xmlns:a="http://schemas.openxmlformats.org/drawingml/2006/main">
            <a:srgbClr val="00AE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A493D6-A48A-45B3-99E9-C47B30AA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669" y="1342609"/>
            <a:ext cx="1296085" cy="1053068"/>
          </a:xfrm>
          <a:custGeom xmlns:a="http://schemas.openxmlformats.org/drawingml/2006/main">
            <a:pathLst>
              <a:path w="1296085" h="1053068">
                <a:moveTo>
                  <a:pt x="1255583" y="0"/>
                </a:moveTo>
                <a:lnTo>
                  <a:pt x="40502" y="0"/>
                </a:lnTo>
                <a:cubicBezTo>
                  <a:pt x="18133" y="0"/>
                  <a:pt x="0" y="18133"/>
                  <a:pt x="0" y="40502"/>
                </a:cubicBezTo>
                <a:lnTo>
                  <a:pt x="0" y="1012565"/>
                </a:lnTo>
                <a:cubicBezTo>
                  <a:pt x="0" y="1034934"/>
                  <a:pt x="18133" y="1053068"/>
                  <a:pt x="40502" y="1053068"/>
                </a:cubicBezTo>
                <a:lnTo>
                  <a:pt x="1255583" y="1053068"/>
                </a:lnTo>
                <a:cubicBezTo>
                  <a:pt x="1277952" y="1053068"/>
                  <a:pt x="1296085" y="1034934"/>
                  <a:pt x="1296085" y="1012565"/>
                </a:cubicBezTo>
                <a:lnTo>
                  <a:pt x="1296085" y="40502"/>
                </a:lnTo>
                <a:cubicBezTo>
                  <a:pt x="1296085" y="18133"/>
                  <a:pt x="1277952" y="0"/>
                  <a:pt x="1255583" y="0"/>
                </a:cubicBezTo>
                <a:close/>
                <a:moveTo>
                  <a:pt x="0" y="1053068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BA53A-F922-4F1D-B078-6B9B566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2669" y="1342609"/>
            <a:ext cx="1296085" cy="1053068"/>
          </a:xfrm>
          <a:custGeom xmlns:a="http://schemas.openxmlformats.org/drawingml/2006/main">
            <a:pathLst>
              <a:path w="1296085" h="1053068" fill="none">
                <a:moveTo>
                  <a:pt x="1255583" y="0"/>
                </a:moveTo>
                <a:lnTo>
                  <a:pt x="40502" y="0"/>
                </a:lnTo>
                <a:cubicBezTo>
                  <a:pt x="18133" y="0"/>
                  <a:pt x="0" y="18133"/>
                  <a:pt x="0" y="40502"/>
                </a:cubicBezTo>
                <a:lnTo>
                  <a:pt x="0" y="1012565"/>
                </a:lnTo>
                <a:cubicBezTo>
                  <a:pt x="0" y="1034934"/>
                  <a:pt x="18133" y="1053068"/>
                  <a:pt x="40502" y="1053068"/>
                </a:cubicBezTo>
                <a:lnTo>
                  <a:pt x="1255583" y="1053068"/>
                </a:lnTo>
                <a:cubicBezTo>
                  <a:pt x="1277952" y="1053068"/>
                  <a:pt x="1296085" y="1034934"/>
                  <a:pt x="1296085" y="1012565"/>
                </a:cubicBezTo>
                <a:lnTo>
                  <a:pt x="1296085" y="40502"/>
                </a:lnTo>
                <a:cubicBezTo>
                  <a:pt x="1296085" y="18133"/>
                  <a:pt x="1277952" y="0"/>
                  <a:pt x="1255583" y="0"/>
                </a:cubicBezTo>
                <a:close/>
                <a:moveTo>
                  <a:pt x="0" y="1053068"/>
                </a:move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74" name="Text Transformer">
            <a:extLst xmlns:a="http://schemas.openxmlformats.org/drawingml/2006/main">
              <a:ext uri="{FF2B5EF4-FFF2-40B4-BE49-F238E27FC236}">
                <a16:creationId xmlns:a16="http://schemas.microsoft.com/office/drawing/2014/main" id="{E96C93A6-9459-48D9-83BA-D1E7E662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9721" y="1809577"/>
            <a:ext cx="845208" cy="118272"/>
          </a:xfrm>
          <a:custGeom xmlns:a="http://schemas.openxmlformats.org/drawingml/2006/main">
            <a:pathLst>
              <a:path w="845208" h="118272">
                <a:moveTo>
                  <a:pt x="40484" y="10679"/>
                </a:moveTo>
                <a:lnTo>
                  <a:pt x="40484" y="96104"/>
                </a:lnTo>
                <a:cubicBezTo>
                  <a:pt x="40484" y="110627"/>
                  <a:pt x="38605" y="112506"/>
                  <a:pt x="24425" y="113359"/>
                </a:cubicBezTo>
                <a:lnTo>
                  <a:pt x="24425" y="116604"/>
                </a:lnTo>
                <a:lnTo>
                  <a:pt x="74306" y="116604"/>
                </a:lnTo>
                <a:lnTo>
                  <a:pt x="74306" y="113359"/>
                </a:lnTo>
                <a:cubicBezTo>
                  <a:pt x="60298" y="112676"/>
                  <a:pt x="57906" y="110455"/>
                  <a:pt x="57906" y="97983"/>
                </a:cubicBezTo>
                <a:lnTo>
                  <a:pt x="57906" y="10679"/>
                </a:lnTo>
                <a:lnTo>
                  <a:pt x="67130" y="10679"/>
                </a:lnTo>
                <a:cubicBezTo>
                  <a:pt x="86603" y="10679"/>
                  <a:pt x="90362" y="13754"/>
                  <a:pt x="94292" y="32547"/>
                </a:cubicBezTo>
                <a:lnTo>
                  <a:pt x="98390" y="32547"/>
                </a:lnTo>
                <a:lnTo>
                  <a:pt x="97365" y="3503"/>
                </a:lnTo>
                <a:lnTo>
                  <a:pt x="1024" y="3503"/>
                </a:lnTo>
                <a:lnTo>
                  <a:pt x="0" y="32547"/>
                </a:lnTo>
                <a:lnTo>
                  <a:pt x="4097" y="32547"/>
                </a:lnTo>
                <a:cubicBezTo>
                  <a:pt x="8197" y="13924"/>
                  <a:pt x="12128" y="10679"/>
                  <a:pt x="31260" y="10679"/>
                </a:cubicBezTo>
                <a:lnTo>
                  <a:pt x="40484" y="10679"/>
                </a:lnTo>
                <a:close/>
                <a:moveTo>
                  <a:pt x="96682" y="49992"/>
                </a:moveTo>
                <a:cubicBezTo>
                  <a:pt x="99074" y="49479"/>
                  <a:pt x="100612" y="49307"/>
                  <a:pt x="102661" y="49307"/>
                </a:cubicBezTo>
                <a:cubicBezTo>
                  <a:pt x="106930" y="49307"/>
                  <a:pt x="108468" y="52041"/>
                  <a:pt x="108468" y="59556"/>
                </a:cubicBezTo>
                <a:lnTo>
                  <a:pt x="108468" y="102258"/>
                </a:lnTo>
                <a:cubicBezTo>
                  <a:pt x="108468" y="110796"/>
                  <a:pt x="107272" y="111993"/>
                  <a:pt x="96340" y="114041"/>
                </a:cubicBezTo>
                <a:lnTo>
                  <a:pt x="96340" y="116604"/>
                </a:lnTo>
                <a:lnTo>
                  <a:pt x="137337" y="116604"/>
                </a:lnTo>
                <a:lnTo>
                  <a:pt x="137337" y="114041"/>
                </a:lnTo>
                <a:cubicBezTo>
                  <a:pt x="125720" y="113531"/>
                  <a:pt x="122817" y="110968"/>
                  <a:pt x="122817" y="101233"/>
                </a:cubicBezTo>
                <a:lnTo>
                  <a:pt x="122817" y="62801"/>
                </a:lnTo>
                <a:cubicBezTo>
                  <a:pt x="122817" y="57335"/>
                  <a:pt x="130162" y="48796"/>
                  <a:pt x="134775" y="48796"/>
                </a:cubicBezTo>
                <a:cubicBezTo>
                  <a:pt x="135800" y="48796"/>
                  <a:pt x="137337" y="49651"/>
                  <a:pt x="139217" y="51358"/>
                </a:cubicBezTo>
                <a:cubicBezTo>
                  <a:pt x="141948" y="53748"/>
                  <a:pt x="143828" y="54773"/>
                  <a:pt x="146048" y="54773"/>
                </a:cubicBezTo>
                <a:cubicBezTo>
                  <a:pt x="150148" y="54773"/>
                  <a:pt x="152711" y="51869"/>
                  <a:pt x="152711" y="47089"/>
                </a:cubicBezTo>
                <a:cubicBezTo>
                  <a:pt x="152711" y="41451"/>
                  <a:pt x="149124" y="38034"/>
                  <a:pt x="143317" y="38034"/>
                </a:cubicBezTo>
                <a:cubicBezTo>
                  <a:pt x="136141" y="38034"/>
                  <a:pt x="131189" y="41964"/>
                  <a:pt x="122817" y="54090"/>
                </a:cubicBezTo>
                <a:lnTo>
                  <a:pt x="122817" y="38378"/>
                </a:lnTo>
                <a:lnTo>
                  <a:pt x="121964" y="38034"/>
                </a:lnTo>
                <a:cubicBezTo>
                  <a:pt x="112910" y="41792"/>
                  <a:pt x="106761" y="44013"/>
                  <a:pt x="96682" y="47258"/>
                </a:cubicBezTo>
                <a:lnTo>
                  <a:pt x="96682" y="49992"/>
                </a:lnTo>
                <a:close/>
                <a:moveTo>
                  <a:pt x="227869" y="105294"/>
                </a:moveTo>
                <a:cubicBezTo>
                  <a:pt x="224966" y="107682"/>
                  <a:pt x="222917" y="108537"/>
                  <a:pt x="220355" y="108537"/>
                </a:cubicBezTo>
                <a:cubicBezTo>
                  <a:pt x="216427" y="108537"/>
                  <a:pt x="215231" y="106146"/>
                  <a:pt x="215231" y="98637"/>
                </a:cubicBezTo>
                <a:lnTo>
                  <a:pt x="215231" y="65350"/>
                </a:lnTo>
                <a:cubicBezTo>
                  <a:pt x="215231" y="56472"/>
                  <a:pt x="214376" y="51522"/>
                  <a:pt x="211814" y="47425"/>
                </a:cubicBezTo>
                <a:cubicBezTo>
                  <a:pt x="208055" y="41281"/>
                  <a:pt x="200710" y="38034"/>
                  <a:pt x="190633" y="38034"/>
                </a:cubicBezTo>
                <a:cubicBezTo>
                  <a:pt x="174575" y="38034"/>
                  <a:pt x="161936" y="46401"/>
                  <a:pt x="161936" y="57155"/>
                </a:cubicBezTo>
                <a:cubicBezTo>
                  <a:pt x="161936" y="61083"/>
                  <a:pt x="165350" y="64495"/>
                  <a:pt x="169281" y="64495"/>
                </a:cubicBezTo>
                <a:cubicBezTo>
                  <a:pt x="173378" y="64495"/>
                  <a:pt x="176967" y="61083"/>
                  <a:pt x="176967" y="57327"/>
                </a:cubicBezTo>
                <a:cubicBezTo>
                  <a:pt x="176967" y="56644"/>
                  <a:pt x="176795" y="55789"/>
                  <a:pt x="176626" y="54595"/>
                </a:cubicBezTo>
                <a:cubicBezTo>
                  <a:pt x="176285" y="53060"/>
                  <a:pt x="176113" y="51694"/>
                  <a:pt x="176113" y="50498"/>
                </a:cubicBezTo>
                <a:cubicBezTo>
                  <a:pt x="176113" y="45890"/>
                  <a:pt x="181578" y="42134"/>
                  <a:pt x="188413" y="42134"/>
                </a:cubicBezTo>
                <a:cubicBezTo>
                  <a:pt x="196782" y="42134"/>
                  <a:pt x="201393" y="47084"/>
                  <a:pt x="201393" y="56303"/>
                </a:cubicBezTo>
                <a:lnTo>
                  <a:pt x="201393" y="66716"/>
                </a:lnTo>
                <a:cubicBezTo>
                  <a:pt x="175088" y="77298"/>
                  <a:pt x="172185" y="78664"/>
                  <a:pt x="164840" y="85151"/>
                </a:cubicBezTo>
                <a:cubicBezTo>
                  <a:pt x="161081" y="88566"/>
                  <a:pt x="158688" y="94368"/>
                  <a:pt x="158688" y="100000"/>
                </a:cubicBezTo>
                <a:cubicBezTo>
                  <a:pt x="158688" y="110757"/>
                  <a:pt x="166205" y="118272"/>
                  <a:pt x="176626" y="118272"/>
                </a:cubicBezTo>
                <a:cubicBezTo>
                  <a:pt x="184141" y="118272"/>
                  <a:pt x="191144" y="114685"/>
                  <a:pt x="201565" y="105802"/>
                </a:cubicBezTo>
                <a:cubicBezTo>
                  <a:pt x="202420" y="114685"/>
                  <a:pt x="205493" y="118272"/>
                  <a:pt x="212496" y="118272"/>
                </a:cubicBezTo>
                <a:cubicBezTo>
                  <a:pt x="218304" y="118272"/>
                  <a:pt x="221893" y="116223"/>
                  <a:pt x="227869" y="109733"/>
                </a:cubicBezTo>
                <a:lnTo>
                  <a:pt x="227869" y="105294"/>
                </a:lnTo>
                <a:moveTo>
                  <a:pt x="201393" y="95554"/>
                </a:moveTo>
                <a:cubicBezTo>
                  <a:pt x="201393" y="100850"/>
                  <a:pt x="200541" y="102388"/>
                  <a:pt x="196951" y="104437"/>
                </a:cubicBezTo>
                <a:cubicBezTo>
                  <a:pt x="192854" y="106829"/>
                  <a:pt x="188071" y="108365"/>
                  <a:pt x="184482" y="108365"/>
                </a:cubicBezTo>
                <a:cubicBezTo>
                  <a:pt x="178505" y="108365"/>
                  <a:pt x="173722" y="102557"/>
                  <a:pt x="173722" y="95212"/>
                </a:cubicBezTo>
                <a:lnTo>
                  <a:pt x="173722" y="94529"/>
                </a:lnTo>
                <a:cubicBezTo>
                  <a:pt x="173722" y="84450"/>
                  <a:pt x="180723" y="78301"/>
                  <a:pt x="201393" y="70784"/>
                </a:cubicBezTo>
                <a:lnTo>
                  <a:pt x="201393" y="95554"/>
                </a:lnTo>
                <a:close/>
                <a:moveTo>
                  <a:pt x="230945" y="48627"/>
                </a:moveTo>
                <a:cubicBezTo>
                  <a:pt x="231970" y="48113"/>
                  <a:pt x="233679" y="47944"/>
                  <a:pt x="235559" y="47944"/>
                </a:cubicBezTo>
                <a:cubicBezTo>
                  <a:pt x="240342" y="47944"/>
                  <a:pt x="241877" y="50506"/>
                  <a:pt x="241877" y="58873"/>
                </a:cubicBezTo>
                <a:lnTo>
                  <a:pt x="241877" y="101233"/>
                </a:lnTo>
                <a:cubicBezTo>
                  <a:pt x="241877" y="110968"/>
                  <a:pt x="239997" y="113359"/>
                  <a:pt x="231287" y="114041"/>
                </a:cubicBezTo>
                <a:lnTo>
                  <a:pt x="231287" y="116604"/>
                </a:lnTo>
                <a:lnTo>
                  <a:pt x="267501" y="116604"/>
                </a:lnTo>
                <a:lnTo>
                  <a:pt x="267501" y="114041"/>
                </a:lnTo>
                <a:cubicBezTo>
                  <a:pt x="258788" y="113359"/>
                  <a:pt x="256225" y="111310"/>
                  <a:pt x="256225" y="105161"/>
                </a:cubicBezTo>
                <a:lnTo>
                  <a:pt x="256225" y="57165"/>
                </a:lnTo>
                <a:cubicBezTo>
                  <a:pt x="264425" y="49479"/>
                  <a:pt x="268184" y="47430"/>
                  <a:pt x="273822" y="47430"/>
                </a:cubicBezTo>
                <a:cubicBezTo>
                  <a:pt x="282191" y="47430"/>
                  <a:pt x="286291" y="52724"/>
                  <a:pt x="286291" y="63997"/>
                </a:cubicBezTo>
                <a:lnTo>
                  <a:pt x="286291" y="99695"/>
                </a:lnTo>
                <a:cubicBezTo>
                  <a:pt x="286291" y="110455"/>
                  <a:pt x="284071" y="113359"/>
                  <a:pt x="275529" y="114041"/>
                </a:cubicBezTo>
                <a:lnTo>
                  <a:pt x="275529" y="116604"/>
                </a:lnTo>
                <a:lnTo>
                  <a:pt x="311061" y="116604"/>
                </a:lnTo>
                <a:lnTo>
                  <a:pt x="311061" y="114041"/>
                </a:lnTo>
                <a:cubicBezTo>
                  <a:pt x="302689" y="113189"/>
                  <a:pt x="300640" y="111138"/>
                  <a:pt x="300640" y="102771"/>
                </a:cubicBezTo>
                <a:lnTo>
                  <a:pt x="300640" y="63656"/>
                </a:lnTo>
                <a:cubicBezTo>
                  <a:pt x="300640" y="47602"/>
                  <a:pt x="293123" y="38034"/>
                  <a:pt x="280484" y="38034"/>
                </a:cubicBezTo>
                <a:cubicBezTo>
                  <a:pt x="272625" y="38034"/>
                  <a:pt x="267329" y="40940"/>
                  <a:pt x="255715" y="51872"/>
                </a:cubicBezTo>
                <a:lnTo>
                  <a:pt x="255715" y="38378"/>
                </a:lnTo>
                <a:lnTo>
                  <a:pt x="254518" y="38034"/>
                </a:lnTo>
                <a:cubicBezTo>
                  <a:pt x="246149" y="41109"/>
                  <a:pt x="240342" y="42989"/>
                  <a:pt x="230945" y="45723"/>
                </a:cubicBezTo>
                <a:lnTo>
                  <a:pt x="230945" y="48627"/>
                </a:lnTo>
                <a:close/>
                <a:moveTo>
                  <a:pt x="367428" y="62934"/>
                </a:moveTo>
                <a:lnTo>
                  <a:pt x="366746" y="39702"/>
                </a:lnTo>
                <a:lnTo>
                  <a:pt x="364866" y="39702"/>
                </a:lnTo>
                <a:lnTo>
                  <a:pt x="364525" y="40046"/>
                </a:lnTo>
                <a:cubicBezTo>
                  <a:pt x="362987" y="41240"/>
                  <a:pt x="362818" y="41412"/>
                  <a:pt x="362135" y="41412"/>
                </a:cubicBezTo>
                <a:cubicBezTo>
                  <a:pt x="361110" y="41412"/>
                  <a:pt x="359400" y="41070"/>
                  <a:pt x="357521" y="40215"/>
                </a:cubicBezTo>
                <a:cubicBezTo>
                  <a:pt x="353763" y="38886"/>
                  <a:pt x="350007" y="38201"/>
                  <a:pt x="345565" y="38201"/>
                </a:cubicBezTo>
                <a:cubicBezTo>
                  <a:pt x="332069" y="38201"/>
                  <a:pt x="322334" y="46911"/>
                  <a:pt x="322334" y="59204"/>
                </a:cubicBezTo>
                <a:cubicBezTo>
                  <a:pt x="322334" y="68762"/>
                  <a:pt x="327799" y="75591"/>
                  <a:pt x="342320" y="83785"/>
                </a:cubicBezTo>
                <a:lnTo>
                  <a:pt x="352227" y="89421"/>
                </a:lnTo>
                <a:cubicBezTo>
                  <a:pt x="358204" y="92835"/>
                  <a:pt x="361110" y="96932"/>
                  <a:pt x="361110" y="102224"/>
                </a:cubicBezTo>
                <a:cubicBezTo>
                  <a:pt x="361110" y="109736"/>
                  <a:pt x="355642" y="114516"/>
                  <a:pt x="346931" y="114516"/>
                </a:cubicBezTo>
                <a:cubicBezTo>
                  <a:pt x="341124" y="114516"/>
                  <a:pt x="335827" y="112295"/>
                  <a:pt x="332582" y="108539"/>
                </a:cubicBezTo>
                <a:cubicBezTo>
                  <a:pt x="328996" y="104272"/>
                  <a:pt x="327458" y="100344"/>
                  <a:pt x="325237" y="90614"/>
                </a:cubicBezTo>
                <a:lnTo>
                  <a:pt x="322503" y="90614"/>
                </a:lnTo>
                <a:lnTo>
                  <a:pt x="322503" y="117247"/>
                </a:lnTo>
                <a:lnTo>
                  <a:pt x="324724" y="117247"/>
                </a:lnTo>
                <a:cubicBezTo>
                  <a:pt x="325920" y="115540"/>
                  <a:pt x="326603" y="115199"/>
                  <a:pt x="328654" y="115199"/>
                </a:cubicBezTo>
                <a:cubicBezTo>
                  <a:pt x="330192" y="115238"/>
                  <a:pt x="332582" y="115579"/>
                  <a:pt x="336510" y="116604"/>
                </a:cubicBezTo>
                <a:cubicBezTo>
                  <a:pt x="341293" y="117589"/>
                  <a:pt x="345907" y="118272"/>
                  <a:pt x="348980" y="118272"/>
                </a:cubicBezTo>
                <a:cubicBezTo>
                  <a:pt x="362135" y="118272"/>
                  <a:pt x="373066" y="108370"/>
                  <a:pt x="373066" y="96419"/>
                </a:cubicBezTo>
                <a:cubicBezTo>
                  <a:pt x="373066" y="87883"/>
                  <a:pt x="368966" y="82250"/>
                  <a:pt x="358718" y="76104"/>
                </a:cubicBezTo>
                <a:lnTo>
                  <a:pt x="340269" y="65178"/>
                </a:lnTo>
                <a:cubicBezTo>
                  <a:pt x="335486" y="62446"/>
                  <a:pt x="332924" y="58179"/>
                  <a:pt x="332924" y="53568"/>
                </a:cubicBezTo>
                <a:cubicBezTo>
                  <a:pt x="332924" y="46739"/>
                  <a:pt x="338220" y="41959"/>
                  <a:pt x="346076" y="41959"/>
                </a:cubicBezTo>
                <a:cubicBezTo>
                  <a:pt x="355814" y="41959"/>
                  <a:pt x="360938" y="47764"/>
                  <a:pt x="364866" y="62960"/>
                </a:cubicBezTo>
                <a:lnTo>
                  <a:pt x="367428" y="62934"/>
                </a:lnTo>
                <a:close/>
                <a:moveTo>
                  <a:pt x="432852" y="39702"/>
                </a:moveTo>
                <a:lnTo>
                  <a:pt x="411841" y="39702"/>
                </a:lnTo>
                <a:lnTo>
                  <a:pt x="411841" y="19945"/>
                </a:lnTo>
                <a:cubicBezTo>
                  <a:pt x="411841" y="10064"/>
                  <a:pt x="415086" y="4785"/>
                  <a:pt x="421579" y="4785"/>
                </a:cubicBezTo>
                <a:cubicBezTo>
                  <a:pt x="425166" y="4785"/>
                  <a:pt x="427558" y="6488"/>
                  <a:pt x="430631" y="11427"/>
                </a:cubicBezTo>
                <a:cubicBezTo>
                  <a:pt x="433366" y="15855"/>
                  <a:pt x="435414" y="17560"/>
                  <a:pt x="438318" y="17560"/>
                </a:cubicBezTo>
                <a:cubicBezTo>
                  <a:pt x="442248" y="17560"/>
                  <a:pt x="445494" y="14492"/>
                  <a:pt x="445494" y="10574"/>
                </a:cubicBezTo>
                <a:cubicBezTo>
                  <a:pt x="445494" y="4441"/>
                  <a:pt x="437976" y="0"/>
                  <a:pt x="427728" y="0"/>
                </a:cubicBezTo>
                <a:cubicBezTo>
                  <a:pt x="417138" y="0"/>
                  <a:pt x="408083" y="4613"/>
                  <a:pt x="403641" y="12449"/>
                </a:cubicBezTo>
                <a:cubicBezTo>
                  <a:pt x="399202" y="19945"/>
                  <a:pt x="397834" y="26075"/>
                  <a:pt x="397665" y="39702"/>
                </a:cubicBezTo>
                <a:lnTo>
                  <a:pt x="383657" y="39702"/>
                </a:lnTo>
                <a:lnTo>
                  <a:pt x="383657" y="45170"/>
                </a:lnTo>
                <a:lnTo>
                  <a:pt x="397665" y="45170"/>
                </a:lnTo>
                <a:lnTo>
                  <a:pt x="397665" y="98833"/>
                </a:lnTo>
                <a:cubicBezTo>
                  <a:pt x="397665" y="111307"/>
                  <a:pt x="395785" y="113359"/>
                  <a:pt x="383485" y="114041"/>
                </a:cubicBezTo>
                <a:lnTo>
                  <a:pt x="383485" y="116604"/>
                </a:lnTo>
                <a:lnTo>
                  <a:pt x="427900" y="116604"/>
                </a:lnTo>
                <a:lnTo>
                  <a:pt x="427900" y="114041"/>
                </a:lnTo>
                <a:cubicBezTo>
                  <a:pt x="413893" y="113531"/>
                  <a:pt x="412013" y="111651"/>
                  <a:pt x="412013" y="98833"/>
                </a:cubicBezTo>
                <a:lnTo>
                  <a:pt x="412013" y="45170"/>
                </a:lnTo>
                <a:lnTo>
                  <a:pt x="432852" y="45170"/>
                </a:lnTo>
                <a:lnTo>
                  <a:pt x="432852" y="39702"/>
                </a:lnTo>
                <a:close/>
                <a:moveTo>
                  <a:pt x="479658" y="38034"/>
                </a:moveTo>
                <a:cubicBezTo>
                  <a:pt x="457451" y="38034"/>
                  <a:pt x="441906" y="54426"/>
                  <a:pt x="441906" y="77983"/>
                </a:cubicBezTo>
                <a:cubicBezTo>
                  <a:pt x="441906" y="101027"/>
                  <a:pt x="457792" y="118272"/>
                  <a:pt x="479314" y="118272"/>
                </a:cubicBezTo>
                <a:cubicBezTo>
                  <a:pt x="500839" y="118272"/>
                  <a:pt x="517236" y="100175"/>
                  <a:pt x="517236" y="76618"/>
                </a:cubicBezTo>
                <a:cubicBezTo>
                  <a:pt x="517236" y="54254"/>
                  <a:pt x="501521" y="38034"/>
                  <a:pt x="479658" y="38034"/>
                </a:cubicBezTo>
                <a:moveTo>
                  <a:pt x="477438" y="42819"/>
                </a:moveTo>
                <a:cubicBezTo>
                  <a:pt x="491786" y="42819"/>
                  <a:pt x="501863" y="59206"/>
                  <a:pt x="501863" y="82592"/>
                </a:cubicBezTo>
                <a:cubicBezTo>
                  <a:pt x="501863" y="101882"/>
                  <a:pt x="494176" y="113489"/>
                  <a:pt x="481366" y="113489"/>
                </a:cubicBezTo>
                <a:cubicBezTo>
                  <a:pt x="474703" y="113489"/>
                  <a:pt x="468383" y="109394"/>
                  <a:pt x="464796" y="102565"/>
                </a:cubicBezTo>
                <a:cubicBezTo>
                  <a:pt x="460013" y="93687"/>
                  <a:pt x="457279" y="81739"/>
                  <a:pt x="457279" y="69619"/>
                </a:cubicBezTo>
                <a:cubicBezTo>
                  <a:pt x="457279" y="53402"/>
                  <a:pt x="465307" y="42819"/>
                  <a:pt x="477438" y="42819"/>
                </a:cubicBezTo>
                <a:close/>
                <a:moveTo>
                  <a:pt x="523557" y="49992"/>
                </a:moveTo>
                <a:cubicBezTo>
                  <a:pt x="525949" y="49479"/>
                  <a:pt x="527487" y="49307"/>
                  <a:pt x="529536" y="49307"/>
                </a:cubicBezTo>
                <a:cubicBezTo>
                  <a:pt x="533805" y="49307"/>
                  <a:pt x="535343" y="52041"/>
                  <a:pt x="535343" y="59556"/>
                </a:cubicBezTo>
                <a:lnTo>
                  <a:pt x="535343" y="102258"/>
                </a:lnTo>
                <a:cubicBezTo>
                  <a:pt x="535343" y="110796"/>
                  <a:pt x="534147" y="111993"/>
                  <a:pt x="523215" y="114041"/>
                </a:cubicBezTo>
                <a:lnTo>
                  <a:pt x="523215" y="116604"/>
                </a:lnTo>
                <a:lnTo>
                  <a:pt x="564213" y="116604"/>
                </a:lnTo>
                <a:lnTo>
                  <a:pt x="564213" y="114041"/>
                </a:lnTo>
                <a:cubicBezTo>
                  <a:pt x="552596" y="113531"/>
                  <a:pt x="549692" y="110968"/>
                  <a:pt x="549692" y="101233"/>
                </a:cubicBezTo>
                <a:lnTo>
                  <a:pt x="549692" y="62801"/>
                </a:lnTo>
                <a:cubicBezTo>
                  <a:pt x="549692" y="57335"/>
                  <a:pt x="557037" y="48796"/>
                  <a:pt x="561650" y="48796"/>
                </a:cubicBezTo>
                <a:cubicBezTo>
                  <a:pt x="562675" y="48796"/>
                  <a:pt x="564213" y="49651"/>
                  <a:pt x="566092" y="51358"/>
                </a:cubicBezTo>
                <a:cubicBezTo>
                  <a:pt x="568823" y="53748"/>
                  <a:pt x="570703" y="54773"/>
                  <a:pt x="572923" y="54773"/>
                </a:cubicBezTo>
                <a:cubicBezTo>
                  <a:pt x="577023" y="54773"/>
                  <a:pt x="579586" y="51869"/>
                  <a:pt x="579586" y="47089"/>
                </a:cubicBezTo>
                <a:cubicBezTo>
                  <a:pt x="579586" y="41451"/>
                  <a:pt x="575999" y="38034"/>
                  <a:pt x="570192" y="38034"/>
                </a:cubicBezTo>
                <a:cubicBezTo>
                  <a:pt x="563016" y="38034"/>
                  <a:pt x="558064" y="41964"/>
                  <a:pt x="549692" y="54090"/>
                </a:cubicBezTo>
                <a:lnTo>
                  <a:pt x="549692" y="38378"/>
                </a:lnTo>
                <a:lnTo>
                  <a:pt x="548840" y="38034"/>
                </a:lnTo>
                <a:cubicBezTo>
                  <a:pt x="539785" y="41792"/>
                  <a:pt x="533636" y="44013"/>
                  <a:pt x="523557" y="47258"/>
                </a:cubicBezTo>
                <a:lnTo>
                  <a:pt x="523557" y="49992"/>
                </a:lnTo>
                <a:close/>
                <a:moveTo>
                  <a:pt x="582490" y="48627"/>
                </a:moveTo>
                <a:cubicBezTo>
                  <a:pt x="584711" y="48113"/>
                  <a:pt x="586077" y="47944"/>
                  <a:pt x="587956" y="47944"/>
                </a:cubicBezTo>
                <a:cubicBezTo>
                  <a:pt x="592397" y="47944"/>
                  <a:pt x="593935" y="50675"/>
                  <a:pt x="593935" y="58873"/>
                </a:cubicBezTo>
                <a:lnTo>
                  <a:pt x="593935" y="102086"/>
                </a:lnTo>
                <a:cubicBezTo>
                  <a:pt x="593935" y="111310"/>
                  <a:pt x="591543" y="113872"/>
                  <a:pt x="581977" y="114041"/>
                </a:cubicBezTo>
                <a:lnTo>
                  <a:pt x="581977" y="116604"/>
                </a:lnTo>
                <a:lnTo>
                  <a:pt x="619898" y="116604"/>
                </a:lnTo>
                <a:lnTo>
                  <a:pt x="619898" y="114041"/>
                </a:lnTo>
                <a:cubicBezTo>
                  <a:pt x="610846" y="113700"/>
                  <a:pt x="608284" y="111823"/>
                  <a:pt x="608284" y="105161"/>
                </a:cubicBezTo>
                <a:lnTo>
                  <a:pt x="608284" y="56996"/>
                </a:lnTo>
                <a:cubicBezTo>
                  <a:pt x="608284" y="56655"/>
                  <a:pt x="609650" y="54945"/>
                  <a:pt x="610846" y="53751"/>
                </a:cubicBezTo>
                <a:cubicBezTo>
                  <a:pt x="615116" y="49820"/>
                  <a:pt x="622461" y="46917"/>
                  <a:pt x="628440" y="46917"/>
                </a:cubicBezTo>
                <a:cubicBezTo>
                  <a:pt x="635954" y="46917"/>
                  <a:pt x="639713" y="52896"/>
                  <a:pt x="639713" y="64852"/>
                </a:cubicBezTo>
                <a:lnTo>
                  <a:pt x="639713" y="101916"/>
                </a:lnTo>
                <a:cubicBezTo>
                  <a:pt x="639713" y="111482"/>
                  <a:pt x="637834" y="113359"/>
                  <a:pt x="628098" y="114041"/>
                </a:cubicBezTo>
                <a:lnTo>
                  <a:pt x="628098" y="116604"/>
                </a:lnTo>
                <a:lnTo>
                  <a:pt x="666362" y="116604"/>
                </a:lnTo>
                <a:lnTo>
                  <a:pt x="666362" y="114041"/>
                </a:lnTo>
                <a:cubicBezTo>
                  <a:pt x="656624" y="113872"/>
                  <a:pt x="654062" y="110968"/>
                  <a:pt x="654062" y="100378"/>
                </a:cubicBezTo>
                <a:lnTo>
                  <a:pt x="654062" y="57337"/>
                </a:lnTo>
                <a:cubicBezTo>
                  <a:pt x="659186" y="49992"/>
                  <a:pt x="664824" y="46917"/>
                  <a:pt x="672682" y="46917"/>
                </a:cubicBezTo>
                <a:cubicBezTo>
                  <a:pt x="682418" y="46917"/>
                  <a:pt x="685493" y="51530"/>
                  <a:pt x="685493" y="65707"/>
                </a:cubicBezTo>
                <a:lnTo>
                  <a:pt x="685493" y="101744"/>
                </a:lnTo>
                <a:cubicBezTo>
                  <a:pt x="685493" y="111482"/>
                  <a:pt x="684127" y="112848"/>
                  <a:pt x="674220" y="114041"/>
                </a:cubicBezTo>
                <a:lnTo>
                  <a:pt x="674220" y="116604"/>
                </a:lnTo>
                <a:lnTo>
                  <a:pt x="711628" y="116604"/>
                </a:lnTo>
                <a:lnTo>
                  <a:pt x="711628" y="114041"/>
                </a:lnTo>
                <a:lnTo>
                  <a:pt x="707187" y="113700"/>
                </a:lnTo>
                <a:cubicBezTo>
                  <a:pt x="702063" y="113359"/>
                  <a:pt x="699842" y="110286"/>
                  <a:pt x="699842" y="103623"/>
                </a:cubicBezTo>
                <a:lnTo>
                  <a:pt x="699842" y="68438"/>
                </a:lnTo>
                <a:cubicBezTo>
                  <a:pt x="699842" y="48285"/>
                  <a:pt x="693180" y="38034"/>
                  <a:pt x="680027" y="38034"/>
                </a:cubicBezTo>
                <a:cubicBezTo>
                  <a:pt x="670120" y="38034"/>
                  <a:pt x="661407" y="42475"/>
                  <a:pt x="652182" y="52382"/>
                </a:cubicBezTo>
                <a:cubicBezTo>
                  <a:pt x="649109" y="42647"/>
                  <a:pt x="643302" y="38034"/>
                  <a:pt x="634078" y="38034"/>
                </a:cubicBezTo>
                <a:cubicBezTo>
                  <a:pt x="626561" y="38034"/>
                  <a:pt x="621778" y="40427"/>
                  <a:pt x="607598" y="51189"/>
                </a:cubicBezTo>
                <a:lnTo>
                  <a:pt x="607598" y="38378"/>
                </a:lnTo>
                <a:lnTo>
                  <a:pt x="606405" y="38034"/>
                </a:lnTo>
                <a:cubicBezTo>
                  <a:pt x="597691" y="41281"/>
                  <a:pt x="591884" y="43161"/>
                  <a:pt x="582490" y="45723"/>
                </a:cubicBezTo>
                <a:lnTo>
                  <a:pt x="582490" y="48627"/>
                </a:lnTo>
                <a:close/>
                <a:moveTo>
                  <a:pt x="781834" y="88542"/>
                </a:moveTo>
                <a:cubicBezTo>
                  <a:pt x="773637" y="101530"/>
                  <a:pt x="766289" y="106488"/>
                  <a:pt x="755358" y="106488"/>
                </a:cubicBezTo>
                <a:cubicBezTo>
                  <a:pt x="745622" y="106488"/>
                  <a:pt x="738277" y="101530"/>
                  <a:pt x="733322" y="91790"/>
                </a:cubicBezTo>
                <a:cubicBezTo>
                  <a:pt x="730247" y="85295"/>
                  <a:pt x="729053" y="79654"/>
                  <a:pt x="728711" y="69228"/>
                </a:cubicBezTo>
                <a:lnTo>
                  <a:pt x="781323" y="69228"/>
                </a:lnTo>
                <a:cubicBezTo>
                  <a:pt x="779955" y="58145"/>
                  <a:pt x="778248" y="53209"/>
                  <a:pt x="773978" y="47761"/>
                </a:cubicBezTo>
                <a:cubicBezTo>
                  <a:pt x="768851" y="41623"/>
                  <a:pt x="760995" y="38034"/>
                  <a:pt x="752112" y="38034"/>
                </a:cubicBezTo>
                <a:cubicBezTo>
                  <a:pt x="743571" y="38034"/>
                  <a:pt x="735543" y="41109"/>
                  <a:pt x="729053" y="46909"/>
                </a:cubicBezTo>
                <a:cubicBezTo>
                  <a:pt x="721022" y="53889"/>
                  <a:pt x="716411" y="65983"/>
                  <a:pt x="716411" y="79996"/>
                </a:cubicBezTo>
                <a:cubicBezTo>
                  <a:pt x="716411" y="103582"/>
                  <a:pt x="728711" y="118272"/>
                  <a:pt x="748354" y="118272"/>
                </a:cubicBezTo>
                <a:cubicBezTo>
                  <a:pt x="764582" y="118272"/>
                  <a:pt x="777393" y="108195"/>
                  <a:pt x="784568" y="89739"/>
                </a:cubicBezTo>
                <a:lnTo>
                  <a:pt x="781834" y="88542"/>
                </a:lnTo>
                <a:moveTo>
                  <a:pt x="729053" y="63762"/>
                </a:moveTo>
                <a:cubicBezTo>
                  <a:pt x="730930" y="50485"/>
                  <a:pt x="736739" y="44185"/>
                  <a:pt x="747158" y="44185"/>
                </a:cubicBezTo>
                <a:cubicBezTo>
                  <a:pt x="757578" y="44185"/>
                  <a:pt x="761678" y="48952"/>
                  <a:pt x="763899" y="63762"/>
                </a:cubicBezTo>
                <a:lnTo>
                  <a:pt x="729053" y="63762"/>
                </a:lnTo>
                <a:close/>
                <a:moveTo>
                  <a:pt x="789179" y="49992"/>
                </a:moveTo>
                <a:cubicBezTo>
                  <a:pt x="791572" y="49479"/>
                  <a:pt x="793110" y="49307"/>
                  <a:pt x="795159" y="49307"/>
                </a:cubicBezTo>
                <a:cubicBezTo>
                  <a:pt x="799428" y="49307"/>
                  <a:pt x="800966" y="52041"/>
                  <a:pt x="800966" y="59556"/>
                </a:cubicBezTo>
                <a:lnTo>
                  <a:pt x="800966" y="102258"/>
                </a:lnTo>
                <a:cubicBezTo>
                  <a:pt x="800966" y="110796"/>
                  <a:pt x="799769" y="111993"/>
                  <a:pt x="788838" y="114041"/>
                </a:cubicBezTo>
                <a:lnTo>
                  <a:pt x="788838" y="116604"/>
                </a:lnTo>
                <a:lnTo>
                  <a:pt x="829835" y="116604"/>
                </a:lnTo>
                <a:lnTo>
                  <a:pt x="829835" y="114041"/>
                </a:lnTo>
                <a:cubicBezTo>
                  <a:pt x="818218" y="113531"/>
                  <a:pt x="815314" y="110968"/>
                  <a:pt x="815314" y="101233"/>
                </a:cubicBezTo>
                <a:lnTo>
                  <a:pt x="815314" y="62801"/>
                </a:lnTo>
                <a:cubicBezTo>
                  <a:pt x="815314" y="57335"/>
                  <a:pt x="822660" y="48796"/>
                  <a:pt x="827273" y="48796"/>
                </a:cubicBezTo>
                <a:cubicBezTo>
                  <a:pt x="828297" y="48796"/>
                  <a:pt x="829835" y="49651"/>
                  <a:pt x="831714" y="51358"/>
                </a:cubicBezTo>
                <a:cubicBezTo>
                  <a:pt x="834446" y="53748"/>
                  <a:pt x="836325" y="54773"/>
                  <a:pt x="838546" y="54773"/>
                </a:cubicBezTo>
                <a:cubicBezTo>
                  <a:pt x="842646" y="54773"/>
                  <a:pt x="845208" y="51869"/>
                  <a:pt x="845208" y="47089"/>
                </a:cubicBezTo>
                <a:cubicBezTo>
                  <a:pt x="845208" y="41451"/>
                  <a:pt x="841622" y="38034"/>
                  <a:pt x="835814" y="38034"/>
                </a:cubicBezTo>
                <a:cubicBezTo>
                  <a:pt x="828639" y="38034"/>
                  <a:pt x="823687" y="41964"/>
                  <a:pt x="815314" y="54090"/>
                </a:cubicBezTo>
                <a:lnTo>
                  <a:pt x="815314" y="38378"/>
                </a:lnTo>
                <a:lnTo>
                  <a:pt x="814462" y="38034"/>
                </a:lnTo>
                <a:cubicBezTo>
                  <a:pt x="805407" y="41792"/>
                  <a:pt x="799259" y="44013"/>
                  <a:pt x="789179" y="47258"/>
                </a:cubicBezTo>
                <a:lnTo>
                  <a:pt x="789179" y="49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9ef1a6afec4b66"/>
          <a:stretch xmlns:a="http://schemas.openxmlformats.org/drawingml/2006/main"/>
        </p:blipFill>
        <p:spPr>
          <a:xfrm xmlns:a="http://schemas.openxmlformats.org/drawingml/2006/main">
            <a:off x="2643737" y="1384821"/>
            <a:ext cx="174696" cy="174696"/>
          </a:xfrm>
          <a:prstGeom xmlns:a="http://schemas.openxmlformats.org/drawingml/2006/main" prst="rect">
            <a:avLst/>
          </a:prstGeom>
        </p:spPr>
      </p:pic>
      <p:sp>
        <p:nvSpPr>
          <p:cNvPr id="76" name="Text ···">
            <a:extLst xmlns:a="http://schemas.openxmlformats.org/drawingml/2006/main">
              <a:ext uri="{FF2B5EF4-FFF2-40B4-BE49-F238E27FC236}">
                <a16:creationId xmlns:a16="http://schemas.microsoft.com/office/drawing/2014/main" id="{9175B330-2072-4AA7-9BF4-D6664AD6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9060" y="1050050"/>
            <a:ext cx="310181" cy="33041"/>
          </a:xfrm>
          <a:custGeom xmlns:a="http://schemas.openxmlformats.org/drawingml/2006/main">
            <a:pathLst>
              <a:path w="310181" h="33041">
                <a:moveTo>
                  <a:pt x="33041" y="16520"/>
                </a:moveTo>
                <a:cubicBezTo>
                  <a:pt x="33041" y="7482"/>
                  <a:pt x="25563" y="0"/>
                  <a:pt x="16520" y="0"/>
                </a:cubicBezTo>
                <a:cubicBezTo>
                  <a:pt x="7478" y="0"/>
                  <a:pt x="0" y="7482"/>
                  <a:pt x="0" y="16520"/>
                </a:cubicBezTo>
                <a:cubicBezTo>
                  <a:pt x="0" y="25563"/>
                  <a:pt x="7478" y="33041"/>
                  <a:pt x="16520" y="33041"/>
                </a:cubicBezTo>
                <a:cubicBezTo>
                  <a:pt x="25563" y="33041"/>
                  <a:pt x="33041" y="25563"/>
                  <a:pt x="33041" y="16520"/>
                </a:cubicBezTo>
                <a:close/>
                <a:moveTo>
                  <a:pt x="171767" y="16520"/>
                </a:moveTo>
                <a:cubicBezTo>
                  <a:pt x="171767" y="7482"/>
                  <a:pt x="164289" y="0"/>
                  <a:pt x="155246" y="0"/>
                </a:cubicBezTo>
                <a:cubicBezTo>
                  <a:pt x="146204" y="0"/>
                  <a:pt x="138726" y="7482"/>
                  <a:pt x="138726" y="16520"/>
                </a:cubicBezTo>
                <a:cubicBezTo>
                  <a:pt x="138726" y="25563"/>
                  <a:pt x="146204" y="33041"/>
                  <a:pt x="155246" y="33041"/>
                </a:cubicBezTo>
                <a:cubicBezTo>
                  <a:pt x="164289" y="33041"/>
                  <a:pt x="171767" y="25563"/>
                  <a:pt x="171767" y="16520"/>
                </a:cubicBezTo>
                <a:close/>
                <a:moveTo>
                  <a:pt x="310181" y="16520"/>
                </a:moveTo>
                <a:cubicBezTo>
                  <a:pt x="310181" y="7482"/>
                  <a:pt x="302703" y="0"/>
                  <a:pt x="293660" y="0"/>
                </a:cubicBezTo>
                <a:cubicBezTo>
                  <a:pt x="284618" y="0"/>
                  <a:pt x="277140" y="7482"/>
                  <a:pt x="277140" y="16520"/>
                </a:cubicBezTo>
                <a:cubicBezTo>
                  <a:pt x="277140" y="25563"/>
                  <a:pt x="284618" y="33041"/>
                  <a:pt x="293660" y="33041"/>
                </a:cubicBezTo>
                <a:cubicBezTo>
                  <a:pt x="302703" y="33041"/>
                  <a:pt x="310181" y="25563"/>
                  <a:pt x="310181" y="1652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3FABE8-526D-4756-AAAB-5AC3E3EA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14" y="1869097"/>
            <a:ext cx="227666" cy="46"/>
          </a:xfrm>
          <a:custGeom xmlns:a="http://schemas.openxmlformats.org/drawingml/2006/main">
            <a:pathLst>
              <a:path w="227666" h="46" fill="none">
                <a:moveTo>
                  <a:pt x="0" y="46"/>
                </a:moveTo>
                <a:lnTo>
                  <a:pt x="2276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6456F-9A91-48C8-8F60-902A8BF1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52" y="1846562"/>
            <a:ext cx="59206" cy="45074"/>
          </a:xfrm>
          <a:custGeom xmlns:a="http://schemas.openxmlformats.org/drawingml/2006/main">
            <a:pathLst>
              <a:path w="59206" h="45074">
                <a:moveTo>
                  <a:pt x="59206" y="22527"/>
                </a:moveTo>
                <a:lnTo>
                  <a:pt x="0" y="0"/>
                </a:lnTo>
                <a:lnTo>
                  <a:pt x="19953" y="22534"/>
                </a:lnTo>
                <a:lnTo>
                  <a:pt x="8" y="45074"/>
                </a:lnTo>
                <a:lnTo>
                  <a:pt x="59206" y="2252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07133-2714-4BC0-AF37-271FAEBD3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52" y="1846562"/>
            <a:ext cx="59206" cy="45074"/>
          </a:xfrm>
          <a:custGeom xmlns:a="http://schemas.openxmlformats.org/drawingml/2006/main">
            <a:pathLst>
              <a:path w="59206" h="45074" fill="none">
                <a:moveTo>
                  <a:pt x="59206" y="22527"/>
                </a:moveTo>
                <a:lnTo>
                  <a:pt x="0" y="0"/>
                </a:lnTo>
                <a:lnTo>
                  <a:pt x="19953" y="22534"/>
                </a:lnTo>
                <a:lnTo>
                  <a:pt x="8" y="45074"/>
                </a:lnTo>
                <a:lnTo>
                  <a:pt x="59206" y="2252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613BA0-D54E-4C1E-A63E-5CAE0997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360" y="1869084"/>
            <a:ext cx="141032" cy="40"/>
          </a:xfrm>
          <a:custGeom xmlns:a="http://schemas.openxmlformats.org/drawingml/2006/main">
            <a:pathLst>
              <a:path w="141032" h="40" fill="none">
                <a:moveTo>
                  <a:pt x="0" y="0"/>
                </a:moveTo>
                <a:lnTo>
                  <a:pt x="141032" y="4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A7E39-4955-43F5-89DF-B08A9C67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64" y="1846583"/>
            <a:ext cx="59208" cy="45074"/>
          </a:xfrm>
          <a:custGeom xmlns:a="http://schemas.openxmlformats.org/drawingml/2006/main">
            <a:pathLst>
              <a:path w="59208" h="45074">
                <a:moveTo>
                  <a:pt x="59208" y="22552"/>
                </a:moveTo>
                <a:lnTo>
                  <a:pt x="12" y="0"/>
                </a:lnTo>
                <a:lnTo>
                  <a:pt x="19955" y="22542"/>
                </a:lnTo>
                <a:lnTo>
                  <a:pt x="0" y="45074"/>
                </a:lnTo>
                <a:lnTo>
                  <a:pt x="59208" y="2255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9B3325-AEC9-4242-BC13-0CF23C8E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564" y="1846583"/>
            <a:ext cx="59208" cy="45074"/>
          </a:xfrm>
          <a:custGeom xmlns:a="http://schemas.openxmlformats.org/drawingml/2006/main">
            <a:pathLst>
              <a:path w="59208" h="45074" fill="none">
                <a:moveTo>
                  <a:pt x="59208" y="22552"/>
                </a:moveTo>
                <a:lnTo>
                  <a:pt x="12" y="0"/>
                </a:lnTo>
                <a:lnTo>
                  <a:pt x="19955" y="22542"/>
                </a:lnTo>
                <a:lnTo>
                  <a:pt x="0" y="45074"/>
                </a:lnTo>
                <a:lnTo>
                  <a:pt x="59208" y="2255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40CB8-CC81-40E9-9B7B-C69FA8B4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63" y="168044"/>
            <a:ext cx="4224393" cy="2778456"/>
          </a:xfrm>
          <a:custGeom xmlns:a="http://schemas.openxmlformats.org/drawingml/2006/main">
            <a:pathLst>
              <a:path w="4224393" h="2778456">
                <a:moveTo>
                  <a:pt x="0" y="0"/>
                </a:moveTo>
                <a:lnTo>
                  <a:pt x="4183891" y="0"/>
                </a:lnTo>
                <a:cubicBezTo>
                  <a:pt x="4206259" y="0"/>
                  <a:pt x="4224393" y="18133"/>
                  <a:pt x="4224393" y="40502"/>
                </a:cubicBezTo>
                <a:lnTo>
                  <a:pt x="4224393" y="2737955"/>
                </a:lnTo>
                <a:cubicBezTo>
                  <a:pt x="4224393" y="2760323"/>
                  <a:pt x="4206259" y="2778456"/>
                  <a:pt x="4183891" y="2778456"/>
                </a:cubicBezTo>
                <a:lnTo>
                  <a:pt x="1798298" y="2778456"/>
                </a:lnTo>
                <a:cubicBezTo>
                  <a:pt x="1775930" y="2778456"/>
                  <a:pt x="1757796" y="2760323"/>
                  <a:pt x="1757796" y="2737955"/>
                </a:cubicBezTo>
                <a:lnTo>
                  <a:pt x="1757796" y="664242"/>
                </a:lnTo>
                <a:cubicBezTo>
                  <a:pt x="1757796" y="641873"/>
                  <a:pt x="1739663" y="623740"/>
                  <a:pt x="1717294" y="623740"/>
                </a:cubicBezTo>
                <a:lnTo>
                  <a:pt x="40502" y="623740"/>
                </a:lnTo>
                <a:cubicBezTo>
                  <a:pt x="18134" y="623740"/>
                  <a:pt x="0" y="605606"/>
                  <a:pt x="0" y="583238"/>
                </a:cubicBez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C24F19-DB14-4AC3-8E64-B4D12EEB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0163" y="168044"/>
            <a:ext cx="4224393" cy="2778456"/>
          </a:xfrm>
          <a:custGeom xmlns:a="http://schemas.openxmlformats.org/drawingml/2006/main">
            <a:pathLst>
              <a:path w="4224393" h="2778456" fill="none">
                <a:moveTo>
                  <a:pt x="0" y="0"/>
                </a:moveTo>
                <a:lnTo>
                  <a:pt x="4183891" y="0"/>
                </a:lnTo>
                <a:cubicBezTo>
                  <a:pt x="4206259" y="0"/>
                  <a:pt x="4224393" y="18133"/>
                  <a:pt x="4224393" y="40502"/>
                </a:cubicBezTo>
                <a:lnTo>
                  <a:pt x="4224393" y="2737955"/>
                </a:lnTo>
                <a:cubicBezTo>
                  <a:pt x="4224393" y="2760323"/>
                  <a:pt x="4206259" y="2778456"/>
                  <a:pt x="4183891" y="2778456"/>
                </a:cubicBezTo>
                <a:lnTo>
                  <a:pt x="1798298" y="2778456"/>
                </a:lnTo>
                <a:cubicBezTo>
                  <a:pt x="1775930" y="2778456"/>
                  <a:pt x="1757796" y="2760323"/>
                  <a:pt x="1757796" y="2737955"/>
                </a:cubicBezTo>
                <a:lnTo>
                  <a:pt x="1757796" y="664242"/>
                </a:lnTo>
                <a:cubicBezTo>
                  <a:pt x="1757796" y="641873"/>
                  <a:pt x="1739663" y="623740"/>
                  <a:pt x="1717294" y="623740"/>
                </a:cubicBezTo>
                <a:lnTo>
                  <a:pt x="40502" y="623740"/>
                </a:lnTo>
                <a:cubicBezTo>
                  <a:pt x="18134" y="623740"/>
                  <a:pt x="0" y="605606"/>
                  <a:pt x="0" y="583238"/>
                </a:cubicBez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85" name="Text DownstreamModules">
            <a:extLst xmlns:a="http://schemas.openxmlformats.org/drawingml/2006/main">
              <a:ext uri="{FF2B5EF4-FFF2-40B4-BE49-F238E27FC236}">
                <a16:creationId xmlns:a16="http://schemas.microsoft.com/office/drawing/2014/main" id="{02EA419A-3C97-47E7-BD5A-783A6302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3403" y="240255"/>
            <a:ext cx="1749335" cy="138837"/>
          </a:xfrm>
          <a:custGeom xmlns:a="http://schemas.openxmlformats.org/drawingml/2006/main">
            <a:pathLst>
              <a:path w="1749335" h="138837">
                <a:moveTo>
                  <a:pt x="17537" y="114391"/>
                </a:moveTo>
                <a:cubicBezTo>
                  <a:pt x="17537" y="128741"/>
                  <a:pt x="15147" y="131332"/>
                  <a:pt x="0" y="132326"/>
                </a:cubicBezTo>
                <a:lnTo>
                  <a:pt x="0" y="136112"/>
                </a:lnTo>
                <a:lnTo>
                  <a:pt x="56597" y="136112"/>
                </a:lnTo>
                <a:cubicBezTo>
                  <a:pt x="79716" y="136112"/>
                  <a:pt x="100641" y="129538"/>
                  <a:pt x="112996" y="118375"/>
                </a:cubicBezTo>
                <a:cubicBezTo>
                  <a:pt x="125950" y="106616"/>
                  <a:pt x="133324" y="88875"/>
                  <a:pt x="133324" y="69542"/>
                </a:cubicBezTo>
                <a:cubicBezTo>
                  <a:pt x="133324" y="51604"/>
                  <a:pt x="127345" y="36056"/>
                  <a:pt x="116383" y="25093"/>
                </a:cubicBezTo>
                <a:cubicBezTo>
                  <a:pt x="102833" y="11339"/>
                  <a:pt x="81109" y="4163"/>
                  <a:pt x="53808" y="4163"/>
                </a:cubicBezTo>
                <a:lnTo>
                  <a:pt x="0" y="4163"/>
                </a:lnTo>
                <a:lnTo>
                  <a:pt x="0" y="7952"/>
                </a:lnTo>
                <a:cubicBezTo>
                  <a:pt x="15743" y="9345"/>
                  <a:pt x="17537" y="11139"/>
                  <a:pt x="17537" y="25887"/>
                </a:cubicBezTo>
                <a:lnTo>
                  <a:pt x="17537" y="114391"/>
                </a:lnTo>
                <a:moveTo>
                  <a:pt x="37865" y="19313"/>
                </a:moveTo>
                <a:cubicBezTo>
                  <a:pt x="37865" y="13134"/>
                  <a:pt x="40057" y="11537"/>
                  <a:pt x="48228" y="11537"/>
                </a:cubicBezTo>
                <a:cubicBezTo>
                  <a:pt x="65366" y="11537"/>
                  <a:pt x="78321" y="14727"/>
                  <a:pt x="87887" y="21505"/>
                </a:cubicBezTo>
                <a:cubicBezTo>
                  <a:pt x="103429" y="32270"/>
                  <a:pt x="111600" y="49411"/>
                  <a:pt x="111600" y="70937"/>
                </a:cubicBezTo>
                <a:cubicBezTo>
                  <a:pt x="111600" y="94455"/>
                  <a:pt x="103429" y="111198"/>
                  <a:pt x="87288" y="120567"/>
                </a:cubicBezTo>
                <a:cubicBezTo>
                  <a:pt x="77126" y="126348"/>
                  <a:pt x="65564" y="128741"/>
                  <a:pt x="48228" y="128741"/>
                </a:cubicBezTo>
                <a:cubicBezTo>
                  <a:pt x="40255" y="128741"/>
                  <a:pt x="37865" y="126947"/>
                  <a:pt x="37865" y="120567"/>
                </a:cubicBezTo>
                <a:lnTo>
                  <a:pt x="37865" y="19313"/>
                </a:lnTo>
                <a:close/>
                <a:moveTo>
                  <a:pt x="190520" y="44448"/>
                </a:moveTo>
                <a:cubicBezTo>
                  <a:pt x="164611" y="44448"/>
                  <a:pt x="146476" y="63572"/>
                  <a:pt x="146476" y="91056"/>
                </a:cubicBezTo>
                <a:cubicBezTo>
                  <a:pt x="146476" y="117940"/>
                  <a:pt x="165010" y="138058"/>
                  <a:pt x="190118" y="138058"/>
                </a:cubicBezTo>
                <a:cubicBezTo>
                  <a:pt x="215230" y="138058"/>
                  <a:pt x="234360" y="116946"/>
                  <a:pt x="234360" y="89462"/>
                </a:cubicBezTo>
                <a:cubicBezTo>
                  <a:pt x="234360" y="63372"/>
                  <a:pt x="216026" y="44448"/>
                  <a:pt x="190520" y="44448"/>
                </a:cubicBezTo>
                <a:moveTo>
                  <a:pt x="187929" y="50031"/>
                </a:moveTo>
                <a:cubicBezTo>
                  <a:pt x="204669" y="50031"/>
                  <a:pt x="216425" y="69149"/>
                  <a:pt x="216425" y="96432"/>
                </a:cubicBezTo>
                <a:cubicBezTo>
                  <a:pt x="216425" y="118937"/>
                  <a:pt x="207457" y="132478"/>
                  <a:pt x="192511" y="132478"/>
                </a:cubicBezTo>
                <a:cubicBezTo>
                  <a:pt x="184739" y="132478"/>
                  <a:pt x="177365" y="127701"/>
                  <a:pt x="173181" y="119734"/>
                </a:cubicBezTo>
                <a:cubicBezTo>
                  <a:pt x="167601" y="109377"/>
                  <a:pt x="164411" y="95438"/>
                  <a:pt x="164411" y="81298"/>
                </a:cubicBezTo>
                <a:cubicBezTo>
                  <a:pt x="164411" y="62377"/>
                  <a:pt x="173777" y="50031"/>
                  <a:pt x="187929" y="50031"/>
                </a:cubicBezTo>
                <a:close/>
                <a:moveTo>
                  <a:pt x="349151" y="46395"/>
                </a:moveTo>
                <a:lnTo>
                  <a:pt x="349151" y="49387"/>
                </a:lnTo>
                <a:cubicBezTo>
                  <a:pt x="355926" y="50779"/>
                  <a:pt x="357918" y="52175"/>
                  <a:pt x="357918" y="55563"/>
                </a:cubicBezTo>
                <a:cubicBezTo>
                  <a:pt x="357918" y="58549"/>
                  <a:pt x="356723" y="63332"/>
                  <a:pt x="354530" y="68711"/>
                </a:cubicBezTo>
                <a:lnTo>
                  <a:pt x="336595" y="112938"/>
                </a:lnTo>
                <a:lnTo>
                  <a:pt x="319855" y="68313"/>
                </a:lnTo>
                <a:cubicBezTo>
                  <a:pt x="316468" y="59148"/>
                  <a:pt x="316468" y="59148"/>
                  <a:pt x="316468" y="56557"/>
                </a:cubicBezTo>
                <a:cubicBezTo>
                  <a:pt x="316468" y="52175"/>
                  <a:pt x="318660" y="50779"/>
                  <a:pt x="328026" y="49387"/>
                </a:cubicBezTo>
                <a:lnTo>
                  <a:pt x="328026" y="46395"/>
                </a:lnTo>
                <a:lnTo>
                  <a:pt x="287570" y="46395"/>
                </a:lnTo>
                <a:lnTo>
                  <a:pt x="287570" y="49387"/>
                </a:lnTo>
                <a:cubicBezTo>
                  <a:pt x="294945" y="50183"/>
                  <a:pt x="297335" y="52373"/>
                  <a:pt x="301321" y="63131"/>
                </a:cubicBezTo>
                <a:cubicBezTo>
                  <a:pt x="302717" y="66917"/>
                  <a:pt x="304110" y="70703"/>
                  <a:pt x="305308" y="74288"/>
                </a:cubicBezTo>
                <a:lnTo>
                  <a:pt x="287172" y="113935"/>
                </a:lnTo>
                <a:lnTo>
                  <a:pt x="267443" y="61936"/>
                </a:lnTo>
                <a:cubicBezTo>
                  <a:pt x="266646" y="59945"/>
                  <a:pt x="266248" y="57953"/>
                  <a:pt x="266248" y="55961"/>
                </a:cubicBezTo>
                <a:cubicBezTo>
                  <a:pt x="266248" y="51777"/>
                  <a:pt x="268638" y="50183"/>
                  <a:pt x="275413" y="49387"/>
                </a:cubicBezTo>
                <a:lnTo>
                  <a:pt x="275413" y="46395"/>
                </a:lnTo>
                <a:lnTo>
                  <a:pt x="239543" y="46395"/>
                </a:lnTo>
                <a:lnTo>
                  <a:pt x="239543" y="49387"/>
                </a:lnTo>
                <a:cubicBezTo>
                  <a:pt x="244126" y="49785"/>
                  <a:pt x="245719" y="51777"/>
                  <a:pt x="250104" y="61936"/>
                </a:cubicBezTo>
                <a:lnTo>
                  <a:pt x="277009" y="130070"/>
                </a:lnTo>
                <a:cubicBezTo>
                  <a:pt x="279400" y="136048"/>
                  <a:pt x="280993" y="138837"/>
                  <a:pt x="282188" y="138837"/>
                </a:cubicBezTo>
                <a:cubicBezTo>
                  <a:pt x="283185" y="138837"/>
                  <a:pt x="284779" y="136249"/>
                  <a:pt x="287172" y="131067"/>
                </a:cubicBezTo>
                <a:lnTo>
                  <a:pt x="309492" y="83253"/>
                </a:lnTo>
                <a:lnTo>
                  <a:pt x="327628" y="130271"/>
                </a:lnTo>
                <a:cubicBezTo>
                  <a:pt x="330416" y="137642"/>
                  <a:pt x="331213" y="138837"/>
                  <a:pt x="332411" y="138837"/>
                </a:cubicBezTo>
                <a:cubicBezTo>
                  <a:pt x="333804" y="138837"/>
                  <a:pt x="334801" y="137046"/>
                  <a:pt x="337991" y="129076"/>
                </a:cubicBezTo>
                <a:lnTo>
                  <a:pt x="365493" y="60142"/>
                </a:lnTo>
                <a:cubicBezTo>
                  <a:pt x="369078" y="51777"/>
                  <a:pt x="369677" y="50779"/>
                  <a:pt x="373663" y="49387"/>
                </a:cubicBezTo>
                <a:lnTo>
                  <a:pt x="373663" y="46395"/>
                </a:lnTo>
                <a:lnTo>
                  <a:pt x="349151" y="46395"/>
                </a:lnTo>
                <a:close/>
                <a:moveTo>
                  <a:pt x="382430" y="56806"/>
                </a:moveTo>
                <a:cubicBezTo>
                  <a:pt x="383625" y="56207"/>
                  <a:pt x="385620" y="56010"/>
                  <a:pt x="387812" y="56010"/>
                </a:cubicBezTo>
                <a:cubicBezTo>
                  <a:pt x="393392" y="56010"/>
                  <a:pt x="395183" y="58999"/>
                  <a:pt x="395183" y="68760"/>
                </a:cubicBezTo>
                <a:lnTo>
                  <a:pt x="395183" y="118180"/>
                </a:lnTo>
                <a:cubicBezTo>
                  <a:pt x="395183" y="129538"/>
                  <a:pt x="392991" y="132326"/>
                  <a:pt x="382828" y="133123"/>
                </a:cubicBezTo>
                <a:lnTo>
                  <a:pt x="382828" y="136112"/>
                </a:lnTo>
                <a:lnTo>
                  <a:pt x="425078" y="136112"/>
                </a:lnTo>
                <a:lnTo>
                  <a:pt x="425078" y="133123"/>
                </a:lnTo>
                <a:cubicBezTo>
                  <a:pt x="414913" y="132326"/>
                  <a:pt x="411923" y="129936"/>
                  <a:pt x="411923" y="122763"/>
                </a:cubicBezTo>
                <a:lnTo>
                  <a:pt x="411923" y="66768"/>
                </a:lnTo>
                <a:cubicBezTo>
                  <a:pt x="421490" y="57801"/>
                  <a:pt x="425875" y="55411"/>
                  <a:pt x="432452" y="55411"/>
                </a:cubicBezTo>
                <a:cubicBezTo>
                  <a:pt x="442217" y="55411"/>
                  <a:pt x="447000" y="61587"/>
                  <a:pt x="447000" y="74738"/>
                </a:cubicBezTo>
                <a:lnTo>
                  <a:pt x="447000" y="116386"/>
                </a:lnTo>
                <a:cubicBezTo>
                  <a:pt x="447000" y="128939"/>
                  <a:pt x="444409" y="132326"/>
                  <a:pt x="434444" y="133123"/>
                </a:cubicBezTo>
                <a:lnTo>
                  <a:pt x="434444" y="136112"/>
                </a:lnTo>
                <a:lnTo>
                  <a:pt x="475897" y="136112"/>
                </a:lnTo>
                <a:lnTo>
                  <a:pt x="475897" y="133123"/>
                </a:lnTo>
                <a:cubicBezTo>
                  <a:pt x="466130" y="132129"/>
                  <a:pt x="463740" y="129736"/>
                  <a:pt x="463740" y="119974"/>
                </a:cubicBezTo>
                <a:lnTo>
                  <a:pt x="463740" y="74340"/>
                </a:lnTo>
                <a:cubicBezTo>
                  <a:pt x="463740" y="55611"/>
                  <a:pt x="454970" y="44448"/>
                  <a:pt x="440225" y="44448"/>
                </a:cubicBezTo>
                <a:cubicBezTo>
                  <a:pt x="431057" y="44448"/>
                  <a:pt x="424878" y="47839"/>
                  <a:pt x="411327" y="60592"/>
                </a:cubicBezTo>
                <a:lnTo>
                  <a:pt x="411327" y="44850"/>
                </a:lnTo>
                <a:lnTo>
                  <a:pt x="409932" y="44448"/>
                </a:lnTo>
                <a:cubicBezTo>
                  <a:pt x="400167" y="48037"/>
                  <a:pt x="393392" y="50229"/>
                  <a:pt x="382430" y="53419"/>
                </a:cubicBezTo>
                <a:lnTo>
                  <a:pt x="382430" y="56806"/>
                </a:lnTo>
                <a:close/>
                <a:moveTo>
                  <a:pt x="541659" y="73498"/>
                </a:moveTo>
                <a:lnTo>
                  <a:pt x="540862" y="46395"/>
                </a:lnTo>
                <a:lnTo>
                  <a:pt x="538670" y="46395"/>
                </a:lnTo>
                <a:lnTo>
                  <a:pt x="538271" y="46796"/>
                </a:lnTo>
                <a:cubicBezTo>
                  <a:pt x="536477" y="48189"/>
                  <a:pt x="536280" y="48389"/>
                  <a:pt x="535483" y="48389"/>
                </a:cubicBezTo>
                <a:cubicBezTo>
                  <a:pt x="534288" y="48389"/>
                  <a:pt x="532293" y="47991"/>
                  <a:pt x="530101" y="46994"/>
                </a:cubicBezTo>
                <a:cubicBezTo>
                  <a:pt x="525716" y="45443"/>
                  <a:pt x="521334" y="44643"/>
                  <a:pt x="516152" y="44643"/>
                </a:cubicBezTo>
                <a:cubicBezTo>
                  <a:pt x="500406" y="44643"/>
                  <a:pt x="489049" y="54806"/>
                  <a:pt x="489049" y="69146"/>
                </a:cubicBezTo>
                <a:cubicBezTo>
                  <a:pt x="489049" y="80297"/>
                  <a:pt x="495426" y="88264"/>
                  <a:pt x="512366" y="97825"/>
                </a:cubicBezTo>
                <a:lnTo>
                  <a:pt x="523925" y="104399"/>
                </a:lnTo>
                <a:cubicBezTo>
                  <a:pt x="530897" y="108383"/>
                  <a:pt x="534288" y="113163"/>
                  <a:pt x="534288" y="119336"/>
                </a:cubicBezTo>
                <a:cubicBezTo>
                  <a:pt x="534288" y="128100"/>
                  <a:pt x="527908" y="133677"/>
                  <a:pt x="517746" y="133677"/>
                </a:cubicBezTo>
                <a:cubicBezTo>
                  <a:pt x="510970" y="133677"/>
                  <a:pt x="504791" y="131086"/>
                  <a:pt x="501006" y="126704"/>
                </a:cubicBezTo>
                <a:cubicBezTo>
                  <a:pt x="496821" y="121726"/>
                  <a:pt x="495027" y="117143"/>
                  <a:pt x="492436" y="105792"/>
                </a:cubicBezTo>
                <a:lnTo>
                  <a:pt x="489247" y="105792"/>
                </a:lnTo>
                <a:lnTo>
                  <a:pt x="489247" y="136863"/>
                </a:lnTo>
                <a:lnTo>
                  <a:pt x="491837" y="136863"/>
                </a:lnTo>
                <a:cubicBezTo>
                  <a:pt x="493233" y="134872"/>
                  <a:pt x="494030" y="134473"/>
                  <a:pt x="496423" y="134473"/>
                </a:cubicBezTo>
                <a:cubicBezTo>
                  <a:pt x="498217" y="134519"/>
                  <a:pt x="501006" y="134917"/>
                  <a:pt x="505588" y="136112"/>
                </a:cubicBezTo>
                <a:cubicBezTo>
                  <a:pt x="511168" y="137262"/>
                  <a:pt x="516550" y="138058"/>
                  <a:pt x="520136" y="138058"/>
                </a:cubicBezTo>
                <a:cubicBezTo>
                  <a:pt x="535483" y="138058"/>
                  <a:pt x="548236" y="126506"/>
                  <a:pt x="548236" y="112564"/>
                </a:cubicBezTo>
                <a:cubicBezTo>
                  <a:pt x="548236" y="102605"/>
                  <a:pt x="543453" y="96034"/>
                  <a:pt x="531496" y="88863"/>
                </a:cubicBezTo>
                <a:lnTo>
                  <a:pt x="509973" y="76116"/>
                </a:lnTo>
                <a:cubicBezTo>
                  <a:pt x="504393" y="72929"/>
                  <a:pt x="501404" y="67951"/>
                  <a:pt x="501404" y="62572"/>
                </a:cubicBezTo>
                <a:cubicBezTo>
                  <a:pt x="501404" y="54605"/>
                  <a:pt x="507583" y="49028"/>
                  <a:pt x="516748" y="49028"/>
                </a:cubicBezTo>
                <a:cubicBezTo>
                  <a:pt x="528109" y="49028"/>
                  <a:pt x="534087" y="55800"/>
                  <a:pt x="538670" y="73528"/>
                </a:cubicBezTo>
                <a:lnTo>
                  <a:pt x="541659" y="73498"/>
                </a:lnTo>
                <a:close/>
                <a:moveTo>
                  <a:pt x="607224" y="46395"/>
                </a:moveTo>
                <a:lnTo>
                  <a:pt x="587097" y="46395"/>
                </a:lnTo>
                <a:lnTo>
                  <a:pt x="587097" y="23278"/>
                </a:lnTo>
                <a:cubicBezTo>
                  <a:pt x="587097" y="21286"/>
                  <a:pt x="586899" y="20687"/>
                  <a:pt x="585701" y="20687"/>
                </a:cubicBezTo>
                <a:cubicBezTo>
                  <a:pt x="584309" y="22481"/>
                  <a:pt x="583110" y="24275"/>
                  <a:pt x="581718" y="26267"/>
                </a:cubicBezTo>
                <a:cubicBezTo>
                  <a:pt x="574143" y="37229"/>
                  <a:pt x="565574" y="46796"/>
                  <a:pt x="562387" y="47593"/>
                </a:cubicBezTo>
                <a:cubicBezTo>
                  <a:pt x="560194" y="48985"/>
                  <a:pt x="558996" y="50381"/>
                  <a:pt x="558996" y="51379"/>
                </a:cubicBezTo>
                <a:cubicBezTo>
                  <a:pt x="558996" y="51978"/>
                  <a:pt x="559197" y="52376"/>
                  <a:pt x="559796" y="52774"/>
                </a:cubicBezTo>
                <a:lnTo>
                  <a:pt x="570357" y="52774"/>
                </a:lnTo>
                <a:lnTo>
                  <a:pt x="570357" y="112752"/>
                </a:lnTo>
                <a:cubicBezTo>
                  <a:pt x="570357" y="129489"/>
                  <a:pt x="576335" y="138058"/>
                  <a:pt x="588094" y="138058"/>
                </a:cubicBezTo>
                <a:cubicBezTo>
                  <a:pt x="597859" y="138058"/>
                  <a:pt x="605430" y="133278"/>
                  <a:pt x="612008" y="122915"/>
                </a:cubicBezTo>
                <a:lnTo>
                  <a:pt x="609417" y="120722"/>
                </a:lnTo>
                <a:cubicBezTo>
                  <a:pt x="605233" y="125703"/>
                  <a:pt x="601845" y="127698"/>
                  <a:pt x="597460" y="127698"/>
                </a:cubicBezTo>
                <a:cubicBezTo>
                  <a:pt x="590086" y="127698"/>
                  <a:pt x="587097" y="122316"/>
                  <a:pt x="587097" y="109763"/>
                </a:cubicBezTo>
                <a:lnTo>
                  <a:pt x="587097" y="52774"/>
                </a:lnTo>
                <a:lnTo>
                  <a:pt x="607224" y="52774"/>
                </a:lnTo>
                <a:lnTo>
                  <a:pt x="607224" y="46395"/>
                </a:lnTo>
                <a:close/>
                <a:moveTo>
                  <a:pt x="613203" y="58400"/>
                </a:moveTo>
                <a:cubicBezTo>
                  <a:pt x="615995" y="57801"/>
                  <a:pt x="617789" y="57600"/>
                  <a:pt x="620179" y="57600"/>
                </a:cubicBezTo>
                <a:cubicBezTo>
                  <a:pt x="625160" y="57600"/>
                  <a:pt x="626954" y="60790"/>
                  <a:pt x="626954" y="69557"/>
                </a:cubicBezTo>
                <a:lnTo>
                  <a:pt x="626954" y="119375"/>
                </a:lnTo>
                <a:cubicBezTo>
                  <a:pt x="626954" y="129337"/>
                  <a:pt x="625558" y="130733"/>
                  <a:pt x="612805" y="133123"/>
                </a:cubicBezTo>
                <a:lnTo>
                  <a:pt x="612805" y="136112"/>
                </a:lnTo>
                <a:lnTo>
                  <a:pt x="660635" y="136112"/>
                </a:lnTo>
                <a:lnTo>
                  <a:pt x="660635" y="133123"/>
                </a:lnTo>
                <a:cubicBezTo>
                  <a:pt x="647082" y="132527"/>
                  <a:pt x="643694" y="129538"/>
                  <a:pt x="643694" y="118180"/>
                </a:cubicBezTo>
                <a:lnTo>
                  <a:pt x="643694" y="73343"/>
                </a:lnTo>
                <a:cubicBezTo>
                  <a:pt x="643694" y="66966"/>
                  <a:pt x="652263" y="57004"/>
                  <a:pt x="657646" y="57004"/>
                </a:cubicBezTo>
                <a:cubicBezTo>
                  <a:pt x="658841" y="57004"/>
                  <a:pt x="660635" y="58002"/>
                  <a:pt x="662827" y="59993"/>
                </a:cubicBezTo>
                <a:cubicBezTo>
                  <a:pt x="666014" y="62782"/>
                  <a:pt x="668207" y="63977"/>
                  <a:pt x="670797" y="63977"/>
                </a:cubicBezTo>
                <a:cubicBezTo>
                  <a:pt x="675581" y="63977"/>
                  <a:pt x="678570" y="60589"/>
                  <a:pt x="678570" y="55012"/>
                </a:cubicBezTo>
                <a:cubicBezTo>
                  <a:pt x="678570" y="48435"/>
                  <a:pt x="674386" y="44448"/>
                  <a:pt x="667611" y="44448"/>
                </a:cubicBezTo>
                <a:cubicBezTo>
                  <a:pt x="659239" y="44448"/>
                  <a:pt x="653461" y="49034"/>
                  <a:pt x="643694" y="63180"/>
                </a:cubicBezTo>
                <a:lnTo>
                  <a:pt x="643694" y="44850"/>
                </a:lnTo>
                <a:lnTo>
                  <a:pt x="642700" y="44448"/>
                </a:lnTo>
                <a:cubicBezTo>
                  <a:pt x="632136" y="48833"/>
                  <a:pt x="624962" y="51424"/>
                  <a:pt x="613203" y="55210"/>
                </a:cubicBezTo>
                <a:lnTo>
                  <a:pt x="613203" y="58400"/>
                </a:lnTo>
                <a:close/>
                <a:moveTo>
                  <a:pt x="759480" y="103374"/>
                </a:moveTo>
                <a:cubicBezTo>
                  <a:pt x="749916" y="118527"/>
                  <a:pt x="741344" y="124311"/>
                  <a:pt x="728590" y="124311"/>
                </a:cubicBezTo>
                <a:cubicBezTo>
                  <a:pt x="717233" y="124311"/>
                  <a:pt x="708664" y="118527"/>
                  <a:pt x="702883" y="107163"/>
                </a:cubicBezTo>
                <a:cubicBezTo>
                  <a:pt x="699295" y="99585"/>
                  <a:pt x="697902" y="93005"/>
                  <a:pt x="697504" y="80841"/>
                </a:cubicBezTo>
                <a:lnTo>
                  <a:pt x="758884" y="80841"/>
                </a:lnTo>
                <a:cubicBezTo>
                  <a:pt x="757287" y="67912"/>
                  <a:pt x="755295" y="62152"/>
                  <a:pt x="750314" y="55797"/>
                </a:cubicBezTo>
                <a:cubicBezTo>
                  <a:pt x="744333" y="48636"/>
                  <a:pt x="735168" y="44448"/>
                  <a:pt x="724805" y="44448"/>
                </a:cubicBezTo>
                <a:cubicBezTo>
                  <a:pt x="714840" y="44448"/>
                  <a:pt x="705474" y="48037"/>
                  <a:pt x="697902" y="54803"/>
                </a:cubicBezTo>
                <a:cubicBezTo>
                  <a:pt x="688533" y="62946"/>
                  <a:pt x="683154" y="77056"/>
                  <a:pt x="683154" y="93403"/>
                </a:cubicBezTo>
                <a:cubicBezTo>
                  <a:pt x="683154" y="120920"/>
                  <a:pt x="697504" y="138058"/>
                  <a:pt x="720420" y="138058"/>
                </a:cubicBezTo>
                <a:cubicBezTo>
                  <a:pt x="739352" y="138058"/>
                  <a:pt x="754298" y="126302"/>
                  <a:pt x="762669" y="104770"/>
                </a:cubicBezTo>
                <a:lnTo>
                  <a:pt x="759480" y="103374"/>
                </a:lnTo>
                <a:moveTo>
                  <a:pt x="697902" y="74465"/>
                </a:moveTo>
                <a:cubicBezTo>
                  <a:pt x="700091" y="58975"/>
                  <a:pt x="706870" y="51625"/>
                  <a:pt x="719024" y="51625"/>
                </a:cubicBezTo>
                <a:cubicBezTo>
                  <a:pt x="731181" y="51625"/>
                  <a:pt x="735965" y="57187"/>
                  <a:pt x="738555" y="74465"/>
                </a:cubicBezTo>
                <a:lnTo>
                  <a:pt x="697902" y="74465"/>
                </a:lnTo>
                <a:close/>
                <a:moveTo>
                  <a:pt x="854738" y="122918"/>
                </a:moveTo>
                <a:cubicBezTo>
                  <a:pt x="851350" y="125703"/>
                  <a:pt x="848960" y="126701"/>
                  <a:pt x="845971" y="126701"/>
                </a:cubicBezTo>
                <a:cubicBezTo>
                  <a:pt x="841388" y="126701"/>
                  <a:pt x="839993" y="123912"/>
                  <a:pt x="839993" y="115152"/>
                </a:cubicBezTo>
                <a:lnTo>
                  <a:pt x="839993" y="76317"/>
                </a:lnTo>
                <a:cubicBezTo>
                  <a:pt x="839993" y="65959"/>
                  <a:pt x="838995" y="60185"/>
                  <a:pt x="836006" y="55405"/>
                </a:cubicBezTo>
                <a:cubicBezTo>
                  <a:pt x="831621" y="48237"/>
                  <a:pt x="823052" y="44448"/>
                  <a:pt x="811296" y="44448"/>
                </a:cubicBezTo>
                <a:cubicBezTo>
                  <a:pt x="792561" y="44448"/>
                  <a:pt x="777816" y="54210"/>
                  <a:pt x="777816" y="66756"/>
                </a:cubicBezTo>
                <a:cubicBezTo>
                  <a:pt x="777816" y="71339"/>
                  <a:pt x="781799" y="75319"/>
                  <a:pt x="786385" y="75319"/>
                </a:cubicBezTo>
                <a:cubicBezTo>
                  <a:pt x="791165" y="75319"/>
                  <a:pt x="795353" y="71339"/>
                  <a:pt x="795353" y="66957"/>
                </a:cubicBezTo>
                <a:cubicBezTo>
                  <a:pt x="795353" y="66160"/>
                  <a:pt x="795152" y="65163"/>
                  <a:pt x="794954" y="63770"/>
                </a:cubicBezTo>
                <a:cubicBezTo>
                  <a:pt x="794556" y="61979"/>
                  <a:pt x="794355" y="60386"/>
                  <a:pt x="794355" y="58990"/>
                </a:cubicBezTo>
                <a:cubicBezTo>
                  <a:pt x="794355" y="53614"/>
                  <a:pt x="800732" y="49232"/>
                  <a:pt x="808705" y="49232"/>
                </a:cubicBezTo>
                <a:cubicBezTo>
                  <a:pt x="818469" y="49232"/>
                  <a:pt x="823849" y="55006"/>
                  <a:pt x="823849" y="65762"/>
                </a:cubicBezTo>
                <a:lnTo>
                  <a:pt x="823849" y="77910"/>
                </a:lnTo>
                <a:cubicBezTo>
                  <a:pt x="793160" y="90256"/>
                  <a:pt x="789773" y="91849"/>
                  <a:pt x="781203" y="99418"/>
                </a:cubicBezTo>
                <a:cubicBezTo>
                  <a:pt x="776819" y="103402"/>
                  <a:pt x="774027" y="110171"/>
                  <a:pt x="774027" y="116742"/>
                </a:cubicBezTo>
                <a:cubicBezTo>
                  <a:pt x="774027" y="129292"/>
                  <a:pt x="782797" y="138058"/>
                  <a:pt x="794954" y="138058"/>
                </a:cubicBezTo>
                <a:cubicBezTo>
                  <a:pt x="803721" y="138058"/>
                  <a:pt x="811892" y="133874"/>
                  <a:pt x="824049" y="123511"/>
                </a:cubicBezTo>
                <a:cubicBezTo>
                  <a:pt x="825047" y="133874"/>
                  <a:pt x="828632" y="138058"/>
                  <a:pt x="836803" y="138058"/>
                </a:cubicBezTo>
                <a:cubicBezTo>
                  <a:pt x="843578" y="138058"/>
                  <a:pt x="847765" y="135668"/>
                  <a:pt x="854738" y="128097"/>
                </a:cubicBezTo>
                <a:lnTo>
                  <a:pt x="854738" y="122918"/>
                </a:lnTo>
                <a:moveTo>
                  <a:pt x="823849" y="111554"/>
                </a:moveTo>
                <a:cubicBezTo>
                  <a:pt x="823849" y="117733"/>
                  <a:pt x="822854" y="119527"/>
                  <a:pt x="818667" y="121918"/>
                </a:cubicBezTo>
                <a:cubicBezTo>
                  <a:pt x="813887" y="124709"/>
                  <a:pt x="808307" y="126500"/>
                  <a:pt x="804119" y="126500"/>
                </a:cubicBezTo>
                <a:cubicBezTo>
                  <a:pt x="797147" y="126500"/>
                  <a:pt x="791567" y="119725"/>
                  <a:pt x="791567" y="111156"/>
                </a:cubicBezTo>
                <a:lnTo>
                  <a:pt x="791567" y="110359"/>
                </a:lnTo>
                <a:cubicBezTo>
                  <a:pt x="791567" y="98600"/>
                  <a:pt x="799735" y="91427"/>
                  <a:pt x="823849" y="82657"/>
                </a:cubicBezTo>
                <a:lnTo>
                  <a:pt x="823849" y="111554"/>
                </a:lnTo>
                <a:close/>
                <a:moveTo>
                  <a:pt x="858926" y="56806"/>
                </a:moveTo>
                <a:cubicBezTo>
                  <a:pt x="861517" y="56207"/>
                  <a:pt x="863110" y="56010"/>
                  <a:pt x="865302" y="56010"/>
                </a:cubicBezTo>
                <a:cubicBezTo>
                  <a:pt x="870484" y="56010"/>
                  <a:pt x="872278" y="59197"/>
                  <a:pt x="872278" y="68760"/>
                </a:cubicBezTo>
                <a:lnTo>
                  <a:pt x="872278" y="119175"/>
                </a:lnTo>
                <a:cubicBezTo>
                  <a:pt x="872278" y="129936"/>
                  <a:pt x="869487" y="132925"/>
                  <a:pt x="858327" y="133123"/>
                </a:cubicBezTo>
                <a:lnTo>
                  <a:pt x="858327" y="136112"/>
                </a:lnTo>
                <a:lnTo>
                  <a:pt x="902568" y="136112"/>
                </a:lnTo>
                <a:lnTo>
                  <a:pt x="902568" y="133123"/>
                </a:lnTo>
                <a:cubicBezTo>
                  <a:pt x="892007" y="132725"/>
                  <a:pt x="889018" y="130535"/>
                  <a:pt x="889018" y="122763"/>
                </a:cubicBezTo>
                <a:lnTo>
                  <a:pt x="889018" y="66571"/>
                </a:lnTo>
                <a:cubicBezTo>
                  <a:pt x="889018" y="66172"/>
                  <a:pt x="890612" y="64178"/>
                  <a:pt x="892007" y="62785"/>
                </a:cubicBezTo>
                <a:cubicBezTo>
                  <a:pt x="896988" y="58199"/>
                  <a:pt x="905557" y="54812"/>
                  <a:pt x="912533" y="54812"/>
                </a:cubicBezTo>
                <a:cubicBezTo>
                  <a:pt x="921300" y="54812"/>
                  <a:pt x="925685" y="61787"/>
                  <a:pt x="925685" y="75736"/>
                </a:cubicBezTo>
                <a:lnTo>
                  <a:pt x="925685" y="118977"/>
                </a:lnTo>
                <a:cubicBezTo>
                  <a:pt x="925685" y="130137"/>
                  <a:pt x="923493" y="132326"/>
                  <a:pt x="912135" y="133123"/>
                </a:cubicBezTo>
                <a:lnTo>
                  <a:pt x="912135" y="136112"/>
                </a:lnTo>
                <a:lnTo>
                  <a:pt x="956775" y="136112"/>
                </a:lnTo>
                <a:lnTo>
                  <a:pt x="956775" y="133123"/>
                </a:lnTo>
                <a:cubicBezTo>
                  <a:pt x="945414" y="132925"/>
                  <a:pt x="942425" y="129538"/>
                  <a:pt x="942425" y="117183"/>
                </a:cubicBezTo>
                <a:lnTo>
                  <a:pt x="942425" y="66969"/>
                </a:lnTo>
                <a:cubicBezTo>
                  <a:pt x="948403" y="58400"/>
                  <a:pt x="954981" y="54812"/>
                  <a:pt x="964149" y="54812"/>
                </a:cubicBezTo>
                <a:cubicBezTo>
                  <a:pt x="975507" y="54812"/>
                  <a:pt x="979095" y="60194"/>
                  <a:pt x="979095" y="76733"/>
                </a:cubicBezTo>
                <a:lnTo>
                  <a:pt x="979095" y="118776"/>
                </a:lnTo>
                <a:cubicBezTo>
                  <a:pt x="979095" y="130137"/>
                  <a:pt x="977501" y="131730"/>
                  <a:pt x="965943" y="133123"/>
                </a:cubicBezTo>
                <a:lnTo>
                  <a:pt x="965943" y="136112"/>
                </a:lnTo>
                <a:lnTo>
                  <a:pt x="1009586" y="136112"/>
                </a:lnTo>
                <a:lnTo>
                  <a:pt x="1009586" y="133123"/>
                </a:lnTo>
                <a:lnTo>
                  <a:pt x="1004404" y="132725"/>
                </a:lnTo>
                <a:cubicBezTo>
                  <a:pt x="998426" y="132326"/>
                  <a:pt x="995835" y="128741"/>
                  <a:pt x="995835" y="120969"/>
                </a:cubicBezTo>
                <a:lnTo>
                  <a:pt x="995835" y="79920"/>
                </a:lnTo>
                <a:cubicBezTo>
                  <a:pt x="995835" y="56408"/>
                  <a:pt x="988062" y="44448"/>
                  <a:pt x="972718" y="44448"/>
                </a:cubicBezTo>
                <a:cubicBezTo>
                  <a:pt x="961160" y="44448"/>
                  <a:pt x="950994" y="49630"/>
                  <a:pt x="940232" y="61188"/>
                </a:cubicBezTo>
                <a:cubicBezTo>
                  <a:pt x="936647" y="49831"/>
                  <a:pt x="929872" y="44448"/>
                  <a:pt x="919111" y="44448"/>
                </a:cubicBezTo>
                <a:cubicBezTo>
                  <a:pt x="910341" y="44448"/>
                  <a:pt x="904761" y="47240"/>
                  <a:pt x="888218" y="59796"/>
                </a:cubicBezTo>
                <a:lnTo>
                  <a:pt x="888218" y="44850"/>
                </a:lnTo>
                <a:lnTo>
                  <a:pt x="886826" y="44448"/>
                </a:lnTo>
                <a:cubicBezTo>
                  <a:pt x="876660" y="48237"/>
                  <a:pt x="869885" y="50430"/>
                  <a:pt x="858926" y="53419"/>
                </a:cubicBezTo>
                <a:lnTo>
                  <a:pt x="858926" y="56806"/>
                </a:lnTo>
                <a:close/>
                <a:moveTo>
                  <a:pt x="1194324" y="21903"/>
                </a:moveTo>
                <a:lnTo>
                  <a:pt x="1194324" y="112196"/>
                </a:lnTo>
                <a:cubicBezTo>
                  <a:pt x="1194324" y="128738"/>
                  <a:pt x="1191931" y="131332"/>
                  <a:pt x="1176188" y="132326"/>
                </a:cubicBezTo>
                <a:lnTo>
                  <a:pt x="1176188" y="136112"/>
                </a:lnTo>
                <a:lnTo>
                  <a:pt x="1231988" y="136112"/>
                </a:lnTo>
                <a:lnTo>
                  <a:pt x="1231988" y="132326"/>
                </a:lnTo>
                <a:cubicBezTo>
                  <a:pt x="1217441" y="131332"/>
                  <a:pt x="1214652" y="128541"/>
                  <a:pt x="1214652" y="114388"/>
                </a:cubicBezTo>
                <a:lnTo>
                  <a:pt x="1214652" y="25890"/>
                </a:lnTo>
                <a:cubicBezTo>
                  <a:pt x="1214652" y="11738"/>
                  <a:pt x="1217243" y="9147"/>
                  <a:pt x="1231988" y="7952"/>
                </a:cubicBezTo>
                <a:lnTo>
                  <a:pt x="1231988" y="4163"/>
                </a:lnTo>
                <a:lnTo>
                  <a:pt x="1192329" y="4163"/>
                </a:lnTo>
                <a:lnTo>
                  <a:pt x="1148288" y="104822"/>
                </a:lnTo>
                <a:lnTo>
                  <a:pt x="1102253" y="4163"/>
                </a:lnTo>
                <a:lnTo>
                  <a:pt x="1062794" y="4163"/>
                </a:lnTo>
                <a:lnTo>
                  <a:pt x="1062794" y="7952"/>
                </a:lnTo>
                <a:cubicBezTo>
                  <a:pt x="1079136" y="8946"/>
                  <a:pt x="1081727" y="11339"/>
                  <a:pt x="1081727" y="25890"/>
                </a:cubicBezTo>
                <a:lnTo>
                  <a:pt x="1081727" y="106814"/>
                </a:lnTo>
                <a:cubicBezTo>
                  <a:pt x="1081727" y="127345"/>
                  <a:pt x="1078935" y="131131"/>
                  <a:pt x="1062396" y="132326"/>
                </a:cubicBezTo>
                <a:lnTo>
                  <a:pt x="1062396" y="136112"/>
                </a:lnTo>
                <a:lnTo>
                  <a:pt x="1109228" y="136112"/>
                </a:lnTo>
                <a:lnTo>
                  <a:pt x="1109228" y="132326"/>
                </a:lnTo>
                <a:cubicBezTo>
                  <a:pt x="1093884" y="131530"/>
                  <a:pt x="1090497" y="126947"/>
                  <a:pt x="1090497" y="106814"/>
                </a:cubicBezTo>
                <a:lnTo>
                  <a:pt x="1090497" y="26486"/>
                </a:lnTo>
                <a:lnTo>
                  <a:pt x="1140516" y="136112"/>
                </a:lnTo>
                <a:lnTo>
                  <a:pt x="1143307" y="136112"/>
                </a:lnTo>
                <a:lnTo>
                  <a:pt x="1194324" y="21903"/>
                </a:lnTo>
                <a:close/>
                <a:moveTo>
                  <a:pt x="1286993" y="44448"/>
                </a:moveTo>
                <a:cubicBezTo>
                  <a:pt x="1261085" y="44448"/>
                  <a:pt x="1242949" y="63572"/>
                  <a:pt x="1242949" y="91056"/>
                </a:cubicBezTo>
                <a:cubicBezTo>
                  <a:pt x="1242949" y="117940"/>
                  <a:pt x="1261483" y="138058"/>
                  <a:pt x="1286592" y="138058"/>
                </a:cubicBezTo>
                <a:cubicBezTo>
                  <a:pt x="1311703" y="138058"/>
                  <a:pt x="1330833" y="116946"/>
                  <a:pt x="1330833" y="89462"/>
                </a:cubicBezTo>
                <a:cubicBezTo>
                  <a:pt x="1330833" y="63372"/>
                  <a:pt x="1312500" y="44448"/>
                  <a:pt x="1286993" y="44448"/>
                </a:cubicBezTo>
                <a:moveTo>
                  <a:pt x="1284402" y="50031"/>
                </a:moveTo>
                <a:cubicBezTo>
                  <a:pt x="1301142" y="50031"/>
                  <a:pt x="1312898" y="69149"/>
                  <a:pt x="1312898" y="96432"/>
                </a:cubicBezTo>
                <a:cubicBezTo>
                  <a:pt x="1312898" y="118937"/>
                  <a:pt x="1303931" y="132478"/>
                  <a:pt x="1288985" y="132478"/>
                </a:cubicBezTo>
                <a:cubicBezTo>
                  <a:pt x="1281212" y="132478"/>
                  <a:pt x="1273838" y="127701"/>
                  <a:pt x="1269654" y="119734"/>
                </a:cubicBezTo>
                <a:cubicBezTo>
                  <a:pt x="1264074" y="109377"/>
                  <a:pt x="1260884" y="95438"/>
                  <a:pt x="1260884" y="81298"/>
                </a:cubicBezTo>
                <a:cubicBezTo>
                  <a:pt x="1260884" y="62377"/>
                  <a:pt x="1270250" y="50031"/>
                  <a:pt x="1284402" y="50031"/>
                </a:cubicBezTo>
                <a:close/>
                <a:moveTo>
                  <a:pt x="1405368" y="138058"/>
                </a:moveTo>
                <a:lnTo>
                  <a:pt x="1434663" y="127698"/>
                </a:lnTo>
                <a:lnTo>
                  <a:pt x="1434663" y="124511"/>
                </a:lnTo>
                <a:cubicBezTo>
                  <a:pt x="1431075" y="124709"/>
                  <a:pt x="1430677" y="124709"/>
                  <a:pt x="1430078" y="124709"/>
                </a:cubicBezTo>
                <a:cubicBezTo>
                  <a:pt x="1422904" y="124709"/>
                  <a:pt x="1421311" y="122520"/>
                  <a:pt x="1421311" y="113357"/>
                </a:cubicBezTo>
                <a:lnTo>
                  <a:pt x="1421311" y="407"/>
                </a:lnTo>
                <a:lnTo>
                  <a:pt x="1420314" y="9"/>
                </a:lnTo>
                <a:cubicBezTo>
                  <a:pt x="1410747" y="3397"/>
                  <a:pt x="1403774" y="5388"/>
                  <a:pt x="1391018" y="8779"/>
                </a:cubicBezTo>
                <a:lnTo>
                  <a:pt x="1391018" y="11966"/>
                </a:lnTo>
                <a:cubicBezTo>
                  <a:pt x="1392614" y="11768"/>
                  <a:pt x="1393809" y="11768"/>
                  <a:pt x="1395403" y="11768"/>
                </a:cubicBezTo>
                <a:cubicBezTo>
                  <a:pt x="1402777" y="11768"/>
                  <a:pt x="1404571" y="13760"/>
                  <a:pt x="1404571" y="21931"/>
                </a:cubicBezTo>
                <a:lnTo>
                  <a:pt x="1404571" y="53018"/>
                </a:lnTo>
                <a:cubicBezTo>
                  <a:pt x="1396996" y="46641"/>
                  <a:pt x="1391617" y="44448"/>
                  <a:pt x="1383644" y="44448"/>
                </a:cubicBezTo>
                <a:cubicBezTo>
                  <a:pt x="1360728" y="44448"/>
                  <a:pt x="1342194" y="66957"/>
                  <a:pt x="1342194" y="95237"/>
                </a:cubicBezTo>
                <a:cubicBezTo>
                  <a:pt x="1342194" y="120725"/>
                  <a:pt x="1357140" y="138058"/>
                  <a:pt x="1379061" y="138058"/>
                </a:cubicBezTo>
                <a:cubicBezTo>
                  <a:pt x="1390221" y="138058"/>
                  <a:pt x="1397796" y="134075"/>
                  <a:pt x="1404571" y="124709"/>
                </a:cubicBezTo>
                <a:lnTo>
                  <a:pt x="1404571" y="137462"/>
                </a:lnTo>
                <a:lnTo>
                  <a:pt x="1405368" y="138058"/>
                </a:lnTo>
                <a:moveTo>
                  <a:pt x="1404571" y="115748"/>
                </a:moveTo>
                <a:cubicBezTo>
                  <a:pt x="1404571" y="117143"/>
                  <a:pt x="1403175" y="119533"/>
                  <a:pt x="1401183" y="121723"/>
                </a:cubicBezTo>
                <a:cubicBezTo>
                  <a:pt x="1397595" y="125706"/>
                  <a:pt x="1392614" y="127698"/>
                  <a:pt x="1386834" y="127698"/>
                </a:cubicBezTo>
                <a:cubicBezTo>
                  <a:pt x="1370294" y="127698"/>
                  <a:pt x="1359332" y="111764"/>
                  <a:pt x="1359332" y="87270"/>
                </a:cubicBezTo>
                <a:cubicBezTo>
                  <a:pt x="1359332" y="64767"/>
                  <a:pt x="1369096" y="50031"/>
                  <a:pt x="1384243" y="50031"/>
                </a:cubicBezTo>
                <a:cubicBezTo>
                  <a:pt x="1394807" y="50031"/>
                  <a:pt x="1404571" y="59388"/>
                  <a:pt x="1404571" y="69943"/>
                </a:cubicBezTo>
                <a:lnTo>
                  <a:pt x="1404571" y="115748"/>
                </a:lnTo>
                <a:close/>
                <a:moveTo>
                  <a:pt x="1531913" y="126111"/>
                </a:moveTo>
                <a:lnTo>
                  <a:pt x="1530919" y="126111"/>
                </a:lnTo>
                <a:cubicBezTo>
                  <a:pt x="1521750" y="126111"/>
                  <a:pt x="1519558" y="123918"/>
                  <a:pt x="1519558" y="114750"/>
                </a:cubicBezTo>
                <a:lnTo>
                  <a:pt x="1519558" y="46395"/>
                </a:lnTo>
                <a:lnTo>
                  <a:pt x="1488070" y="46395"/>
                </a:lnTo>
                <a:lnTo>
                  <a:pt x="1488070" y="49785"/>
                </a:lnTo>
                <a:cubicBezTo>
                  <a:pt x="1500428" y="50381"/>
                  <a:pt x="1502818" y="52376"/>
                  <a:pt x="1502818" y="62338"/>
                </a:cubicBezTo>
                <a:lnTo>
                  <a:pt x="1502818" y="109164"/>
                </a:lnTo>
                <a:cubicBezTo>
                  <a:pt x="1502818" y="114744"/>
                  <a:pt x="1501821" y="117536"/>
                  <a:pt x="1499032" y="119725"/>
                </a:cubicBezTo>
                <a:cubicBezTo>
                  <a:pt x="1493650" y="124110"/>
                  <a:pt x="1487474" y="126500"/>
                  <a:pt x="1481495" y="126500"/>
                </a:cubicBezTo>
                <a:cubicBezTo>
                  <a:pt x="1473723" y="126500"/>
                  <a:pt x="1467346" y="119725"/>
                  <a:pt x="1467346" y="111357"/>
                </a:cubicBezTo>
                <a:lnTo>
                  <a:pt x="1467346" y="46395"/>
                </a:lnTo>
                <a:lnTo>
                  <a:pt x="1438248" y="46395"/>
                </a:lnTo>
                <a:lnTo>
                  <a:pt x="1438248" y="49186"/>
                </a:lnTo>
                <a:cubicBezTo>
                  <a:pt x="1447815" y="49785"/>
                  <a:pt x="1450606" y="52774"/>
                  <a:pt x="1450606" y="61939"/>
                </a:cubicBezTo>
                <a:lnTo>
                  <a:pt x="1450606" y="112153"/>
                </a:lnTo>
                <a:cubicBezTo>
                  <a:pt x="1450606" y="127896"/>
                  <a:pt x="1460170" y="138058"/>
                  <a:pt x="1474717" y="138058"/>
                </a:cubicBezTo>
                <a:cubicBezTo>
                  <a:pt x="1482091" y="138058"/>
                  <a:pt x="1489864" y="134872"/>
                  <a:pt x="1495246" y="129489"/>
                </a:cubicBezTo>
                <a:lnTo>
                  <a:pt x="1503815" y="120923"/>
                </a:lnTo>
                <a:lnTo>
                  <a:pt x="1503815" y="137462"/>
                </a:lnTo>
                <a:lnTo>
                  <a:pt x="1504612" y="137864"/>
                </a:lnTo>
                <a:cubicBezTo>
                  <a:pt x="1514577" y="133880"/>
                  <a:pt x="1521750" y="131688"/>
                  <a:pt x="1531913" y="128896"/>
                </a:cubicBezTo>
                <a:lnTo>
                  <a:pt x="1531913" y="126111"/>
                </a:lnTo>
                <a:close/>
                <a:moveTo>
                  <a:pt x="1539886" y="11957"/>
                </a:moveTo>
                <a:lnTo>
                  <a:pt x="1541081" y="11957"/>
                </a:lnTo>
                <a:cubicBezTo>
                  <a:pt x="1543274" y="11759"/>
                  <a:pt x="1545664" y="11558"/>
                  <a:pt x="1547260" y="11558"/>
                </a:cubicBezTo>
                <a:cubicBezTo>
                  <a:pt x="1553637" y="11558"/>
                  <a:pt x="1555629" y="14350"/>
                  <a:pt x="1555629" y="23716"/>
                </a:cubicBezTo>
                <a:lnTo>
                  <a:pt x="1555629" y="118776"/>
                </a:lnTo>
                <a:cubicBezTo>
                  <a:pt x="1555629" y="129538"/>
                  <a:pt x="1552840" y="132129"/>
                  <a:pt x="1540285" y="133123"/>
                </a:cubicBezTo>
                <a:lnTo>
                  <a:pt x="1540285" y="136112"/>
                </a:lnTo>
                <a:lnTo>
                  <a:pt x="1587315" y="136112"/>
                </a:lnTo>
                <a:lnTo>
                  <a:pt x="1587315" y="133123"/>
                </a:lnTo>
                <a:cubicBezTo>
                  <a:pt x="1574762" y="132326"/>
                  <a:pt x="1572369" y="130335"/>
                  <a:pt x="1572369" y="119372"/>
                </a:cubicBezTo>
                <a:lnTo>
                  <a:pt x="1572369" y="398"/>
                </a:lnTo>
                <a:lnTo>
                  <a:pt x="1571572" y="0"/>
                </a:lnTo>
                <a:cubicBezTo>
                  <a:pt x="1561209" y="3388"/>
                  <a:pt x="1553637" y="5382"/>
                  <a:pt x="1539886" y="8770"/>
                </a:cubicBezTo>
                <a:lnTo>
                  <a:pt x="1539886" y="11957"/>
                </a:lnTo>
                <a:close/>
                <a:moveTo>
                  <a:pt x="1672809" y="103374"/>
                </a:moveTo>
                <a:cubicBezTo>
                  <a:pt x="1663245" y="118527"/>
                  <a:pt x="1654673" y="124311"/>
                  <a:pt x="1641919" y="124311"/>
                </a:cubicBezTo>
                <a:cubicBezTo>
                  <a:pt x="1630562" y="124311"/>
                  <a:pt x="1621993" y="118527"/>
                  <a:pt x="1616212" y="107163"/>
                </a:cubicBezTo>
                <a:cubicBezTo>
                  <a:pt x="1612624" y="99585"/>
                  <a:pt x="1611231" y="93005"/>
                  <a:pt x="1610833" y="80841"/>
                </a:cubicBezTo>
                <a:lnTo>
                  <a:pt x="1672213" y="80841"/>
                </a:lnTo>
                <a:cubicBezTo>
                  <a:pt x="1670616" y="67912"/>
                  <a:pt x="1668624" y="62152"/>
                  <a:pt x="1663643" y="55797"/>
                </a:cubicBezTo>
                <a:cubicBezTo>
                  <a:pt x="1657662" y="48636"/>
                  <a:pt x="1648497" y="44448"/>
                  <a:pt x="1638134" y="44448"/>
                </a:cubicBezTo>
                <a:cubicBezTo>
                  <a:pt x="1628169" y="44448"/>
                  <a:pt x="1618803" y="48037"/>
                  <a:pt x="1611231" y="54803"/>
                </a:cubicBezTo>
                <a:cubicBezTo>
                  <a:pt x="1601862" y="62946"/>
                  <a:pt x="1596483" y="77056"/>
                  <a:pt x="1596483" y="93403"/>
                </a:cubicBezTo>
                <a:cubicBezTo>
                  <a:pt x="1596483" y="120920"/>
                  <a:pt x="1610833" y="138058"/>
                  <a:pt x="1633749" y="138058"/>
                </a:cubicBezTo>
                <a:cubicBezTo>
                  <a:pt x="1652681" y="138058"/>
                  <a:pt x="1667627" y="126302"/>
                  <a:pt x="1675999" y="104770"/>
                </a:cubicBezTo>
                <a:lnTo>
                  <a:pt x="1672809" y="103374"/>
                </a:lnTo>
                <a:moveTo>
                  <a:pt x="1611231" y="74465"/>
                </a:moveTo>
                <a:cubicBezTo>
                  <a:pt x="1613420" y="58975"/>
                  <a:pt x="1620199" y="51625"/>
                  <a:pt x="1632353" y="51625"/>
                </a:cubicBezTo>
                <a:cubicBezTo>
                  <a:pt x="1644510" y="51625"/>
                  <a:pt x="1649294" y="57187"/>
                  <a:pt x="1651884" y="74465"/>
                </a:cubicBezTo>
                <a:lnTo>
                  <a:pt x="1611231" y="74465"/>
                </a:lnTo>
                <a:close/>
                <a:moveTo>
                  <a:pt x="1742758" y="73498"/>
                </a:moveTo>
                <a:lnTo>
                  <a:pt x="1741961" y="46395"/>
                </a:lnTo>
                <a:lnTo>
                  <a:pt x="1739768" y="46395"/>
                </a:lnTo>
                <a:lnTo>
                  <a:pt x="1739370" y="46796"/>
                </a:lnTo>
                <a:cubicBezTo>
                  <a:pt x="1737576" y="48189"/>
                  <a:pt x="1737378" y="48389"/>
                  <a:pt x="1736582" y="48389"/>
                </a:cubicBezTo>
                <a:cubicBezTo>
                  <a:pt x="1735387" y="48389"/>
                  <a:pt x="1733392" y="47991"/>
                  <a:pt x="1731199" y="46994"/>
                </a:cubicBezTo>
                <a:cubicBezTo>
                  <a:pt x="1726814" y="45443"/>
                  <a:pt x="1722432" y="44643"/>
                  <a:pt x="1717251" y="44643"/>
                </a:cubicBezTo>
                <a:cubicBezTo>
                  <a:pt x="1701505" y="44643"/>
                  <a:pt x="1690148" y="54806"/>
                  <a:pt x="1690148" y="69146"/>
                </a:cubicBezTo>
                <a:cubicBezTo>
                  <a:pt x="1690148" y="80297"/>
                  <a:pt x="1696524" y="88264"/>
                  <a:pt x="1713465" y="97825"/>
                </a:cubicBezTo>
                <a:lnTo>
                  <a:pt x="1725023" y="104399"/>
                </a:lnTo>
                <a:cubicBezTo>
                  <a:pt x="1731996" y="108383"/>
                  <a:pt x="1735387" y="113163"/>
                  <a:pt x="1735387" y="119336"/>
                </a:cubicBezTo>
                <a:cubicBezTo>
                  <a:pt x="1735387" y="128100"/>
                  <a:pt x="1729007" y="133677"/>
                  <a:pt x="1718844" y="133677"/>
                </a:cubicBezTo>
                <a:cubicBezTo>
                  <a:pt x="1712069" y="133677"/>
                  <a:pt x="1705890" y="131086"/>
                  <a:pt x="1702104" y="126704"/>
                </a:cubicBezTo>
                <a:cubicBezTo>
                  <a:pt x="1697920" y="121726"/>
                  <a:pt x="1696126" y="117143"/>
                  <a:pt x="1693535" y="105792"/>
                </a:cubicBezTo>
                <a:lnTo>
                  <a:pt x="1690345" y="105792"/>
                </a:lnTo>
                <a:lnTo>
                  <a:pt x="1690345" y="136863"/>
                </a:lnTo>
                <a:lnTo>
                  <a:pt x="1692936" y="136863"/>
                </a:lnTo>
                <a:cubicBezTo>
                  <a:pt x="1694332" y="134872"/>
                  <a:pt x="1695128" y="134473"/>
                  <a:pt x="1697522" y="134473"/>
                </a:cubicBezTo>
                <a:cubicBezTo>
                  <a:pt x="1699316" y="134519"/>
                  <a:pt x="1702104" y="134917"/>
                  <a:pt x="1706687" y="136112"/>
                </a:cubicBezTo>
                <a:cubicBezTo>
                  <a:pt x="1712267" y="137262"/>
                  <a:pt x="1717649" y="138058"/>
                  <a:pt x="1721234" y="138058"/>
                </a:cubicBezTo>
                <a:cubicBezTo>
                  <a:pt x="1736582" y="138058"/>
                  <a:pt x="1749335" y="126506"/>
                  <a:pt x="1749335" y="112564"/>
                </a:cubicBezTo>
                <a:cubicBezTo>
                  <a:pt x="1749335" y="102605"/>
                  <a:pt x="1744552" y="96034"/>
                  <a:pt x="1732595" y="88863"/>
                </a:cubicBezTo>
                <a:lnTo>
                  <a:pt x="1711072" y="76116"/>
                </a:lnTo>
                <a:cubicBezTo>
                  <a:pt x="1705492" y="72929"/>
                  <a:pt x="1702503" y="67951"/>
                  <a:pt x="1702503" y="62572"/>
                </a:cubicBezTo>
                <a:cubicBezTo>
                  <a:pt x="1702503" y="54605"/>
                  <a:pt x="1708682" y="49028"/>
                  <a:pt x="1717847" y="49028"/>
                </a:cubicBezTo>
                <a:cubicBezTo>
                  <a:pt x="1729207" y="49028"/>
                  <a:pt x="1735186" y="55800"/>
                  <a:pt x="1739768" y="73528"/>
                </a:cubicBezTo>
                <a:lnTo>
                  <a:pt x="1742758" y="73498"/>
                </a:lnTo>
                <a:close/>
              </a:path>
            </a:pathLst>
          </a:custGeom>
          <a:solidFill xmlns:a="http://schemas.openxmlformats.org/drawingml/2006/main">
            <a:srgbClr val="7F8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0B7432-9C5F-4FD4-A063-EA99EB36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359" y="271259"/>
            <a:ext cx="1620101" cy="360604"/>
          </a:xfrm>
          <a:custGeom xmlns:a="http://schemas.openxmlformats.org/drawingml/2006/main">
            <a:pathLst>
              <a:path w="1620101" h="360604">
                <a:moveTo>
                  <a:pt x="1579598" y="0"/>
                </a:moveTo>
                <a:lnTo>
                  <a:pt x="40502" y="0"/>
                </a:lnTo>
                <a:cubicBezTo>
                  <a:pt x="18134" y="0"/>
                  <a:pt x="0" y="18134"/>
                  <a:pt x="0" y="40502"/>
                </a:cubicBezTo>
                <a:lnTo>
                  <a:pt x="0" y="320102"/>
                </a:lnTo>
                <a:cubicBezTo>
                  <a:pt x="0" y="342470"/>
                  <a:pt x="18134" y="360604"/>
                  <a:pt x="40502" y="360604"/>
                </a:cubicBezTo>
                <a:lnTo>
                  <a:pt x="1579598" y="360604"/>
                </a:lnTo>
                <a:cubicBezTo>
                  <a:pt x="1601967" y="360604"/>
                  <a:pt x="1620101" y="342470"/>
                  <a:pt x="1620101" y="320102"/>
                </a:cubicBezTo>
                <a:lnTo>
                  <a:pt x="1620101" y="40502"/>
                </a:lnTo>
                <a:cubicBezTo>
                  <a:pt x="1620101" y="18134"/>
                  <a:pt x="1601967" y="0"/>
                  <a:pt x="1579598" y="0"/>
                </a:cubicBezTo>
                <a:close/>
                <a:moveTo>
                  <a:pt x="0" y="360604"/>
                </a:moveTo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5FB3A8B-FD71-4A29-AF5E-75F3906F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359" y="271259"/>
            <a:ext cx="1620101" cy="360604"/>
          </a:xfrm>
          <a:custGeom xmlns:a="http://schemas.openxmlformats.org/drawingml/2006/main">
            <a:pathLst>
              <a:path w="1620101" h="360604" fill="none">
                <a:moveTo>
                  <a:pt x="1579598" y="0"/>
                </a:moveTo>
                <a:lnTo>
                  <a:pt x="40502" y="0"/>
                </a:lnTo>
                <a:cubicBezTo>
                  <a:pt x="18134" y="0"/>
                  <a:pt x="0" y="18134"/>
                  <a:pt x="0" y="40502"/>
                </a:cubicBezTo>
                <a:lnTo>
                  <a:pt x="0" y="320102"/>
                </a:lnTo>
                <a:cubicBezTo>
                  <a:pt x="0" y="342470"/>
                  <a:pt x="18134" y="360604"/>
                  <a:pt x="40502" y="360604"/>
                </a:cubicBezTo>
                <a:lnTo>
                  <a:pt x="1579598" y="360604"/>
                </a:lnTo>
                <a:cubicBezTo>
                  <a:pt x="1601967" y="360604"/>
                  <a:pt x="1620101" y="342470"/>
                  <a:pt x="1620101" y="320102"/>
                </a:cubicBezTo>
                <a:lnTo>
                  <a:pt x="1620101" y="40502"/>
                </a:lnTo>
                <a:cubicBezTo>
                  <a:pt x="1620101" y="18134"/>
                  <a:pt x="1601967" y="0"/>
                  <a:pt x="1579598" y="0"/>
                </a:cubicBezTo>
                <a:close/>
                <a:moveTo>
                  <a:pt x="0" y="360604"/>
                </a:move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88" name="Text W">
            <a:extLst xmlns:a="http://schemas.openxmlformats.org/drawingml/2006/main">
              <a:ext uri="{FF2B5EF4-FFF2-40B4-BE49-F238E27FC236}">
                <a16:creationId xmlns:a16="http://schemas.microsoft.com/office/drawing/2014/main" id="{B194362B-8C7D-4879-AA2F-B73F9798D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5037" y="377886"/>
            <a:ext cx="158349" cy="114935"/>
          </a:xfrm>
          <a:custGeom xmlns:a="http://schemas.openxmlformats.org/drawingml/2006/main">
            <a:pathLst>
              <a:path w="158349" h="114935">
                <a:moveTo>
                  <a:pt x="158349" y="0"/>
                </a:moveTo>
                <a:lnTo>
                  <a:pt x="124527" y="0"/>
                </a:lnTo>
                <a:lnTo>
                  <a:pt x="124527" y="3248"/>
                </a:lnTo>
                <a:cubicBezTo>
                  <a:pt x="133238" y="4100"/>
                  <a:pt x="136314" y="5979"/>
                  <a:pt x="136314" y="10590"/>
                </a:cubicBezTo>
                <a:cubicBezTo>
                  <a:pt x="136314" y="14177"/>
                  <a:pt x="135289" y="18618"/>
                  <a:pt x="133580" y="23398"/>
                </a:cubicBezTo>
                <a:lnTo>
                  <a:pt x="112227" y="81294"/>
                </a:lnTo>
                <a:lnTo>
                  <a:pt x="89681" y="23057"/>
                </a:lnTo>
                <a:cubicBezTo>
                  <a:pt x="89340" y="22205"/>
                  <a:pt x="87802" y="18446"/>
                  <a:pt x="87630" y="17935"/>
                </a:cubicBezTo>
                <a:cubicBezTo>
                  <a:pt x="86092" y="14349"/>
                  <a:pt x="85068" y="11104"/>
                  <a:pt x="85068" y="9224"/>
                </a:cubicBezTo>
                <a:cubicBezTo>
                  <a:pt x="85068" y="5127"/>
                  <a:pt x="88998" y="3417"/>
                  <a:pt x="98220" y="3248"/>
                </a:cubicBezTo>
                <a:lnTo>
                  <a:pt x="98220" y="0"/>
                </a:lnTo>
                <a:lnTo>
                  <a:pt x="52612" y="0"/>
                </a:lnTo>
                <a:lnTo>
                  <a:pt x="52612" y="3248"/>
                </a:lnTo>
                <a:cubicBezTo>
                  <a:pt x="62350" y="3417"/>
                  <a:pt x="64057" y="4955"/>
                  <a:pt x="69864" y="18618"/>
                </a:cubicBezTo>
                <a:lnTo>
                  <a:pt x="75502" y="32620"/>
                </a:lnTo>
                <a:lnTo>
                  <a:pt x="57225" y="80780"/>
                </a:lnTo>
                <a:lnTo>
                  <a:pt x="32628" y="16567"/>
                </a:lnTo>
                <a:cubicBezTo>
                  <a:pt x="31432" y="13494"/>
                  <a:pt x="30749" y="10590"/>
                  <a:pt x="30749" y="8711"/>
                </a:cubicBezTo>
                <a:cubicBezTo>
                  <a:pt x="30749" y="4955"/>
                  <a:pt x="33139" y="3759"/>
                  <a:pt x="41852" y="3248"/>
                </a:cubicBezTo>
                <a:lnTo>
                  <a:pt x="41852" y="0"/>
                </a:lnTo>
                <a:lnTo>
                  <a:pt x="0" y="0"/>
                </a:lnTo>
                <a:lnTo>
                  <a:pt x="0" y="3248"/>
                </a:lnTo>
                <a:cubicBezTo>
                  <a:pt x="8713" y="4100"/>
                  <a:pt x="11276" y="7176"/>
                  <a:pt x="17594" y="23229"/>
                </a:cubicBezTo>
                <a:lnTo>
                  <a:pt x="50563" y="114935"/>
                </a:lnTo>
                <a:lnTo>
                  <a:pt x="53125" y="114935"/>
                </a:lnTo>
                <a:lnTo>
                  <a:pt x="79430" y="42697"/>
                </a:lnTo>
                <a:lnTo>
                  <a:pt x="106762" y="114935"/>
                </a:lnTo>
                <a:lnTo>
                  <a:pt x="109324" y="114935"/>
                </a:lnTo>
                <a:cubicBezTo>
                  <a:pt x="123844" y="70362"/>
                  <a:pt x="125552" y="65582"/>
                  <a:pt x="144172" y="15373"/>
                </a:cubicBezTo>
                <a:cubicBezTo>
                  <a:pt x="147417" y="6493"/>
                  <a:pt x="149297" y="4955"/>
                  <a:pt x="158349" y="3248"/>
                </a:cubicBezTo>
                <a:lnTo>
                  <a:pt x="15834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Text eightedSum">
            <a:extLst xmlns:a="http://schemas.openxmlformats.org/drawingml/2006/main">
              <a:ext uri="{FF2B5EF4-FFF2-40B4-BE49-F238E27FC236}">
                <a16:creationId xmlns:a16="http://schemas.microsoft.com/office/drawing/2014/main" id="{2A142EDD-BFFF-47D4-B272-5D7D4211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6041" y="374325"/>
            <a:ext cx="854092" cy="153923"/>
          </a:xfrm>
          <a:custGeom xmlns:a="http://schemas.openxmlformats.org/drawingml/2006/main">
            <a:pathLst>
              <a:path w="854092" h="153923">
                <a:moveTo>
                  <a:pt x="65423" y="88600"/>
                </a:moveTo>
                <a:cubicBezTo>
                  <a:pt x="57225" y="101588"/>
                  <a:pt x="49878" y="106545"/>
                  <a:pt x="38946" y="106545"/>
                </a:cubicBezTo>
                <a:cubicBezTo>
                  <a:pt x="29211" y="106545"/>
                  <a:pt x="21866" y="101588"/>
                  <a:pt x="16911" y="91847"/>
                </a:cubicBezTo>
                <a:cubicBezTo>
                  <a:pt x="13835" y="85352"/>
                  <a:pt x="12641" y="79711"/>
                  <a:pt x="12300" y="69286"/>
                </a:cubicBezTo>
                <a:lnTo>
                  <a:pt x="64912" y="69286"/>
                </a:lnTo>
                <a:cubicBezTo>
                  <a:pt x="63543" y="58203"/>
                  <a:pt x="61836" y="53266"/>
                  <a:pt x="57567" y="47819"/>
                </a:cubicBezTo>
                <a:cubicBezTo>
                  <a:pt x="52440" y="41680"/>
                  <a:pt x="44584" y="38091"/>
                  <a:pt x="35701" y="38091"/>
                </a:cubicBezTo>
                <a:cubicBezTo>
                  <a:pt x="27160" y="38091"/>
                  <a:pt x="19132" y="41167"/>
                  <a:pt x="12641" y="46966"/>
                </a:cubicBezTo>
                <a:cubicBezTo>
                  <a:pt x="4611" y="53946"/>
                  <a:pt x="0" y="66040"/>
                  <a:pt x="0" y="80053"/>
                </a:cubicBezTo>
                <a:cubicBezTo>
                  <a:pt x="0" y="103639"/>
                  <a:pt x="12300" y="118329"/>
                  <a:pt x="31942" y="118329"/>
                </a:cubicBezTo>
                <a:cubicBezTo>
                  <a:pt x="48170" y="118329"/>
                  <a:pt x="60981" y="108252"/>
                  <a:pt x="68157" y="89796"/>
                </a:cubicBezTo>
                <a:lnTo>
                  <a:pt x="65423" y="88600"/>
                </a:lnTo>
                <a:moveTo>
                  <a:pt x="12641" y="63820"/>
                </a:moveTo>
                <a:cubicBezTo>
                  <a:pt x="14518" y="50542"/>
                  <a:pt x="20328" y="44242"/>
                  <a:pt x="30746" y="44242"/>
                </a:cubicBezTo>
                <a:cubicBezTo>
                  <a:pt x="41167" y="44242"/>
                  <a:pt x="45267" y="49010"/>
                  <a:pt x="47488" y="63820"/>
                </a:cubicBezTo>
                <a:lnTo>
                  <a:pt x="12641" y="63820"/>
                </a:lnTo>
                <a:close/>
                <a:moveTo>
                  <a:pt x="101465" y="38091"/>
                </a:moveTo>
                <a:lnTo>
                  <a:pt x="74989" y="47433"/>
                </a:lnTo>
                <a:lnTo>
                  <a:pt x="74989" y="49998"/>
                </a:lnTo>
                <a:lnTo>
                  <a:pt x="76357" y="49826"/>
                </a:lnTo>
                <a:cubicBezTo>
                  <a:pt x="78406" y="49484"/>
                  <a:pt x="80626" y="49312"/>
                  <a:pt x="82164" y="49312"/>
                </a:cubicBezTo>
                <a:cubicBezTo>
                  <a:pt x="86264" y="49312"/>
                  <a:pt x="87799" y="52046"/>
                  <a:pt x="87799" y="59569"/>
                </a:cubicBezTo>
                <a:lnTo>
                  <a:pt x="87799" y="99229"/>
                </a:lnTo>
                <a:cubicBezTo>
                  <a:pt x="87799" y="111537"/>
                  <a:pt x="86092" y="113416"/>
                  <a:pt x="74306" y="114099"/>
                </a:cubicBezTo>
                <a:lnTo>
                  <a:pt x="74306" y="116661"/>
                </a:lnTo>
                <a:lnTo>
                  <a:pt x="114790" y="116661"/>
                </a:lnTo>
                <a:lnTo>
                  <a:pt x="114790" y="114099"/>
                </a:lnTo>
                <a:cubicBezTo>
                  <a:pt x="103517" y="113246"/>
                  <a:pt x="102148" y="111537"/>
                  <a:pt x="102148" y="99229"/>
                </a:cubicBezTo>
                <a:lnTo>
                  <a:pt x="102148" y="38605"/>
                </a:lnTo>
                <a:lnTo>
                  <a:pt x="101465" y="38091"/>
                </a:lnTo>
                <a:moveTo>
                  <a:pt x="93437" y="57"/>
                </a:moveTo>
                <a:cubicBezTo>
                  <a:pt x="88826" y="57"/>
                  <a:pt x="84896" y="3988"/>
                  <a:pt x="84896" y="8771"/>
                </a:cubicBezTo>
                <a:cubicBezTo>
                  <a:pt x="84896" y="13554"/>
                  <a:pt x="88654" y="17482"/>
                  <a:pt x="93437" y="17482"/>
                </a:cubicBezTo>
                <a:cubicBezTo>
                  <a:pt x="98392" y="17482"/>
                  <a:pt x="102320" y="13723"/>
                  <a:pt x="102320" y="8771"/>
                </a:cubicBezTo>
                <a:cubicBezTo>
                  <a:pt x="102320" y="3988"/>
                  <a:pt x="98392" y="57"/>
                  <a:pt x="93437" y="57"/>
                </a:cubicBezTo>
                <a:close/>
                <a:moveTo>
                  <a:pt x="199344" y="50425"/>
                </a:moveTo>
                <a:lnTo>
                  <a:pt x="199344" y="43763"/>
                </a:lnTo>
                <a:lnTo>
                  <a:pt x="186191" y="43763"/>
                </a:lnTo>
                <a:cubicBezTo>
                  <a:pt x="182774" y="43763"/>
                  <a:pt x="180212" y="43231"/>
                  <a:pt x="176798" y="42022"/>
                </a:cubicBezTo>
                <a:lnTo>
                  <a:pt x="173039" y="40656"/>
                </a:lnTo>
                <a:cubicBezTo>
                  <a:pt x="168426" y="38946"/>
                  <a:pt x="163815" y="38091"/>
                  <a:pt x="159373" y="38091"/>
                </a:cubicBezTo>
                <a:cubicBezTo>
                  <a:pt x="143487" y="38091"/>
                  <a:pt x="130845" y="50425"/>
                  <a:pt x="130845" y="65965"/>
                </a:cubicBezTo>
                <a:cubicBezTo>
                  <a:pt x="130845" y="76724"/>
                  <a:pt x="135459" y="83212"/>
                  <a:pt x="146732" y="88847"/>
                </a:cubicBezTo>
                <a:cubicBezTo>
                  <a:pt x="143487" y="91923"/>
                  <a:pt x="140414" y="94821"/>
                  <a:pt x="139387" y="95674"/>
                </a:cubicBezTo>
                <a:cubicBezTo>
                  <a:pt x="133752" y="100618"/>
                  <a:pt x="131531" y="104030"/>
                  <a:pt x="131531" y="107439"/>
                </a:cubicBezTo>
                <a:cubicBezTo>
                  <a:pt x="131531" y="111021"/>
                  <a:pt x="133580" y="113067"/>
                  <a:pt x="140583" y="116484"/>
                </a:cubicBezTo>
                <a:cubicBezTo>
                  <a:pt x="128455" y="125374"/>
                  <a:pt x="123844" y="131020"/>
                  <a:pt x="123844" y="137346"/>
                </a:cubicBezTo>
                <a:cubicBezTo>
                  <a:pt x="123844" y="146406"/>
                  <a:pt x="137166" y="153923"/>
                  <a:pt x="153394" y="153923"/>
                </a:cubicBezTo>
                <a:cubicBezTo>
                  <a:pt x="166205" y="153923"/>
                  <a:pt x="179529" y="149482"/>
                  <a:pt x="188412" y="142306"/>
                </a:cubicBezTo>
                <a:cubicBezTo>
                  <a:pt x="194905" y="137005"/>
                  <a:pt x="197808" y="131531"/>
                  <a:pt x="197808" y="125033"/>
                </a:cubicBezTo>
                <a:cubicBezTo>
                  <a:pt x="197808" y="114432"/>
                  <a:pt x="189778" y="107270"/>
                  <a:pt x="177139" y="106759"/>
                </a:cubicBezTo>
                <a:lnTo>
                  <a:pt x="155104" y="105735"/>
                </a:lnTo>
                <a:cubicBezTo>
                  <a:pt x="146049" y="105393"/>
                  <a:pt x="141780" y="103858"/>
                  <a:pt x="141780" y="101132"/>
                </a:cubicBezTo>
                <a:cubicBezTo>
                  <a:pt x="141780" y="97720"/>
                  <a:pt x="147415" y="91751"/>
                  <a:pt x="152028" y="90385"/>
                </a:cubicBezTo>
                <a:cubicBezTo>
                  <a:pt x="153566" y="90557"/>
                  <a:pt x="154762" y="90726"/>
                  <a:pt x="155273" y="90726"/>
                </a:cubicBezTo>
                <a:cubicBezTo>
                  <a:pt x="158518" y="91068"/>
                  <a:pt x="160739" y="91240"/>
                  <a:pt x="161766" y="91240"/>
                </a:cubicBezTo>
                <a:cubicBezTo>
                  <a:pt x="168084" y="91240"/>
                  <a:pt x="174918" y="88678"/>
                  <a:pt x="180212" y="84067"/>
                </a:cubicBezTo>
                <a:cubicBezTo>
                  <a:pt x="185850" y="79284"/>
                  <a:pt x="188412" y="73307"/>
                  <a:pt x="188412" y="64771"/>
                </a:cubicBezTo>
                <a:cubicBezTo>
                  <a:pt x="188412" y="59819"/>
                  <a:pt x="187557" y="55891"/>
                  <a:pt x="185167" y="50425"/>
                </a:cubicBezTo>
                <a:lnTo>
                  <a:pt x="199344" y="50425"/>
                </a:lnTo>
                <a:moveTo>
                  <a:pt x="144170" y="116995"/>
                </a:moveTo>
                <a:cubicBezTo>
                  <a:pt x="149807" y="118194"/>
                  <a:pt x="163473" y="119218"/>
                  <a:pt x="171843" y="119218"/>
                </a:cubicBezTo>
                <a:cubicBezTo>
                  <a:pt x="187388" y="119218"/>
                  <a:pt x="193026" y="121441"/>
                  <a:pt x="193026" y="127598"/>
                </a:cubicBezTo>
                <a:cubicBezTo>
                  <a:pt x="193026" y="137518"/>
                  <a:pt x="180043" y="144185"/>
                  <a:pt x="160739" y="144185"/>
                </a:cubicBezTo>
                <a:cubicBezTo>
                  <a:pt x="145707" y="144185"/>
                  <a:pt x="135800" y="139228"/>
                  <a:pt x="135800" y="131703"/>
                </a:cubicBezTo>
                <a:cubicBezTo>
                  <a:pt x="135800" y="127770"/>
                  <a:pt x="136997" y="125546"/>
                  <a:pt x="144170" y="116995"/>
                </a:cubicBezTo>
                <a:moveTo>
                  <a:pt x="145025" y="58964"/>
                </a:moveTo>
                <a:cubicBezTo>
                  <a:pt x="145025" y="48890"/>
                  <a:pt x="149807" y="42877"/>
                  <a:pt x="157666" y="42877"/>
                </a:cubicBezTo>
                <a:cubicBezTo>
                  <a:pt x="162960" y="42877"/>
                  <a:pt x="167401" y="45814"/>
                  <a:pt x="170135" y="50938"/>
                </a:cubicBezTo>
                <a:cubicBezTo>
                  <a:pt x="173208" y="56915"/>
                  <a:pt x="175260" y="64771"/>
                  <a:pt x="175260" y="71431"/>
                </a:cubicBezTo>
                <a:cubicBezTo>
                  <a:pt x="175260" y="80991"/>
                  <a:pt x="170305" y="86968"/>
                  <a:pt x="162449" y="86968"/>
                </a:cubicBezTo>
                <a:cubicBezTo>
                  <a:pt x="152200" y="86968"/>
                  <a:pt x="145025" y="75870"/>
                  <a:pt x="145025" y="59477"/>
                </a:cubicBezTo>
                <a:lnTo>
                  <a:pt x="145025" y="58964"/>
                </a:lnTo>
                <a:close/>
                <a:moveTo>
                  <a:pt x="231289" y="58078"/>
                </a:moveTo>
                <a:cubicBezTo>
                  <a:pt x="238462" y="50222"/>
                  <a:pt x="243586" y="47315"/>
                  <a:pt x="250248" y="47315"/>
                </a:cubicBezTo>
                <a:cubicBezTo>
                  <a:pt x="258790" y="47315"/>
                  <a:pt x="263059" y="53467"/>
                  <a:pt x="263059" y="65423"/>
                </a:cubicBezTo>
                <a:lnTo>
                  <a:pt x="263059" y="99239"/>
                </a:lnTo>
                <a:cubicBezTo>
                  <a:pt x="263059" y="110854"/>
                  <a:pt x="261352" y="113074"/>
                  <a:pt x="251445" y="114099"/>
                </a:cubicBezTo>
                <a:lnTo>
                  <a:pt x="251445" y="116661"/>
                </a:lnTo>
                <a:lnTo>
                  <a:pt x="287659" y="116661"/>
                </a:lnTo>
                <a:lnTo>
                  <a:pt x="287659" y="114099"/>
                </a:lnTo>
                <a:cubicBezTo>
                  <a:pt x="278435" y="112392"/>
                  <a:pt x="277408" y="111026"/>
                  <a:pt x="277408" y="99239"/>
                </a:cubicBezTo>
                <a:lnTo>
                  <a:pt x="277408" y="65251"/>
                </a:lnTo>
                <a:cubicBezTo>
                  <a:pt x="277408" y="47315"/>
                  <a:pt x="270235" y="38091"/>
                  <a:pt x="256397" y="38091"/>
                </a:cubicBezTo>
                <a:cubicBezTo>
                  <a:pt x="246320" y="38091"/>
                  <a:pt x="239145" y="42191"/>
                  <a:pt x="231289" y="52440"/>
                </a:cubicBezTo>
                <a:lnTo>
                  <a:pt x="231289" y="513"/>
                </a:lnTo>
                <a:lnTo>
                  <a:pt x="230434" y="0"/>
                </a:lnTo>
                <a:cubicBezTo>
                  <a:pt x="224627" y="2049"/>
                  <a:pt x="220355" y="3417"/>
                  <a:pt x="210789" y="6149"/>
                </a:cubicBezTo>
                <a:lnTo>
                  <a:pt x="206178" y="7517"/>
                </a:lnTo>
                <a:lnTo>
                  <a:pt x="206178" y="10249"/>
                </a:lnTo>
                <a:cubicBezTo>
                  <a:pt x="206861" y="10079"/>
                  <a:pt x="207374" y="10079"/>
                  <a:pt x="208227" y="10079"/>
                </a:cubicBezTo>
                <a:cubicBezTo>
                  <a:pt x="215572" y="10079"/>
                  <a:pt x="216940" y="11445"/>
                  <a:pt x="216940" y="18790"/>
                </a:cubicBezTo>
                <a:lnTo>
                  <a:pt x="216940" y="99239"/>
                </a:lnTo>
                <a:cubicBezTo>
                  <a:pt x="216940" y="111195"/>
                  <a:pt x="215913" y="112733"/>
                  <a:pt x="206006" y="114099"/>
                </a:cubicBezTo>
                <a:lnTo>
                  <a:pt x="206006" y="116661"/>
                </a:lnTo>
                <a:lnTo>
                  <a:pt x="242903" y="116661"/>
                </a:lnTo>
                <a:lnTo>
                  <a:pt x="242903" y="114099"/>
                </a:lnTo>
                <a:cubicBezTo>
                  <a:pt x="232996" y="113074"/>
                  <a:pt x="231289" y="111026"/>
                  <a:pt x="231289" y="99239"/>
                </a:cubicBezTo>
                <a:lnTo>
                  <a:pt x="231289" y="58078"/>
                </a:lnTo>
                <a:close/>
                <a:moveTo>
                  <a:pt x="333437" y="39759"/>
                </a:moveTo>
                <a:lnTo>
                  <a:pt x="316185" y="39759"/>
                </a:lnTo>
                <a:lnTo>
                  <a:pt x="316185" y="19945"/>
                </a:lnTo>
                <a:cubicBezTo>
                  <a:pt x="316185" y="18238"/>
                  <a:pt x="316015" y="17724"/>
                  <a:pt x="314988" y="17724"/>
                </a:cubicBezTo>
                <a:cubicBezTo>
                  <a:pt x="313795" y="19262"/>
                  <a:pt x="312768" y="20800"/>
                  <a:pt x="311574" y="22507"/>
                </a:cubicBezTo>
                <a:cubicBezTo>
                  <a:pt x="305081" y="31903"/>
                  <a:pt x="297736" y="40103"/>
                  <a:pt x="295005" y="40786"/>
                </a:cubicBezTo>
                <a:cubicBezTo>
                  <a:pt x="293125" y="41980"/>
                  <a:pt x="292098" y="43176"/>
                  <a:pt x="292098" y="44031"/>
                </a:cubicBezTo>
                <a:cubicBezTo>
                  <a:pt x="292098" y="44545"/>
                  <a:pt x="292270" y="44886"/>
                  <a:pt x="292784" y="45228"/>
                </a:cubicBezTo>
                <a:lnTo>
                  <a:pt x="301836" y="45228"/>
                </a:lnTo>
                <a:lnTo>
                  <a:pt x="301836" y="96638"/>
                </a:lnTo>
                <a:cubicBezTo>
                  <a:pt x="301836" y="110984"/>
                  <a:pt x="306960" y="118329"/>
                  <a:pt x="317040" y="118329"/>
                </a:cubicBezTo>
                <a:cubicBezTo>
                  <a:pt x="325409" y="118329"/>
                  <a:pt x="331899" y="114232"/>
                  <a:pt x="337537" y="105349"/>
                </a:cubicBezTo>
                <a:lnTo>
                  <a:pt x="335316" y="103470"/>
                </a:lnTo>
                <a:cubicBezTo>
                  <a:pt x="331730" y="107739"/>
                  <a:pt x="328826" y="109449"/>
                  <a:pt x="325068" y="109449"/>
                </a:cubicBezTo>
                <a:cubicBezTo>
                  <a:pt x="318747" y="109449"/>
                  <a:pt x="316185" y="104835"/>
                  <a:pt x="316185" y="94076"/>
                </a:cubicBezTo>
                <a:lnTo>
                  <a:pt x="316185" y="45228"/>
                </a:lnTo>
                <a:lnTo>
                  <a:pt x="333437" y="45228"/>
                </a:lnTo>
                <a:lnTo>
                  <a:pt x="333437" y="39759"/>
                </a:lnTo>
                <a:close/>
                <a:moveTo>
                  <a:pt x="407060" y="88600"/>
                </a:moveTo>
                <a:cubicBezTo>
                  <a:pt x="398862" y="101588"/>
                  <a:pt x="391515" y="106545"/>
                  <a:pt x="380583" y="106545"/>
                </a:cubicBezTo>
                <a:cubicBezTo>
                  <a:pt x="370848" y="106545"/>
                  <a:pt x="363503" y="101588"/>
                  <a:pt x="358548" y="91847"/>
                </a:cubicBezTo>
                <a:cubicBezTo>
                  <a:pt x="355472" y="85352"/>
                  <a:pt x="354278" y="79711"/>
                  <a:pt x="353937" y="69286"/>
                </a:cubicBezTo>
                <a:lnTo>
                  <a:pt x="406549" y="69286"/>
                </a:lnTo>
                <a:cubicBezTo>
                  <a:pt x="405180" y="58203"/>
                  <a:pt x="403473" y="53266"/>
                  <a:pt x="399204" y="47819"/>
                </a:cubicBezTo>
                <a:cubicBezTo>
                  <a:pt x="394077" y="41680"/>
                  <a:pt x="386221" y="38091"/>
                  <a:pt x="377338" y="38091"/>
                </a:cubicBezTo>
                <a:cubicBezTo>
                  <a:pt x="368797" y="38091"/>
                  <a:pt x="360769" y="41167"/>
                  <a:pt x="354278" y="46966"/>
                </a:cubicBezTo>
                <a:cubicBezTo>
                  <a:pt x="346248" y="53946"/>
                  <a:pt x="341637" y="66040"/>
                  <a:pt x="341637" y="80053"/>
                </a:cubicBezTo>
                <a:cubicBezTo>
                  <a:pt x="341637" y="103639"/>
                  <a:pt x="353937" y="118329"/>
                  <a:pt x="373579" y="118329"/>
                </a:cubicBezTo>
                <a:cubicBezTo>
                  <a:pt x="389807" y="118329"/>
                  <a:pt x="402618" y="108252"/>
                  <a:pt x="409794" y="89796"/>
                </a:cubicBezTo>
                <a:lnTo>
                  <a:pt x="407060" y="88600"/>
                </a:lnTo>
                <a:moveTo>
                  <a:pt x="354278" y="63820"/>
                </a:moveTo>
                <a:cubicBezTo>
                  <a:pt x="356155" y="50542"/>
                  <a:pt x="361965" y="44242"/>
                  <a:pt x="372383" y="44242"/>
                </a:cubicBezTo>
                <a:cubicBezTo>
                  <a:pt x="382804" y="44242"/>
                  <a:pt x="386904" y="49010"/>
                  <a:pt x="389124" y="63820"/>
                </a:cubicBezTo>
                <a:lnTo>
                  <a:pt x="354278" y="63820"/>
                </a:lnTo>
                <a:close/>
                <a:moveTo>
                  <a:pt x="471972" y="118329"/>
                </a:moveTo>
                <a:lnTo>
                  <a:pt x="497082" y="109449"/>
                </a:lnTo>
                <a:lnTo>
                  <a:pt x="497082" y="106717"/>
                </a:lnTo>
                <a:cubicBezTo>
                  <a:pt x="494007" y="106887"/>
                  <a:pt x="493665" y="106887"/>
                  <a:pt x="493152" y="106887"/>
                </a:cubicBezTo>
                <a:cubicBezTo>
                  <a:pt x="487003" y="106887"/>
                  <a:pt x="485637" y="105010"/>
                  <a:pt x="485637" y="97157"/>
                </a:cubicBezTo>
                <a:lnTo>
                  <a:pt x="485637" y="341"/>
                </a:lnTo>
                <a:lnTo>
                  <a:pt x="484782" y="0"/>
                </a:lnTo>
                <a:cubicBezTo>
                  <a:pt x="476582" y="2904"/>
                  <a:pt x="470606" y="4611"/>
                  <a:pt x="459672" y="7517"/>
                </a:cubicBezTo>
                <a:lnTo>
                  <a:pt x="459672" y="10249"/>
                </a:lnTo>
                <a:cubicBezTo>
                  <a:pt x="461040" y="10079"/>
                  <a:pt x="462064" y="10079"/>
                  <a:pt x="463430" y="10079"/>
                </a:cubicBezTo>
                <a:cubicBezTo>
                  <a:pt x="469751" y="10079"/>
                  <a:pt x="471289" y="11787"/>
                  <a:pt x="471289" y="18790"/>
                </a:cubicBezTo>
                <a:lnTo>
                  <a:pt x="471289" y="45436"/>
                </a:lnTo>
                <a:cubicBezTo>
                  <a:pt x="464796" y="39970"/>
                  <a:pt x="460185" y="38091"/>
                  <a:pt x="453351" y="38091"/>
                </a:cubicBezTo>
                <a:cubicBezTo>
                  <a:pt x="433708" y="38091"/>
                  <a:pt x="417822" y="57384"/>
                  <a:pt x="417822" y="81625"/>
                </a:cubicBezTo>
                <a:cubicBezTo>
                  <a:pt x="417822" y="103472"/>
                  <a:pt x="430633" y="118329"/>
                  <a:pt x="449423" y="118329"/>
                </a:cubicBezTo>
                <a:cubicBezTo>
                  <a:pt x="458989" y="118329"/>
                  <a:pt x="465481" y="114915"/>
                  <a:pt x="471289" y="106887"/>
                </a:cubicBezTo>
                <a:lnTo>
                  <a:pt x="471289" y="117818"/>
                </a:lnTo>
                <a:lnTo>
                  <a:pt x="471972" y="118329"/>
                </a:lnTo>
                <a:moveTo>
                  <a:pt x="471289" y="99205"/>
                </a:moveTo>
                <a:cubicBezTo>
                  <a:pt x="471289" y="100402"/>
                  <a:pt x="470092" y="102450"/>
                  <a:pt x="468385" y="104327"/>
                </a:cubicBezTo>
                <a:cubicBezTo>
                  <a:pt x="465309" y="107742"/>
                  <a:pt x="461040" y="109449"/>
                  <a:pt x="456085" y="109449"/>
                </a:cubicBezTo>
                <a:cubicBezTo>
                  <a:pt x="441908" y="109449"/>
                  <a:pt x="432512" y="95791"/>
                  <a:pt x="432512" y="74796"/>
                </a:cubicBezTo>
                <a:cubicBezTo>
                  <a:pt x="432512" y="55508"/>
                  <a:pt x="440881" y="42877"/>
                  <a:pt x="453864" y="42877"/>
                </a:cubicBezTo>
                <a:cubicBezTo>
                  <a:pt x="462919" y="42877"/>
                  <a:pt x="471289" y="50897"/>
                  <a:pt x="471289" y="59944"/>
                </a:cubicBezTo>
                <a:lnTo>
                  <a:pt x="471289" y="99205"/>
                </a:lnTo>
                <a:close/>
                <a:moveTo>
                  <a:pt x="617679" y="1170"/>
                </a:moveTo>
                <a:lnTo>
                  <a:pt x="614092" y="1170"/>
                </a:lnTo>
                <a:cubicBezTo>
                  <a:pt x="613409" y="5098"/>
                  <a:pt x="611530" y="6978"/>
                  <a:pt x="608626" y="6978"/>
                </a:cubicBezTo>
                <a:cubicBezTo>
                  <a:pt x="606917" y="6978"/>
                  <a:pt x="604013" y="6295"/>
                  <a:pt x="601109" y="4929"/>
                </a:cubicBezTo>
                <a:cubicBezTo>
                  <a:pt x="594789" y="2593"/>
                  <a:pt x="588468" y="1225"/>
                  <a:pt x="583002" y="1225"/>
                </a:cubicBezTo>
                <a:cubicBezTo>
                  <a:pt x="575657" y="1225"/>
                  <a:pt x="568143" y="4131"/>
                  <a:pt x="562505" y="9084"/>
                </a:cubicBezTo>
                <a:cubicBezTo>
                  <a:pt x="556525" y="14375"/>
                  <a:pt x="553452" y="21543"/>
                  <a:pt x="553452" y="30418"/>
                </a:cubicBezTo>
                <a:cubicBezTo>
                  <a:pt x="553452" y="44070"/>
                  <a:pt x="560967" y="53626"/>
                  <a:pt x="580099" y="63697"/>
                </a:cubicBezTo>
                <a:cubicBezTo>
                  <a:pt x="592399" y="70182"/>
                  <a:pt x="601281" y="77178"/>
                  <a:pt x="605551" y="83665"/>
                </a:cubicBezTo>
                <a:cubicBezTo>
                  <a:pt x="607089" y="85884"/>
                  <a:pt x="607944" y="89468"/>
                  <a:pt x="607944" y="93562"/>
                </a:cubicBezTo>
                <a:cubicBezTo>
                  <a:pt x="607944" y="104997"/>
                  <a:pt x="599402" y="112848"/>
                  <a:pt x="586933" y="112848"/>
                </a:cubicBezTo>
                <a:cubicBezTo>
                  <a:pt x="571729" y="112848"/>
                  <a:pt x="560967" y="103462"/>
                  <a:pt x="552425" y="82641"/>
                </a:cubicBezTo>
                <a:lnTo>
                  <a:pt x="548498" y="82641"/>
                </a:lnTo>
                <a:lnTo>
                  <a:pt x="553622" y="118827"/>
                </a:lnTo>
                <a:lnTo>
                  <a:pt x="557380" y="118827"/>
                </a:lnTo>
                <a:cubicBezTo>
                  <a:pt x="557550" y="115637"/>
                  <a:pt x="559601" y="113246"/>
                  <a:pt x="562163" y="113246"/>
                </a:cubicBezTo>
                <a:cubicBezTo>
                  <a:pt x="564043" y="113246"/>
                  <a:pt x="566946" y="113929"/>
                  <a:pt x="570191" y="115126"/>
                </a:cubicBezTo>
                <a:cubicBezTo>
                  <a:pt x="576681" y="117631"/>
                  <a:pt x="583516" y="118996"/>
                  <a:pt x="590347" y="118996"/>
                </a:cubicBezTo>
                <a:cubicBezTo>
                  <a:pt x="609992" y="118996"/>
                  <a:pt x="625196" y="105510"/>
                  <a:pt x="625196" y="87930"/>
                </a:cubicBezTo>
                <a:cubicBezTo>
                  <a:pt x="625196" y="73935"/>
                  <a:pt x="615800" y="62842"/>
                  <a:pt x="593251" y="50725"/>
                </a:cubicBezTo>
                <a:cubicBezTo>
                  <a:pt x="575316" y="40828"/>
                  <a:pt x="568143" y="33319"/>
                  <a:pt x="568143" y="24102"/>
                </a:cubicBezTo>
                <a:cubicBezTo>
                  <a:pt x="568143" y="14716"/>
                  <a:pt x="575316" y="8229"/>
                  <a:pt x="585906" y="8229"/>
                </a:cubicBezTo>
                <a:cubicBezTo>
                  <a:pt x="593595" y="8229"/>
                  <a:pt x="600768" y="11474"/>
                  <a:pt x="606747" y="17617"/>
                </a:cubicBezTo>
                <a:cubicBezTo>
                  <a:pt x="612041" y="23078"/>
                  <a:pt x="614434" y="27514"/>
                  <a:pt x="617168" y="37585"/>
                </a:cubicBezTo>
                <a:lnTo>
                  <a:pt x="621437" y="37585"/>
                </a:lnTo>
                <a:lnTo>
                  <a:pt x="617679" y="1170"/>
                </a:lnTo>
                <a:close/>
                <a:moveTo>
                  <a:pt x="718120" y="108088"/>
                </a:moveTo>
                <a:lnTo>
                  <a:pt x="717268" y="108088"/>
                </a:lnTo>
                <a:cubicBezTo>
                  <a:pt x="709409" y="108088"/>
                  <a:pt x="707530" y="106209"/>
                  <a:pt x="707530" y="98350"/>
                </a:cubicBezTo>
                <a:lnTo>
                  <a:pt x="707530" y="39759"/>
                </a:lnTo>
                <a:lnTo>
                  <a:pt x="680540" y="39759"/>
                </a:lnTo>
                <a:lnTo>
                  <a:pt x="680540" y="42666"/>
                </a:lnTo>
                <a:cubicBezTo>
                  <a:pt x="691132" y="43176"/>
                  <a:pt x="693181" y="44886"/>
                  <a:pt x="693181" y="53425"/>
                </a:cubicBezTo>
                <a:lnTo>
                  <a:pt x="693181" y="93562"/>
                </a:lnTo>
                <a:cubicBezTo>
                  <a:pt x="693181" y="98345"/>
                  <a:pt x="692326" y="100738"/>
                  <a:pt x="689936" y="102615"/>
                </a:cubicBezTo>
                <a:cubicBezTo>
                  <a:pt x="685322" y="106373"/>
                  <a:pt x="680029" y="108422"/>
                  <a:pt x="674904" y="108422"/>
                </a:cubicBezTo>
                <a:cubicBezTo>
                  <a:pt x="668242" y="108422"/>
                  <a:pt x="662776" y="102615"/>
                  <a:pt x="662776" y="95442"/>
                </a:cubicBezTo>
                <a:lnTo>
                  <a:pt x="662776" y="39759"/>
                </a:lnTo>
                <a:lnTo>
                  <a:pt x="637835" y="39759"/>
                </a:lnTo>
                <a:lnTo>
                  <a:pt x="637835" y="42152"/>
                </a:lnTo>
                <a:cubicBezTo>
                  <a:pt x="646035" y="42666"/>
                  <a:pt x="648428" y="45228"/>
                  <a:pt x="648428" y="53084"/>
                </a:cubicBezTo>
                <a:lnTo>
                  <a:pt x="648428" y="96124"/>
                </a:lnTo>
                <a:cubicBezTo>
                  <a:pt x="648428" y="109618"/>
                  <a:pt x="656625" y="118329"/>
                  <a:pt x="669095" y="118329"/>
                </a:cubicBezTo>
                <a:cubicBezTo>
                  <a:pt x="675415" y="118329"/>
                  <a:pt x="682077" y="115598"/>
                  <a:pt x="686691" y="110984"/>
                </a:cubicBezTo>
                <a:lnTo>
                  <a:pt x="694036" y="103642"/>
                </a:lnTo>
                <a:lnTo>
                  <a:pt x="694036" y="117818"/>
                </a:lnTo>
                <a:lnTo>
                  <a:pt x="694719" y="118162"/>
                </a:lnTo>
                <a:cubicBezTo>
                  <a:pt x="703260" y="114748"/>
                  <a:pt x="709409" y="112869"/>
                  <a:pt x="718120" y="110476"/>
                </a:cubicBezTo>
                <a:lnTo>
                  <a:pt x="718120" y="108088"/>
                </a:lnTo>
                <a:close/>
                <a:moveTo>
                  <a:pt x="724954" y="48684"/>
                </a:moveTo>
                <a:cubicBezTo>
                  <a:pt x="727175" y="48170"/>
                  <a:pt x="728541" y="48001"/>
                  <a:pt x="730420" y="48001"/>
                </a:cubicBezTo>
                <a:cubicBezTo>
                  <a:pt x="734861" y="48001"/>
                  <a:pt x="736399" y="50733"/>
                  <a:pt x="736399" y="58930"/>
                </a:cubicBezTo>
                <a:lnTo>
                  <a:pt x="736399" y="102143"/>
                </a:lnTo>
                <a:cubicBezTo>
                  <a:pt x="736399" y="111367"/>
                  <a:pt x="734006" y="113929"/>
                  <a:pt x="724441" y="114099"/>
                </a:cubicBezTo>
                <a:lnTo>
                  <a:pt x="724441" y="116661"/>
                </a:lnTo>
                <a:lnTo>
                  <a:pt x="762362" y="116661"/>
                </a:lnTo>
                <a:lnTo>
                  <a:pt x="762362" y="114099"/>
                </a:lnTo>
                <a:cubicBezTo>
                  <a:pt x="753310" y="113757"/>
                  <a:pt x="750748" y="111881"/>
                  <a:pt x="750748" y="105219"/>
                </a:cubicBezTo>
                <a:lnTo>
                  <a:pt x="750748" y="57053"/>
                </a:lnTo>
                <a:cubicBezTo>
                  <a:pt x="750748" y="56712"/>
                  <a:pt x="752114" y="55002"/>
                  <a:pt x="753310" y="53808"/>
                </a:cubicBezTo>
                <a:cubicBezTo>
                  <a:pt x="757579" y="49878"/>
                  <a:pt x="764925" y="46974"/>
                  <a:pt x="770904" y="46974"/>
                </a:cubicBezTo>
                <a:cubicBezTo>
                  <a:pt x="778418" y="46974"/>
                  <a:pt x="782177" y="52953"/>
                  <a:pt x="782177" y="64909"/>
                </a:cubicBezTo>
                <a:lnTo>
                  <a:pt x="782177" y="101973"/>
                </a:lnTo>
                <a:cubicBezTo>
                  <a:pt x="782177" y="111539"/>
                  <a:pt x="780298" y="113416"/>
                  <a:pt x="770562" y="114099"/>
                </a:cubicBezTo>
                <a:lnTo>
                  <a:pt x="770562" y="116661"/>
                </a:lnTo>
                <a:lnTo>
                  <a:pt x="808826" y="116661"/>
                </a:lnTo>
                <a:lnTo>
                  <a:pt x="808826" y="114099"/>
                </a:lnTo>
                <a:cubicBezTo>
                  <a:pt x="799088" y="113929"/>
                  <a:pt x="796526" y="111026"/>
                  <a:pt x="796526" y="100436"/>
                </a:cubicBezTo>
                <a:lnTo>
                  <a:pt x="796526" y="57395"/>
                </a:lnTo>
                <a:cubicBezTo>
                  <a:pt x="801650" y="50050"/>
                  <a:pt x="807288" y="46974"/>
                  <a:pt x="815146" y="46974"/>
                </a:cubicBezTo>
                <a:cubicBezTo>
                  <a:pt x="824881" y="46974"/>
                  <a:pt x="827957" y="51588"/>
                  <a:pt x="827957" y="65764"/>
                </a:cubicBezTo>
                <a:lnTo>
                  <a:pt x="827957" y="101801"/>
                </a:lnTo>
                <a:cubicBezTo>
                  <a:pt x="827957" y="111539"/>
                  <a:pt x="826591" y="112905"/>
                  <a:pt x="816684" y="114099"/>
                </a:cubicBezTo>
                <a:lnTo>
                  <a:pt x="816684" y="116661"/>
                </a:lnTo>
                <a:lnTo>
                  <a:pt x="854092" y="116661"/>
                </a:lnTo>
                <a:lnTo>
                  <a:pt x="854092" y="114099"/>
                </a:lnTo>
                <a:lnTo>
                  <a:pt x="849651" y="113757"/>
                </a:lnTo>
                <a:cubicBezTo>
                  <a:pt x="844527" y="113416"/>
                  <a:pt x="842306" y="110343"/>
                  <a:pt x="842306" y="103681"/>
                </a:cubicBezTo>
                <a:lnTo>
                  <a:pt x="842306" y="68496"/>
                </a:lnTo>
                <a:cubicBezTo>
                  <a:pt x="842306" y="48342"/>
                  <a:pt x="835644" y="38091"/>
                  <a:pt x="822491" y="38091"/>
                </a:cubicBezTo>
                <a:cubicBezTo>
                  <a:pt x="812584" y="38091"/>
                  <a:pt x="803871" y="42533"/>
                  <a:pt x="794646" y="52440"/>
                </a:cubicBezTo>
                <a:cubicBezTo>
                  <a:pt x="791573" y="42705"/>
                  <a:pt x="785766" y="38091"/>
                  <a:pt x="776542" y="38091"/>
                </a:cubicBezTo>
                <a:cubicBezTo>
                  <a:pt x="769025" y="38091"/>
                  <a:pt x="764242" y="40484"/>
                  <a:pt x="750062" y="51246"/>
                </a:cubicBezTo>
                <a:lnTo>
                  <a:pt x="750062" y="38435"/>
                </a:lnTo>
                <a:lnTo>
                  <a:pt x="748869" y="38091"/>
                </a:lnTo>
                <a:cubicBezTo>
                  <a:pt x="740155" y="41339"/>
                  <a:pt x="734348" y="43218"/>
                  <a:pt x="724954" y="45780"/>
                </a:cubicBezTo>
                <a:lnTo>
                  <a:pt x="724954" y="486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0a56c39a34a90"/>
          <a:stretch xmlns:a="http://schemas.openxmlformats.org/drawingml/2006/main"/>
        </p:blipFill>
        <p:spPr>
          <a:xfrm xmlns:a="http://schemas.openxmlformats.org/drawingml/2006/main">
            <a:off x="2870548" y="307461"/>
            <a:ext cx="174696" cy="174696"/>
          </a:xfrm>
          <a:prstGeom xmlns:a="http://schemas.openxmlformats.org/drawingml/2006/main" prst="rect">
            <a:avLst/>
          </a:prstGeom>
        </p:spPr>
      </p:pic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117610-A15A-4C52-999E-475AB206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378" y="700917"/>
            <a:ext cx="10" cy="646556"/>
          </a:xfrm>
          <a:custGeom xmlns:a="http://schemas.openxmlformats.org/drawingml/2006/main">
            <a:pathLst>
              <a:path w="1" h="646556" fill="none">
                <a:moveTo>
                  <a:pt x="0" y="6465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56B9E3-AA87-4091-86CA-1C901852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40" y="656538"/>
            <a:ext cx="45075" cy="59203"/>
          </a:xfrm>
          <a:custGeom xmlns:a="http://schemas.openxmlformats.org/drawingml/2006/main">
            <a:pathLst>
              <a:path w="45075" h="59203">
                <a:moveTo>
                  <a:pt x="22537" y="0"/>
                </a:moveTo>
                <a:lnTo>
                  <a:pt x="0" y="59203"/>
                </a:lnTo>
                <a:lnTo>
                  <a:pt x="22537" y="39253"/>
                </a:lnTo>
                <a:lnTo>
                  <a:pt x="45075" y="59203"/>
                </a:lnTo>
                <a:lnTo>
                  <a:pt x="2253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EDF6EE-78CA-4153-85C6-9DDC921E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840" y="656538"/>
            <a:ext cx="45075" cy="59203"/>
          </a:xfrm>
          <a:custGeom xmlns:a="http://schemas.openxmlformats.org/drawingml/2006/main">
            <a:pathLst>
              <a:path w="45075" h="59203" fill="none">
                <a:moveTo>
                  <a:pt x="22537" y="0"/>
                </a:moveTo>
                <a:lnTo>
                  <a:pt x="0" y="59203"/>
                </a:lnTo>
                <a:lnTo>
                  <a:pt x="22537" y="39253"/>
                </a:lnTo>
                <a:lnTo>
                  <a:pt x="45075" y="59203"/>
                </a:lnTo>
                <a:lnTo>
                  <a:pt x="225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3C80B7-392E-4A93-BEB9-378325DF1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7195" y="700917"/>
            <a:ext cx="10" cy="646556"/>
          </a:xfrm>
          <a:custGeom xmlns:a="http://schemas.openxmlformats.org/drawingml/2006/main">
            <a:pathLst>
              <a:path w="1" h="646556" fill="none">
                <a:moveTo>
                  <a:pt x="0" y="6465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C94E8A-930B-481C-83D8-FD53C424F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658" y="656538"/>
            <a:ext cx="45075" cy="59203"/>
          </a:xfrm>
          <a:custGeom xmlns:a="http://schemas.openxmlformats.org/drawingml/2006/main">
            <a:pathLst>
              <a:path w="45075" h="59203">
                <a:moveTo>
                  <a:pt x="22537" y="0"/>
                </a:moveTo>
                <a:lnTo>
                  <a:pt x="0" y="59203"/>
                </a:lnTo>
                <a:lnTo>
                  <a:pt x="22537" y="39253"/>
                </a:lnTo>
                <a:lnTo>
                  <a:pt x="45075" y="59203"/>
                </a:lnTo>
                <a:lnTo>
                  <a:pt x="2253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086C03-C129-43B3-8A8F-235A8106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658" y="656538"/>
            <a:ext cx="45075" cy="59203"/>
          </a:xfrm>
          <a:custGeom xmlns:a="http://schemas.openxmlformats.org/drawingml/2006/main">
            <a:pathLst>
              <a:path w="45075" h="59203" fill="none">
                <a:moveTo>
                  <a:pt x="22537" y="0"/>
                </a:moveTo>
                <a:lnTo>
                  <a:pt x="0" y="59203"/>
                </a:lnTo>
                <a:lnTo>
                  <a:pt x="22537" y="39253"/>
                </a:lnTo>
                <a:lnTo>
                  <a:pt x="45075" y="59203"/>
                </a:lnTo>
                <a:lnTo>
                  <a:pt x="225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5ECF7-B850-4633-8DC5-A3310278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1038" y="700917"/>
            <a:ext cx="10" cy="646556"/>
          </a:xfrm>
          <a:custGeom xmlns:a="http://schemas.openxmlformats.org/drawingml/2006/main">
            <a:pathLst>
              <a:path w="1" h="646556" fill="none">
                <a:moveTo>
                  <a:pt x="0" y="6465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B3C741-86B0-415C-99C0-317D905A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500" y="656538"/>
            <a:ext cx="45075" cy="59203"/>
          </a:xfrm>
          <a:custGeom xmlns:a="http://schemas.openxmlformats.org/drawingml/2006/main">
            <a:pathLst>
              <a:path w="45075" h="59203">
                <a:moveTo>
                  <a:pt x="22537" y="0"/>
                </a:moveTo>
                <a:lnTo>
                  <a:pt x="0" y="59203"/>
                </a:lnTo>
                <a:lnTo>
                  <a:pt x="22537" y="39253"/>
                </a:lnTo>
                <a:lnTo>
                  <a:pt x="45075" y="59203"/>
                </a:lnTo>
                <a:lnTo>
                  <a:pt x="22537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F6E011-5E2A-456A-B453-10EC7BB5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8500" y="656538"/>
            <a:ext cx="45075" cy="59203"/>
          </a:xfrm>
          <a:custGeom xmlns:a="http://schemas.openxmlformats.org/drawingml/2006/main">
            <a:pathLst>
              <a:path w="45075" h="59203" fill="none">
                <a:moveTo>
                  <a:pt x="22537" y="0"/>
                </a:moveTo>
                <a:lnTo>
                  <a:pt x="0" y="59203"/>
                </a:lnTo>
                <a:lnTo>
                  <a:pt x="22537" y="39253"/>
                </a:lnTo>
                <a:lnTo>
                  <a:pt x="45075" y="59203"/>
                </a:lnTo>
                <a:lnTo>
                  <a:pt x="22537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56E9CC-4611-4A46-8929-1BE7845A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075" y="1150458"/>
            <a:ext cx="405025" cy="1437368"/>
          </a:xfrm>
          <a:custGeom xmlns:a="http://schemas.openxmlformats.org/drawingml/2006/main">
            <a:pathLst>
              <a:path w="405025" h="1437368">
                <a:moveTo>
                  <a:pt x="368455" y="1427757"/>
                </a:moveTo>
                <a:lnTo>
                  <a:pt x="36570" y="1269819"/>
                </a:lnTo>
                <a:cubicBezTo>
                  <a:pt x="16373" y="1260208"/>
                  <a:pt x="0" y="1234284"/>
                  <a:pt x="0" y="1211915"/>
                </a:cubicBezTo>
                <a:lnTo>
                  <a:pt x="0" y="225453"/>
                </a:lnTo>
                <a:cubicBezTo>
                  <a:pt x="0" y="203084"/>
                  <a:pt x="16373" y="177160"/>
                  <a:pt x="36570" y="167549"/>
                </a:cubicBezTo>
                <a:lnTo>
                  <a:pt x="368455" y="9611"/>
                </a:lnTo>
                <a:cubicBezTo>
                  <a:pt x="388652" y="0"/>
                  <a:pt x="405025" y="10342"/>
                  <a:pt x="405025" y="32711"/>
                </a:cubicBezTo>
                <a:lnTo>
                  <a:pt x="405025" y="1404657"/>
                </a:lnTo>
                <a:cubicBezTo>
                  <a:pt x="405025" y="1427026"/>
                  <a:pt x="388652" y="1437368"/>
                  <a:pt x="368455" y="1427757"/>
                </a:cubicBezTo>
                <a:close/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2B206-921E-43F9-8689-570A6569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9075" y="1150458"/>
            <a:ext cx="405025" cy="1437368"/>
          </a:xfrm>
          <a:custGeom xmlns:a="http://schemas.openxmlformats.org/drawingml/2006/main">
            <a:pathLst>
              <a:path w="405025" h="1437368" fill="none">
                <a:moveTo>
                  <a:pt x="368455" y="1427757"/>
                </a:moveTo>
                <a:lnTo>
                  <a:pt x="36570" y="1269819"/>
                </a:lnTo>
                <a:cubicBezTo>
                  <a:pt x="16373" y="1260208"/>
                  <a:pt x="0" y="1234284"/>
                  <a:pt x="0" y="1211915"/>
                </a:cubicBezTo>
                <a:lnTo>
                  <a:pt x="0" y="225453"/>
                </a:lnTo>
                <a:cubicBezTo>
                  <a:pt x="0" y="203084"/>
                  <a:pt x="16373" y="177160"/>
                  <a:pt x="36570" y="167549"/>
                </a:cubicBezTo>
                <a:lnTo>
                  <a:pt x="368455" y="9611"/>
                </a:lnTo>
                <a:cubicBezTo>
                  <a:pt x="388652" y="0"/>
                  <a:pt x="405025" y="10342"/>
                  <a:pt x="405025" y="32711"/>
                </a:cubicBezTo>
                <a:lnTo>
                  <a:pt x="405025" y="1404657"/>
                </a:lnTo>
                <a:cubicBezTo>
                  <a:pt x="405025" y="1427026"/>
                  <a:pt x="388652" y="1437368"/>
                  <a:pt x="368455" y="142775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102" name="Text P">
            <a:extLst xmlns:a="http://schemas.openxmlformats.org/drawingml/2006/main">
              <a:ext uri="{FF2B5EF4-FFF2-40B4-BE49-F238E27FC236}">
                <a16:creationId xmlns:a16="http://schemas.microsoft.com/office/drawing/2014/main" id="{520AD78E-D221-4965-B14F-D66A58E1D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863" y="2127650"/>
            <a:ext cx="113101" cy="89851"/>
          </a:xfrm>
          <a:custGeom xmlns:a="http://schemas.openxmlformats.org/drawingml/2006/main">
            <a:pathLst>
              <a:path w="113101" h="89851">
                <a:moveTo>
                  <a:pt x="63379" y="58078"/>
                </a:moveTo>
                <a:cubicBezTo>
                  <a:pt x="63721" y="53636"/>
                  <a:pt x="63890" y="50733"/>
                  <a:pt x="63890" y="46291"/>
                </a:cubicBezTo>
                <a:cubicBezTo>
                  <a:pt x="63890" y="32967"/>
                  <a:pt x="62183" y="23742"/>
                  <a:pt x="58083" y="16397"/>
                </a:cubicBezTo>
                <a:cubicBezTo>
                  <a:pt x="52617" y="6149"/>
                  <a:pt x="42196" y="0"/>
                  <a:pt x="30921" y="0"/>
                </a:cubicBezTo>
                <a:cubicBezTo>
                  <a:pt x="23748" y="0"/>
                  <a:pt x="17255" y="2390"/>
                  <a:pt x="12300" y="7004"/>
                </a:cubicBezTo>
                <a:cubicBezTo>
                  <a:pt x="4786" y="13835"/>
                  <a:pt x="0" y="28697"/>
                  <a:pt x="0" y="44753"/>
                </a:cubicBezTo>
                <a:lnTo>
                  <a:pt x="0" y="89851"/>
                </a:lnTo>
                <a:lnTo>
                  <a:pt x="3248" y="89851"/>
                </a:lnTo>
                <a:cubicBezTo>
                  <a:pt x="4613" y="77209"/>
                  <a:pt x="6321" y="75502"/>
                  <a:pt x="18623" y="75502"/>
                </a:cubicBezTo>
                <a:lnTo>
                  <a:pt x="92601" y="75502"/>
                </a:lnTo>
                <a:cubicBezTo>
                  <a:pt x="106952" y="75502"/>
                  <a:pt x="108659" y="76868"/>
                  <a:pt x="109855" y="89851"/>
                </a:cubicBezTo>
                <a:lnTo>
                  <a:pt x="113101" y="89851"/>
                </a:lnTo>
                <a:lnTo>
                  <a:pt x="113101" y="42022"/>
                </a:lnTo>
                <a:lnTo>
                  <a:pt x="109855" y="42022"/>
                </a:lnTo>
                <a:cubicBezTo>
                  <a:pt x="109345" y="55515"/>
                  <a:pt x="106952" y="58078"/>
                  <a:pt x="94480" y="58078"/>
                </a:cubicBezTo>
                <a:lnTo>
                  <a:pt x="63379" y="58078"/>
                </a:lnTo>
                <a:moveTo>
                  <a:pt x="12131" y="58078"/>
                </a:moveTo>
                <a:cubicBezTo>
                  <a:pt x="7517" y="58078"/>
                  <a:pt x="6321" y="56881"/>
                  <a:pt x="6321" y="52270"/>
                </a:cubicBezTo>
                <a:cubicBezTo>
                  <a:pt x="6321" y="29211"/>
                  <a:pt x="14351" y="18618"/>
                  <a:pt x="31948" y="18618"/>
                </a:cubicBezTo>
                <a:cubicBezTo>
                  <a:pt x="48517" y="18618"/>
                  <a:pt x="57059" y="28697"/>
                  <a:pt x="57059" y="48342"/>
                </a:cubicBezTo>
                <a:cubicBezTo>
                  <a:pt x="57059" y="51757"/>
                  <a:pt x="56889" y="54150"/>
                  <a:pt x="56545" y="58078"/>
                </a:cubicBezTo>
                <a:lnTo>
                  <a:pt x="12131" y="58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r">
            <a:extLst xmlns:a="http://schemas.openxmlformats.org/drawingml/2006/main">
              <a:ext uri="{FF2B5EF4-FFF2-40B4-BE49-F238E27FC236}">
                <a16:creationId xmlns:a16="http://schemas.microsoft.com/office/drawing/2014/main" id="{D99FF9E0-C01C-42A9-9843-49CDCB89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394" y="2068035"/>
            <a:ext cx="78570" cy="56370"/>
          </a:xfrm>
          <a:custGeom xmlns:a="http://schemas.openxmlformats.org/drawingml/2006/main">
            <a:pathLst>
              <a:path w="78570" h="56370">
                <a:moveTo>
                  <a:pt x="11959" y="56029"/>
                </a:moveTo>
                <a:cubicBezTo>
                  <a:pt x="11445" y="53636"/>
                  <a:pt x="11273" y="52098"/>
                  <a:pt x="11273" y="50050"/>
                </a:cubicBezTo>
                <a:cubicBezTo>
                  <a:pt x="11273" y="45780"/>
                  <a:pt x="14007" y="44242"/>
                  <a:pt x="21522" y="44242"/>
                </a:cubicBezTo>
                <a:lnTo>
                  <a:pt x="64224" y="44242"/>
                </a:lnTo>
                <a:cubicBezTo>
                  <a:pt x="72763" y="44242"/>
                  <a:pt x="73959" y="45439"/>
                  <a:pt x="76008" y="56370"/>
                </a:cubicBezTo>
                <a:lnTo>
                  <a:pt x="78570" y="56370"/>
                </a:lnTo>
                <a:lnTo>
                  <a:pt x="78570" y="15373"/>
                </a:lnTo>
                <a:lnTo>
                  <a:pt x="76008" y="15373"/>
                </a:lnTo>
                <a:cubicBezTo>
                  <a:pt x="75497" y="26990"/>
                  <a:pt x="72935" y="29894"/>
                  <a:pt x="63199" y="29894"/>
                </a:cubicBezTo>
                <a:lnTo>
                  <a:pt x="24767" y="29894"/>
                </a:lnTo>
                <a:cubicBezTo>
                  <a:pt x="19301" y="29894"/>
                  <a:pt x="10762" y="22549"/>
                  <a:pt x="10762" y="17935"/>
                </a:cubicBezTo>
                <a:cubicBezTo>
                  <a:pt x="10762" y="16911"/>
                  <a:pt x="11617" y="15373"/>
                  <a:pt x="13324" y="13494"/>
                </a:cubicBezTo>
                <a:cubicBezTo>
                  <a:pt x="15714" y="10762"/>
                  <a:pt x="16739" y="8883"/>
                  <a:pt x="16739" y="6662"/>
                </a:cubicBezTo>
                <a:cubicBezTo>
                  <a:pt x="16739" y="2562"/>
                  <a:pt x="13835" y="0"/>
                  <a:pt x="9055" y="0"/>
                </a:cubicBezTo>
                <a:cubicBezTo>
                  <a:pt x="3417" y="0"/>
                  <a:pt x="0" y="3587"/>
                  <a:pt x="0" y="9394"/>
                </a:cubicBezTo>
                <a:cubicBezTo>
                  <a:pt x="0" y="16569"/>
                  <a:pt x="3931" y="21522"/>
                  <a:pt x="16056" y="29894"/>
                </a:cubicBezTo>
                <a:lnTo>
                  <a:pt x="344" y="29894"/>
                </a:lnTo>
                <a:lnTo>
                  <a:pt x="0" y="30746"/>
                </a:lnTo>
                <a:cubicBezTo>
                  <a:pt x="3759" y="39801"/>
                  <a:pt x="5979" y="45950"/>
                  <a:pt x="9224" y="56029"/>
                </a:cubicBezTo>
                <a:lnTo>
                  <a:pt x="11959" y="56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o">
            <a:extLst xmlns:a="http://schemas.openxmlformats.org/drawingml/2006/main">
              <a:ext uri="{FF2B5EF4-FFF2-40B4-BE49-F238E27FC236}">
                <a16:creationId xmlns:a16="http://schemas.microsoft.com/office/drawing/2014/main" id="{1A2F680D-5EFC-4FA4-AADE-865EB0C8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394" y="1988093"/>
            <a:ext cx="80238" cy="75330"/>
          </a:xfrm>
          <a:custGeom xmlns:a="http://schemas.openxmlformats.org/drawingml/2006/main">
            <a:pathLst>
              <a:path w="80238" h="75330">
                <a:moveTo>
                  <a:pt x="0" y="37578"/>
                </a:moveTo>
                <a:cubicBezTo>
                  <a:pt x="0" y="59785"/>
                  <a:pt x="16392" y="75330"/>
                  <a:pt x="39950" y="75330"/>
                </a:cubicBezTo>
                <a:cubicBezTo>
                  <a:pt x="62993" y="75330"/>
                  <a:pt x="80238" y="59443"/>
                  <a:pt x="80238" y="37922"/>
                </a:cubicBezTo>
                <a:cubicBezTo>
                  <a:pt x="80238" y="16397"/>
                  <a:pt x="62141" y="0"/>
                  <a:pt x="38584" y="0"/>
                </a:cubicBezTo>
                <a:cubicBezTo>
                  <a:pt x="16220" y="0"/>
                  <a:pt x="0" y="15714"/>
                  <a:pt x="0" y="37578"/>
                </a:cubicBezTo>
                <a:moveTo>
                  <a:pt x="4786" y="39798"/>
                </a:moveTo>
                <a:cubicBezTo>
                  <a:pt x="4786" y="25450"/>
                  <a:pt x="21172" y="15373"/>
                  <a:pt x="44558" y="15373"/>
                </a:cubicBezTo>
                <a:cubicBezTo>
                  <a:pt x="63848" y="15373"/>
                  <a:pt x="75455" y="23060"/>
                  <a:pt x="75455" y="35870"/>
                </a:cubicBezTo>
                <a:cubicBezTo>
                  <a:pt x="75455" y="42533"/>
                  <a:pt x="71360" y="48853"/>
                  <a:pt x="64531" y="52440"/>
                </a:cubicBezTo>
                <a:cubicBezTo>
                  <a:pt x="55654" y="57223"/>
                  <a:pt x="43706" y="59957"/>
                  <a:pt x="31585" y="59957"/>
                </a:cubicBezTo>
                <a:cubicBezTo>
                  <a:pt x="15368" y="59957"/>
                  <a:pt x="4786" y="51929"/>
                  <a:pt x="4786" y="397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Text j">
            <a:extLst xmlns:a="http://schemas.openxmlformats.org/drawingml/2006/main">
              <a:ext uri="{FF2B5EF4-FFF2-40B4-BE49-F238E27FC236}">
                <a16:creationId xmlns:a16="http://schemas.microsoft.com/office/drawing/2014/main" id="{B1371C88-C06A-441F-B609-A02D6F39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360" y="1949827"/>
            <a:ext cx="153803" cy="45097"/>
          </a:xfrm>
          <a:custGeom xmlns:a="http://schemas.openxmlformats.org/drawingml/2006/main">
            <a:pathLst>
              <a:path w="153803" h="45097">
                <a:moveTo>
                  <a:pt x="38547" y="172"/>
                </a:moveTo>
                <a:lnTo>
                  <a:pt x="38034" y="1027"/>
                </a:lnTo>
                <a:cubicBezTo>
                  <a:pt x="41964" y="11104"/>
                  <a:pt x="44185" y="17596"/>
                  <a:pt x="47258" y="27673"/>
                </a:cubicBezTo>
                <a:lnTo>
                  <a:pt x="49990" y="27673"/>
                </a:lnTo>
                <a:lnTo>
                  <a:pt x="49818" y="26821"/>
                </a:lnTo>
                <a:cubicBezTo>
                  <a:pt x="49476" y="24259"/>
                  <a:pt x="49307" y="21696"/>
                  <a:pt x="49307" y="19987"/>
                </a:cubicBezTo>
                <a:cubicBezTo>
                  <a:pt x="49307" y="16059"/>
                  <a:pt x="52208" y="14521"/>
                  <a:pt x="59550" y="14521"/>
                </a:cubicBezTo>
                <a:lnTo>
                  <a:pt x="124264" y="14521"/>
                </a:lnTo>
                <a:cubicBezTo>
                  <a:pt x="137239" y="14521"/>
                  <a:pt x="141509" y="15034"/>
                  <a:pt x="144923" y="16913"/>
                </a:cubicBezTo>
                <a:cubicBezTo>
                  <a:pt x="146630" y="17938"/>
                  <a:pt x="147996" y="20328"/>
                  <a:pt x="147996" y="22721"/>
                </a:cubicBezTo>
                <a:cubicBezTo>
                  <a:pt x="147996" y="25283"/>
                  <a:pt x="146802" y="26990"/>
                  <a:pt x="143216" y="29894"/>
                </a:cubicBezTo>
                <a:cubicBezTo>
                  <a:pt x="139288" y="32969"/>
                  <a:pt x="137753" y="35360"/>
                  <a:pt x="137753" y="38094"/>
                </a:cubicBezTo>
                <a:cubicBezTo>
                  <a:pt x="137753" y="42022"/>
                  <a:pt x="140654" y="45097"/>
                  <a:pt x="144412" y="45097"/>
                </a:cubicBezTo>
                <a:cubicBezTo>
                  <a:pt x="149875" y="45097"/>
                  <a:pt x="153803" y="38266"/>
                  <a:pt x="153803" y="29041"/>
                </a:cubicBezTo>
                <a:cubicBezTo>
                  <a:pt x="153803" y="10251"/>
                  <a:pt x="140826" y="172"/>
                  <a:pt x="116580" y="172"/>
                </a:cubicBezTo>
                <a:lnTo>
                  <a:pt x="38547" y="172"/>
                </a:lnTo>
                <a:moveTo>
                  <a:pt x="0" y="8883"/>
                </a:moveTo>
                <a:cubicBezTo>
                  <a:pt x="0" y="13496"/>
                  <a:pt x="3931" y="17424"/>
                  <a:pt x="8713" y="17424"/>
                </a:cubicBezTo>
                <a:cubicBezTo>
                  <a:pt x="13496" y="17424"/>
                  <a:pt x="17424" y="13666"/>
                  <a:pt x="17424" y="8883"/>
                </a:cubicBezTo>
                <a:cubicBezTo>
                  <a:pt x="17424" y="3931"/>
                  <a:pt x="13666" y="0"/>
                  <a:pt x="8713" y="0"/>
                </a:cubicBezTo>
                <a:cubicBezTo>
                  <a:pt x="3931" y="0"/>
                  <a:pt x="0" y="3931"/>
                  <a:pt x="0" y="88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e">
            <a:extLst xmlns:a="http://schemas.openxmlformats.org/drawingml/2006/main">
              <a:ext uri="{FF2B5EF4-FFF2-40B4-BE49-F238E27FC236}">
                <a16:creationId xmlns:a16="http://schemas.microsoft.com/office/drawing/2014/main" id="{0EDD93D5-0470-4BB8-A389-C3DAC33A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394" y="1863052"/>
            <a:ext cx="80238" cy="68157"/>
          </a:xfrm>
          <a:custGeom xmlns:a="http://schemas.openxmlformats.org/drawingml/2006/main">
            <a:pathLst>
              <a:path w="80238" h="68157">
                <a:moveTo>
                  <a:pt x="50508" y="2734"/>
                </a:moveTo>
                <a:cubicBezTo>
                  <a:pt x="63497" y="10932"/>
                  <a:pt x="68454" y="18279"/>
                  <a:pt x="68454" y="29211"/>
                </a:cubicBezTo>
                <a:cubicBezTo>
                  <a:pt x="68454" y="38946"/>
                  <a:pt x="63497" y="46291"/>
                  <a:pt x="53756" y="51246"/>
                </a:cubicBezTo>
                <a:cubicBezTo>
                  <a:pt x="47261" y="54322"/>
                  <a:pt x="41620" y="55515"/>
                  <a:pt x="31194" y="55857"/>
                </a:cubicBezTo>
                <a:lnTo>
                  <a:pt x="31194" y="3245"/>
                </a:lnTo>
                <a:cubicBezTo>
                  <a:pt x="20112" y="4613"/>
                  <a:pt x="15175" y="6321"/>
                  <a:pt x="9727" y="10590"/>
                </a:cubicBezTo>
                <a:cubicBezTo>
                  <a:pt x="3589" y="15717"/>
                  <a:pt x="0" y="23573"/>
                  <a:pt x="0" y="32456"/>
                </a:cubicBezTo>
                <a:cubicBezTo>
                  <a:pt x="0" y="40997"/>
                  <a:pt x="3076" y="49025"/>
                  <a:pt x="8875" y="55515"/>
                </a:cubicBezTo>
                <a:cubicBezTo>
                  <a:pt x="15855" y="63546"/>
                  <a:pt x="27949" y="68157"/>
                  <a:pt x="41962" y="68157"/>
                </a:cubicBezTo>
                <a:cubicBezTo>
                  <a:pt x="65548" y="68157"/>
                  <a:pt x="80238" y="55857"/>
                  <a:pt x="80238" y="36214"/>
                </a:cubicBezTo>
                <a:cubicBezTo>
                  <a:pt x="80238" y="19987"/>
                  <a:pt x="70161" y="7176"/>
                  <a:pt x="51705" y="0"/>
                </a:cubicBezTo>
                <a:lnTo>
                  <a:pt x="50508" y="2734"/>
                </a:lnTo>
                <a:moveTo>
                  <a:pt x="25729" y="55515"/>
                </a:moveTo>
                <a:cubicBezTo>
                  <a:pt x="12451" y="53639"/>
                  <a:pt x="6151" y="47829"/>
                  <a:pt x="6151" y="37411"/>
                </a:cubicBezTo>
                <a:cubicBezTo>
                  <a:pt x="6151" y="26990"/>
                  <a:pt x="10919" y="22890"/>
                  <a:pt x="25729" y="20669"/>
                </a:cubicBezTo>
                <a:lnTo>
                  <a:pt x="25729" y="55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Text c">
            <a:extLst xmlns:a="http://schemas.openxmlformats.org/drawingml/2006/main">
              <a:ext uri="{FF2B5EF4-FFF2-40B4-BE49-F238E27FC236}">
                <a16:creationId xmlns:a16="http://schemas.microsoft.com/office/drawing/2014/main" id="{819E0C21-F6AC-4DA6-B9DC-E53D8912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394" y="1789260"/>
            <a:ext cx="80238" cy="66106"/>
          </a:xfrm>
          <a:custGeom xmlns:a="http://schemas.openxmlformats.org/drawingml/2006/main">
            <a:pathLst>
              <a:path w="80238" h="66106">
                <a:moveTo>
                  <a:pt x="51895" y="2390"/>
                </a:moveTo>
                <a:cubicBezTo>
                  <a:pt x="63843" y="10590"/>
                  <a:pt x="67941" y="16739"/>
                  <a:pt x="67941" y="26477"/>
                </a:cubicBezTo>
                <a:cubicBezTo>
                  <a:pt x="67941" y="42022"/>
                  <a:pt x="54285" y="52953"/>
                  <a:pt x="34656" y="52953"/>
                </a:cubicBezTo>
                <a:cubicBezTo>
                  <a:pt x="17075" y="52953"/>
                  <a:pt x="4955" y="43557"/>
                  <a:pt x="4955" y="29722"/>
                </a:cubicBezTo>
                <a:cubicBezTo>
                  <a:pt x="4955" y="23573"/>
                  <a:pt x="6832" y="21352"/>
                  <a:pt x="13147" y="19642"/>
                </a:cubicBezTo>
                <a:lnTo>
                  <a:pt x="16903" y="18618"/>
                </a:lnTo>
                <a:cubicBezTo>
                  <a:pt x="21683" y="17252"/>
                  <a:pt x="24756" y="14177"/>
                  <a:pt x="24756" y="10590"/>
                </a:cubicBezTo>
                <a:cubicBezTo>
                  <a:pt x="24756" y="6149"/>
                  <a:pt x="21511" y="2390"/>
                  <a:pt x="17586" y="2390"/>
                </a:cubicBezTo>
                <a:cubicBezTo>
                  <a:pt x="8028" y="2390"/>
                  <a:pt x="0" y="14349"/>
                  <a:pt x="0" y="28697"/>
                </a:cubicBezTo>
                <a:cubicBezTo>
                  <a:pt x="0" y="37067"/>
                  <a:pt x="3417" y="45778"/>
                  <a:pt x="9563" y="52781"/>
                </a:cubicBezTo>
                <a:cubicBezTo>
                  <a:pt x="17075" y="61323"/>
                  <a:pt x="28682" y="66106"/>
                  <a:pt x="42165" y="66106"/>
                </a:cubicBezTo>
                <a:cubicBezTo>
                  <a:pt x="64357" y="66106"/>
                  <a:pt x="80238" y="52612"/>
                  <a:pt x="80238" y="33650"/>
                </a:cubicBezTo>
                <a:cubicBezTo>
                  <a:pt x="80238" y="25963"/>
                  <a:pt x="77506" y="19132"/>
                  <a:pt x="72210" y="12980"/>
                </a:cubicBezTo>
                <a:cubicBezTo>
                  <a:pt x="68110" y="8369"/>
                  <a:pt x="63502" y="5124"/>
                  <a:pt x="53430" y="0"/>
                </a:cubicBezTo>
                <a:lnTo>
                  <a:pt x="51895" y="2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t">
            <a:extLst xmlns:a="http://schemas.openxmlformats.org/drawingml/2006/main">
              <a:ext uri="{FF2B5EF4-FFF2-40B4-BE49-F238E27FC236}">
                <a16:creationId xmlns:a16="http://schemas.microsoft.com/office/drawing/2014/main" id="{3AE9FA6E-514C-46B6-AD6E-D6D51794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2027" y="1736135"/>
            <a:ext cx="100605" cy="45439"/>
          </a:xfrm>
          <a:custGeom xmlns:a="http://schemas.openxmlformats.org/drawingml/2006/main">
            <a:pathLst>
              <a:path w="100605" h="45439">
                <a:moveTo>
                  <a:pt x="22035" y="4100"/>
                </a:moveTo>
                <a:lnTo>
                  <a:pt x="22035" y="21352"/>
                </a:lnTo>
                <a:lnTo>
                  <a:pt x="2221" y="21352"/>
                </a:lnTo>
                <a:cubicBezTo>
                  <a:pt x="513" y="21352"/>
                  <a:pt x="0" y="21522"/>
                  <a:pt x="0" y="22549"/>
                </a:cubicBezTo>
                <a:cubicBezTo>
                  <a:pt x="1538" y="23742"/>
                  <a:pt x="3076" y="24769"/>
                  <a:pt x="4783" y="25963"/>
                </a:cubicBezTo>
                <a:cubicBezTo>
                  <a:pt x="14179" y="32456"/>
                  <a:pt x="22379" y="39801"/>
                  <a:pt x="23062" y="42533"/>
                </a:cubicBezTo>
                <a:cubicBezTo>
                  <a:pt x="24256" y="44412"/>
                  <a:pt x="25452" y="45439"/>
                  <a:pt x="26307" y="45439"/>
                </a:cubicBezTo>
                <a:cubicBezTo>
                  <a:pt x="26821" y="45439"/>
                  <a:pt x="27162" y="45267"/>
                  <a:pt x="27504" y="44753"/>
                </a:cubicBezTo>
                <a:lnTo>
                  <a:pt x="27504" y="35701"/>
                </a:lnTo>
                <a:lnTo>
                  <a:pt x="78914" y="35701"/>
                </a:lnTo>
                <a:cubicBezTo>
                  <a:pt x="93260" y="35701"/>
                  <a:pt x="100605" y="30577"/>
                  <a:pt x="100605" y="20497"/>
                </a:cubicBezTo>
                <a:cubicBezTo>
                  <a:pt x="100605" y="12128"/>
                  <a:pt x="96508" y="5638"/>
                  <a:pt x="87625" y="0"/>
                </a:cubicBezTo>
                <a:lnTo>
                  <a:pt x="85745" y="2221"/>
                </a:lnTo>
                <a:cubicBezTo>
                  <a:pt x="90015" y="5807"/>
                  <a:pt x="91725" y="8711"/>
                  <a:pt x="91725" y="12469"/>
                </a:cubicBezTo>
                <a:cubicBezTo>
                  <a:pt x="91725" y="18790"/>
                  <a:pt x="87111" y="21352"/>
                  <a:pt x="76352" y="21352"/>
                </a:cubicBezTo>
                <a:lnTo>
                  <a:pt x="27504" y="21352"/>
                </a:lnTo>
                <a:lnTo>
                  <a:pt x="27504" y="4100"/>
                </a:lnTo>
                <a:lnTo>
                  <a:pt x="22035" y="4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i">
            <a:extLst xmlns:a="http://schemas.openxmlformats.org/drawingml/2006/main">
              <a:ext uri="{FF2B5EF4-FFF2-40B4-BE49-F238E27FC236}">
                <a16:creationId xmlns:a16="http://schemas.microsoft.com/office/drawing/2014/main" id="{7A37DB2E-D495-453A-A84F-88C1464D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4360" y="1693089"/>
            <a:ext cx="116604" cy="40484"/>
          </a:xfrm>
          <a:custGeom xmlns:a="http://schemas.openxmlformats.org/drawingml/2006/main">
            <a:pathLst>
              <a:path w="116604" h="40484">
                <a:moveTo>
                  <a:pt x="38034" y="13324"/>
                </a:moveTo>
                <a:lnTo>
                  <a:pt x="47375" y="39801"/>
                </a:lnTo>
                <a:lnTo>
                  <a:pt x="49940" y="39801"/>
                </a:lnTo>
                <a:lnTo>
                  <a:pt x="49768" y="38433"/>
                </a:lnTo>
                <a:cubicBezTo>
                  <a:pt x="49427" y="36384"/>
                  <a:pt x="49255" y="34163"/>
                  <a:pt x="49255" y="32625"/>
                </a:cubicBezTo>
                <a:cubicBezTo>
                  <a:pt x="49255" y="28525"/>
                  <a:pt x="51989" y="26990"/>
                  <a:pt x="59511" y="26990"/>
                </a:cubicBezTo>
                <a:lnTo>
                  <a:pt x="99171" y="26990"/>
                </a:lnTo>
                <a:cubicBezTo>
                  <a:pt x="111479" y="26990"/>
                  <a:pt x="113359" y="28697"/>
                  <a:pt x="114041" y="40484"/>
                </a:cubicBezTo>
                <a:lnTo>
                  <a:pt x="116604" y="40484"/>
                </a:lnTo>
                <a:lnTo>
                  <a:pt x="116604" y="0"/>
                </a:lnTo>
                <a:lnTo>
                  <a:pt x="114041" y="0"/>
                </a:lnTo>
                <a:cubicBezTo>
                  <a:pt x="113189" y="11273"/>
                  <a:pt x="111479" y="12641"/>
                  <a:pt x="99171" y="12641"/>
                </a:cubicBezTo>
                <a:lnTo>
                  <a:pt x="38547" y="12641"/>
                </a:lnTo>
                <a:lnTo>
                  <a:pt x="38034" y="13324"/>
                </a:lnTo>
                <a:moveTo>
                  <a:pt x="0" y="21352"/>
                </a:moveTo>
                <a:cubicBezTo>
                  <a:pt x="0" y="25963"/>
                  <a:pt x="3931" y="29894"/>
                  <a:pt x="8713" y="29894"/>
                </a:cubicBezTo>
                <a:cubicBezTo>
                  <a:pt x="13496" y="29894"/>
                  <a:pt x="17424" y="26135"/>
                  <a:pt x="17424" y="21352"/>
                </a:cubicBezTo>
                <a:cubicBezTo>
                  <a:pt x="17424" y="16397"/>
                  <a:pt x="13666" y="12469"/>
                  <a:pt x="8713" y="12469"/>
                </a:cubicBezTo>
                <a:cubicBezTo>
                  <a:pt x="3931" y="12469"/>
                  <a:pt x="0" y="16397"/>
                  <a:pt x="0" y="2135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o">
            <a:extLst xmlns:a="http://schemas.openxmlformats.org/drawingml/2006/main">
              <a:ext uri="{FF2B5EF4-FFF2-40B4-BE49-F238E27FC236}">
                <a16:creationId xmlns:a16="http://schemas.microsoft.com/office/drawing/2014/main" id="{C2C342C4-E7B4-4C60-8DAE-3BEE35E8F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394" y="1608534"/>
            <a:ext cx="80238" cy="75330"/>
          </a:xfrm>
          <a:custGeom xmlns:a="http://schemas.openxmlformats.org/drawingml/2006/main">
            <a:pathLst>
              <a:path w="80238" h="75330">
                <a:moveTo>
                  <a:pt x="0" y="37578"/>
                </a:moveTo>
                <a:cubicBezTo>
                  <a:pt x="0" y="59785"/>
                  <a:pt x="16392" y="75330"/>
                  <a:pt x="39950" y="75330"/>
                </a:cubicBezTo>
                <a:cubicBezTo>
                  <a:pt x="62993" y="75330"/>
                  <a:pt x="80238" y="59443"/>
                  <a:pt x="80238" y="37922"/>
                </a:cubicBezTo>
                <a:cubicBezTo>
                  <a:pt x="80238" y="16397"/>
                  <a:pt x="62141" y="0"/>
                  <a:pt x="38584" y="0"/>
                </a:cubicBezTo>
                <a:cubicBezTo>
                  <a:pt x="16220" y="0"/>
                  <a:pt x="0" y="15714"/>
                  <a:pt x="0" y="37578"/>
                </a:cubicBezTo>
                <a:moveTo>
                  <a:pt x="4786" y="39798"/>
                </a:moveTo>
                <a:cubicBezTo>
                  <a:pt x="4786" y="25450"/>
                  <a:pt x="21172" y="15373"/>
                  <a:pt x="44558" y="15373"/>
                </a:cubicBezTo>
                <a:cubicBezTo>
                  <a:pt x="63848" y="15373"/>
                  <a:pt x="75455" y="23060"/>
                  <a:pt x="75455" y="35870"/>
                </a:cubicBezTo>
                <a:cubicBezTo>
                  <a:pt x="75455" y="42533"/>
                  <a:pt x="71360" y="48853"/>
                  <a:pt x="64531" y="52440"/>
                </a:cubicBezTo>
                <a:cubicBezTo>
                  <a:pt x="55654" y="57223"/>
                  <a:pt x="43706" y="59957"/>
                  <a:pt x="31585" y="59957"/>
                </a:cubicBezTo>
                <a:cubicBezTo>
                  <a:pt x="15368" y="59957"/>
                  <a:pt x="4786" y="51929"/>
                  <a:pt x="4786" y="397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Text n">
            <a:extLst xmlns:a="http://schemas.openxmlformats.org/drawingml/2006/main">
              <a:ext uri="{FF2B5EF4-FFF2-40B4-BE49-F238E27FC236}">
                <a16:creationId xmlns:a16="http://schemas.microsoft.com/office/drawing/2014/main" id="{6E052372-E950-46DD-87EC-D0DF457E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2394" y="1520560"/>
            <a:ext cx="78570" cy="80115"/>
          </a:xfrm>
          <a:custGeom xmlns:a="http://schemas.openxmlformats.org/drawingml/2006/main">
            <a:pathLst>
              <a:path w="78570" h="80115">
                <a:moveTo>
                  <a:pt x="10593" y="80115"/>
                </a:moveTo>
                <a:cubicBezTo>
                  <a:pt x="10079" y="79091"/>
                  <a:pt x="9910" y="77381"/>
                  <a:pt x="9910" y="75502"/>
                </a:cubicBezTo>
                <a:cubicBezTo>
                  <a:pt x="9910" y="70719"/>
                  <a:pt x="12472" y="69184"/>
                  <a:pt x="20839" y="69184"/>
                </a:cubicBezTo>
                <a:lnTo>
                  <a:pt x="63199" y="69184"/>
                </a:lnTo>
                <a:cubicBezTo>
                  <a:pt x="72935" y="69184"/>
                  <a:pt x="75325" y="71063"/>
                  <a:pt x="76008" y="79774"/>
                </a:cubicBezTo>
                <a:lnTo>
                  <a:pt x="78570" y="79774"/>
                </a:lnTo>
                <a:lnTo>
                  <a:pt x="78570" y="43560"/>
                </a:lnTo>
                <a:lnTo>
                  <a:pt x="76008" y="43560"/>
                </a:lnTo>
                <a:cubicBezTo>
                  <a:pt x="75325" y="52273"/>
                  <a:pt x="73276" y="54835"/>
                  <a:pt x="67127" y="54835"/>
                </a:cubicBezTo>
                <a:lnTo>
                  <a:pt x="19132" y="54835"/>
                </a:lnTo>
                <a:cubicBezTo>
                  <a:pt x="11445" y="46635"/>
                  <a:pt x="9396" y="42877"/>
                  <a:pt x="9396" y="37239"/>
                </a:cubicBezTo>
                <a:cubicBezTo>
                  <a:pt x="9396" y="28869"/>
                  <a:pt x="14690" y="24769"/>
                  <a:pt x="25963" y="24769"/>
                </a:cubicBezTo>
                <a:lnTo>
                  <a:pt x="61662" y="24769"/>
                </a:lnTo>
                <a:cubicBezTo>
                  <a:pt x="72421" y="24769"/>
                  <a:pt x="75325" y="26990"/>
                  <a:pt x="76008" y="35532"/>
                </a:cubicBezTo>
                <a:lnTo>
                  <a:pt x="78570" y="35532"/>
                </a:lnTo>
                <a:lnTo>
                  <a:pt x="78570" y="0"/>
                </a:lnTo>
                <a:lnTo>
                  <a:pt x="76008" y="0"/>
                </a:lnTo>
                <a:cubicBezTo>
                  <a:pt x="75155" y="8372"/>
                  <a:pt x="73104" y="10421"/>
                  <a:pt x="64737" y="10421"/>
                </a:cubicBezTo>
                <a:lnTo>
                  <a:pt x="25622" y="10421"/>
                </a:lnTo>
                <a:cubicBezTo>
                  <a:pt x="9568" y="10421"/>
                  <a:pt x="0" y="17938"/>
                  <a:pt x="0" y="30577"/>
                </a:cubicBezTo>
                <a:cubicBezTo>
                  <a:pt x="0" y="38435"/>
                  <a:pt x="2906" y="43732"/>
                  <a:pt x="13838" y="55346"/>
                </a:cubicBezTo>
                <a:lnTo>
                  <a:pt x="344" y="55346"/>
                </a:lnTo>
                <a:lnTo>
                  <a:pt x="0" y="56542"/>
                </a:lnTo>
                <a:cubicBezTo>
                  <a:pt x="3076" y="64912"/>
                  <a:pt x="4955" y="70719"/>
                  <a:pt x="7689" y="80115"/>
                </a:cubicBezTo>
                <a:lnTo>
                  <a:pt x="10593" y="80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62394f1254294"/>
          <a:stretch xmlns:a="http://schemas.openxmlformats.org/drawingml/2006/main"/>
        </p:blipFill>
        <p:spPr>
          <a:xfrm xmlns:a="http://schemas.openxmlformats.org/drawingml/2006/main">
            <a:off x="3579329" y="1243053"/>
            <a:ext cx="174696" cy="174696"/>
          </a:xfrm>
          <a:prstGeom xmlns:a="http://schemas.openxmlformats.org/drawingml/2006/main" prst="rect">
            <a:avLst/>
          </a:prstGeom>
        </p:spPr>
      </p:pic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D3CBE5-ED94-4EE3-9B5A-770EE7FA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3176" y="451535"/>
            <a:ext cx="206599" cy="1417608"/>
          </a:xfrm>
          <a:custGeom xmlns:a="http://schemas.openxmlformats.org/drawingml/2006/main">
            <a:pathLst>
              <a:path w="206599" h="1417608" fill="none">
                <a:moveTo>
                  <a:pt x="0" y="0"/>
                </a:moveTo>
                <a:lnTo>
                  <a:pt x="119843" y="0"/>
                </a:lnTo>
                <a:lnTo>
                  <a:pt x="119843" y="1417608"/>
                </a:lnTo>
                <a:lnTo>
                  <a:pt x="206599" y="1417562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FEDCF9-BF85-413C-A55D-0025AE9C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941" y="1846567"/>
            <a:ext cx="59212" cy="45074"/>
          </a:xfrm>
          <a:custGeom xmlns:a="http://schemas.openxmlformats.org/drawingml/2006/main">
            <a:pathLst>
              <a:path w="59212" h="45074">
                <a:moveTo>
                  <a:pt x="59212" y="22510"/>
                </a:moveTo>
                <a:lnTo>
                  <a:pt x="0" y="0"/>
                </a:lnTo>
                <a:lnTo>
                  <a:pt x="19959" y="22528"/>
                </a:lnTo>
                <a:lnTo>
                  <a:pt x="21" y="45074"/>
                </a:lnTo>
                <a:lnTo>
                  <a:pt x="59212" y="2251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2350C-4343-44A0-97A6-ED530B8D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4941" y="1846567"/>
            <a:ext cx="59212" cy="45074"/>
          </a:xfrm>
          <a:custGeom xmlns:a="http://schemas.openxmlformats.org/drawingml/2006/main">
            <a:pathLst>
              <a:path w="59212" h="45074" fill="none">
                <a:moveTo>
                  <a:pt x="59212" y="22510"/>
                </a:moveTo>
                <a:lnTo>
                  <a:pt x="0" y="0"/>
                </a:lnTo>
                <a:lnTo>
                  <a:pt x="19959" y="22528"/>
                </a:lnTo>
                <a:lnTo>
                  <a:pt x="21" y="45074"/>
                </a:lnTo>
                <a:lnTo>
                  <a:pt x="59212" y="2251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E98105-4D4E-4058-88A3-05855890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71" y="1152246"/>
            <a:ext cx="777317" cy="1433793"/>
          </a:xfrm>
          <a:custGeom xmlns:a="http://schemas.openxmlformats.org/drawingml/2006/main">
            <a:pathLst>
              <a:path w="777317" h="1433793">
                <a:moveTo>
                  <a:pt x="736815" y="0"/>
                </a:moveTo>
                <a:lnTo>
                  <a:pt x="40502" y="0"/>
                </a:lnTo>
                <a:cubicBezTo>
                  <a:pt x="18133" y="0"/>
                  <a:pt x="0" y="18133"/>
                  <a:pt x="0" y="40502"/>
                </a:cubicBezTo>
                <a:lnTo>
                  <a:pt x="0" y="1393291"/>
                </a:lnTo>
                <a:cubicBezTo>
                  <a:pt x="0" y="1415659"/>
                  <a:pt x="18133" y="1433793"/>
                  <a:pt x="40502" y="1433793"/>
                </a:cubicBezTo>
                <a:lnTo>
                  <a:pt x="736815" y="1433793"/>
                </a:lnTo>
                <a:cubicBezTo>
                  <a:pt x="759184" y="1433793"/>
                  <a:pt x="777317" y="1415659"/>
                  <a:pt x="777317" y="1393291"/>
                </a:cubicBezTo>
                <a:lnTo>
                  <a:pt x="777317" y="40502"/>
                </a:lnTo>
                <a:cubicBezTo>
                  <a:pt x="777317" y="18133"/>
                  <a:pt x="759184" y="0"/>
                  <a:pt x="736815" y="0"/>
                </a:cubicBezTo>
                <a:close/>
                <a:moveTo>
                  <a:pt x="0" y="1433793"/>
                </a:moveTo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53ED5-A95F-4508-87CD-CBCC7B3A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6771" y="1152246"/>
            <a:ext cx="777317" cy="1433793"/>
          </a:xfrm>
          <a:custGeom xmlns:a="http://schemas.openxmlformats.org/drawingml/2006/main">
            <a:pathLst>
              <a:path w="777317" h="1433793" fill="none">
                <a:moveTo>
                  <a:pt x="736815" y="0"/>
                </a:moveTo>
                <a:lnTo>
                  <a:pt x="40502" y="0"/>
                </a:lnTo>
                <a:cubicBezTo>
                  <a:pt x="18133" y="0"/>
                  <a:pt x="0" y="18133"/>
                  <a:pt x="0" y="40502"/>
                </a:cubicBezTo>
                <a:lnTo>
                  <a:pt x="0" y="1393291"/>
                </a:lnTo>
                <a:cubicBezTo>
                  <a:pt x="0" y="1415659"/>
                  <a:pt x="18133" y="1433793"/>
                  <a:pt x="40502" y="1433793"/>
                </a:cubicBezTo>
                <a:lnTo>
                  <a:pt x="736815" y="1433793"/>
                </a:lnTo>
                <a:cubicBezTo>
                  <a:pt x="759184" y="1433793"/>
                  <a:pt x="777317" y="1415659"/>
                  <a:pt x="777317" y="1393291"/>
                </a:cubicBezTo>
                <a:lnTo>
                  <a:pt x="777317" y="40502"/>
                </a:lnTo>
                <a:cubicBezTo>
                  <a:pt x="777317" y="18133"/>
                  <a:pt x="759184" y="0"/>
                  <a:pt x="736815" y="0"/>
                </a:cubicBezTo>
                <a:close/>
                <a:moveTo>
                  <a:pt x="0" y="1433793"/>
                </a:move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118" name="Text BLSTM">
            <a:extLst xmlns:a="http://schemas.openxmlformats.org/drawingml/2006/main">
              <a:ext uri="{FF2B5EF4-FFF2-40B4-BE49-F238E27FC236}">
                <a16:creationId xmlns:a16="http://schemas.microsoft.com/office/drawing/2014/main" id="{225C5A04-E072-4B8F-973D-AB05E0E6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551" y="1810690"/>
            <a:ext cx="562162" cy="117826"/>
          </a:xfrm>
          <a:custGeom xmlns:a="http://schemas.openxmlformats.org/drawingml/2006/main">
            <a:pathLst>
              <a:path w="562162" h="117826">
                <a:moveTo>
                  <a:pt x="0" y="2390"/>
                </a:moveTo>
                <a:lnTo>
                  <a:pt x="0" y="5638"/>
                </a:lnTo>
                <a:cubicBezTo>
                  <a:pt x="14349" y="6490"/>
                  <a:pt x="16397" y="8369"/>
                  <a:pt x="16397" y="21013"/>
                </a:cubicBezTo>
                <a:lnTo>
                  <a:pt x="16397" y="96870"/>
                </a:lnTo>
                <a:cubicBezTo>
                  <a:pt x="16397" y="109514"/>
                  <a:pt x="14177" y="111735"/>
                  <a:pt x="0" y="112246"/>
                </a:cubicBezTo>
                <a:lnTo>
                  <a:pt x="0" y="115491"/>
                </a:lnTo>
                <a:lnTo>
                  <a:pt x="57053" y="115491"/>
                </a:lnTo>
                <a:cubicBezTo>
                  <a:pt x="70378" y="115491"/>
                  <a:pt x="82506" y="111904"/>
                  <a:pt x="88824" y="106097"/>
                </a:cubicBezTo>
                <a:cubicBezTo>
                  <a:pt x="94975" y="100628"/>
                  <a:pt x="98390" y="92942"/>
                  <a:pt x="98390" y="84739"/>
                </a:cubicBezTo>
                <a:cubicBezTo>
                  <a:pt x="98390" y="77222"/>
                  <a:pt x="95316" y="70388"/>
                  <a:pt x="90020" y="65433"/>
                </a:cubicBezTo>
                <a:cubicBezTo>
                  <a:pt x="84896" y="60822"/>
                  <a:pt x="80285" y="58771"/>
                  <a:pt x="69181" y="56037"/>
                </a:cubicBezTo>
                <a:cubicBezTo>
                  <a:pt x="78064" y="53816"/>
                  <a:pt x="81651" y="52109"/>
                  <a:pt x="85751" y="48520"/>
                </a:cubicBezTo>
                <a:cubicBezTo>
                  <a:pt x="90020" y="44761"/>
                  <a:pt x="92582" y="38440"/>
                  <a:pt x="92582" y="31434"/>
                </a:cubicBezTo>
                <a:cubicBezTo>
                  <a:pt x="92582" y="12300"/>
                  <a:pt x="77379" y="2390"/>
                  <a:pt x="47829" y="2390"/>
                </a:cubicBezTo>
                <a:lnTo>
                  <a:pt x="0" y="2390"/>
                </a:lnTo>
                <a:moveTo>
                  <a:pt x="33822" y="59795"/>
                </a:moveTo>
                <a:cubicBezTo>
                  <a:pt x="50391" y="59795"/>
                  <a:pt x="58247" y="60650"/>
                  <a:pt x="64398" y="63212"/>
                </a:cubicBezTo>
                <a:cubicBezTo>
                  <a:pt x="74134" y="67312"/>
                  <a:pt x="78747" y="74147"/>
                  <a:pt x="78747" y="84911"/>
                </a:cubicBezTo>
                <a:cubicBezTo>
                  <a:pt x="78747" y="94136"/>
                  <a:pt x="75161" y="100801"/>
                  <a:pt x="68326" y="104728"/>
                </a:cubicBezTo>
                <a:cubicBezTo>
                  <a:pt x="62861" y="107804"/>
                  <a:pt x="55857" y="109173"/>
                  <a:pt x="44584" y="109173"/>
                </a:cubicBezTo>
                <a:cubicBezTo>
                  <a:pt x="36212" y="109173"/>
                  <a:pt x="33822" y="107635"/>
                  <a:pt x="33822" y="102166"/>
                </a:cubicBezTo>
                <a:lnTo>
                  <a:pt x="33822" y="59795"/>
                </a:lnTo>
                <a:moveTo>
                  <a:pt x="33822" y="52961"/>
                </a:moveTo>
                <a:lnTo>
                  <a:pt x="33822" y="13838"/>
                </a:lnTo>
                <a:cubicBezTo>
                  <a:pt x="33822" y="10249"/>
                  <a:pt x="35018" y="8711"/>
                  <a:pt x="37580" y="8711"/>
                </a:cubicBezTo>
                <a:lnTo>
                  <a:pt x="45095" y="8711"/>
                </a:lnTo>
                <a:cubicBezTo>
                  <a:pt x="64740" y="8711"/>
                  <a:pt x="75161" y="16913"/>
                  <a:pt x="75161" y="32120"/>
                </a:cubicBezTo>
                <a:cubicBezTo>
                  <a:pt x="75161" y="45444"/>
                  <a:pt x="66106" y="52961"/>
                  <a:pt x="50050" y="52961"/>
                </a:cubicBezTo>
                <a:lnTo>
                  <a:pt x="33822" y="52961"/>
                </a:lnTo>
                <a:close/>
                <a:moveTo>
                  <a:pt x="208911" y="85766"/>
                </a:moveTo>
                <a:cubicBezTo>
                  <a:pt x="206007" y="92256"/>
                  <a:pt x="203615" y="96187"/>
                  <a:pt x="201052" y="99091"/>
                </a:cubicBezTo>
                <a:cubicBezTo>
                  <a:pt x="195073" y="105755"/>
                  <a:pt x="185679" y="108831"/>
                  <a:pt x="171500" y="108831"/>
                </a:cubicBezTo>
                <a:lnTo>
                  <a:pt x="160055" y="108831"/>
                </a:lnTo>
                <a:cubicBezTo>
                  <a:pt x="147586" y="108831"/>
                  <a:pt x="145365" y="107804"/>
                  <a:pt x="145365" y="101825"/>
                </a:cubicBezTo>
                <a:lnTo>
                  <a:pt x="145365" y="21013"/>
                </a:lnTo>
                <a:cubicBezTo>
                  <a:pt x="145365" y="8883"/>
                  <a:pt x="147758" y="6490"/>
                  <a:pt x="161251" y="5638"/>
                </a:cubicBezTo>
                <a:lnTo>
                  <a:pt x="161251" y="2390"/>
                </a:lnTo>
                <a:lnTo>
                  <a:pt x="113081" y="2390"/>
                </a:lnTo>
                <a:lnTo>
                  <a:pt x="113081" y="5638"/>
                </a:lnTo>
                <a:cubicBezTo>
                  <a:pt x="125722" y="6662"/>
                  <a:pt x="127943" y="9055"/>
                  <a:pt x="127943" y="21013"/>
                </a:cubicBezTo>
                <a:lnTo>
                  <a:pt x="127943" y="96870"/>
                </a:lnTo>
                <a:cubicBezTo>
                  <a:pt x="127943" y="108831"/>
                  <a:pt x="125550" y="111393"/>
                  <a:pt x="113081" y="112246"/>
                </a:cubicBezTo>
                <a:lnTo>
                  <a:pt x="113081" y="115491"/>
                </a:lnTo>
                <a:lnTo>
                  <a:pt x="204980" y="115491"/>
                </a:lnTo>
                <a:lnTo>
                  <a:pt x="213180" y="85769"/>
                </a:lnTo>
                <a:lnTo>
                  <a:pt x="208911" y="85766"/>
                </a:lnTo>
                <a:close/>
                <a:moveTo>
                  <a:pt x="291757" y="0"/>
                </a:moveTo>
                <a:lnTo>
                  <a:pt x="288170" y="0"/>
                </a:lnTo>
                <a:cubicBezTo>
                  <a:pt x="287487" y="3928"/>
                  <a:pt x="285608" y="5807"/>
                  <a:pt x="282704" y="5807"/>
                </a:cubicBezTo>
                <a:cubicBezTo>
                  <a:pt x="280994" y="5807"/>
                  <a:pt x="278091" y="5124"/>
                  <a:pt x="275187" y="3759"/>
                </a:cubicBezTo>
                <a:cubicBezTo>
                  <a:pt x="268866" y="1423"/>
                  <a:pt x="262546" y="55"/>
                  <a:pt x="257080" y="55"/>
                </a:cubicBezTo>
                <a:cubicBezTo>
                  <a:pt x="249735" y="55"/>
                  <a:pt x="242220" y="2961"/>
                  <a:pt x="236583" y="7913"/>
                </a:cubicBezTo>
                <a:cubicBezTo>
                  <a:pt x="230603" y="13204"/>
                  <a:pt x="227530" y="20372"/>
                  <a:pt x="227530" y="29247"/>
                </a:cubicBezTo>
                <a:cubicBezTo>
                  <a:pt x="227530" y="42900"/>
                  <a:pt x="235045" y="52455"/>
                  <a:pt x="254176" y="62527"/>
                </a:cubicBezTo>
                <a:cubicBezTo>
                  <a:pt x="266476" y="69012"/>
                  <a:pt x="275359" y="76008"/>
                  <a:pt x="279629" y="82495"/>
                </a:cubicBezTo>
                <a:cubicBezTo>
                  <a:pt x="281166" y="84713"/>
                  <a:pt x="282021" y="88297"/>
                  <a:pt x="282021" y="92392"/>
                </a:cubicBezTo>
                <a:cubicBezTo>
                  <a:pt x="282021" y="103827"/>
                  <a:pt x="273480" y="111677"/>
                  <a:pt x="261010" y="111677"/>
                </a:cubicBezTo>
                <a:cubicBezTo>
                  <a:pt x="245807" y="111677"/>
                  <a:pt x="235045" y="102291"/>
                  <a:pt x="226503" y="81471"/>
                </a:cubicBezTo>
                <a:lnTo>
                  <a:pt x="222575" y="81471"/>
                </a:lnTo>
                <a:lnTo>
                  <a:pt x="227700" y="117657"/>
                </a:lnTo>
                <a:lnTo>
                  <a:pt x="231458" y="117657"/>
                </a:lnTo>
                <a:cubicBezTo>
                  <a:pt x="231628" y="114466"/>
                  <a:pt x="233679" y="112076"/>
                  <a:pt x="236241" y="112076"/>
                </a:cubicBezTo>
                <a:cubicBezTo>
                  <a:pt x="238120" y="112076"/>
                  <a:pt x="241024" y="112759"/>
                  <a:pt x="244269" y="113955"/>
                </a:cubicBezTo>
                <a:cubicBezTo>
                  <a:pt x="250759" y="116460"/>
                  <a:pt x="257593" y="117826"/>
                  <a:pt x="264425" y="117826"/>
                </a:cubicBezTo>
                <a:cubicBezTo>
                  <a:pt x="284070" y="117826"/>
                  <a:pt x="299274" y="104340"/>
                  <a:pt x="299274" y="86759"/>
                </a:cubicBezTo>
                <a:cubicBezTo>
                  <a:pt x="299274" y="72765"/>
                  <a:pt x="289877" y="61672"/>
                  <a:pt x="267329" y="49554"/>
                </a:cubicBezTo>
                <a:cubicBezTo>
                  <a:pt x="249393" y="39658"/>
                  <a:pt x="242220" y="32148"/>
                  <a:pt x="242220" y="22932"/>
                </a:cubicBezTo>
                <a:cubicBezTo>
                  <a:pt x="242220" y="13546"/>
                  <a:pt x="249393" y="7058"/>
                  <a:pt x="259984" y="7058"/>
                </a:cubicBezTo>
                <a:cubicBezTo>
                  <a:pt x="267673" y="7058"/>
                  <a:pt x="274846" y="10303"/>
                  <a:pt x="280825" y="16447"/>
                </a:cubicBezTo>
                <a:cubicBezTo>
                  <a:pt x="286119" y="21907"/>
                  <a:pt x="288511" y="26344"/>
                  <a:pt x="291246" y="36415"/>
                </a:cubicBezTo>
                <a:lnTo>
                  <a:pt x="295515" y="36415"/>
                </a:lnTo>
                <a:lnTo>
                  <a:pt x="291757" y="0"/>
                </a:lnTo>
                <a:close/>
                <a:moveTo>
                  <a:pt x="353765" y="9566"/>
                </a:moveTo>
                <a:lnTo>
                  <a:pt x="353765" y="94991"/>
                </a:lnTo>
                <a:cubicBezTo>
                  <a:pt x="353765" y="109514"/>
                  <a:pt x="351886" y="111393"/>
                  <a:pt x="337707" y="112246"/>
                </a:cubicBezTo>
                <a:lnTo>
                  <a:pt x="337707" y="115491"/>
                </a:lnTo>
                <a:lnTo>
                  <a:pt x="387587" y="115491"/>
                </a:lnTo>
                <a:lnTo>
                  <a:pt x="387587" y="112246"/>
                </a:lnTo>
                <a:cubicBezTo>
                  <a:pt x="373580" y="111563"/>
                  <a:pt x="371187" y="109342"/>
                  <a:pt x="371187" y="96870"/>
                </a:cubicBezTo>
                <a:lnTo>
                  <a:pt x="371187" y="9566"/>
                </a:lnTo>
                <a:lnTo>
                  <a:pt x="380411" y="9566"/>
                </a:lnTo>
                <a:cubicBezTo>
                  <a:pt x="399884" y="9566"/>
                  <a:pt x="403643" y="12641"/>
                  <a:pt x="407573" y="31434"/>
                </a:cubicBezTo>
                <a:lnTo>
                  <a:pt x="411671" y="31434"/>
                </a:lnTo>
                <a:lnTo>
                  <a:pt x="410646" y="2390"/>
                </a:lnTo>
                <a:lnTo>
                  <a:pt x="314306" y="2390"/>
                </a:lnTo>
                <a:lnTo>
                  <a:pt x="313281" y="31434"/>
                </a:lnTo>
                <a:lnTo>
                  <a:pt x="317379" y="31434"/>
                </a:lnTo>
                <a:cubicBezTo>
                  <a:pt x="321479" y="12811"/>
                  <a:pt x="325409" y="9566"/>
                  <a:pt x="344541" y="9566"/>
                </a:cubicBezTo>
                <a:lnTo>
                  <a:pt x="353765" y="9566"/>
                </a:lnTo>
                <a:close/>
                <a:moveTo>
                  <a:pt x="529878" y="17596"/>
                </a:moveTo>
                <a:lnTo>
                  <a:pt x="529878" y="94991"/>
                </a:lnTo>
                <a:cubicBezTo>
                  <a:pt x="529878" y="109170"/>
                  <a:pt x="527827" y="111393"/>
                  <a:pt x="514333" y="112246"/>
                </a:cubicBezTo>
                <a:lnTo>
                  <a:pt x="514333" y="115491"/>
                </a:lnTo>
                <a:lnTo>
                  <a:pt x="562162" y="115491"/>
                </a:lnTo>
                <a:lnTo>
                  <a:pt x="562162" y="112246"/>
                </a:lnTo>
                <a:cubicBezTo>
                  <a:pt x="549693" y="111393"/>
                  <a:pt x="547303" y="109001"/>
                  <a:pt x="547303" y="96870"/>
                </a:cubicBezTo>
                <a:lnTo>
                  <a:pt x="547303" y="21013"/>
                </a:lnTo>
                <a:cubicBezTo>
                  <a:pt x="547303" y="8883"/>
                  <a:pt x="549523" y="6662"/>
                  <a:pt x="562162" y="5638"/>
                </a:cubicBezTo>
                <a:lnTo>
                  <a:pt x="562162" y="2390"/>
                </a:lnTo>
                <a:lnTo>
                  <a:pt x="528169" y="2390"/>
                </a:lnTo>
                <a:lnTo>
                  <a:pt x="490419" y="88670"/>
                </a:lnTo>
                <a:lnTo>
                  <a:pt x="450959" y="2390"/>
                </a:lnTo>
                <a:lnTo>
                  <a:pt x="417138" y="2390"/>
                </a:lnTo>
                <a:lnTo>
                  <a:pt x="417138" y="5638"/>
                </a:lnTo>
                <a:cubicBezTo>
                  <a:pt x="431145" y="6490"/>
                  <a:pt x="433366" y="8541"/>
                  <a:pt x="433366" y="21013"/>
                </a:cubicBezTo>
                <a:lnTo>
                  <a:pt x="433366" y="90377"/>
                </a:lnTo>
                <a:cubicBezTo>
                  <a:pt x="433366" y="107976"/>
                  <a:pt x="430973" y="111221"/>
                  <a:pt x="416796" y="112246"/>
                </a:cubicBezTo>
                <a:lnTo>
                  <a:pt x="416796" y="115491"/>
                </a:lnTo>
                <a:lnTo>
                  <a:pt x="456939" y="115491"/>
                </a:lnTo>
                <a:lnTo>
                  <a:pt x="456939" y="112246"/>
                </a:lnTo>
                <a:cubicBezTo>
                  <a:pt x="443786" y="111563"/>
                  <a:pt x="440883" y="107635"/>
                  <a:pt x="440883" y="90377"/>
                </a:cubicBezTo>
                <a:lnTo>
                  <a:pt x="440883" y="21524"/>
                </a:lnTo>
                <a:lnTo>
                  <a:pt x="483757" y="115491"/>
                </a:lnTo>
                <a:lnTo>
                  <a:pt x="486149" y="115491"/>
                </a:lnTo>
                <a:lnTo>
                  <a:pt x="529878" y="175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047bb6658428b"/>
          <a:stretch xmlns:a="http://schemas.openxmlformats.org/drawingml/2006/main"/>
        </p:blipFill>
        <p:spPr>
          <a:xfrm xmlns:a="http://schemas.openxmlformats.org/drawingml/2006/main">
            <a:off x="4571617" y="1214705"/>
            <a:ext cx="174696" cy="174696"/>
          </a:xfrm>
          <a:prstGeom xmlns:a="http://schemas.openxmlformats.org/drawingml/2006/main" prst="rect">
            <a:avLst/>
          </a:prstGeom>
        </p:spPr>
      </p:pic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A18FFD-B6AD-490F-B805-A425D0EC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9853" y="1869063"/>
            <a:ext cx="117686" cy="51"/>
          </a:xfrm>
          <a:custGeom xmlns:a="http://schemas.openxmlformats.org/drawingml/2006/main">
            <a:pathLst>
              <a:path w="117686" h="51" fill="none">
                <a:moveTo>
                  <a:pt x="0" y="0"/>
                </a:moveTo>
                <a:lnTo>
                  <a:pt x="117686" y="51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57044-56FA-4BA7-8C0F-717F4DCB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707" y="1846571"/>
            <a:ext cx="59211" cy="45074"/>
          </a:xfrm>
          <a:custGeom xmlns:a="http://schemas.openxmlformats.org/drawingml/2006/main">
            <a:pathLst>
              <a:path w="59211" h="45074">
                <a:moveTo>
                  <a:pt x="59211" y="22561"/>
                </a:moveTo>
                <a:lnTo>
                  <a:pt x="18" y="0"/>
                </a:lnTo>
                <a:lnTo>
                  <a:pt x="19958" y="22545"/>
                </a:lnTo>
                <a:lnTo>
                  <a:pt x="0" y="45074"/>
                </a:lnTo>
                <a:lnTo>
                  <a:pt x="59211" y="225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F0C03B-A945-4563-A5C9-647D7ED9E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2707" y="1846571"/>
            <a:ext cx="59211" cy="45074"/>
          </a:xfrm>
          <a:custGeom xmlns:a="http://schemas.openxmlformats.org/drawingml/2006/main">
            <a:pathLst>
              <a:path w="59211" h="45074" fill="none">
                <a:moveTo>
                  <a:pt x="59211" y="22561"/>
                </a:moveTo>
                <a:lnTo>
                  <a:pt x="18" y="0"/>
                </a:lnTo>
                <a:lnTo>
                  <a:pt x="19958" y="22545"/>
                </a:lnTo>
                <a:lnTo>
                  <a:pt x="0" y="45074"/>
                </a:lnTo>
                <a:lnTo>
                  <a:pt x="59211" y="2256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74A9D1-428C-4278-9452-F747D6FE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339" y="1054794"/>
            <a:ext cx="555281" cy="1628697"/>
          </a:xfrm>
          <a:custGeom xmlns:a="http://schemas.openxmlformats.org/drawingml/2006/main">
            <a:pathLst>
              <a:path w="555281" h="1628697">
                <a:moveTo>
                  <a:pt x="524256" y="1200427"/>
                </a:moveTo>
                <a:lnTo>
                  <a:pt x="31025" y="1614318"/>
                </a:lnTo>
                <a:cubicBezTo>
                  <a:pt x="13890" y="1628697"/>
                  <a:pt x="0" y="1622220"/>
                  <a:pt x="0" y="1599851"/>
                </a:cubicBezTo>
                <a:lnTo>
                  <a:pt x="0" y="28846"/>
                </a:lnTo>
                <a:cubicBezTo>
                  <a:pt x="0" y="6477"/>
                  <a:pt x="13890" y="0"/>
                  <a:pt x="31025" y="14379"/>
                </a:cubicBezTo>
                <a:lnTo>
                  <a:pt x="524256" y="428270"/>
                </a:lnTo>
                <a:cubicBezTo>
                  <a:pt x="541391" y="442648"/>
                  <a:pt x="555281" y="472437"/>
                  <a:pt x="555281" y="494806"/>
                </a:cubicBezTo>
                <a:lnTo>
                  <a:pt x="555281" y="1133891"/>
                </a:lnTo>
                <a:cubicBezTo>
                  <a:pt x="555281" y="1156260"/>
                  <a:pt x="541391" y="1186049"/>
                  <a:pt x="524256" y="1200427"/>
                </a:cubicBezTo>
                <a:close/>
              </a:path>
            </a:pathLst>
          </a:custGeom>
          <a:solidFill xmlns:a="http://schemas.openxmlformats.org/drawingml/2006/main">
            <a:srgbClr val="FF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870C77-078F-4909-81F1-D22901EC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8339" y="1054794"/>
            <a:ext cx="555281" cy="1628697"/>
          </a:xfrm>
          <a:custGeom xmlns:a="http://schemas.openxmlformats.org/drawingml/2006/main">
            <a:pathLst>
              <a:path w="555281" h="1628697" fill="none">
                <a:moveTo>
                  <a:pt x="524256" y="1200427"/>
                </a:moveTo>
                <a:lnTo>
                  <a:pt x="31025" y="1614318"/>
                </a:lnTo>
                <a:cubicBezTo>
                  <a:pt x="13890" y="1628697"/>
                  <a:pt x="0" y="1622220"/>
                  <a:pt x="0" y="1599851"/>
                </a:cubicBezTo>
                <a:lnTo>
                  <a:pt x="0" y="28846"/>
                </a:lnTo>
                <a:cubicBezTo>
                  <a:pt x="0" y="6477"/>
                  <a:pt x="13890" y="0"/>
                  <a:pt x="31025" y="14379"/>
                </a:cubicBezTo>
                <a:lnTo>
                  <a:pt x="524256" y="428270"/>
                </a:lnTo>
                <a:cubicBezTo>
                  <a:pt x="541391" y="442648"/>
                  <a:pt x="555281" y="472437"/>
                  <a:pt x="555281" y="494806"/>
                </a:cubicBezTo>
                <a:lnTo>
                  <a:pt x="555281" y="1133891"/>
                </a:lnTo>
                <a:cubicBezTo>
                  <a:pt x="555281" y="1156260"/>
                  <a:pt x="541391" y="1186049"/>
                  <a:pt x="524256" y="1200427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125" name="Text F">
            <a:extLst xmlns:a="http://schemas.openxmlformats.org/drawingml/2006/main">
              <a:ext uri="{FF2B5EF4-FFF2-40B4-BE49-F238E27FC236}">
                <a16:creationId xmlns:a16="http://schemas.microsoft.com/office/drawing/2014/main" id="{2F66C0B2-04AE-422C-AAD1-E76020FE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0305" y="2032008"/>
            <a:ext cx="113101" cy="91216"/>
          </a:xfrm>
          <a:custGeom xmlns:a="http://schemas.openxmlformats.org/drawingml/2006/main">
            <a:pathLst>
              <a:path w="113101" h="91216">
                <a:moveTo>
                  <a:pt x="73618" y="11445"/>
                </a:moveTo>
                <a:lnTo>
                  <a:pt x="33991" y="11445"/>
                </a:lnTo>
                <a:lnTo>
                  <a:pt x="33991" y="15373"/>
                </a:lnTo>
                <a:cubicBezTo>
                  <a:pt x="47654" y="17422"/>
                  <a:pt x="50217" y="20497"/>
                  <a:pt x="50217" y="34163"/>
                </a:cubicBezTo>
                <a:lnTo>
                  <a:pt x="50217" y="58933"/>
                </a:lnTo>
                <a:lnTo>
                  <a:pt x="12300" y="58933"/>
                </a:lnTo>
                <a:cubicBezTo>
                  <a:pt x="7517" y="58933"/>
                  <a:pt x="6493" y="58078"/>
                  <a:pt x="6493" y="53467"/>
                </a:cubicBezTo>
                <a:lnTo>
                  <a:pt x="6493" y="30235"/>
                </a:lnTo>
                <a:cubicBezTo>
                  <a:pt x="6493" y="10932"/>
                  <a:pt x="9055" y="7173"/>
                  <a:pt x="24425" y="4269"/>
                </a:cubicBezTo>
                <a:lnTo>
                  <a:pt x="24425" y="0"/>
                </a:lnTo>
                <a:lnTo>
                  <a:pt x="0" y="511"/>
                </a:lnTo>
                <a:lnTo>
                  <a:pt x="0" y="91216"/>
                </a:lnTo>
                <a:lnTo>
                  <a:pt x="3248" y="91216"/>
                </a:lnTo>
                <a:cubicBezTo>
                  <a:pt x="4272" y="78575"/>
                  <a:pt x="6662" y="76354"/>
                  <a:pt x="18618" y="76354"/>
                </a:cubicBezTo>
                <a:lnTo>
                  <a:pt x="92595" y="76354"/>
                </a:lnTo>
                <a:cubicBezTo>
                  <a:pt x="106780" y="76354"/>
                  <a:pt x="109001" y="78234"/>
                  <a:pt x="109855" y="91216"/>
                </a:cubicBezTo>
                <a:lnTo>
                  <a:pt x="113101" y="91216"/>
                </a:lnTo>
                <a:lnTo>
                  <a:pt x="113101" y="43388"/>
                </a:lnTo>
                <a:lnTo>
                  <a:pt x="109855" y="43388"/>
                </a:lnTo>
                <a:cubicBezTo>
                  <a:pt x="109173" y="56540"/>
                  <a:pt x="106780" y="58933"/>
                  <a:pt x="94475" y="58933"/>
                </a:cubicBezTo>
                <a:lnTo>
                  <a:pt x="57218" y="58933"/>
                </a:lnTo>
                <a:lnTo>
                  <a:pt x="57218" y="34163"/>
                </a:lnTo>
                <a:cubicBezTo>
                  <a:pt x="57218" y="20328"/>
                  <a:pt x="59782" y="17422"/>
                  <a:pt x="73625" y="15373"/>
                </a:cubicBezTo>
                <a:lnTo>
                  <a:pt x="73618" y="11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e">
            <a:extLst xmlns:a="http://schemas.openxmlformats.org/drawingml/2006/main">
              <a:ext uri="{FF2B5EF4-FFF2-40B4-BE49-F238E27FC236}">
                <a16:creationId xmlns:a16="http://schemas.microsoft.com/office/drawing/2014/main" id="{22F452ED-0CB6-496A-83E4-5E1A2881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836" y="1957872"/>
            <a:ext cx="80238" cy="68157"/>
          </a:xfrm>
          <a:custGeom xmlns:a="http://schemas.openxmlformats.org/drawingml/2006/main">
            <a:pathLst>
              <a:path w="80238" h="68157">
                <a:moveTo>
                  <a:pt x="50508" y="2734"/>
                </a:moveTo>
                <a:cubicBezTo>
                  <a:pt x="63497" y="10932"/>
                  <a:pt x="68454" y="18279"/>
                  <a:pt x="68454" y="29211"/>
                </a:cubicBezTo>
                <a:cubicBezTo>
                  <a:pt x="68454" y="38946"/>
                  <a:pt x="63497" y="46291"/>
                  <a:pt x="53756" y="51246"/>
                </a:cubicBezTo>
                <a:cubicBezTo>
                  <a:pt x="47261" y="54322"/>
                  <a:pt x="41620" y="55515"/>
                  <a:pt x="31194" y="55857"/>
                </a:cubicBezTo>
                <a:lnTo>
                  <a:pt x="31194" y="3245"/>
                </a:lnTo>
                <a:cubicBezTo>
                  <a:pt x="20112" y="4613"/>
                  <a:pt x="15175" y="6321"/>
                  <a:pt x="9727" y="10590"/>
                </a:cubicBezTo>
                <a:cubicBezTo>
                  <a:pt x="3589" y="15717"/>
                  <a:pt x="0" y="23573"/>
                  <a:pt x="0" y="32456"/>
                </a:cubicBezTo>
                <a:cubicBezTo>
                  <a:pt x="0" y="40997"/>
                  <a:pt x="3076" y="49025"/>
                  <a:pt x="8875" y="55515"/>
                </a:cubicBezTo>
                <a:cubicBezTo>
                  <a:pt x="15855" y="63546"/>
                  <a:pt x="27949" y="68157"/>
                  <a:pt x="41962" y="68157"/>
                </a:cubicBezTo>
                <a:cubicBezTo>
                  <a:pt x="65548" y="68157"/>
                  <a:pt x="80238" y="55857"/>
                  <a:pt x="80238" y="36214"/>
                </a:cubicBezTo>
                <a:cubicBezTo>
                  <a:pt x="80238" y="19987"/>
                  <a:pt x="70161" y="7176"/>
                  <a:pt x="51705" y="0"/>
                </a:cubicBezTo>
                <a:lnTo>
                  <a:pt x="50508" y="2734"/>
                </a:lnTo>
                <a:moveTo>
                  <a:pt x="25729" y="55515"/>
                </a:moveTo>
                <a:cubicBezTo>
                  <a:pt x="12451" y="53639"/>
                  <a:pt x="6151" y="47829"/>
                  <a:pt x="6151" y="37411"/>
                </a:cubicBezTo>
                <a:cubicBezTo>
                  <a:pt x="6151" y="26990"/>
                  <a:pt x="10919" y="22890"/>
                  <a:pt x="25729" y="20669"/>
                </a:cubicBezTo>
                <a:lnTo>
                  <a:pt x="25729" y="55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Text a">
            <a:extLst xmlns:a="http://schemas.openxmlformats.org/drawingml/2006/main">
              <a:ext uri="{FF2B5EF4-FFF2-40B4-BE49-F238E27FC236}">
                <a16:creationId xmlns:a16="http://schemas.microsoft.com/office/drawing/2014/main" id="{8F8BD070-E0CD-4D61-9DBF-4C40031D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836" y="1878955"/>
            <a:ext cx="80238" cy="69181"/>
          </a:xfrm>
          <a:custGeom xmlns:a="http://schemas.openxmlformats.org/drawingml/2006/main">
            <a:pathLst>
              <a:path w="80238" h="69181">
                <a:moveTo>
                  <a:pt x="67260" y="0"/>
                </a:moveTo>
                <a:cubicBezTo>
                  <a:pt x="69648" y="2904"/>
                  <a:pt x="70503" y="4952"/>
                  <a:pt x="70503" y="7514"/>
                </a:cubicBezTo>
                <a:cubicBezTo>
                  <a:pt x="70503" y="11442"/>
                  <a:pt x="68113" y="12639"/>
                  <a:pt x="60603" y="12639"/>
                </a:cubicBezTo>
                <a:lnTo>
                  <a:pt x="27316" y="12639"/>
                </a:lnTo>
                <a:cubicBezTo>
                  <a:pt x="18438" y="12639"/>
                  <a:pt x="13489" y="13494"/>
                  <a:pt x="9391" y="16056"/>
                </a:cubicBezTo>
                <a:cubicBezTo>
                  <a:pt x="3248" y="19814"/>
                  <a:pt x="0" y="27160"/>
                  <a:pt x="0" y="37236"/>
                </a:cubicBezTo>
                <a:cubicBezTo>
                  <a:pt x="0" y="53295"/>
                  <a:pt x="8367" y="65934"/>
                  <a:pt x="19121" y="65934"/>
                </a:cubicBezTo>
                <a:cubicBezTo>
                  <a:pt x="23049" y="65934"/>
                  <a:pt x="26461" y="62519"/>
                  <a:pt x="26461" y="58589"/>
                </a:cubicBezTo>
                <a:cubicBezTo>
                  <a:pt x="26461" y="54491"/>
                  <a:pt x="23049" y="50902"/>
                  <a:pt x="19293" y="50902"/>
                </a:cubicBezTo>
                <a:cubicBezTo>
                  <a:pt x="18610" y="50902"/>
                  <a:pt x="17755" y="51074"/>
                  <a:pt x="16562" y="51243"/>
                </a:cubicBezTo>
                <a:cubicBezTo>
                  <a:pt x="15026" y="51585"/>
                  <a:pt x="13661" y="51757"/>
                  <a:pt x="12464" y="51757"/>
                </a:cubicBezTo>
                <a:cubicBezTo>
                  <a:pt x="7856" y="51757"/>
                  <a:pt x="4100" y="46291"/>
                  <a:pt x="4100" y="39457"/>
                </a:cubicBezTo>
                <a:cubicBezTo>
                  <a:pt x="4100" y="31088"/>
                  <a:pt x="9050" y="26477"/>
                  <a:pt x="18269" y="26477"/>
                </a:cubicBezTo>
                <a:lnTo>
                  <a:pt x="28682" y="26477"/>
                </a:lnTo>
                <a:cubicBezTo>
                  <a:pt x="39264" y="52781"/>
                  <a:pt x="40630" y="55685"/>
                  <a:pt x="47117" y="63030"/>
                </a:cubicBezTo>
                <a:cubicBezTo>
                  <a:pt x="50532" y="66789"/>
                  <a:pt x="56334" y="69181"/>
                  <a:pt x="61967" y="69181"/>
                </a:cubicBezTo>
                <a:cubicBezTo>
                  <a:pt x="72723" y="69181"/>
                  <a:pt x="80238" y="61664"/>
                  <a:pt x="80238" y="51243"/>
                </a:cubicBezTo>
                <a:cubicBezTo>
                  <a:pt x="80238" y="43729"/>
                  <a:pt x="76651" y="36725"/>
                  <a:pt x="67769" y="26305"/>
                </a:cubicBezTo>
                <a:cubicBezTo>
                  <a:pt x="76651" y="25450"/>
                  <a:pt x="80238" y="22377"/>
                  <a:pt x="80238" y="15373"/>
                </a:cubicBezTo>
                <a:cubicBezTo>
                  <a:pt x="80238" y="9566"/>
                  <a:pt x="78189" y="5977"/>
                  <a:pt x="71699" y="0"/>
                </a:cubicBezTo>
                <a:lnTo>
                  <a:pt x="67260" y="0"/>
                </a:lnTo>
                <a:moveTo>
                  <a:pt x="57520" y="26477"/>
                </a:moveTo>
                <a:cubicBezTo>
                  <a:pt x="62816" y="26477"/>
                  <a:pt x="64354" y="27329"/>
                  <a:pt x="66403" y="30918"/>
                </a:cubicBezTo>
                <a:cubicBezTo>
                  <a:pt x="68796" y="35015"/>
                  <a:pt x="70331" y="39798"/>
                  <a:pt x="70331" y="43388"/>
                </a:cubicBezTo>
                <a:cubicBezTo>
                  <a:pt x="70331" y="49364"/>
                  <a:pt x="64523" y="54147"/>
                  <a:pt x="57178" y="54147"/>
                </a:cubicBezTo>
                <a:lnTo>
                  <a:pt x="56496" y="54147"/>
                </a:lnTo>
                <a:cubicBezTo>
                  <a:pt x="46416" y="54147"/>
                  <a:pt x="40268" y="47146"/>
                  <a:pt x="32750" y="26477"/>
                </a:cubicBezTo>
                <a:lnTo>
                  <a:pt x="57520" y="264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t">
            <a:extLst xmlns:a="http://schemas.openxmlformats.org/drawingml/2006/main">
              <a:ext uri="{FF2B5EF4-FFF2-40B4-BE49-F238E27FC236}">
                <a16:creationId xmlns:a16="http://schemas.microsoft.com/office/drawing/2014/main" id="{21BAA397-5D13-4503-9CCF-2368DA0E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4468" y="1830954"/>
            <a:ext cx="100605" cy="45439"/>
          </a:xfrm>
          <a:custGeom xmlns:a="http://schemas.openxmlformats.org/drawingml/2006/main">
            <a:pathLst>
              <a:path w="100605" h="45439">
                <a:moveTo>
                  <a:pt x="22035" y="4100"/>
                </a:moveTo>
                <a:lnTo>
                  <a:pt x="22035" y="21352"/>
                </a:lnTo>
                <a:lnTo>
                  <a:pt x="2221" y="21352"/>
                </a:lnTo>
                <a:cubicBezTo>
                  <a:pt x="513" y="21352"/>
                  <a:pt x="0" y="21522"/>
                  <a:pt x="0" y="22549"/>
                </a:cubicBezTo>
                <a:cubicBezTo>
                  <a:pt x="1538" y="23742"/>
                  <a:pt x="3076" y="24769"/>
                  <a:pt x="4783" y="25963"/>
                </a:cubicBezTo>
                <a:cubicBezTo>
                  <a:pt x="14179" y="32456"/>
                  <a:pt x="22379" y="39801"/>
                  <a:pt x="23062" y="42533"/>
                </a:cubicBezTo>
                <a:cubicBezTo>
                  <a:pt x="24256" y="44412"/>
                  <a:pt x="25452" y="45439"/>
                  <a:pt x="26307" y="45439"/>
                </a:cubicBezTo>
                <a:cubicBezTo>
                  <a:pt x="26821" y="45439"/>
                  <a:pt x="27162" y="45267"/>
                  <a:pt x="27504" y="44753"/>
                </a:cubicBezTo>
                <a:lnTo>
                  <a:pt x="27504" y="35701"/>
                </a:lnTo>
                <a:lnTo>
                  <a:pt x="78914" y="35701"/>
                </a:lnTo>
                <a:cubicBezTo>
                  <a:pt x="93260" y="35701"/>
                  <a:pt x="100605" y="30577"/>
                  <a:pt x="100605" y="20497"/>
                </a:cubicBezTo>
                <a:cubicBezTo>
                  <a:pt x="100605" y="12128"/>
                  <a:pt x="96508" y="5638"/>
                  <a:pt x="87625" y="0"/>
                </a:cubicBezTo>
                <a:lnTo>
                  <a:pt x="85745" y="2221"/>
                </a:lnTo>
                <a:cubicBezTo>
                  <a:pt x="90015" y="5807"/>
                  <a:pt x="91725" y="8711"/>
                  <a:pt x="91725" y="12469"/>
                </a:cubicBezTo>
                <a:cubicBezTo>
                  <a:pt x="91725" y="18790"/>
                  <a:pt x="87111" y="21352"/>
                  <a:pt x="76352" y="21352"/>
                </a:cubicBezTo>
                <a:lnTo>
                  <a:pt x="27504" y="21352"/>
                </a:lnTo>
                <a:lnTo>
                  <a:pt x="27504" y="4100"/>
                </a:lnTo>
                <a:lnTo>
                  <a:pt x="22035" y="410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u">
            <a:extLst xmlns:a="http://schemas.openxmlformats.org/drawingml/2006/main">
              <a:ext uri="{FF2B5EF4-FFF2-40B4-BE49-F238E27FC236}">
                <a16:creationId xmlns:a16="http://schemas.microsoft.com/office/drawing/2014/main" id="{99F724A2-57DA-42D0-9FFC-FC94F2E6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504" y="1749303"/>
            <a:ext cx="78570" cy="80285"/>
          </a:xfrm>
          <a:custGeom xmlns:a="http://schemas.openxmlformats.org/drawingml/2006/main">
            <a:pathLst>
              <a:path w="78570" h="80285">
                <a:moveTo>
                  <a:pt x="68329" y="0"/>
                </a:moveTo>
                <a:lnTo>
                  <a:pt x="68329" y="852"/>
                </a:lnTo>
                <a:cubicBezTo>
                  <a:pt x="68329" y="8711"/>
                  <a:pt x="66450" y="10590"/>
                  <a:pt x="58591" y="10590"/>
                </a:cubicBezTo>
                <a:lnTo>
                  <a:pt x="0" y="10590"/>
                </a:lnTo>
                <a:lnTo>
                  <a:pt x="0" y="37580"/>
                </a:lnTo>
                <a:lnTo>
                  <a:pt x="2906" y="37580"/>
                </a:lnTo>
                <a:cubicBezTo>
                  <a:pt x="3417" y="26988"/>
                  <a:pt x="5127" y="24939"/>
                  <a:pt x="13666" y="24939"/>
                </a:cubicBezTo>
                <a:lnTo>
                  <a:pt x="53803" y="24939"/>
                </a:lnTo>
                <a:cubicBezTo>
                  <a:pt x="58586" y="24939"/>
                  <a:pt x="60979" y="25794"/>
                  <a:pt x="62855" y="28184"/>
                </a:cubicBezTo>
                <a:cubicBezTo>
                  <a:pt x="66614" y="32797"/>
                  <a:pt x="68663" y="38091"/>
                  <a:pt x="68663" y="43215"/>
                </a:cubicBezTo>
                <a:cubicBezTo>
                  <a:pt x="68663" y="49878"/>
                  <a:pt x="62855" y="55343"/>
                  <a:pt x="55682" y="55343"/>
                </a:cubicBezTo>
                <a:lnTo>
                  <a:pt x="0" y="55343"/>
                </a:lnTo>
                <a:lnTo>
                  <a:pt x="0" y="80285"/>
                </a:lnTo>
                <a:lnTo>
                  <a:pt x="2393" y="80285"/>
                </a:lnTo>
                <a:cubicBezTo>
                  <a:pt x="2906" y="72085"/>
                  <a:pt x="5468" y="69692"/>
                  <a:pt x="13324" y="69692"/>
                </a:cubicBezTo>
                <a:lnTo>
                  <a:pt x="56365" y="69692"/>
                </a:lnTo>
                <a:cubicBezTo>
                  <a:pt x="69859" y="69692"/>
                  <a:pt x="78570" y="61495"/>
                  <a:pt x="78570" y="49025"/>
                </a:cubicBezTo>
                <a:cubicBezTo>
                  <a:pt x="78570" y="42705"/>
                  <a:pt x="75838" y="36042"/>
                  <a:pt x="71225" y="31429"/>
                </a:cubicBezTo>
                <a:lnTo>
                  <a:pt x="63882" y="24084"/>
                </a:lnTo>
                <a:lnTo>
                  <a:pt x="78059" y="24084"/>
                </a:lnTo>
                <a:lnTo>
                  <a:pt x="78403" y="23401"/>
                </a:lnTo>
                <a:cubicBezTo>
                  <a:pt x="74989" y="14860"/>
                  <a:pt x="73109" y="8711"/>
                  <a:pt x="70716" y="0"/>
                </a:cubicBezTo>
                <a:lnTo>
                  <a:pt x="683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r">
            <a:extLst xmlns:a="http://schemas.openxmlformats.org/drawingml/2006/main">
              <a:ext uri="{FF2B5EF4-FFF2-40B4-BE49-F238E27FC236}">
                <a16:creationId xmlns:a16="http://schemas.microsoft.com/office/drawing/2014/main" id="{1CB4BB76-C1A4-49E2-AE31-CC78ABB9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836" y="1688491"/>
            <a:ext cx="78570" cy="56370"/>
          </a:xfrm>
          <a:custGeom xmlns:a="http://schemas.openxmlformats.org/drawingml/2006/main">
            <a:pathLst>
              <a:path w="78570" h="56370">
                <a:moveTo>
                  <a:pt x="11959" y="56029"/>
                </a:moveTo>
                <a:cubicBezTo>
                  <a:pt x="11445" y="53636"/>
                  <a:pt x="11273" y="52098"/>
                  <a:pt x="11273" y="50050"/>
                </a:cubicBezTo>
                <a:cubicBezTo>
                  <a:pt x="11273" y="45780"/>
                  <a:pt x="14007" y="44242"/>
                  <a:pt x="21522" y="44242"/>
                </a:cubicBezTo>
                <a:lnTo>
                  <a:pt x="64224" y="44242"/>
                </a:lnTo>
                <a:cubicBezTo>
                  <a:pt x="72763" y="44242"/>
                  <a:pt x="73959" y="45439"/>
                  <a:pt x="76008" y="56370"/>
                </a:cubicBezTo>
                <a:lnTo>
                  <a:pt x="78570" y="56370"/>
                </a:lnTo>
                <a:lnTo>
                  <a:pt x="78570" y="15373"/>
                </a:lnTo>
                <a:lnTo>
                  <a:pt x="76008" y="15373"/>
                </a:lnTo>
                <a:cubicBezTo>
                  <a:pt x="75497" y="26990"/>
                  <a:pt x="72935" y="29894"/>
                  <a:pt x="63199" y="29894"/>
                </a:cubicBezTo>
                <a:lnTo>
                  <a:pt x="24767" y="29894"/>
                </a:lnTo>
                <a:cubicBezTo>
                  <a:pt x="19301" y="29894"/>
                  <a:pt x="10762" y="22549"/>
                  <a:pt x="10762" y="17935"/>
                </a:cubicBezTo>
                <a:cubicBezTo>
                  <a:pt x="10762" y="16911"/>
                  <a:pt x="11617" y="15373"/>
                  <a:pt x="13324" y="13494"/>
                </a:cubicBezTo>
                <a:cubicBezTo>
                  <a:pt x="15714" y="10762"/>
                  <a:pt x="16739" y="8883"/>
                  <a:pt x="16739" y="6662"/>
                </a:cubicBezTo>
                <a:cubicBezTo>
                  <a:pt x="16739" y="2562"/>
                  <a:pt x="13835" y="0"/>
                  <a:pt x="9055" y="0"/>
                </a:cubicBezTo>
                <a:cubicBezTo>
                  <a:pt x="3417" y="0"/>
                  <a:pt x="0" y="3587"/>
                  <a:pt x="0" y="9394"/>
                </a:cubicBezTo>
                <a:cubicBezTo>
                  <a:pt x="0" y="16569"/>
                  <a:pt x="3931" y="21522"/>
                  <a:pt x="16056" y="29894"/>
                </a:cubicBezTo>
                <a:lnTo>
                  <a:pt x="344" y="29894"/>
                </a:lnTo>
                <a:lnTo>
                  <a:pt x="0" y="30746"/>
                </a:lnTo>
                <a:cubicBezTo>
                  <a:pt x="3759" y="39801"/>
                  <a:pt x="5979" y="45950"/>
                  <a:pt x="9224" y="56029"/>
                </a:cubicBezTo>
                <a:lnTo>
                  <a:pt x="11959" y="56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Text e">
            <a:extLst xmlns:a="http://schemas.openxmlformats.org/drawingml/2006/main">
              <a:ext uri="{FF2B5EF4-FFF2-40B4-BE49-F238E27FC236}">
                <a16:creationId xmlns:a16="http://schemas.microsoft.com/office/drawing/2014/main" id="{14403CE3-D95F-49D9-8728-24219E65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836" y="1616405"/>
            <a:ext cx="80238" cy="68157"/>
          </a:xfrm>
          <a:custGeom xmlns:a="http://schemas.openxmlformats.org/drawingml/2006/main">
            <a:pathLst>
              <a:path w="80238" h="68157">
                <a:moveTo>
                  <a:pt x="50508" y="2734"/>
                </a:moveTo>
                <a:cubicBezTo>
                  <a:pt x="63497" y="10932"/>
                  <a:pt x="68454" y="18279"/>
                  <a:pt x="68454" y="29211"/>
                </a:cubicBezTo>
                <a:cubicBezTo>
                  <a:pt x="68454" y="38946"/>
                  <a:pt x="63497" y="46291"/>
                  <a:pt x="53756" y="51246"/>
                </a:cubicBezTo>
                <a:cubicBezTo>
                  <a:pt x="47261" y="54322"/>
                  <a:pt x="41620" y="55515"/>
                  <a:pt x="31194" y="55857"/>
                </a:cubicBezTo>
                <a:lnTo>
                  <a:pt x="31194" y="3245"/>
                </a:lnTo>
                <a:cubicBezTo>
                  <a:pt x="20112" y="4613"/>
                  <a:pt x="15175" y="6321"/>
                  <a:pt x="9727" y="10590"/>
                </a:cubicBezTo>
                <a:cubicBezTo>
                  <a:pt x="3589" y="15717"/>
                  <a:pt x="0" y="23573"/>
                  <a:pt x="0" y="32456"/>
                </a:cubicBezTo>
                <a:cubicBezTo>
                  <a:pt x="0" y="40997"/>
                  <a:pt x="3076" y="49025"/>
                  <a:pt x="8875" y="55515"/>
                </a:cubicBezTo>
                <a:cubicBezTo>
                  <a:pt x="15855" y="63546"/>
                  <a:pt x="27949" y="68157"/>
                  <a:pt x="41962" y="68157"/>
                </a:cubicBezTo>
                <a:cubicBezTo>
                  <a:pt x="65548" y="68157"/>
                  <a:pt x="80238" y="55857"/>
                  <a:pt x="80238" y="36214"/>
                </a:cubicBezTo>
                <a:cubicBezTo>
                  <a:pt x="80238" y="19987"/>
                  <a:pt x="70161" y="7176"/>
                  <a:pt x="51705" y="0"/>
                </a:cubicBezTo>
                <a:lnTo>
                  <a:pt x="50508" y="2734"/>
                </a:lnTo>
                <a:moveTo>
                  <a:pt x="25729" y="55515"/>
                </a:moveTo>
                <a:cubicBezTo>
                  <a:pt x="12451" y="53639"/>
                  <a:pt x="6151" y="47829"/>
                  <a:pt x="6151" y="37411"/>
                </a:cubicBezTo>
                <a:cubicBezTo>
                  <a:pt x="6151" y="26990"/>
                  <a:pt x="10919" y="22890"/>
                  <a:pt x="25729" y="20669"/>
                </a:cubicBezTo>
                <a:lnTo>
                  <a:pt x="25729" y="55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P">
            <a:extLst xmlns:a="http://schemas.openxmlformats.org/drawingml/2006/main">
              <a:ext uri="{FF2B5EF4-FFF2-40B4-BE49-F238E27FC236}">
                <a16:creationId xmlns:a16="http://schemas.microsoft.com/office/drawing/2014/main" id="{2ED96EFE-C056-4D0C-B117-0D969E127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9597" y="1940303"/>
            <a:ext cx="113101" cy="89851"/>
          </a:xfrm>
          <a:custGeom xmlns:a="http://schemas.openxmlformats.org/drawingml/2006/main">
            <a:pathLst>
              <a:path w="113101" h="89851">
                <a:moveTo>
                  <a:pt x="63379" y="58078"/>
                </a:moveTo>
                <a:cubicBezTo>
                  <a:pt x="63721" y="53636"/>
                  <a:pt x="63890" y="50733"/>
                  <a:pt x="63890" y="46291"/>
                </a:cubicBezTo>
                <a:cubicBezTo>
                  <a:pt x="63890" y="32967"/>
                  <a:pt x="62183" y="23742"/>
                  <a:pt x="58083" y="16397"/>
                </a:cubicBezTo>
                <a:cubicBezTo>
                  <a:pt x="52617" y="6149"/>
                  <a:pt x="42196" y="0"/>
                  <a:pt x="30921" y="0"/>
                </a:cubicBezTo>
                <a:cubicBezTo>
                  <a:pt x="23748" y="0"/>
                  <a:pt x="17255" y="2390"/>
                  <a:pt x="12300" y="7004"/>
                </a:cubicBezTo>
                <a:cubicBezTo>
                  <a:pt x="4786" y="13835"/>
                  <a:pt x="0" y="28697"/>
                  <a:pt x="0" y="44753"/>
                </a:cubicBezTo>
                <a:lnTo>
                  <a:pt x="0" y="89851"/>
                </a:lnTo>
                <a:lnTo>
                  <a:pt x="3248" y="89851"/>
                </a:lnTo>
                <a:cubicBezTo>
                  <a:pt x="4613" y="77209"/>
                  <a:pt x="6321" y="75502"/>
                  <a:pt x="18623" y="75502"/>
                </a:cubicBezTo>
                <a:lnTo>
                  <a:pt x="92601" y="75502"/>
                </a:lnTo>
                <a:cubicBezTo>
                  <a:pt x="106952" y="75502"/>
                  <a:pt x="108659" y="76868"/>
                  <a:pt x="109855" y="89851"/>
                </a:cubicBezTo>
                <a:lnTo>
                  <a:pt x="113101" y="89851"/>
                </a:lnTo>
                <a:lnTo>
                  <a:pt x="113101" y="42022"/>
                </a:lnTo>
                <a:lnTo>
                  <a:pt x="109855" y="42022"/>
                </a:lnTo>
                <a:cubicBezTo>
                  <a:pt x="109345" y="55515"/>
                  <a:pt x="106952" y="58078"/>
                  <a:pt x="94480" y="58078"/>
                </a:cubicBezTo>
                <a:lnTo>
                  <a:pt x="63379" y="58078"/>
                </a:lnTo>
                <a:moveTo>
                  <a:pt x="12131" y="58078"/>
                </a:moveTo>
                <a:cubicBezTo>
                  <a:pt x="7517" y="58078"/>
                  <a:pt x="6321" y="56881"/>
                  <a:pt x="6321" y="52270"/>
                </a:cubicBezTo>
                <a:cubicBezTo>
                  <a:pt x="6321" y="29211"/>
                  <a:pt x="14351" y="18618"/>
                  <a:pt x="31948" y="18618"/>
                </a:cubicBezTo>
                <a:cubicBezTo>
                  <a:pt x="48517" y="18618"/>
                  <a:pt x="57059" y="28697"/>
                  <a:pt x="57059" y="48342"/>
                </a:cubicBezTo>
                <a:cubicBezTo>
                  <a:pt x="57059" y="51757"/>
                  <a:pt x="56889" y="54150"/>
                  <a:pt x="56545" y="58078"/>
                </a:cubicBezTo>
                <a:lnTo>
                  <a:pt x="12131" y="58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Text r">
            <a:extLst xmlns:a="http://schemas.openxmlformats.org/drawingml/2006/main">
              <a:ext uri="{FF2B5EF4-FFF2-40B4-BE49-F238E27FC236}">
                <a16:creationId xmlns:a16="http://schemas.microsoft.com/office/drawing/2014/main" id="{3877A875-50F6-4B2A-8982-87690F53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128" y="1880687"/>
            <a:ext cx="78570" cy="56370"/>
          </a:xfrm>
          <a:custGeom xmlns:a="http://schemas.openxmlformats.org/drawingml/2006/main">
            <a:pathLst>
              <a:path w="78570" h="56370">
                <a:moveTo>
                  <a:pt x="11959" y="56029"/>
                </a:moveTo>
                <a:cubicBezTo>
                  <a:pt x="11445" y="53636"/>
                  <a:pt x="11273" y="52098"/>
                  <a:pt x="11273" y="50050"/>
                </a:cubicBezTo>
                <a:cubicBezTo>
                  <a:pt x="11273" y="45780"/>
                  <a:pt x="14007" y="44242"/>
                  <a:pt x="21522" y="44242"/>
                </a:cubicBezTo>
                <a:lnTo>
                  <a:pt x="64224" y="44242"/>
                </a:lnTo>
                <a:cubicBezTo>
                  <a:pt x="72763" y="44242"/>
                  <a:pt x="73959" y="45439"/>
                  <a:pt x="76008" y="56370"/>
                </a:cubicBezTo>
                <a:lnTo>
                  <a:pt x="78570" y="56370"/>
                </a:lnTo>
                <a:lnTo>
                  <a:pt x="78570" y="15373"/>
                </a:lnTo>
                <a:lnTo>
                  <a:pt x="76008" y="15373"/>
                </a:lnTo>
                <a:cubicBezTo>
                  <a:pt x="75497" y="26990"/>
                  <a:pt x="72935" y="29894"/>
                  <a:pt x="63199" y="29894"/>
                </a:cubicBezTo>
                <a:lnTo>
                  <a:pt x="24767" y="29894"/>
                </a:lnTo>
                <a:cubicBezTo>
                  <a:pt x="19301" y="29894"/>
                  <a:pt x="10762" y="22549"/>
                  <a:pt x="10762" y="17935"/>
                </a:cubicBezTo>
                <a:cubicBezTo>
                  <a:pt x="10762" y="16911"/>
                  <a:pt x="11617" y="15373"/>
                  <a:pt x="13324" y="13494"/>
                </a:cubicBezTo>
                <a:cubicBezTo>
                  <a:pt x="15714" y="10762"/>
                  <a:pt x="16739" y="8883"/>
                  <a:pt x="16739" y="6662"/>
                </a:cubicBezTo>
                <a:cubicBezTo>
                  <a:pt x="16739" y="2562"/>
                  <a:pt x="13835" y="0"/>
                  <a:pt x="9055" y="0"/>
                </a:cubicBezTo>
                <a:cubicBezTo>
                  <a:pt x="3417" y="0"/>
                  <a:pt x="0" y="3587"/>
                  <a:pt x="0" y="9394"/>
                </a:cubicBezTo>
                <a:cubicBezTo>
                  <a:pt x="0" y="16569"/>
                  <a:pt x="3931" y="21522"/>
                  <a:pt x="16056" y="29894"/>
                </a:cubicBezTo>
                <a:lnTo>
                  <a:pt x="344" y="29894"/>
                </a:lnTo>
                <a:lnTo>
                  <a:pt x="0" y="30746"/>
                </a:lnTo>
                <a:cubicBezTo>
                  <a:pt x="3759" y="39801"/>
                  <a:pt x="5979" y="45950"/>
                  <a:pt x="9224" y="56029"/>
                </a:cubicBezTo>
                <a:lnTo>
                  <a:pt x="11959" y="56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o">
            <a:extLst xmlns:a="http://schemas.openxmlformats.org/drawingml/2006/main">
              <a:ext uri="{FF2B5EF4-FFF2-40B4-BE49-F238E27FC236}">
                <a16:creationId xmlns:a16="http://schemas.microsoft.com/office/drawing/2014/main" id="{4BEDC342-8522-46BC-87A4-4D67A689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128" y="1800745"/>
            <a:ext cx="80238" cy="75330"/>
          </a:xfrm>
          <a:custGeom xmlns:a="http://schemas.openxmlformats.org/drawingml/2006/main">
            <a:pathLst>
              <a:path w="80238" h="75330">
                <a:moveTo>
                  <a:pt x="0" y="37578"/>
                </a:moveTo>
                <a:cubicBezTo>
                  <a:pt x="0" y="59785"/>
                  <a:pt x="16392" y="75330"/>
                  <a:pt x="39950" y="75330"/>
                </a:cubicBezTo>
                <a:cubicBezTo>
                  <a:pt x="62993" y="75330"/>
                  <a:pt x="80238" y="59443"/>
                  <a:pt x="80238" y="37922"/>
                </a:cubicBezTo>
                <a:cubicBezTo>
                  <a:pt x="80238" y="16397"/>
                  <a:pt x="62141" y="0"/>
                  <a:pt x="38584" y="0"/>
                </a:cubicBezTo>
                <a:cubicBezTo>
                  <a:pt x="16220" y="0"/>
                  <a:pt x="0" y="15714"/>
                  <a:pt x="0" y="37578"/>
                </a:cubicBezTo>
                <a:moveTo>
                  <a:pt x="4786" y="39798"/>
                </a:moveTo>
                <a:cubicBezTo>
                  <a:pt x="4786" y="25450"/>
                  <a:pt x="21172" y="15373"/>
                  <a:pt x="44558" y="15373"/>
                </a:cubicBezTo>
                <a:cubicBezTo>
                  <a:pt x="63848" y="15373"/>
                  <a:pt x="75455" y="23060"/>
                  <a:pt x="75455" y="35870"/>
                </a:cubicBezTo>
                <a:cubicBezTo>
                  <a:pt x="75455" y="42533"/>
                  <a:pt x="71360" y="48853"/>
                  <a:pt x="64531" y="52440"/>
                </a:cubicBezTo>
                <a:cubicBezTo>
                  <a:pt x="55654" y="57223"/>
                  <a:pt x="43706" y="59957"/>
                  <a:pt x="31585" y="59957"/>
                </a:cubicBezTo>
                <a:cubicBezTo>
                  <a:pt x="15368" y="59957"/>
                  <a:pt x="4786" y="51929"/>
                  <a:pt x="4786" y="397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j">
            <a:extLst xmlns:a="http://schemas.openxmlformats.org/drawingml/2006/main">
              <a:ext uri="{FF2B5EF4-FFF2-40B4-BE49-F238E27FC236}">
                <a16:creationId xmlns:a16="http://schemas.microsoft.com/office/drawing/2014/main" id="{3406BB72-971E-4DFC-B29D-AE1872DB4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094" y="1762479"/>
            <a:ext cx="153803" cy="45097"/>
          </a:xfrm>
          <a:custGeom xmlns:a="http://schemas.openxmlformats.org/drawingml/2006/main">
            <a:pathLst>
              <a:path w="153803" h="45097">
                <a:moveTo>
                  <a:pt x="38547" y="172"/>
                </a:moveTo>
                <a:lnTo>
                  <a:pt x="38034" y="1027"/>
                </a:lnTo>
                <a:cubicBezTo>
                  <a:pt x="41964" y="11104"/>
                  <a:pt x="44185" y="17596"/>
                  <a:pt x="47258" y="27673"/>
                </a:cubicBezTo>
                <a:lnTo>
                  <a:pt x="49990" y="27673"/>
                </a:lnTo>
                <a:lnTo>
                  <a:pt x="49818" y="26821"/>
                </a:lnTo>
                <a:cubicBezTo>
                  <a:pt x="49476" y="24259"/>
                  <a:pt x="49307" y="21696"/>
                  <a:pt x="49307" y="19987"/>
                </a:cubicBezTo>
                <a:cubicBezTo>
                  <a:pt x="49307" y="16059"/>
                  <a:pt x="52208" y="14521"/>
                  <a:pt x="59550" y="14521"/>
                </a:cubicBezTo>
                <a:lnTo>
                  <a:pt x="124264" y="14521"/>
                </a:lnTo>
                <a:cubicBezTo>
                  <a:pt x="137239" y="14521"/>
                  <a:pt x="141509" y="15034"/>
                  <a:pt x="144923" y="16913"/>
                </a:cubicBezTo>
                <a:cubicBezTo>
                  <a:pt x="146630" y="17938"/>
                  <a:pt x="147996" y="20328"/>
                  <a:pt x="147996" y="22721"/>
                </a:cubicBezTo>
                <a:cubicBezTo>
                  <a:pt x="147996" y="25283"/>
                  <a:pt x="146802" y="26990"/>
                  <a:pt x="143216" y="29894"/>
                </a:cubicBezTo>
                <a:cubicBezTo>
                  <a:pt x="139288" y="32969"/>
                  <a:pt x="137753" y="35360"/>
                  <a:pt x="137753" y="38094"/>
                </a:cubicBezTo>
                <a:cubicBezTo>
                  <a:pt x="137753" y="42022"/>
                  <a:pt x="140654" y="45097"/>
                  <a:pt x="144412" y="45097"/>
                </a:cubicBezTo>
                <a:cubicBezTo>
                  <a:pt x="149875" y="45097"/>
                  <a:pt x="153803" y="38266"/>
                  <a:pt x="153803" y="29041"/>
                </a:cubicBezTo>
                <a:cubicBezTo>
                  <a:pt x="153803" y="10251"/>
                  <a:pt x="140826" y="172"/>
                  <a:pt x="116580" y="172"/>
                </a:cubicBezTo>
                <a:lnTo>
                  <a:pt x="38547" y="172"/>
                </a:lnTo>
                <a:moveTo>
                  <a:pt x="0" y="8883"/>
                </a:moveTo>
                <a:cubicBezTo>
                  <a:pt x="0" y="13496"/>
                  <a:pt x="3931" y="17424"/>
                  <a:pt x="8713" y="17424"/>
                </a:cubicBezTo>
                <a:cubicBezTo>
                  <a:pt x="13496" y="17424"/>
                  <a:pt x="17424" y="13666"/>
                  <a:pt x="17424" y="8883"/>
                </a:cubicBezTo>
                <a:cubicBezTo>
                  <a:pt x="17424" y="3931"/>
                  <a:pt x="13666" y="0"/>
                  <a:pt x="8713" y="0"/>
                </a:cubicBezTo>
                <a:cubicBezTo>
                  <a:pt x="3931" y="0"/>
                  <a:pt x="0" y="3931"/>
                  <a:pt x="0" y="888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.">
            <a:extLst xmlns:a="http://schemas.openxmlformats.org/drawingml/2006/main">
              <a:ext uri="{FF2B5EF4-FFF2-40B4-BE49-F238E27FC236}">
                <a16:creationId xmlns:a16="http://schemas.microsoft.com/office/drawing/2014/main" id="{03628218-C574-4634-BC51-EAACE11E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5573" y="1717212"/>
            <a:ext cx="18960" cy="18962"/>
          </a:xfrm>
          <a:custGeom xmlns:a="http://schemas.openxmlformats.org/drawingml/2006/main">
            <a:pathLst>
              <a:path w="18960" h="18962">
                <a:moveTo>
                  <a:pt x="0" y="9566"/>
                </a:moveTo>
                <a:cubicBezTo>
                  <a:pt x="0" y="14693"/>
                  <a:pt x="4441" y="18962"/>
                  <a:pt x="9738" y="18962"/>
                </a:cubicBezTo>
                <a:cubicBezTo>
                  <a:pt x="14690" y="18962"/>
                  <a:pt x="18960" y="14693"/>
                  <a:pt x="18960" y="9738"/>
                </a:cubicBezTo>
                <a:cubicBezTo>
                  <a:pt x="18960" y="4441"/>
                  <a:pt x="14690" y="0"/>
                  <a:pt x="9738" y="0"/>
                </a:cubicBezTo>
                <a:cubicBezTo>
                  <a:pt x="4441" y="0"/>
                  <a:pt x="0" y="4441"/>
                  <a:pt x="0" y="956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4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ae0f117e8470b"/>
          <a:stretch xmlns:a="http://schemas.openxmlformats.org/drawingml/2006/main"/>
        </p:blipFill>
        <p:spPr>
          <a:xfrm xmlns:a="http://schemas.openxmlformats.org/drawingml/2006/main">
            <a:off x="4968544" y="1214705"/>
            <a:ext cx="174696" cy="174696"/>
          </a:xfrm>
          <a:prstGeom xmlns:a="http://schemas.openxmlformats.org/drawingml/2006/main" prst="rect">
            <a:avLst/>
          </a:prstGeom>
        </p:spPr>
      </p:pic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BCB764-4767-4654-BEBA-B518BAEC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9836" y="1869111"/>
            <a:ext cx="99231" cy="31"/>
          </a:xfrm>
          <a:custGeom xmlns:a="http://schemas.openxmlformats.org/drawingml/2006/main">
            <a:pathLst>
              <a:path w="99231" h="31" fill="none">
                <a:moveTo>
                  <a:pt x="0" y="31"/>
                </a:moveTo>
                <a:lnTo>
                  <a:pt x="992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9003E0-917C-4709-85EC-5B398B0D8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237" y="1846578"/>
            <a:ext cx="59208" cy="45074"/>
          </a:xfrm>
          <a:custGeom xmlns:a="http://schemas.openxmlformats.org/drawingml/2006/main">
            <a:pathLst>
              <a:path w="59208" h="45074">
                <a:moveTo>
                  <a:pt x="59208" y="22521"/>
                </a:moveTo>
                <a:lnTo>
                  <a:pt x="0" y="0"/>
                </a:lnTo>
                <a:lnTo>
                  <a:pt x="19955" y="22532"/>
                </a:lnTo>
                <a:lnTo>
                  <a:pt x="12" y="45074"/>
                </a:lnTo>
                <a:lnTo>
                  <a:pt x="59208" y="2252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225A5-7FE6-420B-9A1B-1F343797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4237" y="1846578"/>
            <a:ext cx="59208" cy="45074"/>
          </a:xfrm>
          <a:custGeom xmlns:a="http://schemas.openxmlformats.org/drawingml/2006/main">
            <a:pathLst>
              <a:path w="59208" h="45074" fill="none">
                <a:moveTo>
                  <a:pt x="59208" y="22521"/>
                </a:moveTo>
                <a:lnTo>
                  <a:pt x="0" y="0"/>
                </a:lnTo>
                <a:lnTo>
                  <a:pt x="19955" y="22532"/>
                </a:lnTo>
                <a:lnTo>
                  <a:pt x="12" y="45074"/>
                </a:lnTo>
                <a:lnTo>
                  <a:pt x="59208" y="225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141" name="Text ˜">
            <a:extLst xmlns:a="http://schemas.openxmlformats.org/drawingml/2006/main">
              <a:ext uri="{FF2B5EF4-FFF2-40B4-BE49-F238E27FC236}">
                <a16:creationId xmlns:a16="http://schemas.microsoft.com/office/drawing/2014/main" id="{D2E3DBFE-379D-4F74-A8E4-66B9E668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944" y="1775037"/>
            <a:ext cx="84497" cy="26307"/>
          </a:xfrm>
          <a:custGeom xmlns:a="http://schemas.openxmlformats.org/drawingml/2006/main">
            <a:pathLst>
              <a:path w="84497" h="26307">
                <a:moveTo>
                  <a:pt x="78120" y="0"/>
                </a:moveTo>
                <a:cubicBezTo>
                  <a:pt x="74732" y="3391"/>
                  <a:pt x="68155" y="8770"/>
                  <a:pt x="59984" y="8770"/>
                </a:cubicBezTo>
                <a:cubicBezTo>
                  <a:pt x="55204" y="8770"/>
                  <a:pt x="51217" y="7374"/>
                  <a:pt x="44041" y="4187"/>
                </a:cubicBezTo>
                <a:cubicBezTo>
                  <a:pt x="39261" y="1995"/>
                  <a:pt x="34477" y="0"/>
                  <a:pt x="29095" y="0"/>
                </a:cubicBezTo>
                <a:cubicBezTo>
                  <a:pt x="20328" y="0"/>
                  <a:pt x="17138" y="2992"/>
                  <a:pt x="0" y="19732"/>
                </a:cubicBezTo>
                <a:lnTo>
                  <a:pt x="6377" y="26307"/>
                </a:lnTo>
                <a:cubicBezTo>
                  <a:pt x="9764" y="22919"/>
                  <a:pt x="16342" y="17540"/>
                  <a:pt x="24512" y="17540"/>
                </a:cubicBezTo>
                <a:cubicBezTo>
                  <a:pt x="29296" y="17540"/>
                  <a:pt x="33282" y="18932"/>
                  <a:pt x="40456" y="22122"/>
                </a:cubicBezTo>
                <a:cubicBezTo>
                  <a:pt x="45239" y="24315"/>
                  <a:pt x="50022" y="26307"/>
                  <a:pt x="55402" y="26307"/>
                </a:cubicBezTo>
                <a:cubicBezTo>
                  <a:pt x="64171" y="26307"/>
                  <a:pt x="67358" y="23317"/>
                  <a:pt x="84497" y="6577"/>
                </a:cubicBezTo>
                <a:lnTo>
                  <a:pt x="781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Text f">
            <a:extLst xmlns:a="http://schemas.openxmlformats.org/drawingml/2006/main">
              <a:ext uri="{FF2B5EF4-FFF2-40B4-BE49-F238E27FC236}">
                <a16:creationId xmlns:a16="http://schemas.microsoft.com/office/drawing/2014/main" id="{7D2C3B00-8201-4DF8-BD62-6E14EF9C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9872" y="1823688"/>
            <a:ext cx="87489" cy="139558"/>
          </a:xfrm>
          <a:custGeom xmlns:a="http://schemas.openxmlformats.org/drawingml/2006/main">
            <a:pathLst>
              <a:path w="87489" h="139558">
                <a:moveTo>
                  <a:pt x="40456" y="62171"/>
                </a:moveTo>
                <a:lnTo>
                  <a:pt x="65966" y="62171"/>
                </a:lnTo>
                <a:lnTo>
                  <a:pt x="65966" y="51008"/>
                </a:lnTo>
                <a:lnTo>
                  <a:pt x="39060" y="51008"/>
                </a:lnTo>
                <a:lnTo>
                  <a:pt x="39060" y="32279"/>
                </a:lnTo>
                <a:cubicBezTo>
                  <a:pt x="39060" y="28891"/>
                  <a:pt x="39060" y="9165"/>
                  <a:pt x="60982" y="9165"/>
                </a:cubicBezTo>
                <a:cubicBezTo>
                  <a:pt x="63174" y="9165"/>
                  <a:pt x="63174" y="9366"/>
                  <a:pt x="63174" y="9567"/>
                </a:cubicBezTo>
                <a:cubicBezTo>
                  <a:pt x="63174" y="9764"/>
                  <a:pt x="62976" y="10163"/>
                  <a:pt x="62578" y="10561"/>
                </a:cubicBezTo>
                <a:cubicBezTo>
                  <a:pt x="61781" y="11756"/>
                  <a:pt x="60185" y="14745"/>
                  <a:pt x="60185" y="18732"/>
                </a:cubicBezTo>
                <a:cubicBezTo>
                  <a:pt x="60185" y="28295"/>
                  <a:pt x="67957" y="32480"/>
                  <a:pt x="73738" y="32480"/>
                </a:cubicBezTo>
                <a:cubicBezTo>
                  <a:pt x="80312" y="32480"/>
                  <a:pt x="87489" y="27897"/>
                  <a:pt x="87489" y="18732"/>
                </a:cubicBezTo>
                <a:cubicBezTo>
                  <a:pt x="87489" y="9567"/>
                  <a:pt x="79318" y="0"/>
                  <a:pt x="62377" y="0"/>
                </a:cubicBezTo>
                <a:cubicBezTo>
                  <a:pt x="39261" y="0"/>
                  <a:pt x="16542" y="9366"/>
                  <a:pt x="16542" y="31880"/>
                </a:cubicBezTo>
                <a:lnTo>
                  <a:pt x="16542" y="51008"/>
                </a:lnTo>
                <a:lnTo>
                  <a:pt x="0" y="51008"/>
                </a:lnTo>
                <a:lnTo>
                  <a:pt x="0" y="62171"/>
                </a:lnTo>
                <a:lnTo>
                  <a:pt x="16542" y="62171"/>
                </a:lnTo>
                <a:lnTo>
                  <a:pt x="16542" y="128398"/>
                </a:lnTo>
                <a:lnTo>
                  <a:pt x="3190" y="128398"/>
                </a:lnTo>
                <a:lnTo>
                  <a:pt x="3190" y="139558"/>
                </a:lnTo>
                <a:cubicBezTo>
                  <a:pt x="3987" y="139558"/>
                  <a:pt x="19331" y="138761"/>
                  <a:pt x="28700" y="138761"/>
                </a:cubicBezTo>
                <a:cubicBezTo>
                  <a:pt x="36469" y="138761"/>
                  <a:pt x="55800" y="139558"/>
                  <a:pt x="57196" y="139558"/>
                </a:cubicBezTo>
                <a:lnTo>
                  <a:pt x="57196" y="128398"/>
                </a:lnTo>
                <a:lnTo>
                  <a:pt x="40456" y="128398"/>
                </a:lnTo>
                <a:lnTo>
                  <a:pt x="40456" y="621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23ABE-4CB1-4C52-89FA-3D949106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401" y="1869091"/>
            <a:ext cx="150646" cy="51"/>
          </a:xfrm>
          <a:custGeom xmlns:a="http://schemas.openxmlformats.org/drawingml/2006/main">
            <a:pathLst>
              <a:path w="150646" h="51" fill="none">
                <a:moveTo>
                  <a:pt x="0" y="0"/>
                </a:moveTo>
                <a:lnTo>
                  <a:pt x="150646" y="51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038EDA-147B-4BEE-8160-E5F3E64AB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911" y="1626125"/>
            <a:ext cx="384975" cy="486035"/>
          </a:xfrm>
          <a:custGeom xmlns:a="http://schemas.openxmlformats.org/drawingml/2006/main">
            <a:pathLst>
              <a:path w="384975" h="486035" fill="none">
                <a:moveTo>
                  <a:pt x="344473" y="0"/>
                </a:moveTo>
                <a:lnTo>
                  <a:pt x="40502" y="0"/>
                </a:lnTo>
                <a:cubicBezTo>
                  <a:pt x="18133" y="0"/>
                  <a:pt x="0" y="18134"/>
                  <a:pt x="0" y="40502"/>
                </a:cubicBezTo>
                <a:lnTo>
                  <a:pt x="0" y="445533"/>
                </a:lnTo>
                <a:cubicBezTo>
                  <a:pt x="0" y="467901"/>
                  <a:pt x="18133" y="486035"/>
                  <a:pt x="40502" y="486035"/>
                </a:cubicBezTo>
                <a:lnTo>
                  <a:pt x="344473" y="486035"/>
                </a:lnTo>
                <a:cubicBezTo>
                  <a:pt x="366842" y="486035"/>
                  <a:pt x="384975" y="467901"/>
                  <a:pt x="384975" y="445533"/>
                </a:cubicBezTo>
                <a:lnTo>
                  <a:pt x="384975" y="40502"/>
                </a:lnTo>
                <a:cubicBezTo>
                  <a:pt x="384975" y="18134"/>
                  <a:pt x="366842" y="0"/>
                  <a:pt x="344473" y="0"/>
                </a:cubicBezTo>
                <a:close/>
                <a:moveTo>
                  <a:pt x="0" y="486035"/>
                </a:move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145" name="Text sg">
            <a:extLst xmlns:a="http://schemas.openxmlformats.org/drawingml/2006/main">
              <a:ext uri="{FF2B5EF4-FFF2-40B4-BE49-F238E27FC236}">
                <a16:creationId xmlns:a16="http://schemas.microsoft.com/office/drawing/2014/main" id="{2A1FC9E8-5939-41F4-A9B2-FECD42C7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910" y="1801597"/>
            <a:ext cx="161021" cy="135136"/>
          </a:xfrm>
          <a:custGeom xmlns:a="http://schemas.openxmlformats.org/drawingml/2006/main">
            <a:pathLst>
              <a:path w="161021" h="135136">
                <a:moveTo>
                  <a:pt x="52610" y="29049"/>
                </a:moveTo>
                <a:lnTo>
                  <a:pt x="51813" y="1946"/>
                </a:lnTo>
                <a:lnTo>
                  <a:pt x="49621" y="1946"/>
                </a:lnTo>
                <a:lnTo>
                  <a:pt x="49223" y="2348"/>
                </a:lnTo>
                <a:cubicBezTo>
                  <a:pt x="47428" y="3740"/>
                  <a:pt x="47231" y="3941"/>
                  <a:pt x="46434" y="3941"/>
                </a:cubicBezTo>
                <a:cubicBezTo>
                  <a:pt x="45239" y="3941"/>
                  <a:pt x="43244" y="3543"/>
                  <a:pt x="41052" y="2545"/>
                </a:cubicBezTo>
                <a:cubicBezTo>
                  <a:pt x="36667" y="994"/>
                  <a:pt x="32285" y="195"/>
                  <a:pt x="27103" y="195"/>
                </a:cubicBezTo>
                <a:cubicBezTo>
                  <a:pt x="11358" y="195"/>
                  <a:pt x="0" y="10357"/>
                  <a:pt x="0" y="24698"/>
                </a:cubicBezTo>
                <a:cubicBezTo>
                  <a:pt x="0" y="35849"/>
                  <a:pt x="6377" y="43816"/>
                  <a:pt x="23317" y="53376"/>
                </a:cubicBezTo>
                <a:lnTo>
                  <a:pt x="34876" y="59951"/>
                </a:lnTo>
                <a:cubicBezTo>
                  <a:pt x="41848" y="63934"/>
                  <a:pt x="45239" y="68714"/>
                  <a:pt x="45239" y="74887"/>
                </a:cubicBezTo>
                <a:cubicBezTo>
                  <a:pt x="45239" y="83651"/>
                  <a:pt x="38859" y="89228"/>
                  <a:pt x="28697" y="89228"/>
                </a:cubicBezTo>
                <a:cubicBezTo>
                  <a:pt x="21922" y="89228"/>
                  <a:pt x="15743" y="86637"/>
                  <a:pt x="11957" y="82255"/>
                </a:cubicBezTo>
                <a:cubicBezTo>
                  <a:pt x="7772" y="77278"/>
                  <a:pt x="5978" y="72695"/>
                  <a:pt x="3388" y="61343"/>
                </a:cubicBezTo>
                <a:lnTo>
                  <a:pt x="198" y="61343"/>
                </a:lnTo>
                <a:lnTo>
                  <a:pt x="198" y="92415"/>
                </a:lnTo>
                <a:lnTo>
                  <a:pt x="2788" y="92415"/>
                </a:lnTo>
                <a:cubicBezTo>
                  <a:pt x="4184" y="90423"/>
                  <a:pt x="4981" y="90025"/>
                  <a:pt x="7374" y="90025"/>
                </a:cubicBezTo>
                <a:cubicBezTo>
                  <a:pt x="9168" y="90071"/>
                  <a:pt x="11957" y="90469"/>
                  <a:pt x="16539" y="91664"/>
                </a:cubicBezTo>
                <a:cubicBezTo>
                  <a:pt x="22119" y="92813"/>
                  <a:pt x="27502" y="93610"/>
                  <a:pt x="31087" y="93610"/>
                </a:cubicBezTo>
                <a:cubicBezTo>
                  <a:pt x="46434" y="93610"/>
                  <a:pt x="59187" y="82058"/>
                  <a:pt x="59187" y="68115"/>
                </a:cubicBezTo>
                <a:cubicBezTo>
                  <a:pt x="59187" y="58157"/>
                  <a:pt x="54404" y="51585"/>
                  <a:pt x="42447" y="44415"/>
                </a:cubicBezTo>
                <a:lnTo>
                  <a:pt x="20924" y="31668"/>
                </a:lnTo>
                <a:cubicBezTo>
                  <a:pt x="15344" y="28481"/>
                  <a:pt x="12355" y="23503"/>
                  <a:pt x="12355" y="18124"/>
                </a:cubicBezTo>
                <a:cubicBezTo>
                  <a:pt x="12355" y="10156"/>
                  <a:pt x="18534" y="4580"/>
                  <a:pt x="27699" y="4580"/>
                </a:cubicBezTo>
                <a:cubicBezTo>
                  <a:pt x="39060" y="4580"/>
                  <a:pt x="45038" y="11352"/>
                  <a:pt x="49621" y="29080"/>
                </a:cubicBezTo>
                <a:lnTo>
                  <a:pt x="52610" y="29049"/>
                </a:lnTo>
                <a:close/>
                <a:moveTo>
                  <a:pt x="161021" y="14389"/>
                </a:moveTo>
                <a:lnTo>
                  <a:pt x="161021" y="6617"/>
                </a:lnTo>
                <a:lnTo>
                  <a:pt x="145677" y="6617"/>
                </a:lnTo>
                <a:cubicBezTo>
                  <a:pt x="141690" y="6617"/>
                  <a:pt x="138701" y="5997"/>
                  <a:pt x="134717" y="4586"/>
                </a:cubicBezTo>
                <a:lnTo>
                  <a:pt x="130332" y="2992"/>
                </a:lnTo>
                <a:cubicBezTo>
                  <a:pt x="124950" y="997"/>
                  <a:pt x="119571" y="0"/>
                  <a:pt x="114389" y="0"/>
                </a:cubicBezTo>
                <a:cubicBezTo>
                  <a:pt x="95855" y="0"/>
                  <a:pt x="81107" y="14389"/>
                  <a:pt x="81107" y="32519"/>
                </a:cubicBezTo>
                <a:cubicBezTo>
                  <a:pt x="81107" y="45072"/>
                  <a:pt x="86489" y="52640"/>
                  <a:pt x="99641" y="59215"/>
                </a:cubicBezTo>
                <a:cubicBezTo>
                  <a:pt x="95855" y="62803"/>
                  <a:pt x="92270" y="66184"/>
                  <a:pt x="91072" y="67179"/>
                </a:cubicBezTo>
                <a:cubicBezTo>
                  <a:pt x="84497" y="72947"/>
                  <a:pt x="81907" y="76928"/>
                  <a:pt x="81907" y="80905"/>
                </a:cubicBezTo>
                <a:cubicBezTo>
                  <a:pt x="81907" y="85083"/>
                  <a:pt x="84297" y="87471"/>
                  <a:pt x="92468" y="91457"/>
                </a:cubicBezTo>
                <a:cubicBezTo>
                  <a:pt x="78318" y="101830"/>
                  <a:pt x="72939" y="108416"/>
                  <a:pt x="72939" y="115796"/>
                </a:cubicBezTo>
                <a:cubicBezTo>
                  <a:pt x="72939" y="126366"/>
                  <a:pt x="88481" y="135136"/>
                  <a:pt x="107413" y="135136"/>
                </a:cubicBezTo>
                <a:cubicBezTo>
                  <a:pt x="122359" y="135136"/>
                  <a:pt x="137904" y="129955"/>
                  <a:pt x="148267" y="121583"/>
                </a:cubicBezTo>
                <a:cubicBezTo>
                  <a:pt x="155842" y="115398"/>
                  <a:pt x="159230" y="109012"/>
                  <a:pt x="159230" y="101431"/>
                </a:cubicBezTo>
                <a:cubicBezTo>
                  <a:pt x="159230" y="89064"/>
                  <a:pt x="149861" y="80708"/>
                  <a:pt x="135116" y="80112"/>
                </a:cubicBezTo>
                <a:lnTo>
                  <a:pt x="109408" y="78917"/>
                </a:lnTo>
                <a:cubicBezTo>
                  <a:pt x="98844" y="78518"/>
                  <a:pt x="93863" y="76727"/>
                  <a:pt x="93863" y="73546"/>
                </a:cubicBezTo>
                <a:cubicBezTo>
                  <a:pt x="93863" y="69566"/>
                  <a:pt x="100438" y="62602"/>
                  <a:pt x="105820" y="61009"/>
                </a:cubicBezTo>
                <a:cubicBezTo>
                  <a:pt x="107614" y="61210"/>
                  <a:pt x="109010" y="61407"/>
                  <a:pt x="109606" y="61407"/>
                </a:cubicBezTo>
                <a:cubicBezTo>
                  <a:pt x="113392" y="61806"/>
                  <a:pt x="115983" y="62006"/>
                  <a:pt x="117181" y="62006"/>
                </a:cubicBezTo>
                <a:cubicBezTo>
                  <a:pt x="124552" y="62006"/>
                  <a:pt x="132525" y="59017"/>
                  <a:pt x="138701" y="53638"/>
                </a:cubicBezTo>
                <a:cubicBezTo>
                  <a:pt x="145278" y="48058"/>
                  <a:pt x="148267" y="41085"/>
                  <a:pt x="148267" y="31126"/>
                </a:cubicBezTo>
                <a:cubicBezTo>
                  <a:pt x="148267" y="25349"/>
                  <a:pt x="147270" y="20766"/>
                  <a:pt x="144482" y="14389"/>
                </a:cubicBezTo>
                <a:lnTo>
                  <a:pt x="161021" y="14389"/>
                </a:lnTo>
                <a:moveTo>
                  <a:pt x="96652" y="92053"/>
                </a:moveTo>
                <a:cubicBezTo>
                  <a:pt x="103229" y="93452"/>
                  <a:pt x="119172" y="94647"/>
                  <a:pt x="128937" y="94647"/>
                </a:cubicBezTo>
                <a:cubicBezTo>
                  <a:pt x="147072" y="94647"/>
                  <a:pt x="153650" y="97241"/>
                  <a:pt x="153650" y="104423"/>
                </a:cubicBezTo>
                <a:cubicBezTo>
                  <a:pt x="153650" y="115997"/>
                  <a:pt x="138503" y="123775"/>
                  <a:pt x="115983" y="123775"/>
                </a:cubicBezTo>
                <a:cubicBezTo>
                  <a:pt x="98446" y="123775"/>
                  <a:pt x="86888" y="117992"/>
                  <a:pt x="86888" y="109213"/>
                </a:cubicBezTo>
                <a:cubicBezTo>
                  <a:pt x="86888" y="104624"/>
                  <a:pt x="88283" y="102030"/>
                  <a:pt x="96652" y="92053"/>
                </a:cubicBezTo>
                <a:moveTo>
                  <a:pt x="97649" y="24351"/>
                </a:moveTo>
                <a:cubicBezTo>
                  <a:pt x="97649" y="12598"/>
                  <a:pt x="103229" y="5583"/>
                  <a:pt x="112397" y="5583"/>
                </a:cubicBezTo>
                <a:cubicBezTo>
                  <a:pt x="118573" y="5583"/>
                  <a:pt x="123755" y="9010"/>
                  <a:pt x="126945" y="14988"/>
                </a:cubicBezTo>
                <a:cubicBezTo>
                  <a:pt x="130530" y="21961"/>
                  <a:pt x="132923" y="31126"/>
                  <a:pt x="132923" y="38896"/>
                </a:cubicBezTo>
                <a:cubicBezTo>
                  <a:pt x="132923" y="50050"/>
                  <a:pt x="127143" y="57022"/>
                  <a:pt x="117977" y="57022"/>
                </a:cubicBezTo>
                <a:cubicBezTo>
                  <a:pt x="106021" y="57022"/>
                  <a:pt x="97649" y="44074"/>
                  <a:pt x="97649" y="24950"/>
                </a:cubicBezTo>
                <a:lnTo>
                  <a:pt x="97649" y="2435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F7D7CA-AF5E-4E8D-BAB9-D8C3F649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2829" y="1869142"/>
            <a:ext cx="133890" cy="10"/>
          </a:xfrm>
          <a:custGeom xmlns:a="http://schemas.openxmlformats.org/drawingml/2006/main">
            <a:pathLst>
              <a:path w="133890" h="1" fill="none">
                <a:moveTo>
                  <a:pt x="0" y="0"/>
                </a:moveTo>
                <a:lnTo>
                  <a:pt x="1338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0EFCAE-1458-47BF-B491-6494971A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895" y="1846605"/>
            <a:ext cx="59203" cy="45075"/>
          </a:xfrm>
          <a:custGeom xmlns:a="http://schemas.openxmlformats.org/drawingml/2006/main">
            <a:pathLst>
              <a:path w="59203" h="45075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97D9E-C49D-43A2-88D7-58244111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895" y="1846605"/>
            <a:ext cx="59203" cy="45075"/>
          </a:xfrm>
          <a:custGeom xmlns:a="http://schemas.openxmlformats.org/drawingml/2006/main">
            <a:pathLst>
              <a:path w="59203" h="45075" fill="none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6D159A-A8AE-4763-AF52-431A3F96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182" y="835584"/>
            <a:ext cx="524619" cy="2067118"/>
          </a:xfrm>
          <a:custGeom xmlns:a="http://schemas.openxmlformats.org/drawingml/2006/main">
            <a:pathLst>
              <a:path w="524619" h="2067118">
                <a:moveTo>
                  <a:pt x="500439" y="2049174"/>
                </a:moveTo>
                <a:lnTo>
                  <a:pt x="24180" y="1409227"/>
                </a:lnTo>
                <a:cubicBezTo>
                  <a:pt x="10826" y="1391284"/>
                  <a:pt x="0" y="1358604"/>
                  <a:pt x="0" y="1336235"/>
                </a:cubicBezTo>
                <a:lnTo>
                  <a:pt x="0" y="730883"/>
                </a:lnTo>
                <a:cubicBezTo>
                  <a:pt x="0" y="708514"/>
                  <a:pt x="10826" y="675834"/>
                  <a:pt x="24180" y="657890"/>
                </a:cubicBezTo>
                <a:lnTo>
                  <a:pt x="500439" y="17944"/>
                </a:lnTo>
                <a:cubicBezTo>
                  <a:pt x="513794" y="0"/>
                  <a:pt x="524619" y="3587"/>
                  <a:pt x="524619" y="25955"/>
                </a:cubicBezTo>
                <a:lnTo>
                  <a:pt x="524619" y="2041162"/>
                </a:lnTo>
                <a:cubicBezTo>
                  <a:pt x="524619" y="2063531"/>
                  <a:pt x="513794" y="2067118"/>
                  <a:pt x="500439" y="2049174"/>
                </a:cubicBezTo>
                <a:close/>
              </a:path>
            </a:pathLst>
          </a:custGeom>
          <a:solidFill xmlns:a="http://schemas.openxmlformats.org/drawingml/2006/main">
            <a:srgbClr val="E9E5C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FBC5FA-AEB2-4D9C-A7C1-21BE680A6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8182" y="835584"/>
            <a:ext cx="524619" cy="2067118"/>
          </a:xfrm>
          <a:custGeom xmlns:a="http://schemas.openxmlformats.org/drawingml/2006/main">
            <a:pathLst>
              <a:path w="524619" h="2067118" fill="none">
                <a:moveTo>
                  <a:pt x="500439" y="2049174"/>
                </a:moveTo>
                <a:lnTo>
                  <a:pt x="24180" y="1409227"/>
                </a:lnTo>
                <a:cubicBezTo>
                  <a:pt x="10826" y="1391284"/>
                  <a:pt x="0" y="1358604"/>
                  <a:pt x="0" y="1336235"/>
                </a:cubicBezTo>
                <a:lnTo>
                  <a:pt x="0" y="730883"/>
                </a:lnTo>
                <a:cubicBezTo>
                  <a:pt x="0" y="708514"/>
                  <a:pt x="10826" y="675834"/>
                  <a:pt x="24180" y="657890"/>
                </a:cubicBezTo>
                <a:lnTo>
                  <a:pt x="500439" y="17944"/>
                </a:lnTo>
                <a:cubicBezTo>
                  <a:pt x="513794" y="0"/>
                  <a:pt x="524619" y="3587"/>
                  <a:pt x="524619" y="25955"/>
                </a:cubicBezTo>
                <a:lnTo>
                  <a:pt x="524619" y="2041162"/>
                </a:lnTo>
                <a:cubicBezTo>
                  <a:pt x="524619" y="2063531"/>
                  <a:pt x="513794" y="2067118"/>
                  <a:pt x="500439" y="2049174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151" name="Text P">
            <a:extLst xmlns:a="http://schemas.openxmlformats.org/drawingml/2006/main">
              <a:ext uri="{FF2B5EF4-FFF2-40B4-BE49-F238E27FC236}">
                <a16:creationId xmlns:a16="http://schemas.microsoft.com/office/drawing/2014/main" id="{352BAD32-C7CB-4E2D-9119-63AE2E52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4712" y="1990055"/>
            <a:ext cx="113101" cy="89851"/>
          </a:xfrm>
          <a:custGeom xmlns:a="http://schemas.openxmlformats.org/drawingml/2006/main">
            <a:pathLst>
              <a:path w="113101" h="89851">
                <a:moveTo>
                  <a:pt x="63379" y="58078"/>
                </a:moveTo>
                <a:cubicBezTo>
                  <a:pt x="63721" y="53636"/>
                  <a:pt x="63890" y="50733"/>
                  <a:pt x="63890" y="46291"/>
                </a:cubicBezTo>
                <a:cubicBezTo>
                  <a:pt x="63890" y="32967"/>
                  <a:pt x="62183" y="23742"/>
                  <a:pt x="58083" y="16397"/>
                </a:cubicBezTo>
                <a:cubicBezTo>
                  <a:pt x="52617" y="6149"/>
                  <a:pt x="42196" y="0"/>
                  <a:pt x="30921" y="0"/>
                </a:cubicBezTo>
                <a:cubicBezTo>
                  <a:pt x="23748" y="0"/>
                  <a:pt x="17255" y="2390"/>
                  <a:pt x="12300" y="7004"/>
                </a:cubicBezTo>
                <a:cubicBezTo>
                  <a:pt x="4786" y="13835"/>
                  <a:pt x="0" y="28697"/>
                  <a:pt x="0" y="44753"/>
                </a:cubicBezTo>
                <a:lnTo>
                  <a:pt x="0" y="89851"/>
                </a:lnTo>
                <a:lnTo>
                  <a:pt x="3248" y="89851"/>
                </a:lnTo>
                <a:cubicBezTo>
                  <a:pt x="4613" y="77209"/>
                  <a:pt x="6321" y="75502"/>
                  <a:pt x="18623" y="75502"/>
                </a:cubicBezTo>
                <a:lnTo>
                  <a:pt x="92601" y="75502"/>
                </a:lnTo>
                <a:cubicBezTo>
                  <a:pt x="106952" y="75502"/>
                  <a:pt x="108659" y="76868"/>
                  <a:pt x="109855" y="89851"/>
                </a:cubicBezTo>
                <a:lnTo>
                  <a:pt x="113101" y="89851"/>
                </a:lnTo>
                <a:lnTo>
                  <a:pt x="113101" y="42022"/>
                </a:lnTo>
                <a:lnTo>
                  <a:pt x="109855" y="42022"/>
                </a:lnTo>
                <a:cubicBezTo>
                  <a:pt x="109345" y="55515"/>
                  <a:pt x="106952" y="58078"/>
                  <a:pt x="94480" y="58078"/>
                </a:cubicBezTo>
                <a:lnTo>
                  <a:pt x="63379" y="58078"/>
                </a:lnTo>
                <a:moveTo>
                  <a:pt x="12131" y="58078"/>
                </a:moveTo>
                <a:cubicBezTo>
                  <a:pt x="7517" y="58078"/>
                  <a:pt x="6321" y="56881"/>
                  <a:pt x="6321" y="52270"/>
                </a:cubicBezTo>
                <a:cubicBezTo>
                  <a:pt x="6321" y="29211"/>
                  <a:pt x="14351" y="18618"/>
                  <a:pt x="31948" y="18618"/>
                </a:cubicBezTo>
                <a:cubicBezTo>
                  <a:pt x="48517" y="18618"/>
                  <a:pt x="57059" y="28697"/>
                  <a:pt x="57059" y="48342"/>
                </a:cubicBezTo>
                <a:cubicBezTo>
                  <a:pt x="57059" y="51757"/>
                  <a:pt x="56889" y="54150"/>
                  <a:pt x="56545" y="58078"/>
                </a:cubicBezTo>
                <a:lnTo>
                  <a:pt x="12131" y="58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Text h">
            <a:extLst xmlns:a="http://schemas.openxmlformats.org/drawingml/2006/main">
              <a:ext uri="{FF2B5EF4-FFF2-40B4-BE49-F238E27FC236}">
                <a16:creationId xmlns:a16="http://schemas.microsoft.com/office/drawing/2014/main" id="{A406622E-5801-4DFA-8F7F-24B8837FA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151" y="1904474"/>
            <a:ext cx="116661" cy="81653"/>
          </a:xfrm>
          <a:custGeom xmlns:a="http://schemas.openxmlformats.org/drawingml/2006/main">
            <a:pathLst>
              <a:path w="116661" h="81653">
                <a:moveTo>
                  <a:pt x="58078" y="56370"/>
                </a:moveTo>
                <a:cubicBezTo>
                  <a:pt x="50222" y="49197"/>
                  <a:pt x="47315" y="44073"/>
                  <a:pt x="47315" y="37411"/>
                </a:cubicBezTo>
                <a:cubicBezTo>
                  <a:pt x="47315" y="28869"/>
                  <a:pt x="53467" y="24600"/>
                  <a:pt x="65423" y="24600"/>
                </a:cubicBezTo>
                <a:lnTo>
                  <a:pt x="99239" y="24600"/>
                </a:lnTo>
                <a:cubicBezTo>
                  <a:pt x="110854" y="24600"/>
                  <a:pt x="113074" y="26307"/>
                  <a:pt x="114099" y="36214"/>
                </a:cubicBezTo>
                <a:lnTo>
                  <a:pt x="116661" y="36214"/>
                </a:lnTo>
                <a:lnTo>
                  <a:pt x="116661" y="0"/>
                </a:lnTo>
                <a:lnTo>
                  <a:pt x="114099" y="0"/>
                </a:lnTo>
                <a:cubicBezTo>
                  <a:pt x="112392" y="9224"/>
                  <a:pt x="111026" y="10251"/>
                  <a:pt x="99239" y="10251"/>
                </a:cubicBezTo>
                <a:lnTo>
                  <a:pt x="65251" y="10251"/>
                </a:lnTo>
                <a:cubicBezTo>
                  <a:pt x="47315" y="10251"/>
                  <a:pt x="38091" y="17424"/>
                  <a:pt x="38091" y="31262"/>
                </a:cubicBezTo>
                <a:cubicBezTo>
                  <a:pt x="38091" y="41339"/>
                  <a:pt x="42191" y="48514"/>
                  <a:pt x="52440" y="56370"/>
                </a:cubicBezTo>
                <a:lnTo>
                  <a:pt x="513" y="56370"/>
                </a:lnTo>
                <a:lnTo>
                  <a:pt x="0" y="57225"/>
                </a:lnTo>
                <a:cubicBezTo>
                  <a:pt x="2049" y="63033"/>
                  <a:pt x="3417" y="67305"/>
                  <a:pt x="6149" y="76870"/>
                </a:cubicBezTo>
                <a:lnTo>
                  <a:pt x="7517" y="81481"/>
                </a:lnTo>
                <a:lnTo>
                  <a:pt x="10249" y="81481"/>
                </a:lnTo>
                <a:cubicBezTo>
                  <a:pt x="10079" y="80798"/>
                  <a:pt x="10079" y="80285"/>
                  <a:pt x="10079" y="79433"/>
                </a:cubicBezTo>
                <a:cubicBezTo>
                  <a:pt x="10079" y="72087"/>
                  <a:pt x="11445" y="70719"/>
                  <a:pt x="18790" y="70719"/>
                </a:cubicBezTo>
                <a:lnTo>
                  <a:pt x="99239" y="70719"/>
                </a:lnTo>
                <a:cubicBezTo>
                  <a:pt x="111195" y="70719"/>
                  <a:pt x="112733" y="71746"/>
                  <a:pt x="114099" y="81653"/>
                </a:cubicBezTo>
                <a:lnTo>
                  <a:pt x="116661" y="81653"/>
                </a:lnTo>
                <a:lnTo>
                  <a:pt x="116661" y="44756"/>
                </a:lnTo>
                <a:lnTo>
                  <a:pt x="114099" y="44756"/>
                </a:lnTo>
                <a:cubicBezTo>
                  <a:pt x="113074" y="54663"/>
                  <a:pt x="111026" y="56370"/>
                  <a:pt x="99239" y="56370"/>
                </a:cubicBezTo>
                <a:lnTo>
                  <a:pt x="58078" y="5637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o">
            <a:extLst xmlns:a="http://schemas.openxmlformats.org/drawingml/2006/main">
              <a:ext uri="{FF2B5EF4-FFF2-40B4-BE49-F238E27FC236}">
                <a16:creationId xmlns:a16="http://schemas.microsoft.com/office/drawing/2014/main" id="{4CD7E691-B696-4EDD-B5EC-FAAF7CA9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243" y="1821971"/>
            <a:ext cx="80238" cy="75330"/>
          </a:xfrm>
          <a:custGeom xmlns:a="http://schemas.openxmlformats.org/drawingml/2006/main">
            <a:pathLst>
              <a:path w="80238" h="75330">
                <a:moveTo>
                  <a:pt x="0" y="37578"/>
                </a:moveTo>
                <a:cubicBezTo>
                  <a:pt x="0" y="59785"/>
                  <a:pt x="16392" y="75330"/>
                  <a:pt x="39950" y="75330"/>
                </a:cubicBezTo>
                <a:cubicBezTo>
                  <a:pt x="62993" y="75330"/>
                  <a:pt x="80238" y="59443"/>
                  <a:pt x="80238" y="37922"/>
                </a:cubicBezTo>
                <a:cubicBezTo>
                  <a:pt x="80238" y="16397"/>
                  <a:pt x="62141" y="0"/>
                  <a:pt x="38584" y="0"/>
                </a:cubicBezTo>
                <a:cubicBezTo>
                  <a:pt x="16220" y="0"/>
                  <a:pt x="0" y="15714"/>
                  <a:pt x="0" y="37578"/>
                </a:cubicBezTo>
                <a:moveTo>
                  <a:pt x="4786" y="39798"/>
                </a:moveTo>
                <a:cubicBezTo>
                  <a:pt x="4786" y="25450"/>
                  <a:pt x="21172" y="15373"/>
                  <a:pt x="44558" y="15373"/>
                </a:cubicBezTo>
                <a:cubicBezTo>
                  <a:pt x="63848" y="15373"/>
                  <a:pt x="75455" y="23060"/>
                  <a:pt x="75455" y="35870"/>
                </a:cubicBezTo>
                <a:cubicBezTo>
                  <a:pt x="75455" y="42533"/>
                  <a:pt x="71360" y="48853"/>
                  <a:pt x="64531" y="52440"/>
                </a:cubicBezTo>
                <a:cubicBezTo>
                  <a:pt x="55654" y="57223"/>
                  <a:pt x="43706" y="59957"/>
                  <a:pt x="31585" y="59957"/>
                </a:cubicBezTo>
                <a:cubicBezTo>
                  <a:pt x="15368" y="59957"/>
                  <a:pt x="4786" y="51929"/>
                  <a:pt x="4786" y="397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Text n">
            <a:extLst xmlns:a="http://schemas.openxmlformats.org/drawingml/2006/main">
              <a:ext uri="{FF2B5EF4-FFF2-40B4-BE49-F238E27FC236}">
                <a16:creationId xmlns:a16="http://schemas.microsoft.com/office/drawing/2014/main" id="{F46BE283-2D01-4FEE-AA2C-4713CE5E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243" y="1733996"/>
            <a:ext cx="78570" cy="80115"/>
          </a:xfrm>
          <a:custGeom xmlns:a="http://schemas.openxmlformats.org/drawingml/2006/main">
            <a:pathLst>
              <a:path w="78570" h="80115">
                <a:moveTo>
                  <a:pt x="10593" y="80115"/>
                </a:moveTo>
                <a:cubicBezTo>
                  <a:pt x="10079" y="79091"/>
                  <a:pt x="9910" y="77381"/>
                  <a:pt x="9910" y="75502"/>
                </a:cubicBezTo>
                <a:cubicBezTo>
                  <a:pt x="9910" y="70719"/>
                  <a:pt x="12472" y="69184"/>
                  <a:pt x="20839" y="69184"/>
                </a:cubicBezTo>
                <a:lnTo>
                  <a:pt x="63199" y="69184"/>
                </a:lnTo>
                <a:cubicBezTo>
                  <a:pt x="72935" y="69184"/>
                  <a:pt x="75325" y="71063"/>
                  <a:pt x="76008" y="79774"/>
                </a:cubicBezTo>
                <a:lnTo>
                  <a:pt x="78570" y="79774"/>
                </a:lnTo>
                <a:lnTo>
                  <a:pt x="78570" y="43560"/>
                </a:lnTo>
                <a:lnTo>
                  <a:pt x="76008" y="43560"/>
                </a:lnTo>
                <a:cubicBezTo>
                  <a:pt x="75325" y="52273"/>
                  <a:pt x="73276" y="54835"/>
                  <a:pt x="67127" y="54835"/>
                </a:cubicBezTo>
                <a:lnTo>
                  <a:pt x="19132" y="54835"/>
                </a:lnTo>
                <a:cubicBezTo>
                  <a:pt x="11445" y="46635"/>
                  <a:pt x="9396" y="42877"/>
                  <a:pt x="9396" y="37239"/>
                </a:cubicBezTo>
                <a:cubicBezTo>
                  <a:pt x="9396" y="28869"/>
                  <a:pt x="14690" y="24769"/>
                  <a:pt x="25963" y="24769"/>
                </a:cubicBezTo>
                <a:lnTo>
                  <a:pt x="61662" y="24769"/>
                </a:lnTo>
                <a:cubicBezTo>
                  <a:pt x="72421" y="24769"/>
                  <a:pt x="75325" y="26990"/>
                  <a:pt x="76008" y="35532"/>
                </a:cubicBezTo>
                <a:lnTo>
                  <a:pt x="78570" y="35532"/>
                </a:lnTo>
                <a:lnTo>
                  <a:pt x="78570" y="0"/>
                </a:lnTo>
                <a:lnTo>
                  <a:pt x="76008" y="0"/>
                </a:lnTo>
                <a:cubicBezTo>
                  <a:pt x="75155" y="8372"/>
                  <a:pt x="73104" y="10421"/>
                  <a:pt x="64737" y="10421"/>
                </a:cubicBezTo>
                <a:lnTo>
                  <a:pt x="25622" y="10421"/>
                </a:lnTo>
                <a:cubicBezTo>
                  <a:pt x="9568" y="10421"/>
                  <a:pt x="0" y="17938"/>
                  <a:pt x="0" y="30577"/>
                </a:cubicBezTo>
                <a:cubicBezTo>
                  <a:pt x="0" y="38435"/>
                  <a:pt x="2906" y="43732"/>
                  <a:pt x="13838" y="55346"/>
                </a:cubicBezTo>
                <a:lnTo>
                  <a:pt x="344" y="55346"/>
                </a:lnTo>
                <a:lnTo>
                  <a:pt x="0" y="56542"/>
                </a:lnTo>
                <a:cubicBezTo>
                  <a:pt x="3076" y="64912"/>
                  <a:pt x="4955" y="70719"/>
                  <a:pt x="7689" y="80115"/>
                </a:cubicBezTo>
                <a:lnTo>
                  <a:pt x="10593" y="80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Text e">
            <a:extLst xmlns:a="http://schemas.openxmlformats.org/drawingml/2006/main">
              <a:ext uri="{FF2B5EF4-FFF2-40B4-BE49-F238E27FC236}">
                <a16:creationId xmlns:a16="http://schemas.microsoft.com/office/drawing/2014/main" id="{D9C6C627-100D-4FD5-95CD-F28CC698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243" y="1659008"/>
            <a:ext cx="80238" cy="68157"/>
          </a:xfrm>
          <a:custGeom xmlns:a="http://schemas.openxmlformats.org/drawingml/2006/main">
            <a:pathLst>
              <a:path w="80238" h="68157">
                <a:moveTo>
                  <a:pt x="50508" y="2734"/>
                </a:moveTo>
                <a:cubicBezTo>
                  <a:pt x="63497" y="10932"/>
                  <a:pt x="68454" y="18279"/>
                  <a:pt x="68454" y="29211"/>
                </a:cubicBezTo>
                <a:cubicBezTo>
                  <a:pt x="68454" y="38946"/>
                  <a:pt x="63497" y="46291"/>
                  <a:pt x="53756" y="51246"/>
                </a:cubicBezTo>
                <a:cubicBezTo>
                  <a:pt x="47261" y="54322"/>
                  <a:pt x="41620" y="55515"/>
                  <a:pt x="31194" y="55857"/>
                </a:cubicBezTo>
                <a:lnTo>
                  <a:pt x="31194" y="3245"/>
                </a:lnTo>
                <a:cubicBezTo>
                  <a:pt x="20112" y="4613"/>
                  <a:pt x="15175" y="6321"/>
                  <a:pt x="9727" y="10590"/>
                </a:cubicBezTo>
                <a:cubicBezTo>
                  <a:pt x="3589" y="15717"/>
                  <a:pt x="0" y="23573"/>
                  <a:pt x="0" y="32456"/>
                </a:cubicBezTo>
                <a:cubicBezTo>
                  <a:pt x="0" y="40997"/>
                  <a:pt x="3076" y="49025"/>
                  <a:pt x="8875" y="55515"/>
                </a:cubicBezTo>
                <a:cubicBezTo>
                  <a:pt x="15855" y="63546"/>
                  <a:pt x="27949" y="68157"/>
                  <a:pt x="41962" y="68157"/>
                </a:cubicBezTo>
                <a:cubicBezTo>
                  <a:pt x="65548" y="68157"/>
                  <a:pt x="80238" y="55857"/>
                  <a:pt x="80238" y="36214"/>
                </a:cubicBezTo>
                <a:cubicBezTo>
                  <a:pt x="80238" y="19987"/>
                  <a:pt x="70161" y="7176"/>
                  <a:pt x="51705" y="0"/>
                </a:cubicBezTo>
                <a:lnTo>
                  <a:pt x="50508" y="2734"/>
                </a:lnTo>
                <a:moveTo>
                  <a:pt x="25729" y="55515"/>
                </a:moveTo>
                <a:cubicBezTo>
                  <a:pt x="12451" y="53639"/>
                  <a:pt x="6151" y="47829"/>
                  <a:pt x="6151" y="37411"/>
                </a:cubicBezTo>
                <a:cubicBezTo>
                  <a:pt x="6151" y="26990"/>
                  <a:pt x="10919" y="22890"/>
                  <a:pt x="25729" y="20669"/>
                </a:cubicBezTo>
                <a:lnTo>
                  <a:pt x="25729" y="55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M">
            <a:extLst xmlns:a="http://schemas.openxmlformats.org/drawingml/2006/main">
              <a:ext uri="{FF2B5EF4-FFF2-40B4-BE49-F238E27FC236}">
                <a16:creationId xmlns:a16="http://schemas.microsoft.com/office/drawing/2014/main" id="{37CD9859-816D-4CD8-88E7-023A249D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004" y="1944710"/>
            <a:ext cx="113101" cy="145366"/>
          </a:xfrm>
          <a:custGeom xmlns:a="http://schemas.openxmlformats.org/drawingml/2006/main">
            <a:pathLst>
              <a:path w="113101" h="145366">
                <a:moveTo>
                  <a:pt x="15206" y="32284"/>
                </a:moveTo>
                <a:lnTo>
                  <a:pt x="92601" y="32284"/>
                </a:lnTo>
                <a:cubicBezTo>
                  <a:pt x="106780" y="32284"/>
                  <a:pt x="109003" y="34335"/>
                  <a:pt x="109855" y="47829"/>
                </a:cubicBezTo>
                <a:lnTo>
                  <a:pt x="113101" y="47829"/>
                </a:lnTo>
                <a:lnTo>
                  <a:pt x="113101" y="0"/>
                </a:lnTo>
                <a:lnTo>
                  <a:pt x="109855" y="0"/>
                </a:lnTo>
                <a:cubicBezTo>
                  <a:pt x="109003" y="12469"/>
                  <a:pt x="106610" y="14860"/>
                  <a:pt x="94480" y="14860"/>
                </a:cubicBezTo>
                <a:lnTo>
                  <a:pt x="18623" y="14860"/>
                </a:lnTo>
                <a:cubicBezTo>
                  <a:pt x="6493" y="14860"/>
                  <a:pt x="4272" y="12639"/>
                  <a:pt x="3248" y="0"/>
                </a:cubicBezTo>
                <a:lnTo>
                  <a:pt x="0" y="0"/>
                </a:lnTo>
                <a:lnTo>
                  <a:pt x="0" y="33994"/>
                </a:lnTo>
                <a:lnTo>
                  <a:pt x="86280" y="71743"/>
                </a:lnTo>
                <a:lnTo>
                  <a:pt x="0" y="111203"/>
                </a:lnTo>
                <a:lnTo>
                  <a:pt x="0" y="145025"/>
                </a:lnTo>
                <a:lnTo>
                  <a:pt x="3248" y="145025"/>
                </a:lnTo>
                <a:cubicBezTo>
                  <a:pt x="4100" y="131017"/>
                  <a:pt x="6151" y="128797"/>
                  <a:pt x="18623" y="128797"/>
                </a:cubicBezTo>
                <a:lnTo>
                  <a:pt x="87987" y="128797"/>
                </a:lnTo>
                <a:cubicBezTo>
                  <a:pt x="105586" y="128797"/>
                  <a:pt x="108831" y="131189"/>
                  <a:pt x="109855" y="145366"/>
                </a:cubicBezTo>
                <a:lnTo>
                  <a:pt x="113101" y="145366"/>
                </a:lnTo>
                <a:lnTo>
                  <a:pt x="113101" y="105224"/>
                </a:lnTo>
                <a:lnTo>
                  <a:pt x="109855" y="105224"/>
                </a:lnTo>
                <a:cubicBezTo>
                  <a:pt x="109173" y="118376"/>
                  <a:pt x="105245" y="121280"/>
                  <a:pt x="87987" y="121280"/>
                </a:cubicBezTo>
                <a:lnTo>
                  <a:pt x="19134" y="121280"/>
                </a:lnTo>
                <a:lnTo>
                  <a:pt x="113101" y="78406"/>
                </a:lnTo>
                <a:lnTo>
                  <a:pt x="113101" y="76013"/>
                </a:lnTo>
                <a:lnTo>
                  <a:pt x="15206" y="322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Text o">
            <a:extLst xmlns:a="http://schemas.openxmlformats.org/drawingml/2006/main">
              <a:ext uri="{FF2B5EF4-FFF2-40B4-BE49-F238E27FC236}">
                <a16:creationId xmlns:a16="http://schemas.microsoft.com/office/drawing/2014/main" id="{69700968-477B-4187-B36B-2418725E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535" y="1859985"/>
            <a:ext cx="80238" cy="75330"/>
          </a:xfrm>
          <a:custGeom xmlns:a="http://schemas.openxmlformats.org/drawingml/2006/main">
            <a:pathLst>
              <a:path w="80238" h="75330">
                <a:moveTo>
                  <a:pt x="0" y="37578"/>
                </a:moveTo>
                <a:cubicBezTo>
                  <a:pt x="0" y="59785"/>
                  <a:pt x="16392" y="75330"/>
                  <a:pt x="39950" y="75330"/>
                </a:cubicBezTo>
                <a:cubicBezTo>
                  <a:pt x="62993" y="75330"/>
                  <a:pt x="80238" y="59443"/>
                  <a:pt x="80238" y="37922"/>
                </a:cubicBezTo>
                <a:cubicBezTo>
                  <a:pt x="80238" y="16397"/>
                  <a:pt x="62141" y="0"/>
                  <a:pt x="38584" y="0"/>
                </a:cubicBezTo>
                <a:cubicBezTo>
                  <a:pt x="16220" y="0"/>
                  <a:pt x="0" y="15714"/>
                  <a:pt x="0" y="37578"/>
                </a:cubicBezTo>
                <a:moveTo>
                  <a:pt x="4786" y="39798"/>
                </a:moveTo>
                <a:cubicBezTo>
                  <a:pt x="4786" y="25450"/>
                  <a:pt x="21172" y="15373"/>
                  <a:pt x="44558" y="15373"/>
                </a:cubicBezTo>
                <a:cubicBezTo>
                  <a:pt x="63848" y="15373"/>
                  <a:pt x="75455" y="23060"/>
                  <a:pt x="75455" y="35870"/>
                </a:cubicBezTo>
                <a:cubicBezTo>
                  <a:pt x="75455" y="42533"/>
                  <a:pt x="71360" y="48853"/>
                  <a:pt x="64531" y="52440"/>
                </a:cubicBezTo>
                <a:cubicBezTo>
                  <a:pt x="55654" y="57223"/>
                  <a:pt x="43706" y="59957"/>
                  <a:pt x="31585" y="59957"/>
                </a:cubicBezTo>
                <a:cubicBezTo>
                  <a:pt x="15368" y="59957"/>
                  <a:pt x="4786" y="51929"/>
                  <a:pt x="4786" y="3979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Text d">
            <a:extLst xmlns:a="http://schemas.openxmlformats.org/drawingml/2006/main">
              <a:ext uri="{FF2B5EF4-FFF2-40B4-BE49-F238E27FC236}">
                <a16:creationId xmlns:a16="http://schemas.microsoft.com/office/drawing/2014/main" id="{0E41D779-15D1-4A87-9915-386223F4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444" y="1770986"/>
            <a:ext cx="118329" cy="79261"/>
          </a:xfrm>
          <a:custGeom xmlns:a="http://schemas.openxmlformats.org/drawingml/2006/main">
            <a:pathLst>
              <a:path w="118329" h="79261">
                <a:moveTo>
                  <a:pt x="118329" y="25111"/>
                </a:moveTo>
                <a:lnTo>
                  <a:pt x="109449" y="0"/>
                </a:lnTo>
                <a:lnTo>
                  <a:pt x="106717" y="0"/>
                </a:lnTo>
                <a:cubicBezTo>
                  <a:pt x="106887" y="3076"/>
                  <a:pt x="106887" y="3417"/>
                  <a:pt x="106887" y="3931"/>
                </a:cubicBezTo>
                <a:cubicBezTo>
                  <a:pt x="106887" y="10079"/>
                  <a:pt x="105010" y="11445"/>
                  <a:pt x="97157" y="11445"/>
                </a:cubicBezTo>
                <a:lnTo>
                  <a:pt x="341" y="11445"/>
                </a:lnTo>
                <a:lnTo>
                  <a:pt x="0" y="12300"/>
                </a:lnTo>
                <a:cubicBezTo>
                  <a:pt x="2904" y="20500"/>
                  <a:pt x="4611" y="26477"/>
                  <a:pt x="7517" y="37411"/>
                </a:cubicBezTo>
                <a:lnTo>
                  <a:pt x="10249" y="37411"/>
                </a:lnTo>
                <a:cubicBezTo>
                  <a:pt x="10079" y="36042"/>
                  <a:pt x="10079" y="35018"/>
                  <a:pt x="10079" y="33652"/>
                </a:cubicBezTo>
                <a:cubicBezTo>
                  <a:pt x="10079" y="27332"/>
                  <a:pt x="11787" y="25794"/>
                  <a:pt x="18790" y="25794"/>
                </a:cubicBezTo>
                <a:lnTo>
                  <a:pt x="45436" y="25794"/>
                </a:lnTo>
                <a:cubicBezTo>
                  <a:pt x="39970" y="32286"/>
                  <a:pt x="38091" y="36897"/>
                  <a:pt x="38091" y="43732"/>
                </a:cubicBezTo>
                <a:cubicBezTo>
                  <a:pt x="38091" y="63374"/>
                  <a:pt x="57384" y="79261"/>
                  <a:pt x="81625" y="79261"/>
                </a:cubicBezTo>
                <a:cubicBezTo>
                  <a:pt x="103472" y="79261"/>
                  <a:pt x="118329" y="66450"/>
                  <a:pt x="118329" y="47660"/>
                </a:cubicBezTo>
                <a:cubicBezTo>
                  <a:pt x="118329" y="38094"/>
                  <a:pt x="114915" y="31601"/>
                  <a:pt x="106887" y="25794"/>
                </a:cubicBezTo>
                <a:lnTo>
                  <a:pt x="117818" y="25794"/>
                </a:lnTo>
                <a:lnTo>
                  <a:pt x="118329" y="25111"/>
                </a:lnTo>
                <a:moveTo>
                  <a:pt x="99205" y="25794"/>
                </a:moveTo>
                <a:cubicBezTo>
                  <a:pt x="100402" y="25794"/>
                  <a:pt x="102450" y="26990"/>
                  <a:pt x="104327" y="28697"/>
                </a:cubicBezTo>
                <a:cubicBezTo>
                  <a:pt x="107742" y="31773"/>
                  <a:pt x="109449" y="36042"/>
                  <a:pt x="109449" y="40997"/>
                </a:cubicBezTo>
                <a:cubicBezTo>
                  <a:pt x="109449" y="55174"/>
                  <a:pt x="95791" y="64570"/>
                  <a:pt x="74796" y="64570"/>
                </a:cubicBezTo>
                <a:cubicBezTo>
                  <a:pt x="55508" y="64570"/>
                  <a:pt x="42877" y="56201"/>
                  <a:pt x="42877" y="43218"/>
                </a:cubicBezTo>
                <a:cubicBezTo>
                  <a:pt x="42877" y="34163"/>
                  <a:pt x="50897" y="25794"/>
                  <a:pt x="59944" y="25794"/>
                </a:cubicBezTo>
                <a:lnTo>
                  <a:pt x="99205" y="257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e">
            <a:extLst xmlns:a="http://schemas.openxmlformats.org/drawingml/2006/main">
              <a:ext uri="{FF2B5EF4-FFF2-40B4-BE49-F238E27FC236}">
                <a16:creationId xmlns:a16="http://schemas.microsoft.com/office/drawing/2014/main" id="{38048880-88C9-4986-ABAE-A41051CE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8535" y="1697022"/>
            <a:ext cx="80238" cy="68157"/>
          </a:xfrm>
          <a:custGeom xmlns:a="http://schemas.openxmlformats.org/drawingml/2006/main">
            <a:pathLst>
              <a:path w="80238" h="68157">
                <a:moveTo>
                  <a:pt x="50508" y="2734"/>
                </a:moveTo>
                <a:cubicBezTo>
                  <a:pt x="63497" y="10932"/>
                  <a:pt x="68454" y="18279"/>
                  <a:pt x="68454" y="29211"/>
                </a:cubicBezTo>
                <a:cubicBezTo>
                  <a:pt x="68454" y="38946"/>
                  <a:pt x="63497" y="46291"/>
                  <a:pt x="53756" y="51246"/>
                </a:cubicBezTo>
                <a:cubicBezTo>
                  <a:pt x="47261" y="54322"/>
                  <a:pt x="41620" y="55515"/>
                  <a:pt x="31194" y="55857"/>
                </a:cubicBezTo>
                <a:lnTo>
                  <a:pt x="31194" y="3245"/>
                </a:lnTo>
                <a:cubicBezTo>
                  <a:pt x="20112" y="4613"/>
                  <a:pt x="15175" y="6321"/>
                  <a:pt x="9727" y="10590"/>
                </a:cubicBezTo>
                <a:cubicBezTo>
                  <a:pt x="3589" y="15717"/>
                  <a:pt x="0" y="23573"/>
                  <a:pt x="0" y="32456"/>
                </a:cubicBezTo>
                <a:cubicBezTo>
                  <a:pt x="0" y="40997"/>
                  <a:pt x="3076" y="49025"/>
                  <a:pt x="8875" y="55515"/>
                </a:cubicBezTo>
                <a:cubicBezTo>
                  <a:pt x="15855" y="63546"/>
                  <a:pt x="27949" y="68157"/>
                  <a:pt x="41962" y="68157"/>
                </a:cubicBezTo>
                <a:cubicBezTo>
                  <a:pt x="65548" y="68157"/>
                  <a:pt x="80238" y="55857"/>
                  <a:pt x="80238" y="36214"/>
                </a:cubicBezTo>
                <a:cubicBezTo>
                  <a:pt x="80238" y="19987"/>
                  <a:pt x="70161" y="7176"/>
                  <a:pt x="51705" y="0"/>
                </a:cubicBezTo>
                <a:lnTo>
                  <a:pt x="50508" y="2734"/>
                </a:lnTo>
                <a:moveTo>
                  <a:pt x="25729" y="55515"/>
                </a:moveTo>
                <a:cubicBezTo>
                  <a:pt x="12451" y="53639"/>
                  <a:pt x="6151" y="47829"/>
                  <a:pt x="6151" y="37411"/>
                </a:cubicBezTo>
                <a:cubicBezTo>
                  <a:pt x="6151" y="26990"/>
                  <a:pt x="10919" y="22890"/>
                  <a:pt x="25729" y="20669"/>
                </a:cubicBezTo>
                <a:lnTo>
                  <a:pt x="25729" y="55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Text l">
            <a:extLst xmlns:a="http://schemas.openxmlformats.org/drawingml/2006/main">
              <a:ext uri="{FF2B5EF4-FFF2-40B4-BE49-F238E27FC236}">
                <a16:creationId xmlns:a16="http://schemas.microsoft.com/office/drawing/2014/main" id="{36C55662-2C1D-4549-9588-DD6E94D8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0436" y="1649707"/>
            <a:ext cx="116669" cy="40653"/>
          </a:xfrm>
          <a:custGeom xmlns:a="http://schemas.openxmlformats.org/drawingml/2006/main">
            <a:pathLst>
              <a:path w="116669" h="40653">
                <a:moveTo>
                  <a:pt x="10249" y="40653"/>
                </a:moveTo>
                <a:lnTo>
                  <a:pt x="10249" y="39629"/>
                </a:lnTo>
                <a:cubicBezTo>
                  <a:pt x="10079" y="37750"/>
                  <a:pt x="9907" y="35701"/>
                  <a:pt x="9907" y="34333"/>
                </a:cubicBezTo>
                <a:cubicBezTo>
                  <a:pt x="9907" y="28867"/>
                  <a:pt x="12300" y="27160"/>
                  <a:pt x="20328" y="27160"/>
                </a:cubicBezTo>
                <a:lnTo>
                  <a:pt x="101809" y="27160"/>
                </a:lnTo>
                <a:cubicBezTo>
                  <a:pt x="111034" y="27160"/>
                  <a:pt x="113254" y="29550"/>
                  <a:pt x="114107" y="40312"/>
                </a:cubicBezTo>
                <a:lnTo>
                  <a:pt x="116669" y="40312"/>
                </a:lnTo>
                <a:lnTo>
                  <a:pt x="116669" y="0"/>
                </a:lnTo>
                <a:lnTo>
                  <a:pt x="114107" y="0"/>
                </a:lnTo>
                <a:cubicBezTo>
                  <a:pt x="113424" y="10760"/>
                  <a:pt x="111716" y="12811"/>
                  <a:pt x="102320" y="12811"/>
                </a:cubicBezTo>
                <a:lnTo>
                  <a:pt x="341" y="12811"/>
                </a:lnTo>
                <a:lnTo>
                  <a:pt x="0" y="13494"/>
                </a:lnTo>
                <a:cubicBezTo>
                  <a:pt x="2904" y="22377"/>
                  <a:pt x="4613" y="28867"/>
                  <a:pt x="7517" y="40653"/>
                </a:cubicBezTo>
                <a:lnTo>
                  <a:pt x="10249" y="4065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5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e7f1b9fd9b422d"/>
          <a:stretch xmlns:a="http://schemas.openxmlformats.org/drawingml/2006/main"/>
        </p:blipFill>
        <p:spPr>
          <a:xfrm xmlns:a="http://schemas.openxmlformats.org/drawingml/2006/main">
            <a:off x="7094887" y="1158010"/>
            <a:ext cx="174696" cy="174696"/>
          </a:xfrm>
          <a:prstGeom xmlns:a="http://schemas.openxmlformats.org/drawingml/2006/main" prst="rect">
            <a:avLst/>
          </a:prstGeom>
        </p:spPr>
      </p:pic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40428F-DC38-4430-A803-003A0E81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6667" y="1869113"/>
            <a:ext cx="112273" cy="30"/>
          </a:xfrm>
          <a:custGeom xmlns:a="http://schemas.openxmlformats.org/drawingml/2006/main">
            <a:pathLst>
              <a:path w="112273" h="30" fill="none">
                <a:moveTo>
                  <a:pt x="0" y="30"/>
                </a:moveTo>
                <a:lnTo>
                  <a:pt x="1122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F9276F-2111-41F2-8BF5-5B9638DD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111" y="1846580"/>
            <a:ext cx="59208" cy="45074"/>
          </a:xfrm>
          <a:custGeom xmlns:a="http://schemas.openxmlformats.org/drawingml/2006/main">
            <a:pathLst>
              <a:path w="59208" h="45074">
                <a:moveTo>
                  <a:pt x="59208" y="22522"/>
                </a:moveTo>
                <a:lnTo>
                  <a:pt x="0" y="0"/>
                </a:lnTo>
                <a:lnTo>
                  <a:pt x="19955" y="22532"/>
                </a:lnTo>
                <a:lnTo>
                  <a:pt x="12" y="45074"/>
                </a:lnTo>
                <a:lnTo>
                  <a:pt x="59208" y="225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AE3677-DB28-4355-A3FF-07557574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111" y="1846580"/>
            <a:ext cx="59208" cy="45074"/>
          </a:xfrm>
          <a:custGeom xmlns:a="http://schemas.openxmlformats.org/drawingml/2006/main">
            <a:pathLst>
              <a:path w="59208" h="45074" fill="none">
                <a:moveTo>
                  <a:pt x="59208" y="22522"/>
                </a:moveTo>
                <a:lnTo>
                  <a:pt x="0" y="0"/>
                </a:lnTo>
                <a:lnTo>
                  <a:pt x="19955" y="22532"/>
                </a:lnTo>
                <a:lnTo>
                  <a:pt x="12" y="45074"/>
                </a:lnTo>
                <a:lnTo>
                  <a:pt x="59208" y="2252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165" name="Text ˜">
            <a:extLst xmlns:a="http://schemas.openxmlformats.org/drawingml/2006/main">
              <a:ext uri="{FF2B5EF4-FFF2-40B4-BE49-F238E27FC236}">
                <a16:creationId xmlns:a16="http://schemas.microsoft.com/office/drawing/2014/main" id="{441F39A4-32E8-44EA-B88B-BDFAB0CE8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5086" y="1780580"/>
            <a:ext cx="84497" cy="26307"/>
          </a:xfrm>
          <a:custGeom xmlns:a="http://schemas.openxmlformats.org/drawingml/2006/main">
            <a:pathLst>
              <a:path w="84497" h="26307">
                <a:moveTo>
                  <a:pt x="78120" y="0"/>
                </a:moveTo>
                <a:cubicBezTo>
                  <a:pt x="74732" y="3391"/>
                  <a:pt x="68155" y="8770"/>
                  <a:pt x="59984" y="8770"/>
                </a:cubicBezTo>
                <a:cubicBezTo>
                  <a:pt x="55204" y="8770"/>
                  <a:pt x="51217" y="7374"/>
                  <a:pt x="44041" y="4187"/>
                </a:cubicBezTo>
                <a:cubicBezTo>
                  <a:pt x="39261" y="1995"/>
                  <a:pt x="34477" y="0"/>
                  <a:pt x="29095" y="0"/>
                </a:cubicBezTo>
                <a:cubicBezTo>
                  <a:pt x="20328" y="0"/>
                  <a:pt x="17138" y="2992"/>
                  <a:pt x="0" y="19732"/>
                </a:cubicBezTo>
                <a:lnTo>
                  <a:pt x="6377" y="26307"/>
                </a:lnTo>
                <a:cubicBezTo>
                  <a:pt x="9764" y="22919"/>
                  <a:pt x="16342" y="17540"/>
                  <a:pt x="24512" y="17540"/>
                </a:cubicBezTo>
                <a:cubicBezTo>
                  <a:pt x="29296" y="17540"/>
                  <a:pt x="33282" y="18932"/>
                  <a:pt x="40456" y="22122"/>
                </a:cubicBezTo>
                <a:cubicBezTo>
                  <a:pt x="45239" y="24315"/>
                  <a:pt x="50022" y="26307"/>
                  <a:pt x="55402" y="26307"/>
                </a:cubicBezTo>
                <a:cubicBezTo>
                  <a:pt x="64171" y="26307"/>
                  <a:pt x="67358" y="23317"/>
                  <a:pt x="84497" y="6577"/>
                </a:cubicBezTo>
                <a:lnTo>
                  <a:pt x="781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Text p">
            <a:extLst xmlns:a="http://schemas.openxmlformats.org/drawingml/2006/main">
              <a:ext uri="{FF2B5EF4-FFF2-40B4-BE49-F238E27FC236}">
                <a16:creationId xmlns:a16="http://schemas.microsoft.com/office/drawing/2014/main" id="{A2EABE98-7865-4822-A707-51E56127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752" y="1829234"/>
            <a:ext cx="122562" cy="128446"/>
          </a:xfrm>
          <a:custGeom xmlns:a="http://schemas.openxmlformats.org/drawingml/2006/main">
            <a:pathLst>
              <a:path w="122562" h="128446">
                <a:moveTo>
                  <a:pt x="52014" y="117286"/>
                </a:moveTo>
                <a:lnTo>
                  <a:pt x="38662" y="117286"/>
                </a:lnTo>
                <a:lnTo>
                  <a:pt x="38662" y="82316"/>
                </a:lnTo>
                <a:cubicBezTo>
                  <a:pt x="43643" y="85707"/>
                  <a:pt x="53410" y="90885"/>
                  <a:pt x="67358" y="90885"/>
                </a:cubicBezTo>
                <a:cubicBezTo>
                  <a:pt x="101635" y="90885"/>
                  <a:pt x="122562" y="71555"/>
                  <a:pt x="122562" y="45245"/>
                </a:cubicBezTo>
                <a:cubicBezTo>
                  <a:pt x="122562" y="21128"/>
                  <a:pt x="105223" y="0"/>
                  <a:pt x="71345" y="0"/>
                </a:cubicBezTo>
                <a:cubicBezTo>
                  <a:pt x="60982" y="0"/>
                  <a:pt x="48824" y="1995"/>
                  <a:pt x="37266" y="9168"/>
                </a:cubicBezTo>
                <a:lnTo>
                  <a:pt x="37266" y="0"/>
                </a:lnTo>
                <a:lnTo>
                  <a:pt x="0" y="1596"/>
                </a:lnTo>
                <a:lnTo>
                  <a:pt x="0" y="12756"/>
                </a:lnTo>
                <a:cubicBezTo>
                  <a:pt x="3388" y="12756"/>
                  <a:pt x="7374" y="12756"/>
                  <a:pt x="9965" y="13155"/>
                </a:cubicBezTo>
                <a:cubicBezTo>
                  <a:pt x="13352" y="13754"/>
                  <a:pt x="13352" y="15946"/>
                  <a:pt x="13352" y="19732"/>
                </a:cubicBezTo>
                <a:lnTo>
                  <a:pt x="13352" y="117286"/>
                </a:lnTo>
                <a:lnTo>
                  <a:pt x="0" y="117286"/>
                </a:lnTo>
                <a:lnTo>
                  <a:pt x="0" y="128446"/>
                </a:lnTo>
                <a:cubicBezTo>
                  <a:pt x="201" y="128446"/>
                  <a:pt x="16342" y="127650"/>
                  <a:pt x="25908" y="127650"/>
                </a:cubicBezTo>
                <a:cubicBezTo>
                  <a:pt x="35672" y="127650"/>
                  <a:pt x="51813" y="128446"/>
                  <a:pt x="52014" y="128446"/>
                </a:cubicBezTo>
                <a:lnTo>
                  <a:pt x="52014" y="117286"/>
                </a:lnTo>
                <a:moveTo>
                  <a:pt x="38662" y="25911"/>
                </a:moveTo>
                <a:cubicBezTo>
                  <a:pt x="38662" y="22125"/>
                  <a:pt x="38862" y="21925"/>
                  <a:pt x="41651" y="19334"/>
                </a:cubicBezTo>
                <a:cubicBezTo>
                  <a:pt x="51217" y="10962"/>
                  <a:pt x="62973" y="10166"/>
                  <a:pt x="67161" y="10166"/>
                </a:cubicBezTo>
                <a:cubicBezTo>
                  <a:pt x="84098" y="10166"/>
                  <a:pt x="94860" y="23719"/>
                  <a:pt x="94860" y="45245"/>
                </a:cubicBezTo>
                <a:cubicBezTo>
                  <a:pt x="94860" y="71156"/>
                  <a:pt x="79914" y="81720"/>
                  <a:pt x="64767" y="81720"/>
                </a:cubicBezTo>
                <a:cubicBezTo>
                  <a:pt x="49621" y="81720"/>
                  <a:pt x="41052" y="70956"/>
                  <a:pt x="38662" y="67568"/>
                </a:cubicBezTo>
                <a:lnTo>
                  <a:pt x="38662" y="259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83D96F-9624-4577-849D-E9F49317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8617" y="1869108"/>
            <a:ext cx="117841" cy="34"/>
          </a:xfrm>
          <a:custGeom xmlns:a="http://schemas.openxmlformats.org/drawingml/2006/main">
            <a:pathLst>
              <a:path w="117841" h="34" fill="none">
                <a:moveTo>
                  <a:pt x="0" y="0"/>
                </a:moveTo>
                <a:lnTo>
                  <a:pt x="117841" y="34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0535A-180B-422B-813A-AF7691081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053" y="3335328"/>
            <a:ext cx="1620101" cy="810050"/>
          </a:xfrm>
          <a:custGeom xmlns:a="http://schemas.openxmlformats.org/drawingml/2006/main">
            <a:pathLst>
              <a:path w="1620101" h="810050">
                <a:moveTo>
                  <a:pt x="1579599" y="0"/>
                </a:moveTo>
                <a:lnTo>
                  <a:pt x="40502" y="0"/>
                </a:lnTo>
                <a:cubicBezTo>
                  <a:pt x="18134" y="0"/>
                  <a:pt x="0" y="18133"/>
                  <a:pt x="0" y="40502"/>
                </a:cubicBezTo>
                <a:lnTo>
                  <a:pt x="0" y="769548"/>
                </a:lnTo>
                <a:cubicBezTo>
                  <a:pt x="0" y="791917"/>
                  <a:pt x="18134" y="810050"/>
                  <a:pt x="40502" y="810050"/>
                </a:cubicBezTo>
                <a:lnTo>
                  <a:pt x="1579599" y="810050"/>
                </a:lnTo>
                <a:cubicBezTo>
                  <a:pt x="1601967" y="810050"/>
                  <a:pt x="1620101" y="791917"/>
                  <a:pt x="1620101" y="769548"/>
                </a:cubicBezTo>
                <a:lnTo>
                  <a:pt x="1620101" y="40502"/>
                </a:lnTo>
                <a:cubicBezTo>
                  <a:pt x="1620101" y="18133"/>
                  <a:pt x="1601967" y="0"/>
                  <a:pt x="1579599" y="0"/>
                </a:cubicBezTo>
                <a:close/>
                <a:moveTo>
                  <a:pt x="0" y="810050"/>
                </a:moveTo>
              </a:path>
            </a:pathLst>
          </a:custGeom>
          <a:solidFill xmlns:a="http://schemas.openxmlformats.org/drawingml/2006/main">
            <a:srgbClr val="F2F2F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2D8F0B-B296-4922-B845-223E96AB4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5053" y="3335328"/>
            <a:ext cx="1620101" cy="810050"/>
          </a:xfrm>
          <a:custGeom xmlns:a="http://schemas.openxmlformats.org/drawingml/2006/main">
            <a:pathLst>
              <a:path w="1620101" h="810050" fill="none">
                <a:moveTo>
                  <a:pt x="1579599" y="0"/>
                </a:moveTo>
                <a:lnTo>
                  <a:pt x="40502" y="0"/>
                </a:lnTo>
                <a:cubicBezTo>
                  <a:pt x="18134" y="0"/>
                  <a:pt x="0" y="18133"/>
                  <a:pt x="0" y="40502"/>
                </a:cubicBezTo>
                <a:lnTo>
                  <a:pt x="0" y="769548"/>
                </a:lnTo>
                <a:cubicBezTo>
                  <a:pt x="0" y="791917"/>
                  <a:pt x="18134" y="810050"/>
                  <a:pt x="40502" y="810050"/>
                </a:cubicBezTo>
                <a:lnTo>
                  <a:pt x="1579599" y="810050"/>
                </a:lnTo>
                <a:cubicBezTo>
                  <a:pt x="1601967" y="810050"/>
                  <a:pt x="1620101" y="791917"/>
                  <a:pt x="1620101" y="769548"/>
                </a:cubicBezTo>
                <a:lnTo>
                  <a:pt x="1620101" y="40502"/>
                </a:lnTo>
                <a:cubicBezTo>
                  <a:pt x="1620101" y="18133"/>
                  <a:pt x="1601967" y="0"/>
                  <a:pt x="1579599" y="0"/>
                </a:cubicBezTo>
                <a:close/>
                <a:moveTo>
                  <a:pt x="0" y="810050"/>
                </a:move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170" name="Text Goldfeatures">
            <a:extLst xmlns:a="http://schemas.openxmlformats.org/drawingml/2006/main">
              <a:ext uri="{FF2B5EF4-FFF2-40B4-BE49-F238E27FC236}">
                <a16:creationId xmlns:a16="http://schemas.microsoft.com/office/drawing/2014/main" id="{A6ABEA13-EFED-4290-8456-18C54A7D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238" y="3510581"/>
            <a:ext cx="912511" cy="119004"/>
          </a:xfrm>
          <a:custGeom xmlns:a="http://schemas.openxmlformats.org/drawingml/2006/main">
            <a:pathLst>
              <a:path w="912511" h="119004">
                <a:moveTo>
                  <a:pt x="115644" y="56193"/>
                </a:moveTo>
                <a:lnTo>
                  <a:pt x="72085" y="56193"/>
                </a:lnTo>
                <a:lnTo>
                  <a:pt x="72085" y="59266"/>
                </a:lnTo>
                <a:cubicBezTo>
                  <a:pt x="79430" y="59777"/>
                  <a:pt x="81479" y="60291"/>
                  <a:pt x="83530" y="61656"/>
                </a:cubicBezTo>
                <a:cubicBezTo>
                  <a:pt x="86092" y="63192"/>
                  <a:pt x="87116" y="67117"/>
                  <a:pt x="87116" y="74457"/>
                </a:cubicBezTo>
                <a:lnTo>
                  <a:pt x="87116" y="102104"/>
                </a:lnTo>
                <a:cubicBezTo>
                  <a:pt x="87116" y="107564"/>
                  <a:pt x="76696" y="112173"/>
                  <a:pt x="64398" y="112173"/>
                </a:cubicBezTo>
                <a:cubicBezTo>
                  <a:pt x="36553" y="112173"/>
                  <a:pt x="19473" y="92718"/>
                  <a:pt x="19473" y="60973"/>
                </a:cubicBezTo>
                <a:cubicBezTo>
                  <a:pt x="19473" y="44931"/>
                  <a:pt x="24256" y="29399"/>
                  <a:pt x="31770" y="21037"/>
                </a:cubicBezTo>
                <a:cubicBezTo>
                  <a:pt x="39288" y="12675"/>
                  <a:pt x="49878" y="8067"/>
                  <a:pt x="61495" y="8067"/>
                </a:cubicBezTo>
                <a:cubicBezTo>
                  <a:pt x="71061" y="8067"/>
                  <a:pt x="79430" y="11310"/>
                  <a:pt x="86092" y="17453"/>
                </a:cubicBezTo>
                <a:cubicBezTo>
                  <a:pt x="91216" y="22231"/>
                  <a:pt x="93951" y="26839"/>
                  <a:pt x="98220" y="37249"/>
                </a:cubicBezTo>
                <a:lnTo>
                  <a:pt x="102148" y="37249"/>
                </a:lnTo>
                <a:lnTo>
                  <a:pt x="100782" y="1233"/>
                </a:lnTo>
                <a:lnTo>
                  <a:pt x="97024" y="1233"/>
                </a:lnTo>
                <a:cubicBezTo>
                  <a:pt x="95999" y="4481"/>
                  <a:pt x="92924" y="6871"/>
                  <a:pt x="89337" y="6871"/>
                </a:cubicBezTo>
                <a:cubicBezTo>
                  <a:pt x="87630" y="6871"/>
                  <a:pt x="84896" y="6360"/>
                  <a:pt x="81820" y="5163"/>
                </a:cubicBezTo>
                <a:cubicBezTo>
                  <a:pt x="74134" y="2601"/>
                  <a:pt x="66278" y="1233"/>
                  <a:pt x="58591" y="1233"/>
                </a:cubicBezTo>
                <a:cubicBezTo>
                  <a:pt x="24425" y="1233"/>
                  <a:pt x="0" y="26328"/>
                  <a:pt x="0" y="61143"/>
                </a:cubicBezTo>
                <a:cubicBezTo>
                  <a:pt x="0" y="77869"/>
                  <a:pt x="4611" y="90669"/>
                  <a:pt x="14177" y="100738"/>
                </a:cubicBezTo>
                <a:cubicBezTo>
                  <a:pt x="25622" y="112514"/>
                  <a:pt x="42022" y="119004"/>
                  <a:pt x="60812" y="119004"/>
                </a:cubicBezTo>
                <a:cubicBezTo>
                  <a:pt x="75502" y="119004"/>
                  <a:pt x="96854" y="113028"/>
                  <a:pt x="103686" y="107053"/>
                </a:cubicBezTo>
                <a:lnTo>
                  <a:pt x="103686" y="72408"/>
                </a:lnTo>
                <a:cubicBezTo>
                  <a:pt x="103686" y="62339"/>
                  <a:pt x="105737" y="60119"/>
                  <a:pt x="115644" y="59266"/>
                </a:cubicBezTo>
                <a:lnTo>
                  <a:pt x="115644" y="56193"/>
                </a:lnTo>
                <a:close/>
                <a:moveTo>
                  <a:pt x="160570" y="38099"/>
                </a:moveTo>
                <a:cubicBezTo>
                  <a:pt x="138362" y="38099"/>
                  <a:pt x="122817" y="54491"/>
                  <a:pt x="122817" y="78049"/>
                </a:cubicBezTo>
                <a:cubicBezTo>
                  <a:pt x="122817" y="101092"/>
                  <a:pt x="138704" y="118337"/>
                  <a:pt x="160226" y="118337"/>
                </a:cubicBezTo>
                <a:cubicBezTo>
                  <a:pt x="181750" y="118337"/>
                  <a:pt x="198147" y="100240"/>
                  <a:pt x="198147" y="76683"/>
                </a:cubicBezTo>
                <a:cubicBezTo>
                  <a:pt x="198147" y="54319"/>
                  <a:pt x="182433" y="38099"/>
                  <a:pt x="160570" y="38099"/>
                </a:cubicBezTo>
                <a:moveTo>
                  <a:pt x="158349" y="42884"/>
                </a:moveTo>
                <a:cubicBezTo>
                  <a:pt x="172698" y="42884"/>
                  <a:pt x="182774" y="59271"/>
                  <a:pt x="182774" y="82657"/>
                </a:cubicBezTo>
                <a:cubicBezTo>
                  <a:pt x="182774" y="101947"/>
                  <a:pt x="175088" y="113554"/>
                  <a:pt x="162277" y="113554"/>
                </a:cubicBezTo>
                <a:cubicBezTo>
                  <a:pt x="155615" y="113554"/>
                  <a:pt x="149294" y="109459"/>
                  <a:pt x="145707" y="102630"/>
                </a:cubicBezTo>
                <a:cubicBezTo>
                  <a:pt x="140925" y="93753"/>
                  <a:pt x="138190" y="81804"/>
                  <a:pt x="138190" y="69684"/>
                </a:cubicBezTo>
                <a:cubicBezTo>
                  <a:pt x="138190" y="53467"/>
                  <a:pt x="146218" y="42884"/>
                  <a:pt x="158349" y="42884"/>
                </a:cubicBezTo>
                <a:close/>
                <a:moveTo>
                  <a:pt x="206519" y="10249"/>
                </a:moveTo>
                <a:lnTo>
                  <a:pt x="207543" y="10249"/>
                </a:lnTo>
                <a:cubicBezTo>
                  <a:pt x="209423" y="10079"/>
                  <a:pt x="211471" y="9907"/>
                  <a:pt x="212840" y="9907"/>
                </a:cubicBezTo>
                <a:cubicBezTo>
                  <a:pt x="218306" y="9907"/>
                  <a:pt x="220013" y="12300"/>
                  <a:pt x="220013" y="20328"/>
                </a:cubicBezTo>
                <a:lnTo>
                  <a:pt x="220013" y="101809"/>
                </a:lnTo>
                <a:cubicBezTo>
                  <a:pt x="220013" y="111034"/>
                  <a:pt x="217623" y="113254"/>
                  <a:pt x="206861" y="114107"/>
                </a:cubicBezTo>
                <a:lnTo>
                  <a:pt x="206861" y="116669"/>
                </a:lnTo>
                <a:lnTo>
                  <a:pt x="247172" y="116669"/>
                </a:lnTo>
                <a:lnTo>
                  <a:pt x="247172" y="114107"/>
                </a:lnTo>
                <a:cubicBezTo>
                  <a:pt x="236413" y="113424"/>
                  <a:pt x="234362" y="111716"/>
                  <a:pt x="234362" y="102320"/>
                </a:cubicBezTo>
                <a:lnTo>
                  <a:pt x="234362" y="341"/>
                </a:lnTo>
                <a:lnTo>
                  <a:pt x="233679" y="0"/>
                </a:lnTo>
                <a:cubicBezTo>
                  <a:pt x="224796" y="2904"/>
                  <a:pt x="218306" y="4613"/>
                  <a:pt x="206519" y="7517"/>
                </a:cubicBezTo>
                <a:lnTo>
                  <a:pt x="206519" y="10249"/>
                </a:lnTo>
                <a:close/>
                <a:moveTo>
                  <a:pt x="309522" y="118337"/>
                </a:moveTo>
                <a:lnTo>
                  <a:pt x="334633" y="109457"/>
                </a:lnTo>
                <a:lnTo>
                  <a:pt x="334633" y="106725"/>
                </a:lnTo>
                <a:cubicBezTo>
                  <a:pt x="331558" y="106894"/>
                  <a:pt x="331216" y="106894"/>
                  <a:pt x="330703" y="106894"/>
                </a:cubicBezTo>
                <a:cubicBezTo>
                  <a:pt x="324554" y="106894"/>
                  <a:pt x="323188" y="105018"/>
                  <a:pt x="323188" y="97164"/>
                </a:cubicBezTo>
                <a:lnTo>
                  <a:pt x="323188" y="349"/>
                </a:lnTo>
                <a:lnTo>
                  <a:pt x="322333" y="8"/>
                </a:lnTo>
                <a:cubicBezTo>
                  <a:pt x="314133" y="2911"/>
                  <a:pt x="308157" y="4619"/>
                  <a:pt x="297222" y="7525"/>
                </a:cubicBezTo>
                <a:lnTo>
                  <a:pt x="297222" y="10257"/>
                </a:lnTo>
                <a:cubicBezTo>
                  <a:pt x="298591" y="10087"/>
                  <a:pt x="299615" y="10087"/>
                  <a:pt x="300981" y="10087"/>
                </a:cubicBezTo>
                <a:cubicBezTo>
                  <a:pt x="307302" y="10087"/>
                  <a:pt x="308840" y="11794"/>
                  <a:pt x="308840" y="18798"/>
                </a:cubicBezTo>
                <a:lnTo>
                  <a:pt x="308840" y="45444"/>
                </a:lnTo>
                <a:cubicBezTo>
                  <a:pt x="302347" y="39978"/>
                  <a:pt x="297736" y="38099"/>
                  <a:pt x="290902" y="38099"/>
                </a:cubicBezTo>
                <a:cubicBezTo>
                  <a:pt x="271259" y="38099"/>
                  <a:pt x="255373" y="57392"/>
                  <a:pt x="255373" y="81632"/>
                </a:cubicBezTo>
                <a:cubicBezTo>
                  <a:pt x="255373" y="103480"/>
                  <a:pt x="268184" y="118337"/>
                  <a:pt x="286974" y="118337"/>
                </a:cubicBezTo>
                <a:cubicBezTo>
                  <a:pt x="296540" y="118337"/>
                  <a:pt x="303032" y="114922"/>
                  <a:pt x="308840" y="106894"/>
                </a:cubicBezTo>
                <a:lnTo>
                  <a:pt x="308840" y="117826"/>
                </a:lnTo>
                <a:lnTo>
                  <a:pt x="309522" y="118337"/>
                </a:lnTo>
                <a:moveTo>
                  <a:pt x="308840" y="99213"/>
                </a:moveTo>
                <a:cubicBezTo>
                  <a:pt x="308840" y="100410"/>
                  <a:pt x="307643" y="102458"/>
                  <a:pt x="305936" y="104335"/>
                </a:cubicBezTo>
                <a:cubicBezTo>
                  <a:pt x="302860" y="107749"/>
                  <a:pt x="298591" y="109457"/>
                  <a:pt x="293636" y="109457"/>
                </a:cubicBezTo>
                <a:cubicBezTo>
                  <a:pt x="279459" y="109457"/>
                  <a:pt x="270063" y="95799"/>
                  <a:pt x="270063" y="74803"/>
                </a:cubicBezTo>
                <a:cubicBezTo>
                  <a:pt x="270063" y="55515"/>
                  <a:pt x="278432" y="42884"/>
                  <a:pt x="291415" y="42884"/>
                </a:cubicBezTo>
                <a:cubicBezTo>
                  <a:pt x="300470" y="42884"/>
                  <a:pt x="308840" y="50905"/>
                  <a:pt x="308840" y="59952"/>
                </a:cubicBezTo>
                <a:lnTo>
                  <a:pt x="308840" y="99213"/>
                </a:lnTo>
                <a:close/>
                <a:moveTo>
                  <a:pt x="431657" y="39767"/>
                </a:moveTo>
                <a:lnTo>
                  <a:pt x="410646" y="39767"/>
                </a:lnTo>
                <a:lnTo>
                  <a:pt x="410646" y="20010"/>
                </a:lnTo>
                <a:cubicBezTo>
                  <a:pt x="410646" y="10129"/>
                  <a:pt x="413891" y="4851"/>
                  <a:pt x="420384" y="4851"/>
                </a:cubicBezTo>
                <a:cubicBezTo>
                  <a:pt x="423971" y="4851"/>
                  <a:pt x="426363" y="6553"/>
                  <a:pt x="429436" y="11492"/>
                </a:cubicBezTo>
                <a:cubicBezTo>
                  <a:pt x="432171" y="15920"/>
                  <a:pt x="434219" y="17625"/>
                  <a:pt x="437123" y="17625"/>
                </a:cubicBezTo>
                <a:cubicBezTo>
                  <a:pt x="441054" y="17625"/>
                  <a:pt x="444299" y="14557"/>
                  <a:pt x="444299" y="10640"/>
                </a:cubicBezTo>
                <a:cubicBezTo>
                  <a:pt x="444299" y="4507"/>
                  <a:pt x="436782" y="65"/>
                  <a:pt x="426533" y="65"/>
                </a:cubicBezTo>
                <a:cubicBezTo>
                  <a:pt x="415943" y="65"/>
                  <a:pt x="406888" y="4679"/>
                  <a:pt x="402446" y="12514"/>
                </a:cubicBezTo>
                <a:cubicBezTo>
                  <a:pt x="398007" y="20010"/>
                  <a:pt x="396639" y="26140"/>
                  <a:pt x="396470" y="39767"/>
                </a:cubicBezTo>
                <a:lnTo>
                  <a:pt x="382462" y="39767"/>
                </a:lnTo>
                <a:lnTo>
                  <a:pt x="382462" y="45236"/>
                </a:lnTo>
                <a:lnTo>
                  <a:pt x="396470" y="45236"/>
                </a:lnTo>
                <a:lnTo>
                  <a:pt x="396470" y="98898"/>
                </a:lnTo>
                <a:cubicBezTo>
                  <a:pt x="396470" y="111372"/>
                  <a:pt x="394590" y="113424"/>
                  <a:pt x="382290" y="114107"/>
                </a:cubicBezTo>
                <a:lnTo>
                  <a:pt x="382290" y="116669"/>
                </a:lnTo>
                <a:lnTo>
                  <a:pt x="426705" y="116669"/>
                </a:lnTo>
                <a:lnTo>
                  <a:pt x="426705" y="114107"/>
                </a:lnTo>
                <a:cubicBezTo>
                  <a:pt x="412698" y="113596"/>
                  <a:pt x="410818" y="111716"/>
                  <a:pt x="410818" y="98898"/>
                </a:cubicBezTo>
                <a:lnTo>
                  <a:pt x="410818" y="45236"/>
                </a:lnTo>
                <a:lnTo>
                  <a:pt x="431657" y="45236"/>
                </a:lnTo>
                <a:lnTo>
                  <a:pt x="431657" y="39767"/>
                </a:lnTo>
                <a:close/>
                <a:moveTo>
                  <a:pt x="505450" y="88607"/>
                </a:moveTo>
                <a:cubicBezTo>
                  <a:pt x="497253" y="101595"/>
                  <a:pt x="489905" y="106553"/>
                  <a:pt x="478974" y="106553"/>
                </a:cubicBezTo>
                <a:cubicBezTo>
                  <a:pt x="469238" y="106553"/>
                  <a:pt x="461893" y="101595"/>
                  <a:pt x="456938" y="91855"/>
                </a:cubicBezTo>
                <a:cubicBezTo>
                  <a:pt x="453863" y="85360"/>
                  <a:pt x="452669" y="79719"/>
                  <a:pt x="452328" y="69293"/>
                </a:cubicBezTo>
                <a:lnTo>
                  <a:pt x="504939" y="69293"/>
                </a:lnTo>
                <a:cubicBezTo>
                  <a:pt x="503571" y="58211"/>
                  <a:pt x="501864" y="53274"/>
                  <a:pt x="497594" y="47826"/>
                </a:cubicBezTo>
                <a:cubicBezTo>
                  <a:pt x="492467" y="41688"/>
                  <a:pt x="484611" y="38099"/>
                  <a:pt x="475729" y="38099"/>
                </a:cubicBezTo>
                <a:cubicBezTo>
                  <a:pt x="467187" y="38099"/>
                  <a:pt x="459159" y="41175"/>
                  <a:pt x="452669" y="46974"/>
                </a:cubicBezTo>
                <a:cubicBezTo>
                  <a:pt x="444638" y="53954"/>
                  <a:pt x="440028" y="66048"/>
                  <a:pt x="440028" y="80061"/>
                </a:cubicBezTo>
                <a:cubicBezTo>
                  <a:pt x="440028" y="103647"/>
                  <a:pt x="452328" y="118337"/>
                  <a:pt x="471970" y="118337"/>
                </a:cubicBezTo>
                <a:cubicBezTo>
                  <a:pt x="488198" y="118337"/>
                  <a:pt x="501009" y="108260"/>
                  <a:pt x="508185" y="89804"/>
                </a:cubicBezTo>
                <a:lnTo>
                  <a:pt x="505450" y="88607"/>
                </a:lnTo>
                <a:moveTo>
                  <a:pt x="452669" y="63828"/>
                </a:moveTo>
                <a:cubicBezTo>
                  <a:pt x="454546" y="50550"/>
                  <a:pt x="460356" y="44250"/>
                  <a:pt x="470774" y="44250"/>
                </a:cubicBezTo>
                <a:cubicBezTo>
                  <a:pt x="481194" y="44250"/>
                  <a:pt x="485294" y="49018"/>
                  <a:pt x="487515" y="63828"/>
                </a:cubicBezTo>
                <a:lnTo>
                  <a:pt x="452669" y="63828"/>
                </a:lnTo>
                <a:close/>
                <a:moveTo>
                  <a:pt x="587101" y="105359"/>
                </a:moveTo>
                <a:cubicBezTo>
                  <a:pt x="584197" y="107747"/>
                  <a:pt x="582149" y="108602"/>
                  <a:pt x="579587" y="108602"/>
                </a:cubicBezTo>
                <a:cubicBezTo>
                  <a:pt x="575659" y="108602"/>
                  <a:pt x="574462" y="106212"/>
                  <a:pt x="574462" y="98702"/>
                </a:cubicBezTo>
                <a:lnTo>
                  <a:pt x="574462" y="65415"/>
                </a:lnTo>
                <a:cubicBezTo>
                  <a:pt x="574462" y="56537"/>
                  <a:pt x="573607" y="51588"/>
                  <a:pt x="571045" y="47490"/>
                </a:cubicBezTo>
                <a:cubicBezTo>
                  <a:pt x="567287" y="41347"/>
                  <a:pt x="559942" y="38099"/>
                  <a:pt x="549865" y="38099"/>
                </a:cubicBezTo>
                <a:cubicBezTo>
                  <a:pt x="533806" y="38099"/>
                  <a:pt x="521167" y="46466"/>
                  <a:pt x="521167" y="57220"/>
                </a:cubicBezTo>
                <a:cubicBezTo>
                  <a:pt x="521167" y="61148"/>
                  <a:pt x="524582" y="64560"/>
                  <a:pt x="528513" y="64560"/>
                </a:cubicBezTo>
                <a:cubicBezTo>
                  <a:pt x="532610" y="64560"/>
                  <a:pt x="536199" y="61148"/>
                  <a:pt x="536199" y="57392"/>
                </a:cubicBezTo>
                <a:cubicBezTo>
                  <a:pt x="536199" y="56709"/>
                  <a:pt x="536027" y="55854"/>
                  <a:pt x="535858" y="54661"/>
                </a:cubicBezTo>
                <a:cubicBezTo>
                  <a:pt x="535516" y="53125"/>
                  <a:pt x="535344" y="51760"/>
                  <a:pt x="535344" y="50563"/>
                </a:cubicBezTo>
                <a:cubicBezTo>
                  <a:pt x="535344" y="45955"/>
                  <a:pt x="540810" y="42199"/>
                  <a:pt x="547644" y="42199"/>
                </a:cubicBezTo>
                <a:cubicBezTo>
                  <a:pt x="556014" y="42199"/>
                  <a:pt x="560624" y="47149"/>
                  <a:pt x="560624" y="56368"/>
                </a:cubicBezTo>
                <a:lnTo>
                  <a:pt x="560624" y="66781"/>
                </a:lnTo>
                <a:cubicBezTo>
                  <a:pt x="534320" y="77363"/>
                  <a:pt x="531416" y="78729"/>
                  <a:pt x="524071" y="85216"/>
                </a:cubicBezTo>
                <a:cubicBezTo>
                  <a:pt x="520313" y="88631"/>
                  <a:pt x="517920" y="94433"/>
                  <a:pt x="517920" y="100065"/>
                </a:cubicBezTo>
                <a:cubicBezTo>
                  <a:pt x="517920" y="110822"/>
                  <a:pt x="525437" y="118337"/>
                  <a:pt x="535858" y="118337"/>
                </a:cubicBezTo>
                <a:cubicBezTo>
                  <a:pt x="543372" y="118337"/>
                  <a:pt x="550376" y="114750"/>
                  <a:pt x="560796" y="105868"/>
                </a:cubicBezTo>
                <a:cubicBezTo>
                  <a:pt x="561651" y="114750"/>
                  <a:pt x="564724" y="118337"/>
                  <a:pt x="571728" y="118337"/>
                </a:cubicBezTo>
                <a:cubicBezTo>
                  <a:pt x="577535" y="118337"/>
                  <a:pt x="581124" y="116288"/>
                  <a:pt x="587101" y="109798"/>
                </a:cubicBezTo>
                <a:lnTo>
                  <a:pt x="587101" y="105359"/>
                </a:lnTo>
                <a:moveTo>
                  <a:pt x="560624" y="95619"/>
                </a:moveTo>
                <a:cubicBezTo>
                  <a:pt x="560624" y="100915"/>
                  <a:pt x="559772" y="102453"/>
                  <a:pt x="556183" y="104502"/>
                </a:cubicBezTo>
                <a:cubicBezTo>
                  <a:pt x="552086" y="106894"/>
                  <a:pt x="547303" y="108430"/>
                  <a:pt x="543714" y="108430"/>
                </a:cubicBezTo>
                <a:cubicBezTo>
                  <a:pt x="537737" y="108430"/>
                  <a:pt x="532954" y="102622"/>
                  <a:pt x="532954" y="95277"/>
                </a:cubicBezTo>
                <a:lnTo>
                  <a:pt x="532954" y="94594"/>
                </a:lnTo>
                <a:cubicBezTo>
                  <a:pt x="532954" y="84515"/>
                  <a:pt x="539955" y="78367"/>
                  <a:pt x="560624" y="70849"/>
                </a:cubicBezTo>
                <a:lnTo>
                  <a:pt x="560624" y="95619"/>
                </a:lnTo>
                <a:close/>
                <a:moveTo>
                  <a:pt x="631002" y="39767"/>
                </a:moveTo>
                <a:lnTo>
                  <a:pt x="613749" y="39767"/>
                </a:lnTo>
                <a:lnTo>
                  <a:pt x="613749" y="19953"/>
                </a:lnTo>
                <a:cubicBezTo>
                  <a:pt x="613749" y="18245"/>
                  <a:pt x="613580" y="17732"/>
                  <a:pt x="612553" y="17732"/>
                </a:cubicBezTo>
                <a:cubicBezTo>
                  <a:pt x="611359" y="19270"/>
                  <a:pt x="610332" y="20808"/>
                  <a:pt x="609138" y="22515"/>
                </a:cubicBezTo>
                <a:cubicBezTo>
                  <a:pt x="602646" y="31911"/>
                  <a:pt x="595301" y="40111"/>
                  <a:pt x="592569" y="40794"/>
                </a:cubicBezTo>
                <a:cubicBezTo>
                  <a:pt x="590690" y="41988"/>
                  <a:pt x="589663" y="43184"/>
                  <a:pt x="589663" y="44039"/>
                </a:cubicBezTo>
                <a:cubicBezTo>
                  <a:pt x="589663" y="44553"/>
                  <a:pt x="589835" y="44894"/>
                  <a:pt x="590348" y="45236"/>
                </a:cubicBezTo>
                <a:lnTo>
                  <a:pt x="599401" y="45236"/>
                </a:lnTo>
                <a:lnTo>
                  <a:pt x="599401" y="96646"/>
                </a:lnTo>
                <a:cubicBezTo>
                  <a:pt x="599401" y="110992"/>
                  <a:pt x="604525" y="118337"/>
                  <a:pt x="614604" y="118337"/>
                </a:cubicBezTo>
                <a:cubicBezTo>
                  <a:pt x="622974" y="118337"/>
                  <a:pt x="629464" y="114240"/>
                  <a:pt x="635102" y="105357"/>
                </a:cubicBezTo>
                <a:lnTo>
                  <a:pt x="632881" y="103477"/>
                </a:lnTo>
                <a:cubicBezTo>
                  <a:pt x="629294" y="107747"/>
                  <a:pt x="626391" y="109457"/>
                  <a:pt x="622632" y="109457"/>
                </a:cubicBezTo>
                <a:cubicBezTo>
                  <a:pt x="616311" y="109457"/>
                  <a:pt x="613749" y="104843"/>
                  <a:pt x="613749" y="94084"/>
                </a:cubicBezTo>
                <a:lnTo>
                  <a:pt x="613749" y="45236"/>
                </a:lnTo>
                <a:lnTo>
                  <a:pt x="631002" y="45236"/>
                </a:lnTo>
                <a:lnTo>
                  <a:pt x="631002" y="39767"/>
                </a:lnTo>
                <a:close/>
                <a:moveTo>
                  <a:pt x="716753" y="108096"/>
                </a:moveTo>
                <a:lnTo>
                  <a:pt x="715900" y="108096"/>
                </a:lnTo>
                <a:cubicBezTo>
                  <a:pt x="708042" y="108096"/>
                  <a:pt x="706162" y="106217"/>
                  <a:pt x="706162" y="98358"/>
                </a:cubicBezTo>
                <a:lnTo>
                  <a:pt x="706162" y="39767"/>
                </a:lnTo>
                <a:lnTo>
                  <a:pt x="679172" y="39767"/>
                </a:lnTo>
                <a:lnTo>
                  <a:pt x="679172" y="42673"/>
                </a:lnTo>
                <a:cubicBezTo>
                  <a:pt x="689765" y="43184"/>
                  <a:pt x="691814" y="44894"/>
                  <a:pt x="691814" y="53433"/>
                </a:cubicBezTo>
                <a:lnTo>
                  <a:pt x="691814" y="93570"/>
                </a:lnTo>
                <a:cubicBezTo>
                  <a:pt x="691814" y="98353"/>
                  <a:pt x="690959" y="100746"/>
                  <a:pt x="688569" y="102622"/>
                </a:cubicBezTo>
                <a:cubicBezTo>
                  <a:pt x="683955" y="106381"/>
                  <a:pt x="678661" y="108430"/>
                  <a:pt x="673537" y="108430"/>
                </a:cubicBezTo>
                <a:cubicBezTo>
                  <a:pt x="666875" y="108430"/>
                  <a:pt x="661409" y="102622"/>
                  <a:pt x="661409" y="95449"/>
                </a:cubicBezTo>
                <a:lnTo>
                  <a:pt x="661409" y="39767"/>
                </a:lnTo>
                <a:lnTo>
                  <a:pt x="636468" y="39767"/>
                </a:lnTo>
                <a:lnTo>
                  <a:pt x="636468" y="42160"/>
                </a:lnTo>
                <a:cubicBezTo>
                  <a:pt x="644668" y="42673"/>
                  <a:pt x="647060" y="45236"/>
                  <a:pt x="647060" y="53091"/>
                </a:cubicBezTo>
                <a:lnTo>
                  <a:pt x="647060" y="96132"/>
                </a:lnTo>
                <a:cubicBezTo>
                  <a:pt x="647060" y="109626"/>
                  <a:pt x="655258" y="118337"/>
                  <a:pt x="667727" y="118337"/>
                </a:cubicBezTo>
                <a:cubicBezTo>
                  <a:pt x="674048" y="118337"/>
                  <a:pt x="680710" y="115605"/>
                  <a:pt x="685324" y="110992"/>
                </a:cubicBezTo>
                <a:lnTo>
                  <a:pt x="692669" y="103649"/>
                </a:lnTo>
                <a:lnTo>
                  <a:pt x="692669" y="117826"/>
                </a:lnTo>
                <a:lnTo>
                  <a:pt x="693352" y="118170"/>
                </a:lnTo>
                <a:cubicBezTo>
                  <a:pt x="701893" y="114756"/>
                  <a:pt x="708042" y="112876"/>
                  <a:pt x="716753" y="110484"/>
                </a:cubicBezTo>
                <a:lnTo>
                  <a:pt x="716753" y="108096"/>
                </a:lnTo>
                <a:close/>
                <a:moveTo>
                  <a:pt x="721536" y="50058"/>
                </a:moveTo>
                <a:cubicBezTo>
                  <a:pt x="723928" y="49544"/>
                  <a:pt x="725466" y="49372"/>
                  <a:pt x="727515" y="49372"/>
                </a:cubicBezTo>
                <a:cubicBezTo>
                  <a:pt x="731784" y="49372"/>
                  <a:pt x="733322" y="52106"/>
                  <a:pt x="733322" y="59621"/>
                </a:cubicBezTo>
                <a:lnTo>
                  <a:pt x="733322" y="102323"/>
                </a:lnTo>
                <a:cubicBezTo>
                  <a:pt x="733322" y="110862"/>
                  <a:pt x="732126" y="112058"/>
                  <a:pt x="721194" y="114107"/>
                </a:cubicBezTo>
                <a:lnTo>
                  <a:pt x="721194" y="116669"/>
                </a:lnTo>
                <a:lnTo>
                  <a:pt x="762191" y="116669"/>
                </a:lnTo>
                <a:lnTo>
                  <a:pt x="762191" y="114107"/>
                </a:lnTo>
                <a:cubicBezTo>
                  <a:pt x="750574" y="113596"/>
                  <a:pt x="747671" y="111034"/>
                  <a:pt x="747671" y="101298"/>
                </a:cubicBezTo>
                <a:lnTo>
                  <a:pt x="747671" y="62866"/>
                </a:lnTo>
                <a:cubicBezTo>
                  <a:pt x="747671" y="57400"/>
                  <a:pt x="755016" y="48861"/>
                  <a:pt x="759629" y="48861"/>
                </a:cubicBezTo>
                <a:cubicBezTo>
                  <a:pt x="760654" y="48861"/>
                  <a:pt x="762191" y="49716"/>
                  <a:pt x="764071" y="51423"/>
                </a:cubicBezTo>
                <a:cubicBezTo>
                  <a:pt x="766802" y="53813"/>
                  <a:pt x="768682" y="54838"/>
                  <a:pt x="770902" y="54838"/>
                </a:cubicBezTo>
                <a:cubicBezTo>
                  <a:pt x="775002" y="54838"/>
                  <a:pt x="777565" y="51934"/>
                  <a:pt x="777565" y="47154"/>
                </a:cubicBezTo>
                <a:cubicBezTo>
                  <a:pt x="777565" y="41516"/>
                  <a:pt x="773978" y="38099"/>
                  <a:pt x="768171" y="38099"/>
                </a:cubicBezTo>
                <a:cubicBezTo>
                  <a:pt x="760995" y="38099"/>
                  <a:pt x="756043" y="42030"/>
                  <a:pt x="747671" y="54155"/>
                </a:cubicBezTo>
                <a:lnTo>
                  <a:pt x="747671" y="38443"/>
                </a:lnTo>
                <a:lnTo>
                  <a:pt x="746818" y="38099"/>
                </a:lnTo>
                <a:cubicBezTo>
                  <a:pt x="737764" y="41858"/>
                  <a:pt x="731615" y="44078"/>
                  <a:pt x="721536" y="47323"/>
                </a:cubicBezTo>
                <a:lnTo>
                  <a:pt x="721536" y="50058"/>
                </a:lnTo>
                <a:close/>
                <a:moveTo>
                  <a:pt x="846916" y="88607"/>
                </a:moveTo>
                <a:cubicBezTo>
                  <a:pt x="838719" y="101595"/>
                  <a:pt x="831371" y="106553"/>
                  <a:pt x="820440" y="106553"/>
                </a:cubicBezTo>
                <a:cubicBezTo>
                  <a:pt x="810704" y="106553"/>
                  <a:pt x="803359" y="101595"/>
                  <a:pt x="798404" y="91855"/>
                </a:cubicBezTo>
                <a:cubicBezTo>
                  <a:pt x="795329" y="85360"/>
                  <a:pt x="794135" y="79719"/>
                  <a:pt x="793793" y="69293"/>
                </a:cubicBezTo>
                <a:lnTo>
                  <a:pt x="846405" y="69293"/>
                </a:lnTo>
                <a:cubicBezTo>
                  <a:pt x="845037" y="58211"/>
                  <a:pt x="843330" y="53274"/>
                  <a:pt x="839060" y="47826"/>
                </a:cubicBezTo>
                <a:cubicBezTo>
                  <a:pt x="833933" y="41688"/>
                  <a:pt x="826077" y="38099"/>
                  <a:pt x="817194" y="38099"/>
                </a:cubicBezTo>
                <a:cubicBezTo>
                  <a:pt x="808653" y="38099"/>
                  <a:pt x="800625" y="41175"/>
                  <a:pt x="794135" y="46974"/>
                </a:cubicBezTo>
                <a:cubicBezTo>
                  <a:pt x="786104" y="53954"/>
                  <a:pt x="781493" y="66048"/>
                  <a:pt x="781493" y="80061"/>
                </a:cubicBezTo>
                <a:cubicBezTo>
                  <a:pt x="781493" y="103647"/>
                  <a:pt x="793793" y="118337"/>
                  <a:pt x="813436" y="118337"/>
                </a:cubicBezTo>
                <a:cubicBezTo>
                  <a:pt x="829664" y="118337"/>
                  <a:pt x="842475" y="108260"/>
                  <a:pt x="849650" y="89804"/>
                </a:cubicBezTo>
                <a:lnTo>
                  <a:pt x="846916" y="88607"/>
                </a:lnTo>
                <a:moveTo>
                  <a:pt x="794135" y="63828"/>
                </a:moveTo>
                <a:cubicBezTo>
                  <a:pt x="796012" y="50550"/>
                  <a:pt x="801821" y="44250"/>
                  <a:pt x="812240" y="44250"/>
                </a:cubicBezTo>
                <a:cubicBezTo>
                  <a:pt x="822660" y="44250"/>
                  <a:pt x="826760" y="49018"/>
                  <a:pt x="828981" y="63828"/>
                </a:cubicBezTo>
                <a:lnTo>
                  <a:pt x="794135" y="63828"/>
                </a:lnTo>
                <a:close/>
                <a:moveTo>
                  <a:pt x="906873" y="62999"/>
                </a:moveTo>
                <a:lnTo>
                  <a:pt x="906190" y="39767"/>
                </a:lnTo>
                <a:lnTo>
                  <a:pt x="904311" y="39767"/>
                </a:lnTo>
                <a:lnTo>
                  <a:pt x="903970" y="40111"/>
                </a:lnTo>
                <a:cubicBezTo>
                  <a:pt x="902432" y="41305"/>
                  <a:pt x="902262" y="41477"/>
                  <a:pt x="901579" y="41477"/>
                </a:cubicBezTo>
                <a:cubicBezTo>
                  <a:pt x="900555" y="41477"/>
                  <a:pt x="898845" y="41136"/>
                  <a:pt x="896966" y="40281"/>
                </a:cubicBezTo>
                <a:cubicBezTo>
                  <a:pt x="893207" y="38951"/>
                  <a:pt x="889451" y="38266"/>
                  <a:pt x="885010" y="38266"/>
                </a:cubicBezTo>
                <a:cubicBezTo>
                  <a:pt x="871514" y="38266"/>
                  <a:pt x="861778" y="46977"/>
                  <a:pt x="861778" y="59269"/>
                </a:cubicBezTo>
                <a:cubicBezTo>
                  <a:pt x="861778" y="68827"/>
                  <a:pt x="867244" y="75656"/>
                  <a:pt x="881765" y="83851"/>
                </a:cubicBezTo>
                <a:lnTo>
                  <a:pt x="891672" y="89486"/>
                </a:lnTo>
                <a:cubicBezTo>
                  <a:pt x="897649" y="92900"/>
                  <a:pt x="900555" y="96998"/>
                  <a:pt x="900555" y="102289"/>
                </a:cubicBezTo>
                <a:cubicBezTo>
                  <a:pt x="900555" y="109801"/>
                  <a:pt x="895087" y="114581"/>
                  <a:pt x="886376" y="114581"/>
                </a:cubicBezTo>
                <a:cubicBezTo>
                  <a:pt x="880569" y="114581"/>
                  <a:pt x="875272" y="112360"/>
                  <a:pt x="872027" y="108604"/>
                </a:cubicBezTo>
                <a:cubicBezTo>
                  <a:pt x="868441" y="104338"/>
                  <a:pt x="866903" y="100410"/>
                  <a:pt x="864682" y="90680"/>
                </a:cubicBezTo>
                <a:lnTo>
                  <a:pt x="861948" y="90680"/>
                </a:lnTo>
                <a:lnTo>
                  <a:pt x="861948" y="117313"/>
                </a:lnTo>
                <a:lnTo>
                  <a:pt x="864169" y="117313"/>
                </a:lnTo>
                <a:cubicBezTo>
                  <a:pt x="865365" y="115605"/>
                  <a:pt x="866048" y="115264"/>
                  <a:pt x="868099" y="115264"/>
                </a:cubicBezTo>
                <a:cubicBezTo>
                  <a:pt x="869637" y="115303"/>
                  <a:pt x="872027" y="115644"/>
                  <a:pt x="875955" y="116669"/>
                </a:cubicBezTo>
                <a:cubicBezTo>
                  <a:pt x="880738" y="117654"/>
                  <a:pt x="885351" y="118337"/>
                  <a:pt x="888424" y="118337"/>
                </a:cubicBezTo>
                <a:cubicBezTo>
                  <a:pt x="901579" y="118337"/>
                  <a:pt x="912511" y="108435"/>
                  <a:pt x="912511" y="96484"/>
                </a:cubicBezTo>
                <a:cubicBezTo>
                  <a:pt x="912511" y="87948"/>
                  <a:pt x="908411" y="82315"/>
                  <a:pt x="898162" y="76169"/>
                </a:cubicBezTo>
                <a:lnTo>
                  <a:pt x="879714" y="65243"/>
                </a:lnTo>
                <a:cubicBezTo>
                  <a:pt x="874931" y="62511"/>
                  <a:pt x="872369" y="58244"/>
                  <a:pt x="872369" y="53634"/>
                </a:cubicBezTo>
                <a:cubicBezTo>
                  <a:pt x="872369" y="46805"/>
                  <a:pt x="877665" y="42024"/>
                  <a:pt x="885521" y="42024"/>
                </a:cubicBezTo>
                <a:cubicBezTo>
                  <a:pt x="895259" y="42024"/>
                  <a:pt x="900383" y="47829"/>
                  <a:pt x="904311" y="63025"/>
                </a:cubicBezTo>
                <a:lnTo>
                  <a:pt x="906873" y="62999"/>
                </a:lnTo>
                <a:close/>
              </a:path>
            </a:pathLst>
          </a:custGeom>
          <a:solidFill xmlns:a="http://schemas.openxmlformats.org/drawingml/2006/main">
            <a:srgbClr val="7F8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Text f">
            <a:extLst xmlns:a="http://schemas.openxmlformats.org/drawingml/2006/main">
              <a:ext uri="{FF2B5EF4-FFF2-40B4-BE49-F238E27FC236}">
                <a16:creationId xmlns:a16="http://schemas.microsoft.com/office/drawing/2014/main" id="{118D8640-9526-42F6-86C2-BB1EF204D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7267" y="3499838"/>
            <a:ext cx="87489" cy="139558"/>
          </a:xfrm>
          <a:custGeom xmlns:a="http://schemas.openxmlformats.org/drawingml/2006/main">
            <a:pathLst>
              <a:path w="87489" h="139558">
                <a:moveTo>
                  <a:pt x="40456" y="62171"/>
                </a:moveTo>
                <a:lnTo>
                  <a:pt x="65966" y="62171"/>
                </a:lnTo>
                <a:lnTo>
                  <a:pt x="65966" y="51008"/>
                </a:lnTo>
                <a:lnTo>
                  <a:pt x="39060" y="51008"/>
                </a:lnTo>
                <a:lnTo>
                  <a:pt x="39060" y="32279"/>
                </a:lnTo>
                <a:cubicBezTo>
                  <a:pt x="39060" y="28891"/>
                  <a:pt x="39060" y="9165"/>
                  <a:pt x="60982" y="9165"/>
                </a:cubicBezTo>
                <a:cubicBezTo>
                  <a:pt x="63174" y="9165"/>
                  <a:pt x="63174" y="9366"/>
                  <a:pt x="63174" y="9567"/>
                </a:cubicBezTo>
                <a:cubicBezTo>
                  <a:pt x="63174" y="9764"/>
                  <a:pt x="62976" y="10163"/>
                  <a:pt x="62578" y="10561"/>
                </a:cubicBezTo>
                <a:cubicBezTo>
                  <a:pt x="61781" y="11756"/>
                  <a:pt x="60185" y="14745"/>
                  <a:pt x="60185" y="18732"/>
                </a:cubicBezTo>
                <a:cubicBezTo>
                  <a:pt x="60185" y="28295"/>
                  <a:pt x="67957" y="32480"/>
                  <a:pt x="73738" y="32480"/>
                </a:cubicBezTo>
                <a:cubicBezTo>
                  <a:pt x="80312" y="32480"/>
                  <a:pt x="87489" y="27897"/>
                  <a:pt x="87489" y="18732"/>
                </a:cubicBezTo>
                <a:cubicBezTo>
                  <a:pt x="87489" y="9567"/>
                  <a:pt x="79318" y="0"/>
                  <a:pt x="62377" y="0"/>
                </a:cubicBezTo>
                <a:cubicBezTo>
                  <a:pt x="39261" y="0"/>
                  <a:pt x="16542" y="9366"/>
                  <a:pt x="16542" y="31880"/>
                </a:cubicBezTo>
                <a:lnTo>
                  <a:pt x="16542" y="51008"/>
                </a:lnTo>
                <a:lnTo>
                  <a:pt x="0" y="51008"/>
                </a:lnTo>
                <a:lnTo>
                  <a:pt x="0" y="62171"/>
                </a:lnTo>
                <a:lnTo>
                  <a:pt x="16542" y="62171"/>
                </a:lnTo>
                <a:lnTo>
                  <a:pt x="16542" y="128398"/>
                </a:lnTo>
                <a:lnTo>
                  <a:pt x="3190" y="128398"/>
                </a:lnTo>
                <a:lnTo>
                  <a:pt x="3190" y="139558"/>
                </a:lnTo>
                <a:cubicBezTo>
                  <a:pt x="3987" y="139558"/>
                  <a:pt x="19331" y="138761"/>
                  <a:pt x="28700" y="138761"/>
                </a:cubicBezTo>
                <a:cubicBezTo>
                  <a:pt x="36469" y="138761"/>
                  <a:pt x="55800" y="139558"/>
                  <a:pt x="57196" y="139558"/>
                </a:cubicBezTo>
                <a:lnTo>
                  <a:pt x="57196" y="128398"/>
                </a:lnTo>
                <a:lnTo>
                  <a:pt x="40456" y="128398"/>
                </a:lnTo>
                <a:lnTo>
                  <a:pt x="40456" y="621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Text Goldphones">
            <a:extLst xmlns:a="http://schemas.openxmlformats.org/drawingml/2006/main">
              <a:ext uri="{FF2B5EF4-FFF2-40B4-BE49-F238E27FC236}">
                <a16:creationId xmlns:a16="http://schemas.microsoft.com/office/drawing/2014/main" id="{9D8C5D87-17D0-4D21-ABF5-0E99C5D7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925" y="3833181"/>
            <a:ext cx="855800" cy="153702"/>
          </a:xfrm>
          <a:custGeom xmlns:a="http://schemas.openxmlformats.org/drawingml/2006/main">
            <a:pathLst>
              <a:path w="855800" h="153702">
                <a:moveTo>
                  <a:pt x="115644" y="56193"/>
                </a:moveTo>
                <a:lnTo>
                  <a:pt x="72085" y="56193"/>
                </a:lnTo>
                <a:lnTo>
                  <a:pt x="72085" y="59266"/>
                </a:lnTo>
                <a:cubicBezTo>
                  <a:pt x="79430" y="59777"/>
                  <a:pt x="81479" y="60291"/>
                  <a:pt x="83530" y="61656"/>
                </a:cubicBezTo>
                <a:cubicBezTo>
                  <a:pt x="86092" y="63192"/>
                  <a:pt x="87116" y="67117"/>
                  <a:pt x="87116" y="74457"/>
                </a:cubicBezTo>
                <a:lnTo>
                  <a:pt x="87116" y="102104"/>
                </a:lnTo>
                <a:cubicBezTo>
                  <a:pt x="87116" y="107564"/>
                  <a:pt x="76696" y="112173"/>
                  <a:pt x="64398" y="112173"/>
                </a:cubicBezTo>
                <a:cubicBezTo>
                  <a:pt x="36553" y="112173"/>
                  <a:pt x="19473" y="92718"/>
                  <a:pt x="19473" y="60973"/>
                </a:cubicBezTo>
                <a:cubicBezTo>
                  <a:pt x="19473" y="44931"/>
                  <a:pt x="24256" y="29399"/>
                  <a:pt x="31770" y="21037"/>
                </a:cubicBezTo>
                <a:cubicBezTo>
                  <a:pt x="39288" y="12675"/>
                  <a:pt x="49878" y="8067"/>
                  <a:pt x="61495" y="8067"/>
                </a:cubicBezTo>
                <a:cubicBezTo>
                  <a:pt x="71061" y="8067"/>
                  <a:pt x="79430" y="11310"/>
                  <a:pt x="86092" y="17453"/>
                </a:cubicBezTo>
                <a:cubicBezTo>
                  <a:pt x="91216" y="22231"/>
                  <a:pt x="93951" y="26839"/>
                  <a:pt x="98220" y="37249"/>
                </a:cubicBezTo>
                <a:lnTo>
                  <a:pt x="102148" y="37249"/>
                </a:lnTo>
                <a:lnTo>
                  <a:pt x="100782" y="1233"/>
                </a:lnTo>
                <a:lnTo>
                  <a:pt x="97024" y="1233"/>
                </a:lnTo>
                <a:cubicBezTo>
                  <a:pt x="95999" y="4481"/>
                  <a:pt x="92924" y="6871"/>
                  <a:pt x="89337" y="6871"/>
                </a:cubicBezTo>
                <a:cubicBezTo>
                  <a:pt x="87630" y="6871"/>
                  <a:pt x="84896" y="6360"/>
                  <a:pt x="81820" y="5163"/>
                </a:cubicBezTo>
                <a:cubicBezTo>
                  <a:pt x="74134" y="2601"/>
                  <a:pt x="66278" y="1233"/>
                  <a:pt x="58591" y="1233"/>
                </a:cubicBezTo>
                <a:cubicBezTo>
                  <a:pt x="24425" y="1233"/>
                  <a:pt x="0" y="26328"/>
                  <a:pt x="0" y="61143"/>
                </a:cubicBezTo>
                <a:cubicBezTo>
                  <a:pt x="0" y="77869"/>
                  <a:pt x="4611" y="90669"/>
                  <a:pt x="14177" y="100738"/>
                </a:cubicBezTo>
                <a:cubicBezTo>
                  <a:pt x="25622" y="112514"/>
                  <a:pt x="42022" y="119004"/>
                  <a:pt x="60812" y="119004"/>
                </a:cubicBezTo>
                <a:cubicBezTo>
                  <a:pt x="75502" y="119004"/>
                  <a:pt x="96854" y="113028"/>
                  <a:pt x="103686" y="107053"/>
                </a:cubicBezTo>
                <a:lnTo>
                  <a:pt x="103686" y="72408"/>
                </a:lnTo>
                <a:cubicBezTo>
                  <a:pt x="103686" y="62339"/>
                  <a:pt x="105737" y="60119"/>
                  <a:pt x="115644" y="59266"/>
                </a:cubicBezTo>
                <a:lnTo>
                  <a:pt x="115644" y="56193"/>
                </a:lnTo>
                <a:close/>
                <a:moveTo>
                  <a:pt x="160570" y="38099"/>
                </a:moveTo>
                <a:cubicBezTo>
                  <a:pt x="138362" y="38099"/>
                  <a:pt x="122817" y="54491"/>
                  <a:pt x="122817" y="78049"/>
                </a:cubicBezTo>
                <a:cubicBezTo>
                  <a:pt x="122817" y="101092"/>
                  <a:pt x="138704" y="118337"/>
                  <a:pt x="160226" y="118337"/>
                </a:cubicBezTo>
                <a:cubicBezTo>
                  <a:pt x="181750" y="118337"/>
                  <a:pt x="198147" y="100240"/>
                  <a:pt x="198147" y="76683"/>
                </a:cubicBezTo>
                <a:cubicBezTo>
                  <a:pt x="198147" y="54319"/>
                  <a:pt x="182433" y="38099"/>
                  <a:pt x="160570" y="38099"/>
                </a:cubicBezTo>
                <a:moveTo>
                  <a:pt x="158349" y="42884"/>
                </a:moveTo>
                <a:cubicBezTo>
                  <a:pt x="172698" y="42884"/>
                  <a:pt x="182774" y="59271"/>
                  <a:pt x="182774" y="82657"/>
                </a:cubicBezTo>
                <a:cubicBezTo>
                  <a:pt x="182774" y="101947"/>
                  <a:pt x="175088" y="113554"/>
                  <a:pt x="162277" y="113554"/>
                </a:cubicBezTo>
                <a:cubicBezTo>
                  <a:pt x="155615" y="113554"/>
                  <a:pt x="149294" y="109459"/>
                  <a:pt x="145707" y="102630"/>
                </a:cubicBezTo>
                <a:cubicBezTo>
                  <a:pt x="140925" y="93753"/>
                  <a:pt x="138190" y="81804"/>
                  <a:pt x="138190" y="69684"/>
                </a:cubicBezTo>
                <a:cubicBezTo>
                  <a:pt x="138190" y="53467"/>
                  <a:pt x="146218" y="42884"/>
                  <a:pt x="158349" y="42884"/>
                </a:cubicBezTo>
                <a:close/>
                <a:moveTo>
                  <a:pt x="206519" y="10249"/>
                </a:moveTo>
                <a:lnTo>
                  <a:pt x="207544" y="10249"/>
                </a:lnTo>
                <a:cubicBezTo>
                  <a:pt x="209423" y="10079"/>
                  <a:pt x="211472" y="9907"/>
                  <a:pt x="212840" y="9907"/>
                </a:cubicBezTo>
                <a:cubicBezTo>
                  <a:pt x="218306" y="9907"/>
                  <a:pt x="220013" y="12300"/>
                  <a:pt x="220013" y="20328"/>
                </a:cubicBezTo>
                <a:lnTo>
                  <a:pt x="220013" y="101809"/>
                </a:lnTo>
                <a:cubicBezTo>
                  <a:pt x="220013" y="111034"/>
                  <a:pt x="217623" y="113254"/>
                  <a:pt x="206861" y="114107"/>
                </a:cubicBezTo>
                <a:lnTo>
                  <a:pt x="206861" y="116669"/>
                </a:lnTo>
                <a:lnTo>
                  <a:pt x="247173" y="116669"/>
                </a:lnTo>
                <a:lnTo>
                  <a:pt x="247173" y="114107"/>
                </a:lnTo>
                <a:cubicBezTo>
                  <a:pt x="236413" y="113424"/>
                  <a:pt x="234362" y="111716"/>
                  <a:pt x="234362" y="102320"/>
                </a:cubicBezTo>
                <a:lnTo>
                  <a:pt x="234362" y="341"/>
                </a:lnTo>
                <a:lnTo>
                  <a:pt x="233679" y="0"/>
                </a:lnTo>
                <a:cubicBezTo>
                  <a:pt x="224796" y="2904"/>
                  <a:pt x="218306" y="4613"/>
                  <a:pt x="206519" y="7517"/>
                </a:cubicBezTo>
                <a:lnTo>
                  <a:pt x="206519" y="10249"/>
                </a:lnTo>
                <a:close/>
                <a:moveTo>
                  <a:pt x="309523" y="118337"/>
                </a:moveTo>
                <a:lnTo>
                  <a:pt x="334634" y="109457"/>
                </a:lnTo>
                <a:lnTo>
                  <a:pt x="334634" y="106725"/>
                </a:lnTo>
                <a:cubicBezTo>
                  <a:pt x="331558" y="106894"/>
                  <a:pt x="331217" y="106894"/>
                  <a:pt x="330703" y="106894"/>
                </a:cubicBezTo>
                <a:cubicBezTo>
                  <a:pt x="324554" y="106894"/>
                  <a:pt x="323189" y="105018"/>
                  <a:pt x="323189" y="97164"/>
                </a:cubicBezTo>
                <a:lnTo>
                  <a:pt x="323189" y="349"/>
                </a:lnTo>
                <a:lnTo>
                  <a:pt x="322334" y="8"/>
                </a:lnTo>
                <a:cubicBezTo>
                  <a:pt x="314134" y="2911"/>
                  <a:pt x="308157" y="4619"/>
                  <a:pt x="297223" y="7525"/>
                </a:cubicBezTo>
                <a:lnTo>
                  <a:pt x="297223" y="10257"/>
                </a:lnTo>
                <a:cubicBezTo>
                  <a:pt x="298591" y="10087"/>
                  <a:pt x="299616" y="10087"/>
                  <a:pt x="300981" y="10087"/>
                </a:cubicBezTo>
                <a:cubicBezTo>
                  <a:pt x="307302" y="10087"/>
                  <a:pt x="308840" y="11794"/>
                  <a:pt x="308840" y="18798"/>
                </a:cubicBezTo>
                <a:lnTo>
                  <a:pt x="308840" y="45444"/>
                </a:lnTo>
                <a:cubicBezTo>
                  <a:pt x="302347" y="39978"/>
                  <a:pt x="297736" y="38099"/>
                  <a:pt x="290902" y="38099"/>
                </a:cubicBezTo>
                <a:cubicBezTo>
                  <a:pt x="271260" y="38099"/>
                  <a:pt x="255373" y="57392"/>
                  <a:pt x="255373" y="81632"/>
                </a:cubicBezTo>
                <a:cubicBezTo>
                  <a:pt x="255373" y="103480"/>
                  <a:pt x="268184" y="118337"/>
                  <a:pt x="286974" y="118337"/>
                </a:cubicBezTo>
                <a:cubicBezTo>
                  <a:pt x="296540" y="118337"/>
                  <a:pt x="303033" y="114922"/>
                  <a:pt x="308840" y="106894"/>
                </a:cubicBezTo>
                <a:lnTo>
                  <a:pt x="308840" y="117826"/>
                </a:lnTo>
                <a:lnTo>
                  <a:pt x="309523" y="118337"/>
                </a:lnTo>
                <a:moveTo>
                  <a:pt x="308840" y="99213"/>
                </a:moveTo>
                <a:cubicBezTo>
                  <a:pt x="308840" y="100410"/>
                  <a:pt x="307643" y="102458"/>
                  <a:pt x="305936" y="104335"/>
                </a:cubicBezTo>
                <a:cubicBezTo>
                  <a:pt x="302861" y="107749"/>
                  <a:pt x="298591" y="109457"/>
                  <a:pt x="293636" y="109457"/>
                </a:cubicBezTo>
                <a:cubicBezTo>
                  <a:pt x="279460" y="109457"/>
                  <a:pt x="270063" y="95799"/>
                  <a:pt x="270063" y="74803"/>
                </a:cubicBezTo>
                <a:cubicBezTo>
                  <a:pt x="270063" y="55515"/>
                  <a:pt x="278433" y="42884"/>
                  <a:pt x="291416" y="42884"/>
                </a:cubicBezTo>
                <a:cubicBezTo>
                  <a:pt x="300470" y="42884"/>
                  <a:pt x="308840" y="50905"/>
                  <a:pt x="308840" y="59952"/>
                </a:cubicBezTo>
                <a:lnTo>
                  <a:pt x="308840" y="99213"/>
                </a:lnTo>
                <a:close/>
                <a:moveTo>
                  <a:pt x="380411" y="49502"/>
                </a:moveTo>
                <a:cubicBezTo>
                  <a:pt x="381949" y="49333"/>
                  <a:pt x="383145" y="49333"/>
                  <a:pt x="384683" y="49333"/>
                </a:cubicBezTo>
                <a:cubicBezTo>
                  <a:pt x="390490" y="49333"/>
                  <a:pt x="391687" y="51040"/>
                  <a:pt x="391687" y="59068"/>
                </a:cubicBezTo>
                <a:lnTo>
                  <a:pt x="391687" y="139012"/>
                </a:lnTo>
                <a:cubicBezTo>
                  <a:pt x="391687" y="147894"/>
                  <a:pt x="389807" y="149774"/>
                  <a:pt x="379728" y="150798"/>
                </a:cubicBezTo>
                <a:lnTo>
                  <a:pt x="379728" y="153702"/>
                </a:lnTo>
                <a:lnTo>
                  <a:pt x="421067" y="153702"/>
                </a:lnTo>
                <a:lnTo>
                  <a:pt x="421067" y="150629"/>
                </a:lnTo>
                <a:cubicBezTo>
                  <a:pt x="408256" y="150457"/>
                  <a:pt x="406035" y="148577"/>
                  <a:pt x="406035" y="137815"/>
                </a:cubicBezTo>
                <a:lnTo>
                  <a:pt x="406035" y="110994"/>
                </a:lnTo>
                <a:cubicBezTo>
                  <a:pt x="412014" y="116630"/>
                  <a:pt x="416112" y="118337"/>
                  <a:pt x="423288" y="118337"/>
                </a:cubicBezTo>
                <a:cubicBezTo>
                  <a:pt x="443443" y="118337"/>
                  <a:pt x="459158" y="99216"/>
                  <a:pt x="459158" y="74465"/>
                </a:cubicBezTo>
                <a:cubicBezTo>
                  <a:pt x="459158" y="53300"/>
                  <a:pt x="447202" y="38099"/>
                  <a:pt x="430633" y="38099"/>
                </a:cubicBezTo>
                <a:cubicBezTo>
                  <a:pt x="421067" y="38099"/>
                  <a:pt x="413550" y="42371"/>
                  <a:pt x="406035" y="51593"/>
                </a:cubicBezTo>
                <a:lnTo>
                  <a:pt x="406035" y="38443"/>
                </a:lnTo>
                <a:lnTo>
                  <a:pt x="405011" y="38099"/>
                </a:lnTo>
                <a:cubicBezTo>
                  <a:pt x="395787" y="41688"/>
                  <a:pt x="389807" y="43909"/>
                  <a:pt x="380411" y="46812"/>
                </a:cubicBezTo>
                <a:lnTo>
                  <a:pt x="380411" y="49502"/>
                </a:lnTo>
                <a:moveTo>
                  <a:pt x="406035" y="59615"/>
                </a:moveTo>
                <a:cubicBezTo>
                  <a:pt x="406035" y="54494"/>
                  <a:pt x="415601" y="48350"/>
                  <a:pt x="423457" y="48350"/>
                </a:cubicBezTo>
                <a:cubicBezTo>
                  <a:pt x="436098" y="48350"/>
                  <a:pt x="444468" y="61323"/>
                  <a:pt x="444468" y="81124"/>
                </a:cubicBezTo>
                <a:cubicBezTo>
                  <a:pt x="444468" y="100071"/>
                  <a:pt x="436098" y="112871"/>
                  <a:pt x="423801" y="112871"/>
                </a:cubicBezTo>
                <a:cubicBezTo>
                  <a:pt x="415770" y="112871"/>
                  <a:pt x="406035" y="106728"/>
                  <a:pt x="406035" y="101606"/>
                </a:cubicBezTo>
                <a:lnTo>
                  <a:pt x="406035" y="59615"/>
                </a:lnTo>
                <a:close/>
                <a:moveTo>
                  <a:pt x="491103" y="58085"/>
                </a:moveTo>
                <a:cubicBezTo>
                  <a:pt x="498276" y="50230"/>
                  <a:pt x="503400" y="47323"/>
                  <a:pt x="510063" y="47323"/>
                </a:cubicBezTo>
                <a:cubicBezTo>
                  <a:pt x="518604" y="47323"/>
                  <a:pt x="522873" y="53475"/>
                  <a:pt x="522873" y="65431"/>
                </a:cubicBezTo>
                <a:lnTo>
                  <a:pt x="522873" y="99247"/>
                </a:lnTo>
                <a:cubicBezTo>
                  <a:pt x="522873" y="110862"/>
                  <a:pt x="521166" y="113082"/>
                  <a:pt x="511259" y="114107"/>
                </a:cubicBezTo>
                <a:lnTo>
                  <a:pt x="511259" y="116669"/>
                </a:lnTo>
                <a:lnTo>
                  <a:pt x="547473" y="116669"/>
                </a:lnTo>
                <a:lnTo>
                  <a:pt x="547473" y="114107"/>
                </a:lnTo>
                <a:cubicBezTo>
                  <a:pt x="538249" y="112399"/>
                  <a:pt x="537222" y="111034"/>
                  <a:pt x="537222" y="99247"/>
                </a:cubicBezTo>
                <a:lnTo>
                  <a:pt x="537222" y="65259"/>
                </a:lnTo>
                <a:cubicBezTo>
                  <a:pt x="537222" y="47323"/>
                  <a:pt x="530049" y="38099"/>
                  <a:pt x="516211" y="38099"/>
                </a:cubicBezTo>
                <a:cubicBezTo>
                  <a:pt x="506135" y="38099"/>
                  <a:pt x="498959" y="42199"/>
                  <a:pt x="491103" y="52448"/>
                </a:cubicBezTo>
                <a:lnTo>
                  <a:pt x="491103" y="521"/>
                </a:lnTo>
                <a:lnTo>
                  <a:pt x="490248" y="8"/>
                </a:lnTo>
                <a:cubicBezTo>
                  <a:pt x="484441" y="2057"/>
                  <a:pt x="480169" y="3425"/>
                  <a:pt x="470603" y="6157"/>
                </a:cubicBezTo>
                <a:lnTo>
                  <a:pt x="465992" y="7525"/>
                </a:lnTo>
                <a:lnTo>
                  <a:pt x="465992" y="10257"/>
                </a:lnTo>
                <a:cubicBezTo>
                  <a:pt x="466675" y="10087"/>
                  <a:pt x="467189" y="10087"/>
                  <a:pt x="468041" y="10087"/>
                </a:cubicBezTo>
                <a:cubicBezTo>
                  <a:pt x="475386" y="10087"/>
                  <a:pt x="476754" y="11453"/>
                  <a:pt x="476754" y="18798"/>
                </a:cubicBezTo>
                <a:lnTo>
                  <a:pt x="476754" y="99247"/>
                </a:lnTo>
                <a:cubicBezTo>
                  <a:pt x="476754" y="111203"/>
                  <a:pt x="475727" y="112741"/>
                  <a:pt x="465820" y="114107"/>
                </a:cubicBezTo>
                <a:lnTo>
                  <a:pt x="465820" y="116669"/>
                </a:lnTo>
                <a:lnTo>
                  <a:pt x="502718" y="116669"/>
                </a:lnTo>
                <a:lnTo>
                  <a:pt x="502718" y="114107"/>
                </a:lnTo>
                <a:cubicBezTo>
                  <a:pt x="492810" y="113082"/>
                  <a:pt x="491103" y="111034"/>
                  <a:pt x="491103" y="99247"/>
                </a:cubicBezTo>
                <a:lnTo>
                  <a:pt x="491103" y="58085"/>
                </a:lnTo>
                <a:close/>
                <a:moveTo>
                  <a:pt x="592399" y="38099"/>
                </a:moveTo>
                <a:cubicBezTo>
                  <a:pt x="570192" y="38099"/>
                  <a:pt x="554647" y="54491"/>
                  <a:pt x="554647" y="78049"/>
                </a:cubicBezTo>
                <a:cubicBezTo>
                  <a:pt x="554647" y="101092"/>
                  <a:pt x="570533" y="118337"/>
                  <a:pt x="592055" y="118337"/>
                </a:cubicBezTo>
                <a:cubicBezTo>
                  <a:pt x="613579" y="118337"/>
                  <a:pt x="629977" y="100240"/>
                  <a:pt x="629977" y="76683"/>
                </a:cubicBezTo>
                <a:cubicBezTo>
                  <a:pt x="629977" y="54319"/>
                  <a:pt x="614262" y="38099"/>
                  <a:pt x="592399" y="38099"/>
                </a:cubicBezTo>
                <a:moveTo>
                  <a:pt x="590178" y="42884"/>
                </a:moveTo>
                <a:cubicBezTo>
                  <a:pt x="604527" y="42884"/>
                  <a:pt x="614604" y="59271"/>
                  <a:pt x="614604" y="82657"/>
                </a:cubicBezTo>
                <a:cubicBezTo>
                  <a:pt x="614604" y="101947"/>
                  <a:pt x="606917" y="113554"/>
                  <a:pt x="594106" y="113554"/>
                </a:cubicBezTo>
                <a:cubicBezTo>
                  <a:pt x="587444" y="113554"/>
                  <a:pt x="581123" y="109459"/>
                  <a:pt x="577537" y="102630"/>
                </a:cubicBezTo>
                <a:cubicBezTo>
                  <a:pt x="572754" y="93753"/>
                  <a:pt x="570020" y="81804"/>
                  <a:pt x="570020" y="69684"/>
                </a:cubicBezTo>
                <a:cubicBezTo>
                  <a:pt x="570020" y="53467"/>
                  <a:pt x="578048" y="42884"/>
                  <a:pt x="590178" y="42884"/>
                </a:cubicBezTo>
                <a:close/>
                <a:moveTo>
                  <a:pt x="637835" y="48692"/>
                </a:moveTo>
                <a:cubicBezTo>
                  <a:pt x="638860" y="48178"/>
                  <a:pt x="640569" y="48009"/>
                  <a:pt x="642449" y="48009"/>
                </a:cubicBezTo>
                <a:cubicBezTo>
                  <a:pt x="647232" y="48009"/>
                  <a:pt x="648767" y="50571"/>
                  <a:pt x="648767" y="58938"/>
                </a:cubicBezTo>
                <a:lnTo>
                  <a:pt x="648767" y="101298"/>
                </a:lnTo>
                <a:cubicBezTo>
                  <a:pt x="648767" y="111034"/>
                  <a:pt x="646888" y="113424"/>
                  <a:pt x="638177" y="114107"/>
                </a:cubicBezTo>
                <a:lnTo>
                  <a:pt x="638177" y="116669"/>
                </a:lnTo>
                <a:lnTo>
                  <a:pt x="674391" y="116669"/>
                </a:lnTo>
                <a:lnTo>
                  <a:pt x="674391" y="114107"/>
                </a:lnTo>
                <a:cubicBezTo>
                  <a:pt x="665678" y="113424"/>
                  <a:pt x="663116" y="111375"/>
                  <a:pt x="663116" y="105226"/>
                </a:cubicBezTo>
                <a:lnTo>
                  <a:pt x="663116" y="57231"/>
                </a:lnTo>
                <a:cubicBezTo>
                  <a:pt x="671316" y="49544"/>
                  <a:pt x="675074" y="47495"/>
                  <a:pt x="680712" y="47495"/>
                </a:cubicBezTo>
                <a:cubicBezTo>
                  <a:pt x="689081" y="47495"/>
                  <a:pt x="693181" y="52789"/>
                  <a:pt x="693181" y="64062"/>
                </a:cubicBezTo>
                <a:lnTo>
                  <a:pt x="693181" y="99761"/>
                </a:lnTo>
                <a:cubicBezTo>
                  <a:pt x="693181" y="110520"/>
                  <a:pt x="690961" y="113424"/>
                  <a:pt x="682419" y="114107"/>
                </a:cubicBezTo>
                <a:lnTo>
                  <a:pt x="682419" y="116669"/>
                </a:lnTo>
                <a:lnTo>
                  <a:pt x="717951" y="116669"/>
                </a:lnTo>
                <a:lnTo>
                  <a:pt x="717951" y="114107"/>
                </a:lnTo>
                <a:cubicBezTo>
                  <a:pt x="709579" y="113254"/>
                  <a:pt x="707530" y="111203"/>
                  <a:pt x="707530" y="102836"/>
                </a:cubicBezTo>
                <a:lnTo>
                  <a:pt x="707530" y="63721"/>
                </a:lnTo>
                <a:cubicBezTo>
                  <a:pt x="707530" y="47667"/>
                  <a:pt x="700013" y="38099"/>
                  <a:pt x="687374" y="38099"/>
                </a:cubicBezTo>
                <a:cubicBezTo>
                  <a:pt x="679516" y="38099"/>
                  <a:pt x="674219" y="41005"/>
                  <a:pt x="662605" y="51937"/>
                </a:cubicBezTo>
                <a:lnTo>
                  <a:pt x="662605" y="38443"/>
                </a:lnTo>
                <a:lnTo>
                  <a:pt x="661408" y="38099"/>
                </a:lnTo>
                <a:cubicBezTo>
                  <a:pt x="653039" y="41175"/>
                  <a:pt x="647232" y="43054"/>
                  <a:pt x="637835" y="45788"/>
                </a:cubicBezTo>
                <a:lnTo>
                  <a:pt x="637835" y="48692"/>
                </a:lnTo>
                <a:close/>
                <a:moveTo>
                  <a:pt x="790205" y="88607"/>
                </a:moveTo>
                <a:cubicBezTo>
                  <a:pt x="782007" y="101595"/>
                  <a:pt x="774660" y="106553"/>
                  <a:pt x="763728" y="106553"/>
                </a:cubicBezTo>
                <a:cubicBezTo>
                  <a:pt x="753993" y="106553"/>
                  <a:pt x="746648" y="101595"/>
                  <a:pt x="741693" y="91855"/>
                </a:cubicBezTo>
                <a:cubicBezTo>
                  <a:pt x="738617" y="85360"/>
                  <a:pt x="737424" y="79719"/>
                  <a:pt x="737082" y="69293"/>
                </a:cubicBezTo>
                <a:lnTo>
                  <a:pt x="789694" y="69293"/>
                </a:lnTo>
                <a:cubicBezTo>
                  <a:pt x="788326" y="58211"/>
                  <a:pt x="786618" y="53274"/>
                  <a:pt x="782349" y="47826"/>
                </a:cubicBezTo>
                <a:cubicBezTo>
                  <a:pt x="777222" y="41688"/>
                  <a:pt x="769366" y="38099"/>
                  <a:pt x="760483" y="38099"/>
                </a:cubicBezTo>
                <a:cubicBezTo>
                  <a:pt x="751942" y="38099"/>
                  <a:pt x="743914" y="41175"/>
                  <a:pt x="737424" y="46974"/>
                </a:cubicBezTo>
                <a:cubicBezTo>
                  <a:pt x="729393" y="53954"/>
                  <a:pt x="724782" y="66048"/>
                  <a:pt x="724782" y="80061"/>
                </a:cubicBezTo>
                <a:cubicBezTo>
                  <a:pt x="724782" y="103647"/>
                  <a:pt x="737082" y="118337"/>
                  <a:pt x="756725" y="118337"/>
                </a:cubicBezTo>
                <a:cubicBezTo>
                  <a:pt x="772952" y="118337"/>
                  <a:pt x="785763" y="108260"/>
                  <a:pt x="792939" y="89804"/>
                </a:cubicBezTo>
                <a:lnTo>
                  <a:pt x="790205" y="88607"/>
                </a:lnTo>
                <a:moveTo>
                  <a:pt x="737424" y="63828"/>
                </a:moveTo>
                <a:cubicBezTo>
                  <a:pt x="739300" y="50550"/>
                  <a:pt x="745110" y="44250"/>
                  <a:pt x="755528" y="44250"/>
                </a:cubicBezTo>
                <a:cubicBezTo>
                  <a:pt x="765949" y="44250"/>
                  <a:pt x="770049" y="49018"/>
                  <a:pt x="772270" y="63828"/>
                </a:cubicBezTo>
                <a:lnTo>
                  <a:pt x="737424" y="63828"/>
                </a:lnTo>
                <a:close/>
                <a:moveTo>
                  <a:pt x="850162" y="62999"/>
                </a:moveTo>
                <a:lnTo>
                  <a:pt x="849479" y="39767"/>
                </a:lnTo>
                <a:lnTo>
                  <a:pt x="847600" y="39767"/>
                </a:lnTo>
                <a:lnTo>
                  <a:pt x="847258" y="40111"/>
                </a:lnTo>
                <a:cubicBezTo>
                  <a:pt x="845720" y="41305"/>
                  <a:pt x="845551" y="41477"/>
                  <a:pt x="844868" y="41477"/>
                </a:cubicBezTo>
                <a:cubicBezTo>
                  <a:pt x="843844" y="41477"/>
                  <a:pt x="842134" y="41136"/>
                  <a:pt x="840255" y="40281"/>
                </a:cubicBezTo>
                <a:cubicBezTo>
                  <a:pt x="836496" y="38951"/>
                  <a:pt x="832740" y="38266"/>
                  <a:pt x="828299" y="38266"/>
                </a:cubicBezTo>
                <a:cubicBezTo>
                  <a:pt x="814802" y="38266"/>
                  <a:pt x="805067" y="46977"/>
                  <a:pt x="805067" y="59269"/>
                </a:cubicBezTo>
                <a:cubicBezTo>
                  <a:pt x="805067" y="68827"/>
                  <a:pt x="810533" y="75656"/>
                  <a:pt x="825054" y="83851"/>
                </a:cubicBezTo>
                <a:lnTo>
                  <a:pt x="834961" y="89486"/>
                </a:lnTo>
                <a:cubicBezTo>
                  <a:pt x="840937" y="92900"/>
                  <a:pt x="843844" y="96998"/>
                  <a:pt x="843844" y="102289"/>
                </a:cubicBezTo>
                <a:cubicBezTo>
                  <a:pt x="843844" y="109801"/>
                  <a:pt x="838375" y="114581"/>
                  <a:pt x="829664" y="114581"/>
                </a:cubicBezTo>
                <a:cubicBezTo>
                  <a:pt x="823857" y="114581"/>
                  <a:pt x="818561" y="112360"/>
                  <a:pt x="815316" y="108604"/>
                </a:cubicBezTo>
                <a:cubicBezTo>
                  <a:pt x="811729" y="104338"/>
                  <a:pt x="810191" y="100410"/>
                  <a:pt x="807971" y="90680"/>
                </a:cubicBezTo>
                <a:lnTo>
                  <a:pt x="805236" y="90680"/>
                </a:lnTo>
                <a:lnTo>
                  <a:pt x="805236" y="117313"/>
                </a:lnTo>
                <a:lnTo>
                  <a:pt x="807457" y="117313"/>
                </a:lnTo>
                <a:cubicBezTo>
                  <a:pt x="808654" y="115605"/>
                  <a:pt x="809336" y="115264"/>
                  <a:pt x="811388" y="115264"/>
                </a:cubicBezTo>
                <a:cubicBezTo>
                  <a:pt x="812926" y="115303"/>
                  <a:pt x="815316" y="115644"/>
                  <a:pt x="819244" y="116669"/>
                </a:cubicBezTo>
                <a:cubicBezTo>
                  <a:pt x="824027" y="117654"/>
                  <a:pt x="828640" y="118337"/>
                  <a:pt x="831713" y="118337"/>
                </a:cubicBezTo>
                <a:cubicBezTo>
                  <a:pt x="844868" y="118337"/>
                  <a:pt x="855800" y="108435"/>
                  <a:pt x="855800" y="96484"/>
                </a:cubicBezTo>
                <a:cubicBezTo>
                  <a:pt x="855800" y="87948"/>
                  <a:pt x="851700" y="82315"/>
                  <a:pt x="841451" y="76169"/>
                </a:cubicBezTo>
                <a:lnTo>
                  <a:pt x="823002" y="65243"/>
                </a:lnTo>
                <a:cubicBezTo>
                  <a:pt x="818219" y="62511"/>
                  <a:pt x="815657" y="58244"/>
                  <a:pt x="815657" y="53634"/>
                </a:cubicBezTo>
                <a:cubicBezTo>
                  <a:pt x="815657" y="46805"/>
                  <a:pt x="820954" y="42024"/>
                  <a:pt x="828809" y="42024"/>
                </a:cubicBezTo>
                <a:cubicBezTo>
                  <a:pt x="838547" y="42024"/>
                  <a:pt x="843672" y="47829"/>
                  <a:pt x="847600" y="63025"/>
                </a:cubicBezTo>
                <a:lnTo>
                  <a:pt x="850162" y="62999"/>
                </a:lnTo>
                <a:close/>
              </a:path>
            </a:pathLst>
          </a:custGeom>
          <a:solidFill xmlns:a="http://schemas.openxmlformats.org/drawingml/2006/main">
            <a:srgbClr val="7F8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Text p">
            <a:extLst xmlns:a="http://schemas.openxmlformats.org/drawingml/2006/main">
              <a:ext uri="{FF2B5EF4-FFF2-40B4-BE49-F238E27FC236}">
                <a16:creationId xmlns:a16="http://schemas.microsoft.com/office/drawing/2014/main" id="{35176CC6-7D19-4A56-9E6D-B7768290B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090" y="3845615"/>
            <a:ext cx="122562" cy="128446"/>
          </a:xfrm>
          <a:custGeom xmlns:a="http://schemas.openxmlformats.org/drawingml/2006/main">
            <a:pathLst>
              <a:path w="122562" h="128446">
                <a:moveTo>
                  <a:pt x="52014" y="117286"/>
                </a:moveTo>
                <a:lnTo>
                  <a:pt x="38662" y="117286"/>
                </a:lnTo>
                <a:lnTo>
                  <a:pt x="38662" y="82316"/>
                </a:lnTo>
                <a:cubicBezTo>
                  <a:pt x="43643" y="85707"/>
                  <a:pt x="53410" y="90885"/>
                  <a:pt x="67358" y="90885"/>
                </a:cubicBezTo>
                <a:cubicBezTo>
                  <a:pt x="101635" y="90885"/>
                  <a:pt x="122562" y="71555"/>
                  <a:pt x="122562" y="45245"/>
                </a:cubicBezTo>
                <a:cubicBezTo>
                  <a:pt x="122562" y="21128"/>
                  <a:pt x="105223" y="0"/>
                  <a:pt x="71345" y="0"/>
                </a:cubicBezTo>
                <a:cubicBezTo>
                  <a:pt x="60982" y="0"/>
                  <a:pt x="48824" y="1995"/>
                  <a:pt x="37266" y="9168"/>
                </a:cubicBezTo>
                <a:lnTo>
                  <a:pt x="37266" y="0"/>
                </a:lnTo>
                <a:lnTo>
                  <a:pt x="0" y="1596"/>
                </a:lnTo>
                <a:lnTo>
                  <a:pt x="0" y="12756"/>
                </a:lnTo>
                <a:cubicBezTo>
                  <a:pt x="3388" y="12756"/>
                  <a:pt x="7374" y="12756"/>
                  <a:pt x="9965" y="13155"/>
                </a:cubicBezTo>
                <a:cubicBezTo>
                  <a:pt x="13352" y="13754"/>
                  <a:pt x="13352" y="15946"/>
                  <a:pt x="13352" y="19732"/>
                </a:cubicBezTo>
                <a:lnTo>
                  <a:pt x="13352" y="117286"/>
                </a:lnTo>
                <a:lnTo>
                  <a:pt x="0" y="117286"/>
                </a:lnTo>
                <a:lnTo>
                  <a:pt x="0" y="128446"/>
                </a:lnTo>
                <a:cubicBezTo>
                  <a:pt x="201" y="128446"/>
                  <a:pt x="16342" y="127650"/>
                  <a:pt x="25908" y="127650"/>
                </a:cubicBezTo>
                <a:cubicBezTo>
                  <a:pt x="35672" y="127650"/>
                  <a:pt x="51813" y="128446"/>
                  <a:pt x="52014" y="128446"/>
                </a:cubicBezTo>
                <a:lnTo>
                  <a:pt x="52014" y="117286"/>
                </a:lnTo>
                <a:moveTo>
                  <a:pt x="38662" y="25911"/>
                </a:moveTo>
                <a:cubicBezTo>
                  <a:pt x="38662" y="22125"/>
                  <a:pt x="38862" y="21925"/>
                  <a:pt x="41651" y="19334"/>
                </a:cubicBezTo>
                <a:cubicBezTo>
                  <a:pt x="51217" y="10962"/>
                  <a:pt x="62973" y="10166"/>
                  <a:pt x="67161" y="10166"/>
                </a:cubicBezTo>
                <a:cubicBezTo>
                  <a:pt x="84098" y="10166"/>
                  <a:pt x="94860" y="23719"/>
                  <a:pt x="94860" y="45245"/>
                </a:cubicBezTo>
                <a:cubicBezTo>
                  <a:pt x="94860" y="71156"/>
                  <a:pt x="79914" y="81720"/>
                  <a:pt x="64767" y="81720"/>
                </a:cubicBezTo>
                <a:cubicBezTo>
                  <a:pt x="49621" y="81720"/>
                  <a:pt x="41052" y="70956"/>
                  <a:pt x="38662" y="67568"/>
                </a:cubicBezTo>
                <a:lnTo>
                  <a:pt x="38662" y="259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Text Cross-entropy">
            <a:extLst xmlns:a="http://schemas.openxmlformats.org/drawingml/2006/main">
              <a:ext uri="{FF2B5EF4-FFF2-40B4-BE49-F238E27FC236}">
                <a16:creationId xmlns:a16="http://schemas.microsoft.com/office/drawing/2014/main" id="{440342CE-C3D7-49EF-818A-4EB0AD51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020" y="3494183"/>
            <a:ext cx="957094" cy="152641"/>
          </a:xfrm>
          <a:custGeom xmlns:a="http://schemas.openxmlformats.org/drawingml/2006/main">
            <a:pathLst>
              <a:path w="957094" h="152641">
                <a:moveTo>
                  <a:pt x="101124" y="38579"/>
                </a:moveTo>
                <a:lnTo>
                  <a:pt x="99586" y="0"/>
                </a:lnTo>
                <a:lnTo>
                  <a:pt x="95999" y="0"/>
                </a:lnTo>
                <a:cubicBezTo>
                  <a:pt x="94975" y="3589"/>
                  <a:pt x="92241" y="5638"/>
                  <a:pt x="88824" y="5638"/>
                </a:cubicBezTo>
                <a:cubicBezTo>
                  <a:pt x="87286" y="5638"/>
                  <a:pt x="84724" y="5127"/>
                  <a:pt x="82162" y="4100"/>
                </a:cubicBezTo>
                <a:cubicBezTo>
                  <a:pt x="73792" y="1368"/>
                  <a:pt x="65251" y="0"/>
                  <a:pt x="57223" y="0"/>
                </a:cubicBezTo>
                <a:cubicBezTo>
                  <a:pt x="43215" y="0"/>
                  <a:pt x="29039" y="5296"/>
                  <a:pt x="18446" y="14685"/>
                </a:cubicBezTo>
                <a:cubicBezTo>
                  <a:pt x="6490" y="25267"/>
                  <a:pt x="0" y="41138"/>
                  <a:pt x="0" y="59910"/>
                </a:cubicBezTo>
                <a:cubicBezTo>
                  <a:pt x="0" y="75783"/>
                  <a:pt x="5124" y="90461"/>
                  <a:pt x="13835" y="100188"/>
                </a:cubicBezTo>
                <a:cubicBezTo>
                  <a:pt x="24084" y="111281"/>
                  <a:pt x="39798" y="117771"/>
                  <a:pt x="56712" y="117771"/>
                </a:cubicBezTo>
                <a:cubicBezTo>
                  <a:pt x="76013" y="117771"/>
                  <a:pt x="92924" y="109915"/>
                  <a:pt x="103344" y="96091"/>
                </a:cubicBezTo>
                <a:lnTo>
                  <a:pt x="100269" y="93020"/>
                </a:lnTo>
                <a:cubicBezTo>
                  <a:pt x="87630" y="105138"/>
                  <a:pt x="76354" y="110257"/>
                  <a:pt x="62178" y="110257"/>
                </a:cubicBezTo>
                <a:cubicBezTo>
                  <a:pt x="51415" y="110257"/>
                  <a:pt x="41850" y="106842"/>
                  <a:pt x="34505" y="100357"/>
                </a:cubicBezTo>
                <a:cubicBezTo>
                  <a:pt x="25108" y="91996"/>
                  <a:pt x="19814" y="76636"/>
                  <a:pt x="19814" y="57692"/>
                </a:cubicBezTo>
                <a:cubicBezTo>
                  <a:pt x="19814" y="26802"/>
                  <a:pt x="35701" y="6834"/>
                  <a:pt x="60468" y="6834"/>
                </a:cubicBezTo>
                <a:cubicBezTo>
                  <a:pt x="70206" y="6834"/>
                  <a:pt x="79089" y="10418"/>
                  <a:pt x="85920" y="17244"/>
                </a:cubicBezTo>
                <a:cubicBezTo>
                  <a:pt x="91386" y="22705"/>
                  <a:pt x="93948" y="27485"/>
                  <a:pt x="97196" y="38579"/>
                </a:cubicBezTo>
                <a:lnTo>
                  <a:pt x="101124" y="38579"/>
                </a:lnTo>
                <a:close/>
                <a:moveTo>
                  <a:pt x="110346" y="48825"/>
                </a:moveTo>
                <a:cubicBezTo>
                  <a:pt x="112739" y="48311"/>
                  <a:pt x="114277" y="48139"/>
                  <a:pt x="116326" y="48139"/>
                </a:cubicBezTo>
                <a:cubicBezTo>
                  <a:pt x="120595" y="48139"/>
                  <a:pt x="122133" y="50873"/>
                  <a:pt x="122133" y="58388"/>
                </a:cubicBezTo>
                <a:lnTo>
                  <a:pt x="122133" y="101090"/>
                </a:lnTo>
                <a:cubicBezTo>
                  <a:pt x="122133" y="109629"/>
                  <a:pt x="120936" y="110825"/>
                  <a:pt x="110005" y="112874"/>
                </a:cubicBezTo>
                <a:lnTo>
                  <a:pt x="110005" y="115436"/>
                </a:lnTo>
                <a:lnTo>
                  <a:pt x="151002" y="115436"/>
                </a:lnTo>
                <a:lnTo>
                  <a:pt x="151002" y="112874"/>
                </a:lnTo>
                <a:cubicBezTo>
                  <a:pt x="139385" y="112363"/>
                  <a:pt x="136481" y="109801"/>
                  <a:pt x="136481" y="100065"/>
                </a:cubicBezTo>
                <a:lnTo>
                  <a:pt x="136481" y="61633"/>
                </a:lnTo>
                <a:cubicBezTo>
                  <a:pt x="136481" y="56167"/>
                  <a:pt x="143827" y="47628"/>
                  <a:pt x="148440" y="47628"/>
                </a:cubicBezTo>
                <a:cubicBezTo>
                  <a:pt x="149464" y="47628"/>
                  <a:pt x="151002" y="48483"/>
                  <a:pt x="152881" y="50190"/>
                </a:cubicBezTo>
                <a:cubicBezTo>
                  <a:pt x="155613" y="52581"/>
                  <a:pt x="157492" y="53605"/>
                  <a:pt x="159713" y="53605"/>
                </a:cubicBezTo>
                <a:cubicBezTo>
                  <a:pt x="163813" y="53605"/>
                  <a:pt x="166375" y="50701"/>
                  <a:pt x="166375" y="45921"/>
                </a:cubicBezTo>
                <a:cubicBezTo>
                  <a:pt x="166375" y="40283"/>
                  <a:pt x="162789" y="36866"/>
                  <a:pt x="156981" y="36866"/>
                </a:cubicBezTo>
                <a:cubicBezTo>
                  <a:pt x="149806" y="36866"/>
                  <a:pt x="144853" y="40797"/>
                  <a:pt x="136481" y="52922"/>
                </a:cubicBezTo>
                <a:lnTo>
                  <a:pt x="136481" y="37210"/>
                </a:lnTo>
                <a:lnTo>
                  <a:pt x="135629" y="36866"/>
                </a:lnTo>
                <a:cubicBezTo>
                  <a:pt x="126574" y="40625"/>
                  <a:pt x="120426" y="42845"/>
                  <a:pt x="110346" y="46090"/>
                </a:cubicBezTo>
                <a:lnTo>
                  <a:pt x="110346" y="48825"/>
                </a:lnTo>
                <a:close/>
                <a:moveTo>
                  <a:pt x="208739" y="36866"/>
                </a:moveTo>
                <a:cubicBezTo>
                  <a:pt x="186532" y="36866"/>
                  <a:pt x="170987" y="53258"/>
                  <a:pt x="170987" y="76816"/>
                </a:cubicBezTo>
                <a:cubicBezTo>
                  <a:pt x="170987" y="99860"/>
                  <a:pt x="186874" y="117104"/>
                  <a:pt x="208395" y="117104"/>
                </a:cubicBezTo>
                <a:cubicBezTo>
                  <a:pt x="229920" y="117104"/>
                  <a:pt x="246317" y="99007"/>
                  <a:pt x="246317" y="75450"/>
                </a:cubicBezTo>
                <a:cubicBezTo>
                  <a:pt x="246317" y="53086"/>
                  <a:pt x="230603" y="36866"/>
                  <a:pt x="208739" y="36866"/>
                </a:cubicBezTo>
                <a:moveTo>
                  <a:pt x="206519" y="41652"/>
                </a:moveTo>
                <a:cubicBezTo>
                  <a:pt x="220867" y="41652"/>
                  <a:pt x="230944" y="58039"/>
                  <a:pt x="230944" y="81424"/>
                </a:cubicBezTo>
                <a:cubicBezTo>
                  <a:pt x="230944" y="100714"/>
                  <a:pt x="223257" y="112321"/>
                  <a:pt x="210447" y="112321"/>
                </a:cubicBezTo>
                <a:cubicBezTo>
                  <a:pt x="203784" y="112321"/>
                  <a:pt x="197464" y="108226"/>
                  <a:pt x="193877" y="101397"/>
                </a:cubicBezTo>
                <a:cubicBezTo>
                  <a:pt x="189094" y="92520"/>
                  <a:pt x="186360" y="80572"/>
                  <a:pt x="186360" y="68451"/>
                </a:cubicBezTo>
                <a:cubicBezTo>
                  <a:pt x="186360" y="52234"/>
                  <a:pt x="194388" y="41652"/>
                  <a:pt x="206519" y="41652"/>
                </a:cubicBezTo>
                <a:close/>
                <a:moveTo>
                  <a:pt x="305250" y="61766"/>
                </a:moveTo>
                <a:lnTo>
                  <a:pt x="304567" y="38534"/>
                </a:lnTo>
                <a:lnTo>
                  <a:pt x="302688" y="38534"/>
                </a:lnTo>
                <a:lnTo>
                  <a:pt x="302346" y="38878"/>
                </a:lnTo>
                <a:cubicBezTo>
                  <a:pt x="300808" y="40072"/>
                  <a:pt x="300639" y="40244"/>
                  <a:pt x="299956" y="40244"/>
                </a:cubicBezTo>
                <a:cubicBezTo>
                  <a:pt x="298932" y="40244"/>
                  <a:pt x="297222" y="39903"/>
                  <a:pt x="295343" y="39048"/>
                </a:cubicBezTo>
                <a:cubicBezTo>
                  <a:pt x="291584" y="37718"/>
                  <a:pt x="287828" y="37033"/>
                  <a:pt x="283387" y="37033"/>
                </a:cubicBezTo>
                <a:cubicBezTo>
                  <a:pt x="269890" y="37033"/>
                  <a:pt x="260155" y="45744"/>
                  <a:pt x="260155" y="58036"/>
                </a:cubicBezTo>
                <a:cubicBezTo>
                  <a:pt x="260155" y="67594"/>
                  <a:pt x="265621" y="74423"/>
                  <a:pt x="280142" y="82618"/>
                </a:cubicBezTo>
                <a:lnTo>
                  <a:pt x="290049" y="88253"/>
                </a:lnTo>
                <a:cubicBezTo>
                  <a:pt x="296026" y="91667"/>
                  <a:pt x="298932" y="95765"/>
                  <a:pt x="298932" y="101056"/>
                </a:cubicBezTo>
                <a:cubicBezTo>
                  <a:pt x="298932" y="108568"/>
                  <a:pt x="293463" y="113348"/>
                  <a:pt x="284753" y="113348"/>
                </a:cubicBezTo>
                <a:cubicBezTo>
                  <a:pt x="278945" y="113348"/>
                  <a:pt x="273649" y="111127"/>
                  <a:pt x="270404" y="107371"/>
                </a:cubicBezTo>
                <a:cubicBezTo>
                  <a:pt x="266817" y="103105"/>
                  <a:pt x="265279" y="99177"/>
                  <a:pt x="263059" y="89447"/>
                </a:cubicBezTo>
                <a:lnTo>
                  <a:pt x="260325" y="89447"/>
                </a:lnTo>
                <a:lnTo>
                  <a:pt x="260325" y="116080"/>
                </a:lnTo>
                <a:lnTo>
                  <a:pt x="262545" y="116080"/>
                </a:lnTo>
                <a:cubicBezTo>
                  <a:pt x="263742" y="114372"/>
                  <a:pt x="264425" y="114031"/>
                  <a:pt x="266476" y="114031"/>
                </a:cubicBezTo>
                <a:cubicBezTo>
                  <a:pt x="268014" y="114070"/>
                  <a:pt x="270404" y="114412"/>
                  <a:pt x="274332" y="115436"/>
                </a:cubicBezTo>
                <a:cubicBezTo>
                  <a:pt x="279115" y="116421"/>
                  <a:pt x="283728" y="117104"/>
                  <a:pt x="286801" y="117104"/>
                </a:cubicBezTo>
                <a:cubicBezTo>
                  <a:pt x="299956" y="117104"/>
                  <a:pt x="310888" y="107202"/>
                  <a:pt x="310888" y="95251"/>
                </a:cubicBezTo>
                <a:cubicBezTo>
                  <a:pt x="310888" y="86715"/>
                  <a:pt x="306788" y="81082"/>
                  <a:pt x="296539" y="74936"/>
                </a:cubicBezTo>
                <a:lnTo>
                  <a:pt x="278090" y="64010"/>
                </a:lnTo>
                <a:cubicBezTo>
                  <a:pt x="273307" y="61278"/>
                  <a:pt x="270745" y="57012"/>
                  <a:pt x="270745" y="52401"/>
                </a:cubicBezTo>
                <a:cubicBezTo>
                  <a:pt x="270745" y="45572"/>
                  <a:pt x="276042" y="40791"/>
                  <a:pt x="283898" y="40791"/>
                </a:cubicBezTo>
                <a:cubicBezTo>
                  <a:pt x="293635" y="40791"/>
                  <a:pt x="298760" y="46596"/>
                  <a:pt x="302688" y="61792"/>
                </a:cubicBezTo>
                <a:lnTo>
                  <a:pt x="305250" y="61766"/>
                </a:lnTo>
                <a:close/>
                <a:moveTo>
                  <a:pt x="371698" y="61766"/>
                </a:moveTo>
                <a:lnTo>
                  <a:pt x="371016" y="38534"/>
                </a:lnTo>
                <a:lnTo>
                  <a:pt x="369136" y="38534"/>
                </a:lnTo>
                <a:lnTo>
                  <a:pt x="368795" y="38878"/>
                </a:lnTo>
                <a:cubicBezTo>
                  <a:pt x="367257" y="40072"/>
                  <a:pt x="367088" y="40244"/>
                  <a:pt x="366405" y="40244"/>
                </a:cubicBezTo>
                <a:cubicBezTo>
                  <a:pt x="365380" y="40244"/>
                  <a:pt x="363671" y="39903"/>
                  <a:pt x="361791" y="39048"/>
                </a:cubicBezTo>
                <a:cubicBezTo>
                  <a:pt x="358033" y="37718"/>
                  <a:pt x="354277" y="37033"/>
                  <a:pt x="349835" y="37033"/>
                </a:cubicBezTo>
                <a:cubicBezTo>
                  <a:pt x="336339" y="37033"/>
                  <a:pt x="326604" y="45744"/>
                  <a:pt x="326604" y="58036"/>
                </a:cubicBezTo>
                <a:cubicBezTo>
                  <a:pt x="326604" y="67594"/>
                  <a:pt x="332070" y="74423"/>
                  <a:pt x="346590" y="82618"/>
                </a:cubicBezTo>
                <a:lnTo>
                  <a:pt x="356497" y="88253"/>
                </a:lnTo>
                <a:cubicBezTo>
                  <a:pt x="362474" y="91667"/>
                  <a:pt x="365380" y="95765"/>
                  <a:pt x="365380" y="101056"/>
                </a:cubicBezTo>
                <a:cubicBezTo>
                  <a:pt x="365380" y="108568"/>
                  <a:pt x="359912" y="113348"/>
                  <a:pt x="351201" y="113348"/>
                </a:cubicBezTo>
                <a:cubicBezTo>
                  <a:pt x="345394" y="113348"/>
                  <a:pt x="340097" y="111127"/>
                  <a:pt x="336852" y="107371"/>
                </a:cubicBezTo>
                <a:cubicBezTo>
                  <a:pt x="333266" y="103105"/>
                  <a:pt x="331728" y="99177"/>
                  <a:pt x="329507" y="89447"/>
                </a:cubicBezTo>
                <a:lnTo>
                  <a:pt x="326773" y="89447"/>
                </a:lnTo>
                <a:lnTo>
                  <a:pt x="326773" y="116080"/>
                </a:lnTo>
                <a:lnTo>
                  <a:pt x="328994" y="116080"/>
                </a:lnTo>
                <a:cubicBezTo>
                  <a:pt x="330190" y="114372"/>
                  <a:pt x="330873" y="114031"/>
                  <a:pt x="332924" y="114031"/>
                </a:cubicBezTo>
                <a:cubicBezTo>
                  <a:pt x="334462" y="114070"/>
                  <a:pt x="336852" y="114412"/>
                  <a:pt x="340780" y="115436"/>
                </a:cubicBezTo>
                <a:cubicBezTo>
                  <a:pt x="345563" y="116421"/>
                  <a:pt x="350177" y="117104"/>
                  <a:pt x="353250" y="117104"/>
                </a:cubicBezTo>
                <a:cubicBezTo>
                  <a:pt x="366405" y="117104"/>
                  <a:pt x="377336" y="107202"/>
                  <a:pt x="377336" y="95251"/>
                </a:cubicBezTo>
                <a:cubicBezTo>
                  <a:pt x="377336" y="86715"/>
                  <a:pt x="373236" y="81082"/>
                  <a:pt x="362988" y="74936"/>
                </a:cubicBezTo>
                <a:lnTo>
                  <a:pt x="344539" y="64010"/>
                </a:lnTo>
                <a:cubicBezTo>
                  <a:pt x="339756" y="61278"/>
                  <a:pt x="337194" y="57012"/>
                  <a:pt x="337194" y="52401"/>
                </a:cubicBezTo>
                <a:cubicBezTo>
                  <a:pt x="337194" y="45572"/>
                  <a:pt x="342490" y="40791"/>
                  <a:pt x="350346" y="40791"/>
                </a:cubicBezTo>
                <a:cubicBezTo>
                  <a:pt x="360084" y="40791"/>
                  <a:pt x="365208" y="46596"/>
                  <a:pt x="369136" y="61792"/>
                </a:cubicBezTo>
                <a:lnTo>
                  <a:pt x="371698" y="61766"/>
                </a:lnTo>
                <a:close/>
                <a:moveTo>
                  <a:pt x="391001" y="71564"/>
                </a:moveTo>
                <a:lnTo>
                  <a:pt x="391001" y="82326"/>
                </a:lnTo>
                <a:lnTo>
                  <a:pt x="433022" y="82326"/>
                </a:lnTo>
                <a:lnTo>
                  <a:pt x="433022" y="71564"/>
                </a:lnTo>
                <a:lnTo>
                  <a:pt x="391001" y="71564"/>
                </a:lnTo>
                <a:close/>
                <a:moveTo>
                  <a:pt x="510916" y="87375"/>
                </a:moveTo>
                <a:cubicBezTo>
                  <a:pt x="502718" y="100363"/>
                  <a:pt x="495370" y="105320"/>
                  <a:pt x="484439" y="105320"/>
                </a:cubicBezTo>
                <a:cubicBezTo>
                  <a:pt x="474704" y="105320"/>
                  <a:pt x="467359" y="100363"/>
                  <a:pt x="462404" y="90622"/>
                </a:cubicBezTo>
                <a:cubicBezTo>
                  <a:pt x="459328" y="84127"/>
                  <a:pt x="458134" y="78486"/>
                  <a:pt x="457793" y="68060"/>
                </a:cubicBezTo>
                <a:lnTo>
                  <a:pt x="510405" y="68060"/>
                </a:lnTo>
                <a:cubicBezTo>
                  <a:pt x="509036" y="56978"/>
                  <a:pt x="507329" y="52041"/>
                  <a:pt x="503060" y="46593"/>
                </a:cubicBezTo>
                <a:cubicBezTo>
                  <a:pt x="497933" y="40455"/>
                  <a:pt x="490077" y="36866"/>
                  <a:pt x="481194" y="36866"/>
                </a:cubicBezTo>
                <a:cubicBezTo>
                  <a:pt x="472652" y="36866"/>
                  <a:pt x="464624" y="39942"/>
                  <a:pt x="458134" y="45741"/>
                </a:cubicBezTo>
                <a:cubicBezTo>
                  <a:pt x="450104" y="52721"/>
                  <a:pt x="445493" y="64815"/>
                  <a:pt x="445493" y="78828"/>
                </a:cubicBezTo>
                <a:cubicBezTo>
                  <a:pt x="445493" y="102414"/>
                  <a:pt x="457793" y="117104"/>
                  <a:pt x="477435" y="117104"/>
                </a:cubicBezTo>
                <a:cubicBezTo>
                  <a:pt x="493663" y="117104"/>
                  <a:pt x="506474" y="107027"/>
                  <a:pt x="513650" y="88571"/>
                </a:cubicBezTo>
                <a:lnTo>
                  <a:pt x="510916" y="87375"/>
                </a:lnTo>
                <a:moveTo>
                  <a:pt x="458134" y="62595"/>
                </a:moveTo>
                <a:cubicBezTo>
                  <a:pt x="460011" y="49317"/>
                  <a:pt x="465821" y="43017"/>
                  <a:pt x="476239" y="43017"/>
                </a:cubicBezTo>
                <a:cubicBezTo>
                  <a:pt x="486660" y="43017"/>
                  <a:pt x="490760" y="47785"/>
                  <a:pt x="492980" y="62595"/>
                </a:cubicBezTo>
                <a:lnTo>
                  <a:pt x="458134" y="62595"/>
                </a:lnTo>
                <a:close/>
                <a:moveTo>
                  <a:pt x="519798" y="47459"/>
                </a:moveTo>
                <a:cubicBezTo>
                  <a:pt x="520823" y="46945"/>
                  <a:pt x="522532" y="46776"/>
                  <a:pt x="524412" y="46776"/>
                </a:cubicBezTo>
                <a:cubicBezTo>
                  <a:pt x="529195" y="46776"/>
                  <a:pt x="530730" y="49338"/>
                  <a:pt x="530730" y="57705"/>
                </a:cubicBezTo>
                <a:lnTo>
                  <a:pt x="530730" y="100065"/>
                </a:lnTo>
                <a:cubicBezTo>
                  <a:pt x="530730" y="109801"/>
                  <a:pt x="528851" y="112191"/>
                  <a:pt x="520140" y="112874"/>
                </a:cubicBezTo>
                <a:lnTo>
                  <a:pt x="520140" y="115436"/>
                </a:lnTo>
                <a:lnTo>
                  <a:pt x="556354" y="115436"/>
                </a:lnTo>
                <a:lnTo>
                  <a:pt x="556354" y="112874"/>
                </a:lnTo>
                <a:cubicBezTo>
                  <a:pt x="547641" y="112191"/>
                  <a:pt x="545078" y="110142"/>
                  <a:pt x="545078" y="103993"/>
                </a:cubicBezTo>
                <a:lnTo>
                  <a:pt x="545078" y="55998"/>
                </a:lnTo>
                <a:cubicBezTo>
                  <a:pt x="553278" y="48311"/>
                  <a:pt x="557037" y="46262"/>
                  <a:pt x="562675" y="46262"/>
                </a:cubicBezTo>
                <a:cubicBezTo>
                  <a:pt x="571044" y="46262"/>
                  <a:pt x="575144" y="51556"/>
                  <a:pt x="575144" y="62829"/>
                </a:cubicBezTo>
                <a:lnTo>
                  <a:pt x="575144" y="98528"/>
                </a:lnTo>
                <a:cubicBezTo>
                  <a:pt x="575144" y="109287"/>
                  <a:pt x="572924" y="112191"/>
                  <a:pt x="564382" y="112874"/>
                </a:cubicBezTo>
                <a:lnTo>
                  <a:pt x="564382" y="115436"/>
                </a:lnTo>
                <a:lnTo>
                  <a:pt x="599914" y="115436"/>
                </a:lnTo>
                <a:lnTo>
                  <a:pt x="599914" y="112874"/>
                </a:lnTo>
                <a:cubicBezTo>
                  <a:pt x="591542" y="112021"/>
                  <a:pt x="589493" y="109970"/>
                  <a:pt x="589493" y="101603"/>
                </a:cubicBezTo>
                <a:lnTo>
                  <a:pt x="589493" y="62488"/>
                </a:lnTo>
                <a:cubicBezTo>
                  <a:pt x="589493" y="46434"/>
                  <a:pt x="581976" y="36866"/>
                  <a:pt x="569337" y="36866"/>
                </a:cubicBezTo>
                <a:cubicBezTo>
                  <a:pt x="561478" y="36866"/>
                  <a:pt x="556182" y="39772"/>
                  <a:pt x="544568" y="50704"/>
                </a:cubicBezTo>
                <a:lnTo>
                  <a:pt x="544568" y="37210"/>
                </a:lnTo>
                <a:lnTo>
                  <a:pt x="543371" y="36866"/>
                </a:lnTo>
                <a:cubicBezTo>
                  <a:pt x="535002" y="39942"/>
                  <a:pt x="529195" y="41821"/>
                  <a:pt x="519798" y="44555"/>
                </a:cubicBezTo>
                <a:lnTo>
                  <a:pt x="519798" y="47459"/>
                </a:lnTo>
                <a:close/>
                <a:moveTo>
                  <a:pt x="646033" y="38534"/>
                </a:moveTo>
                <a:lnTo>
                  <a:pt x="628780" y="38534"/>
                </a:lnTo>
                <a:lnTo>
                  <a:pt x="628780" y="18720"/>
                </a:lnTo>
                <a:cubicBezTo>
                  <a:pt x="628780" y="17013"/>
                  <a:pt x="628611" y="16499"/>
                  <a:pt x="627584" y="16499"/>
                </a:cubicBezTo>
                <a:cubicBezTo>
                  <a:pt x="626390" y="18037"/>
                  <a:pt x="625363" y="19575"/>
                  <a:pt x="624170" y="21282"/>
                </a:cubicBezTo>
                <a:cubicBezTo>
                  <a:pt x="617677" y="30678"/>
                  <a:pt x="610332" y="38878"/>
                  <a:pt x="607600" y="39561"/>
                </a:cubicBezTo>
                <a:cubicBezTo>
                  <a:pt x="605721" y="40755"/>
                  <a:pt x="604694" y="41951"/>
                  <a:pt x="604694" y="42806"/>
                </a:cubicBezTo>
                <a:cubicBezTo>
                  <a:pt x="604694" y="43320"/>
                  <a:pt x="604866" y="43661"/>
                  <a:pt x="605379" y="44003"/>
                </a:cubicBezTo>
                <a:lnTo>
                  <a:pt x="614432" y="44003"/>
                </a:lnTo>
                <a:lnTo>
                  <a:pt x="614432" y="95413"/>
                </a:lnTo>
                <a:cubicBezTo>
                  <a:pt x="614432" y="109759"/>
                  <a:pt x="619556" y="117104"/>
                  <a:pt x="629635" y="117104"/>
                </a:cubicBezTo>
                <a:cubicBezTo>
                  <a:pt x="638005" y="117104"/>
                  <a:pt x="644495" y="113007"/>
                  <a:pt x="650133" y="104124"/>
                </a:cubicBezTo>
                <a:lnTo>
                  <a:pt x="647912" y="102245"/>
                </a:lnTo>
                <a:cubicBezTo>
                  <a:pt x="644326" y="106514"/>
                  <a:pt x="641422" y="108224"/>
                  <a:pt x="637663" y="108224"/>
                </a:cubicBezTo>
                <a:cubicBezTo>
                  <a:pt x="631343" y="108224"/>
                  <a:pt x="628780" y="103610"/>
                  <a:pt x="628780" y="92851"/>
                </a:cubicBezTo>
                <a:lnTo>
                  <a:pt x="628780" y="44003"/>
                </a:lnTo>
                <a:lnTo>
                  <a:pt x="646033" y="44003"/>
                </a:lnTo>
                <a:lnTo>
                  <a:pt x="646033" y="38534"/>
                </a:lnTo>
                <a:close/>
                <a:moveTo>
                  <a:pt x="651158" y="48825"/>
                </a:moveTo>
                <a:cubicBezTo>
                  <a:pt x="653550" y="48311"/>
                  <a:pt x="655088" y="48139"/>
                  <a:pt x="657137" y="48139"/>
                </a:cubicBezTo>
                <a:cubicBezTo>
                  <a:pt x="661406" y="48139"/>
                  <a:pt x="662944" y="50873"/>
                  <a:pt x="662944" y="58388"/>
                </a:cubicBezTo>
                <a:lnTo>
                  <a:pt x="662944" y="101090"/>
                </a:lnTo>
                <a:cubicBezTo>
                  <a:pt x="662944" y="109629"/>
                  <a:pt x="661748" y="110825"/>
                  <a:pt x="650816" y="112874"/>
                </a:cubicBezTo>
                <a:lnTo>
                  <a:pt x="650816" y="115436"/>
                </a:lnTo>
                <a:lnTo>
                  <a:pt x="691813" y="115436"/>
                </a:lnTo>
                <a:lnTo>
                  <a:pt x="691813" y="112874"/>
                </a:lnTo>
                <a:cubicBezTo>
                  <a:pt x="680196" y="112363"/>
                  <a:pt x="677293" y="109801"/>
                  <a:pt x="677293" y="100065"/>
                </a:cubicBezTo>
                <a:lnTo>
                  <a:pt x="677293" y="61633"/>
                </a:lnTo>
                <a:cubicBezTo>
                  <a:pt x="677293" y="56167"/>
                  <a:pt x="684638" y="47628"/>
                  <a:pt x="689251" y="47628"/>
                </a:cubicBezTo>
                <a:cubicBezTo>
                  <a:pt x="690276" y="47628"/>
                  <a:pt x="691813" y="48483"/>
                  <a:pt x="693693" y="50190"/>
                </a:cubicBezTo>
                <a:cubicBezTo>
                  <a:pt x="696424" y="52581"/>
                  <a:pt x="698304" y="53605"/>
                  <a:pt x="700524" y="53605"/>
                </a:cubicBezTo>
                <a:cubicBezTo>
                  <a:pt x="704624" y="53605"/>
                  <a:pt x="707187" y="50701"/>
                  <a:pt x="707187" y="45921"/>
                </a:cubicBezTo>
                <a:cubicBezTo>
                  <a:pt x="707187" y="40283"/>
                  <a:pt x="703600" y="36866"/>
                  <a:pt x="697793" y="36866"/>
                </a:cubicBezTo>
                <a:cubicBezTo>
                  <a:pt x="690617" y="36866"/>
                  <a:pt x="685665" y="40797"/>
                  <a:pt x="677293" y="52922"/>
                </a:cubicBezTo>
                <a:lnTo>
                  <a:pt x="677293" y="37210"/>
                </a:lnTo>
                <a:lnTo>
                  <a:pt x="676440" y="36866"/>
                </a:lnTo>
                <a:cubicBezTo>
                  <a:pt x="667386" y="40625"/>
                  <a:pt x="661237" y="42845"/>
                  <a:pt x="651158" y="46090"/>
                </a:cubicBezTo>
                <a:lnTo>
                  <a:pt x="651158" y="48825"/>
                </a:lnTo>
                <a:close/>
                <a:moveTo>
                  <a:pt x="749551" y="36866"/>
                </a:moveTo>
                <a:cubicBezTo>
                  <a:pt x="727343" y="36866"/>
                  <a:pt x="711798" y="53258"/>
                  <a:pt x="711798" y="76816"/>
                </a:cubicBezTo>
                <a:cubicBezTo>
                  <a:pt x="711798" y="99860"/>
                  <a:pt x="727685" y="117104"/>
                  <a:pt x="749207" y="117104"/>
                </a:cubicBezTo>
                <a:cubicBezTo>
                  <a:pt x="770731" y="117104"/>
                  <a:pt x="787128" y="99007"/>
                  <a:pt x="787128" y="75450"/>
                </a:cubicBezTo>
                <a:cubicBezTo>
                  <a:pt x="787128" y="53086"/>
                  <a:pt x="771414" y="36866"/>
                  <a:pt x="749551" y="36866"/>
                </a:cubicBezTo>
                <a:moveTo>
                  <a:pt x="747330" y="41652"/>
                </a:moveTo>
                <a:cubicBezTo>
                  <a:pt x="761679" y="41652"/>
                  <a:pt x="771755" y="58039"/>
                  <a:pt x="771755" y="81424"/>
                </a:cubicBezTo>
                <a:cubicBezTo>
                  <a:pt x="771755" y="100714"/>
                  <a:pt x="764069" y="112321"/>
                  <a:pt x="751258" y="112321"/>
                </a:cubicBezTo>
                <a:cubicBezTo>
                  <a:pt x="744596" y="112321"/>
                  <a:pt x="738275" y="108226"/>
                  <a:pt x="734688" y="101397"/>
                </a:cubicBezTo>
                <a:cubicBezTo>
                  <a:pt x="729906" y="92520"/>
                  <a:pt x="727171" y="80572"/>
                  <a:pt x="727171" y="68451"/>
                </a:cubicBezTo>
                <a:cubicBezTo>
                  <a:pt x="727171" y="52234"/>
                  <a:pt x="735199" y="41652"/>
                  <a:pt x="747330" y="41652"/>
                </a:cubicBezTo>
                <a:close/>
                <a:moveTo>
                  <a:pt x="793791" y="48269"/>
                </a:moveTo>
                <a:cubicBezTo>
                  <a:pt x="795328" y="48100"/>
                  <a:pt x="796525" y="48100"/>
                  <a:pt x="798063" y="48100"/>
                </a:cubicBezTo>
                <a:cubicBezTo>
                  <a:pt x="803870" y="48100"/>
                  <a:pt x="805066" y="49807"/>
                  <a:pt x="805066" y="57835"/>
                </a:cubicBezTo>
                <a:lnTo>
                  <a:pt x="805066" y="137779"/>
                </a:lnTo>
                <a:cubicBezTo>
                  <a:pt x="805066" y="146662"/>
                  <a:pt x="803187" y="148541"/>
                  <a:pt x="793108" y="149565"/>
                </a:cubicBezTo>
                <a:lnTo>
                  <a:pt x="793108" y="152469"/>
                </a:lnTo>
                <a:lnTo>
                  <a:pt x="834446" y="152469"/>
                </a:lnTo>
                <a:lnTo>
                  <a:pt x="834446" y="149396"/>
                </a:lnTo>
                <a:cubicBezTo>
                  <a:pt x="821636" y="149224"/>
                  <a:pt x="819415" y="147344"/>
                  <a:pt x="819415" y="136582"/>
                </a:cubicBezTo>
                <a:lnTo>
                  <a:pt x="819415" y="109762"/>
                </a:lnTo>
                <a:cubicBezTo>
                  <a:pt x="825394" y="115397"/>
                  <a:pt x="829492" y="117104"/>
                  <a:pt x="836667" y="117104"/>
                </a:cubicBezTo>
                <a:cubicBezTo>
                  <a:pt x="856823" y="117104"/>
                  <a:pt x="872538" y="97983"/>
                  <a:pt x="872538" y="73232"/>
                </a:cubicBezTo>
                <a:cubicBezTo>
                  <a:pt x="872538" y="52067"/>
                  <a:pt x="860582" y="36866"/>
                  <a:pt x="844012" y="36866"/>
                </a:cubicBezTo>
                <a:cubicBezTo>
                  <a:pt x="834446" y="36866"/>
                  <a:pt x="826929" y="41138"/>
                  <a:pt x="819415" y="50360"/>
                </a:cubicBezTo>
                <a:lnTo>
                  <a:pt x="819415" y="37210"/>
                </a:lnTo>
                <a:lnTo>
                  <a:pt x="818390" y="36866"/>
                </a:lnTo>
                <a:cubicBezTo>
                  <a:pt x="809166" y="40455"/>
                  <a:pt x="803187" y="42676"/>
                  <a:pt x="793791" y="45580"/>
                </a:cubicBezTo>
                <a:lnTo>
                  <a:pt x="793791" y="48269"/>
                </a:lnTo>
                <a:moveTo>
                  <a:pt x="819415" y="58383"/>
                </a:moveTo>
                <a:cubicBezTo>
                  <a:pt x="819415" y="53261"/>
                  <a:pt x="828981" y="47117"/>
                  <a:pt x="836837" y="47117"/>
                </a:cubicBezTo>
                <a:cubicBezTo>
                  <a:pt x="849478" y="47117"/>
                  <a:pt x="857847" y="60090"/>
                  <a:pt x="857847" y="79891"/>
                </a:cubicBezTo>
                <a:cubicBezTo>
                  <a:pt x="857847" y="98838"/>
                  <a:pt x="849478" y="111638"/>
                  <a:pt x="837181" y="111638"/>
                </a:cubicBezTo>
                <a:cubicBezTo>
                  <a:pt x="829150" y="111638"/>
                  <a:pt x="819415" y="105495"/>
                  <a:pt x="819415" y="100373"/>
                </a:cubicBezTo>
                <a:lnTo>
                  <a:pt x="819415" y="58383"/>
                </a:lnTo>
                <a:close/>
                <a:moveTo>
                  <a:pt x="957094" y="38534"/>
                </a:moveTo>
                <a:lnTo>
                  <a:pt x="934034" y="38534"/>
                </a:lnTo>
                <a:lnTo>
                  <a:pt x="934034" y="41099"/>
                </a:lnTo>
                <a:cubicBezTo>
                  <a:pt x="939500" y="41099"/>
                  <a:pt x="942234" y="42634"/>
                  <a:pt x="942234" y="45368"/>
                </a:cubicBezTo>
                <a:cubicBezTo>
                  <a:pt x="942234" y="46051"/>
                  <a:pt x="942062" y="47076"/>
                  <a:pt x="941548" y="48272"/>
                </a:cubicBezTo>
                <a:lnTo>
                  <a:pt x="924979" y="95416"/>
                </a:lnTo>
                <a:lnTo>
                  <a:pt x="905337" y="52200"/>
                </a:lnTo>
                <a:cubicBezTo>
                  <a:pt x="904310" y="49810"/>
                  <a:pt x="903627" y="47589"/>
                  <a:pt x="903627" y="45710"/>
                </a:cubicBezTo>
                <a:cubicBezTo>
                  <a:pt x="903627" y="42634"/>
                  <a:pt x="906189" y="41440"/>
                  <a:pt x="913534" y="41099"/>
                </a:cubicBezTo>
                <a:lnTo>
                  <a:pt x="913534" y="38534"/>
                </a:lnTo>
                <a:lnTo>
                  <a:pt x="878346" y="38534"/>
                </a:lnTo>
                <a:lnTo>
                  <a:pt x="878346" y="40927"/>
                </a:lnTo>
                <a:cubicBezTo>
                  <a:pt x="882788" y="41610"/>
                  <a:pt x="885692" y="43489"/>
                  <a:pt x="887057" y="46393"/>
                </a:cubicBezTo>
                <a:lnTo>
                  <a:pt x="906530" y="88415"/>
                </a:lnTo>
                <a:lnTo>
                  <a:pt x="907044" y="89780"/>
                </a:lnTo>
                <a:lnTo>
                  <a:pt x="909606" y="94905"/>
                </a:lnTo>
                <a:cubicBezTo>
                  <a:pt x="914389" y="103446"/>
                  <a:pt x="917123" y="109595"/>
                  <a:pt x="917123" y="112157"/>
                </a:cubicBezTo>
                <a:cubicBezTo>
                  <a:pt x="917123" y="114719"/>
                  <a:pt x="913193" y="125479"/>
                  <a:pt x="910289" y="130603"/>
                </a:cubicBezTo>
                <a:cubicBezTo>
                  <a:pt x="907899" y="135044"/>
                  <a:pt x="904140" y="138290"/>
                  <a:pt x="901747" y="138290"/>
                </a:cubicBezTo>
                <a:cubicBezTo>
                  <a:pt x="900723" y="138290"/>
                  <a:pt x="899185" y="137948"/>
                  <a:pt x="897478" y="137096"/>
                </a:cubicBezTo>
                <a:cubicBezTo>
                  <a:pt x="894233" y="135899"/>
                  <a:pt x="891329" y="135217"/>
                  <a:pt x="888426" y="135217"/>
                </a:cubicBezTo>
                <a:cubicBezTo>
                  <a:pt x="884495" y="135217"/>
                  <a:pt x="881081" y="138634"/>
                  <a:pt x="881081" y="142731"/>
                </a:cubicBezTo>
                <a:cubicBezTo>
                  <a:pt x="881081" y="148369"/>
                  <a:pt x="886546" y="152641"/>
                  <a:pt x="893720" y="152641"/>
                </a:cubicBezTo>
                <a:cubicBezTo>
                  <a:pt x="905165" y="152641"/>
                  <a:pt x="913365" y="143075"/>
                  <a:pt x="922589" y="118478"/>
                </a:cubicBezTo>
                <a:lnTo>
                  <a:pt x="948894" y="48786"/>
                </a:lnTo>
                <a:cubicBezTo>
                  <a:pt x="951114" y="43317"/>
                  <a:pt x="952994" y="41610"/>
                  <a:pt x="957094" y="41099"/>
                </a:cubicBezTo>
                <a:lnTo>
                  <a:pt x="957094" y="38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Cross-entropy">
            <a:extLst xmlns:a="http://schemas.openxmlformats.org/drawingml/2006/main">
              <a:ext uri="{FF2B5EF4-FFF2-40B4-BE49-F238E27FC236}">
                <a16:creationId xmlns:a16="http://schemas.microsoft.com/office/drawing/2014/main" id="{40837A7F-3846-4952-9C5E-98D26749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160" y="3834414"/>
            <a:ext cx="957094" cy="152641"/>
          </a:xfrm>
          <a:custGeom xmlns:a="http://schemas.openxmlformats.org/drawingml/2006/main">
            <a:pathLst>
              <a:path w="957094" h="152641">
                <a:moveTo>
                  <a:pt x="101124" y="38579"/>
                </a:moveTo>
                <a:lnTo>
                  <a:pt x="99586" y="0"/>
                </a:lnTo>
                <a:lnTo>
                  <a:pt x="95999" y="0"/>
                </a:lnTo>
                <a:cubicBezTo>
                  <a:pt x="94975" y="3589"/>
                  <a:pt x="92241" y="5638"/>
                  <a:pt x="88824" y="5638"/>
                </a:cubicBezTo>
                <a:cubicBezTo>
                  <a:pt x="87286" y="5638"/>
                  <a:pt x="84724" y="5127"/>
                  <a:pt x="82162" y="4100"/>
                </a:cubicBezTo>
                <a:cubicBezTo>
                  <a:pt x="73792" y="1368"/>
                  <a:pt x="65251" y="0"/>
                  <a:pt x="57223" y="0"/>
                </a:cubicBezTo>
                <a:cubicBezTo>
                  <a:pt x="43215" y="0"/>
                  <a:pt x="29039" y="5296"/>
                  <a:pt x="18446" y="14685"/>
                </a:cubicBezTo>
                <a:cubicBezTo>
                  <a:pt x="6490" y="25267"/>
                  <a:pt x="0" y="41138"/>
                  <a:pt x="0" y="59910"/>
                </a:cubicBezTo>
                <a:cubicBezTo>
                  <a:pt x="0" y="75783"/>
                  <a:pt x="5124" y="90461"/>
                  <a:pt x="13835" y="100188"/>
                </a:cubicBezTo>
                <a:cubicBezTo>
                  <a:pt x="24084" y="111281"/>
                  <a:pt x="39798" y="117771"/>
                  <a:pt x="56712" y="117771"/>
                </a:cubicBezTo>
                <a:cubicBezTo>
                  <a:pt x="76013" y="117771"/>
                  <a:pt x="92924" y="109915"/>
                  <a:pt x="103344" y="96091"/>
                </a:cubicBezTo>
                <a:lnTo>
                  <a:pt x="100269" y="93020"/>
                </a:lnTo>
                <a:cubicBezTo>
                  <a:pt x="87630" y="105138"/>
                  <a:pt x="76354" y="110257"/>
                  <a:pt x="62178" y="110257"/>
                </a:cubicBezTo>
                <a:cubicBezTo>
                  <a:pt x="51415" y="110257"/>
                  <a:pt x="41850" y="106842"/>
                  <a:pt x="34505" y="100357"/>
                </a:cubicBezTo>
                <a:cubicBezTo>
                  <a:pt x="25108" y="91996"/>
                  <a:pt x="19814" y="76636"/>
                  <a:pt x="19814" y="57692"/>
                </a:cubicBezTo>
                <a:cubicBezTo>
                  <a:pt x="19814" y="26802"/>
                  <a:pt x="35701" y="6834"/>
                  <a:pt x="60468" y="6834"/>
                </a:cubicBezTo>
                <a:cubicBezTo>
                  <a:pt x="70206" y="6834"/>
                  <a:pt x="79089" y="10418"/>
                  <a:pt x="85920" y="17244"/>
                </a:cubicBezTo>
                <a:cubicBezTo>
                  <a:pt x="91386" y="22705"/>
                  <a:pt x="93948" y="27485"/>
                  <a:pt x="97196" y="38579"/>
                </a:cubicBezTo>
                <a:lnTo>
                  <a:pt x="101124" y="38579"/>
                </a:lnTo>
                <a:close/>
                <a:moveTo>
                  <a:pt x="110347" y="48825"/>
                </a:moveTo>
                <a:cubicBezTo>
                  <a:pt x="112739" y="48311"/>
                  <a:pt x="114277" y="48139"/>
                  <a:pt x="116326" y="48139"/>
                </a:cubicBezTo>
                <a:cubicBezTo>
                  <a:pt x="120595" y="48139"/>
                  <a:pt x="122133" y="50873"/>
                  <a:pt x="122133" y="58388"/>
                </a:cubicBezTo>
                <a:lnTo>
                  <a:pt x="122133" y="101090"/>
                </a:lnTo>
                <a:cubicBezTo>
                  <a:pt x="122133" y="109629"/>
                  <a:pt x="120937" y="110825"/>
                  <a:pt x="110005" y="112874"/>
                </a:cubicBezTo>
                <a:lnTo>
                  <a:pt x="110005" y="115436"/>
                </a:lnTo>
                <a:lnTo>
                  <a:pt x="151002" y="115436"/>
                </a:lnTo>
                <a:lnTo>
                  <a:pt x="151002" y="112874"/>
                </a:lnTo>
                <a:cubicBezTo>
                  <a:pt x="139385" y="112363"/>
                  <a:pt x="136482" y="109801"/>
                  <a:pt x="136482" y="100065"/>
                </a:cubicBezTo>
                <a:lnTo>
                  <a:pt x="136482" y="61633"/>
                </a:lnTo>
                <a:cubicBezTo>
                  <a:pt x="136482" y="56167"/>
                  <a:pt x="143827" y="47628"/>
                  <a:pt x="148440" y="47628"/>
                </a:cubicBezTo>
                <a:cubicBezTo>
                  <a:pt x="149465" y="47628"/>
                  <a:pt x="151002" y="48483"/>
                  <a:pt x="152882" y="50190"/>
                </a:cubicBezTo>
                <a:cubicBezTo>
                  <a:pt x="155613" y="52581"/>
                  <a:pt x="157493" y="53605"/>
                  <a:pt x="159713" y="53605"/>
                </a:cubicBezTo>
                <a:cubicBezTo>
                  <a:pt x="163813" y="53605"/>
                  <a:pt x="166375" y="50701"/>
                  <a:pt x="166375" y="45921"/>
                </a:cubicBezTo>
                <a:cubicBezTo>
                  <a:pt x="166375" y="40283"/>
                  <a:pt x="162789" y="36866"/>
                  <a:pt x="156982" y="36866"/>
                </a:cubicBezTo>
                <a:cubicBezTo>
                  <a:pt x="149806" y="36866"/>
                  <a:pt x="144854" y="40797"/>
                  <a:pt x="136482" y="52922"/>
                </a:cubicBezTo>
                <a:lnTo>
                  <a:pt x="136482" y="37210"/>
                </a:lnTo>
                <a:lnTo>
                  <a:pt x="135629" y="36866"/>
                </a:lnTo>
                <a:cubicBezTo>
                  <a:pt x="126575" y="40625"/>
                  <a:pt x="120426" y="42845"/>
                  <a:pt x="110347" y="46090"/>
                </a:cubicBezTo>
                <a:lnTo>
                  <a:pt x="110347" y="48825"/>
                </a:lnTo>
                <a:close/>
                <a:moveTo>
                  <a:pt x="208740" y="36866"/>
                </a:moveTo>
                <a:cubicBezTo>
                  <a:pt x="186533" y="36866"/>
                  <a:pt x="170988" y="53258"/>
                  <a:pt x="170988" y="76816"/>
                </a:cubicBezTo>
                <a:cubicBezTo>
                  <a:pt x="170988" y="99860"/>
                  <a:pt x="186875" y="117104"/>
                  <a:pt x="208396" y="117104"/>
                </a:cubicBezTo>
                <a:cubicBezTo>
                  <a:pt x="229921" y="117104"/>
                  <a:pt x="246318" y="99007"/>
                  <a:pt x="246318" y="75450"/>
                </a:cubicBezTo>
                <a:cubicBezTo>
                  <a:pt x="246318" y="53086"/>
                  <a:pt x="230604" y="36866"/>
                  <a:pt x="208740" y="36866"/>
                </a:cubicBezTo>
                <a:moveTo>
                  <a:pt x="206520" y="41652"/>
                </a:moveTo>
                <a:cubicBezTo>
                  <a:pt x="220868" y="41652"/>
                  <a:pt x="230945" y="58039"/>
                  <a:pt x="230945" y="81424"/>
                </a:cubicBezTo>
                <a:cubicBezTo>
                  <a:pt x="230945" y="100714"/>
                  <a:pt x="223259" y="112321"/>
                  <a:pt x="210448" y="112321"/>
                </a:cubicBezTo>
                <a:cubicBezTo>
                  <a:pt x="203786" y="112321"/>
                  <a:pt x="197465" y="108226"/>
                  <a:pt x="193878" y="101397"/>
                </a:cubicBezTo>
                <a:cubicBezTo>
                  <a:pt x="189095" y="92520"/>
                  <a:pt x="186361" y="80572"/>
                  <a:pt x="186361" y="68451"/>
                </a:cubicBezTo>
                <a:cubicBezTo>
                  <a:pt x="186361" y="52234"/>
                  <a:pt x="194389" y="41652"/>
                  <a:pt x="206520" y="41652"/>
                </a:cubicBezTo>
                <a:close/>
                <a:moveTo>
                  <a:pt x="305250" y="61766"/>
                </a:moveTo>
                <a:lnTo>
                  <a:pt x="304568" y="38534"/>
                </a:lnTo>
                <a:lnTo>
                  <a:pt x="302688" y="38534"/>
                </a:lnTo>
                <a:lnTo>
                  <a:pt x="302347" y="38878"/>
                </a:lnTo>
                <a:cubicBezTo>
                  <a:pt x="300809" y="40072"/>
                  <a:pt x="300640" y="40244"/>
                  <a:pt x="299957" y="40244"/>
                </a:cubicBezTo>
                <a:cubicBezTo>
                  <a:pt x="298932" y="40244"/>
                  <a:pt x="297222" y="39903"/>
                  <a:pt x="295343" y="39048"/>
                </a:cubicBezTo>
                <a:cubicBezTo>
                  <a:pt x="291585" y="37718"/>
                  <a:pt x="287829" y="37033"/>
                  <a:pt x="283387" y="37033"/>
                </a:cubicBezTo>
                <a:cubicBezTo>
                  <a:pt x="269891" y="37033"/>
                  <a:pt x="260156" y="45744"/>
                  <a:pt x="260156" y="58036"/>
                </a:cubicBezTo>
                <a:cubicBezTo>
                  <a:pt x="260156" y="67594"/>
                  <a:pt x="265622" y="74423"/>
                  <a:pt x="280142" y="82618"/>
                </a:cubicBezTo>
                <a:lnTo>
                  <a:pt x="290049" y="88253"/>
                </a:lnTo>
                <a:cubicBezTo>
                  <a:pt x="296026" y="91667"/>
                  <a:pt x="298932" y="95765"/>
                  <a:pt x="298932" y="101056"/>
                </a:cubicBezTo>
                <a:cubicBezTo>
                  <a:pt x="298932" y="108568"/>
                  <a:pt x="293464" y="113348"/>
                  <a:pt x="284753" y="113348"/>
                </a:cubicBezTo>
                <a:cubicBezTo>
                  <a:pt x="278946" y="113348"/>
                  <a:pt x="273649" y="111127"/>
                  <a:pt x="270404" y="107371"/>
                </a:cubicBezTo>
                <a:cubicBezTo>
                  <a:pt x="266818" y="103105"/>
                  <a:pt x="265280" y="99177"/>
                  <a:pt x="263059" y="89447"/>
                </a:cubicBezTo>
                <a:lnTo>
                  <a:pt x="260325" y="89447"/>
                </a:lnTo>
                <a:lnTo>
                  <a:pt x="260325" y="116080"/>
                </a:lnTo>
                <a:lnTo>
                  <a:pt x="262546" y="116080"/>
                </a:lnTo>
                <a:cubicBezTo>
                  <a:pt x="263742" y="114372"/>
                  <a:pt x="264425" y="114031"/>
                  <a:pt x="266476" y="114031"/>
                </a:cubicBezTo>
                <a:cubicBezTo>
                  <a:pt x="268014" y="114070"/>
                  <a:pt x="270404" y="114412"/>
                  <a:pt x="274332" y="115436"/>
                </a:cubicBezTo>
                <a:cubicBezTo>
                  <a:pt x="279115" y="116421"/>
                  <a:pt x="283729" y="117104"/>
                  <a:pt x="286802" y="117104"/>
                </a:cubicBezTo>
                <a:cubicBezTo>
                  <a:pt x="299957" y="117104"/>
                  <a:pt x="310888" y="107202"/>
                  <a:pt x="310888" y="95251"/>
                </a:cubicBezTo>
                <a:cubicBezTo>
                  <a:pt x="310888" y="86715"/>
                  <a:pt x="306788" y="81082"/>
                  <a:pt x="296540" y="74936"/>
                </a:cubicBezTo>
                <a:lnTo>
                  <a:pt x="278091" y="64010"/>
                </a:lnTo>
                <a:cubicBezTo>
                  <a:pt x="273308" y="61278"/>
                  <a:pt x="270746" y="57012"/>
                  <a:pt x="270746" y="52401"/>
                </a:cubicBezTo>
                <a:cubicBezTo>
                  <a:pt x="270746" y="45572"/>
                  <a:pt x="276042" y="40791"/>
                  <a:pt x="283898" y="40791"/>
                </a:cubicBezTo>
                <a:cubicBezTo>
                  <a:pt x="293636" y="40791"/>
                  <a:pt x="298760" y="46596"/>
                  <a:pt x="302688" y="61792"/>
                </a:cubicBezTo>
                <a:lnTo>
                  <a:pt x="305250" y="61766"/>
                </a:lnTo>
                <a:close/>
                <a:moveTo>
                  <a:pt x="371699" y="61766"/>
                </a:moveTo>
                <a:lnTo>
                  <a:pt x="371016" y="38534"/>
                </a:lnTo>
                <a:lnTo>
                  <a:pt x="369137" y="38534"/>
                </a:lnTo>
                <a:lnTo>
                  <a:pt x="368795" y="38878"/>
                </a:lnTo>
                <a:cubicBezTo>
                  <a:pt x="367257" y="40072"/>
                  <a:pt x="367088" y="40244"/>
                  <a:pt x="366405" y="40244"/>
                </a:cubicBezTo>
                <a:cubicBezTo>
                  <a:pt x="365381" y="40244"/>
                  <a:pt x="363671" y="39903"/>
                  <a:pt x="361792" y="39048"/>
                </a:cubicBezTo>
                <a:cubicBezTo>
                  <a:pt x="358033" y="37718"/>
                  <a:pt x="354277" y="37033"/>
                  <a:pt x="349836" y="37033"/>
                </a:cubicBezTo>
                <a:cubicBezTo>
                  <a:pt x="336339" y="37033"/>
                  <a:pt x="326604" y="45744"/>
                  <a:pt x="326604" y="58036"/>
                </a:cubicBezTo>
                <a:cubicBezTo>
                  <a:pt x="326604" y="67594"/>
                  <a:pt x="332070" y="74423"/>
                  <a:pt x="346591" y="82618"/>
                </a:cubicBezTo>
                <a:lnTo>
                  <a:pt x="356498" y="88253"/>
                </a:lnTo>
                <a:cubicBezTo>
                  <a:pt x="362474" y="91667"/>
                  <a:pt x="365381" y="95765"/>
                  <a:pt x="365381" y="101056"/>
                </a:cubicBezTo>
                <a:cubicBezTo>
                  <a:pt x="365381" y="108568"/>
                  <a:pt x="359912" y="113348"/>
                  <a:pt x="351201" y="113348"/>
                </a:cubicBezTo>
                <a:cubicBezTo>
                  <a:pt x="345394" y="113348"/>
                  <a:pt x="340098" y="111127"/>
                  <a:pt x="336853" y="107371"/>
                </a:cubicBezTo>
                <a:cubicBezTo>
                  <a:pt x="333266" y="103105"/>
                  <a:pt x="331728" y="99177"/>
                  <a:pt x="329508" y="89447"/>
                </a:cubicBezTo>
                <a:lnTo>
                  <a:pt x="326773" y="89447"/>
                </a:lnTo>
                <a:lnTo>
                  <a:pt x="326773" y="116080"/>
                </a:lnTo>
                <a:lnTo>
                  <a:pt x="328994" y="116080"/>
                </a:lnTo>
                <a:cubicBezTo>
                  <a:pt x="330191" y="114372"/>
                  <a:pt x="330873" y="114031"/>
                  <a:pt x="332925" y="114031"/>
                </a:cubicBezTo>
                <a:cubicBezTo>
                  <a:pt x="334463" y="114070"/>
                  <a:pt x="336853" y="114412"/>
                  <a:pt x="340781" y="115436"/>
                </a:cubicBezTo>
                <a:cubicBezTo>
                  <a:pt x="345564" y="116421"/>
                  <a:pt x="350177" y="117104"/>
                  <a:pt x="353250" y="117104"/>
                </a:cubicBezTo>
                <a:cubicBezTo>
                  <a:pt x="366405" y="117104"/>
                  <a:pt x="377337" y="107202"/>
                  <a:pt x="377337" y="95251"/>
                </a:cubicBezTo>
                <a:cubicBezTo>
                  <a:pt x="377337" y="86715"/>
                  <a:pt x="373237" y="81082"/>
                  <a:pt x="362988" y="74936"/>
                </a:cubicBezTo>
                <a:lnTo>
                  <a:pt x="344539" y="64010"/>
                </a:lnTo>
                <a:cubicBezTo>
                  <a:pt x="339756" y="61278"/>
                  <a:pt x="337194" y="57012"/>
                  <a:pt x="337194" y="52401"/>
                </a:cubicBezTo>
                <a:cubicBezTo>
                  <a:pt x="337194" y="45572"/>
                  <a:pt x="342491" y="40791"/>
                  <a:pt x="350346" y="40791"/>
                </a:cubicBezTo>
                <a:cubicBezTo>
                  <a:pt x="360084" y="40791"/>
                  <a:pt x="365209" y="46596"/>
                  <a:pt x="369137" y="61792"/>
                </a:cubicBezTo>
                <a:lnTo>
                  <a:pt x="371699" y="61766"/>
                </a:lnTo>
                <a:close/>
                <a:moveTo>
                  <a:pt x="391001" y="71564"/>
                </a:moveTo>
                <a:lnTo>
                  <a:pt x="391001" y="82326"/>
                </a:lnTo>
                <a:lnTo>
                  <a:pt x="433023" y="82326"/>
                </a:lnTo>
                <a:lnTo>
                  <a:pt x="433023" y="71564"/>
                </a:lnTo>
                <a:lnTo>
                  <a:pt x="391001" y="71564"/>
                </a:lnTo>
                <a:close/>
                <a:moveTo>
                  <a:pt x="510916" y="87375"/>
                </a:moveTo>
                <a:cubicBezTo>
                  <a:pt x="502719" y="100363"/>
                  <a:pt x="495371" y="105320"/>
                  <a:pt x="484439" y="105320"/>
                </a:cubicBezTo>
                <a:cubicBezTo>
                  <a:pt x="474704" y="105320"/>
                  <a:pt x="467359" y="100363"/>
                  <a:pt x="462404" y="90622"/>
                </a:cubicBezTo>
                <a:cubicBezTo>
                  <a:pt x="459329" y="84127"/>
                  <a:pt x="458135" y="78486"/>
                  <a:pt x="457793" y="68060"/>
                </a:cubicBezTo>
                <a:lnTo>
                  <a:pt x="510405" y="68060"/>
                </a:lnTo>
                <a:cubicBezTo>
                  <a:pt x="509037" y="56978"/>
                  <a:pt x="507330" y="52041"/>
                  <a:pt x="503060" y="46593"/>
                </a:cubicBezTo>
                <a:cubicBezTo>
                  <a:pt x="497933" y="40455"/>
                  <a:pt x="490077" y="36866"/>
                  <a:pt x="481194" y="36866"/>
                </a:cubicBezTo>
                <a:cubicBezTo>
                  <a:pt x="472653" y="36866"/>
                  <a:pt x="464625" y="39942"/>
                  <a:pt x="458135" y="45741"/>
                </a:cubicBezTo>
                <a:cubicBezTo>
                  <a:pt x="450104" y="52721"/>
                  <a:pt x="445493" y="64815"/>
                  <a:pt x="445493" y="78828"/>
                </a:cubicBezTo>
                <a:cubicBezTo>
                  <a:pt x="445493" y="102414"/>
                  <a:pt x="457793" y="117104"/>
                  <a:pt x="477436" y="117104"/>
                </a:cubicBezTo>
                <a:cubicBezTo>
                  <a:pt x="493664" y="117104"/>
                  <a:pt x="506475" y="107027"/>
                  <a:pt x="513650" y="88571"/>
                </a:cubicBezTo>
                <a:lnTo>
                  <a:pt x="510916" y="87375"/>
                </a:lnTo>
                <a:moveTo>
                  <a:pt x="458135" y="62595"/>
                </a:moveTo>
                <a:cubicBezTo>
                  <a:pt x="460012" y="49317"/>
                  <a:pt x="465821" y="43017"/>
                  <a:pt x="476239" y="43017"/>
                </a:cubicBezTo>
                <a:cubicBezTo>
                  <a:pt x="486660" y="43017"/>
                  <a:pt x="490760" y="47785"/>
                  <a:pt x="492981" y="62595"/>
                </a:cubicBezTo>
                <a:lnTo>
                  <a:pt x="458135" y="62595"/>
                </a:lnTo>
                <a:close/>
                <a:moveTo>
                  <a:pt x="519799" y="47459"/>
                </a:moveTo>
                <a:cubicBezTo>
                  <a:pt x="520824" y="46945"/>
                  <a:pt x="522534" y="46776"/>
                  <a:pt x="524413" y="46776"/>
                </a:cubicBezTo>
                <a:cubicBezTo>
                  <a:pt x="529196" y="46776"/>
                  <a:pt x="530731" y="49338"/>
                  <a:pt x="530731" y="57705"/>
                </a:cubicBezTo>
                <a:lnTo>
                  <a:pt x="530731" y="100065"/>
                </a:lnTo>
                <a:cubicBezTo>
                  <a:pt x="530731" y="109801"/>
                  <a:pt x="528852" y="112191"/>
                  <a:pt x="520141" y="112874"/>
                </a:cubicBezTo>
                <a:lnTo>
                  <a:pt x="520141" y="115436"/>
                </a:lnTo>
                <a:lnTo>
                  <a:pt x="556355" y="115436"/>
                </a:lnTo>
                <a:lnTo>
                  <a:pt x="556355" y="112874"/>
                </a:lnTo>
                <a:cubicBezTo>
                  <a:pt x="547642" y="112191"/>
                  <a:pt x="545080" y="110142"/>
                  <a:pt x="545080" y="103993"/>
                </a:cubicBezTo>
                <a:lnTo>
                  <a:pt x="545080" y="55998"/>
                </a:lnTo>
                <a:cubicBezTo>
                  <a:pt x="553280" y="48311"/>
                  <a:pt x="557038" y="46262"/>
                  <a:pt x="562676" y="46262"/>
                </a:cubicBezTo>
                <a:cubicBezTo>
                  <a:pt x="571045" y="46262"/>
                  <a:pt x="575145" y="51556"/>
                  <a:pt x="575145" y="62829"/>
                </a:cubicBezTo>
                <a:lnTo>
                  <a:pt x="575145" y="98528"/>
                </a:lnTo>
                <a:cubicBezTo>
                  <a:pt x="575145" y="109287"/>
                  <a:pt x="572925" y="112191"/>
                  <a:pt x="564383" y="112874"/>
                </a:cubicBezTo>
                <a:lnTo>
                  <a:pt x="564383" y="115436"/>
                </a:lnTo>
                <a:lnTo>
                  <a:pt x="599915" y="115436"/>
                </a:lnTo>
                <a:lnTo>
                  <a:pt x="599915" y="112874"/>
                </a:lnTo>
                <a:cubicBezTo>
                  <a:pt x="591543" y="112021"/>
                  <a:pt x="589494" y="109970"/>
                  <a:pt x="589494" y="101603"/>
                </a:cubicBezTo>
                <a:lnTo>
                  <a:pt x="589494" y="62488"/>
                </a:lnTo>
                <a:cubicBezTo>
                  <a:pt x="589494" y="46434"/>
                  <a:pt x="581977" y="36866"/>
                  <a:pt x="569338" y="36866"/>
                </a:cubicBezTo>
                <a:cubicBezTo>
                  <a:pt x="561480" y="36866"/>
                  <a:pt x="556183" y="39772"/>
                  <a:pt x="544569" y="50704"/>
                </a:cubicBezTo>
                <a:lnTo>
                  <a:pt x="544569" y="37210"/>
                </a:lnTo>
                <a:lnTo>
                  <a:pt x="543372" y="36866"/>
                </a:lnTo>
                <a:cubicBezTo>
                  <a:pt x="535003" y="39942"/>
                  <a:pt x="529196" y="41821"/>
                  <a:pt x="519799" y="44555"/>
                </a:cubicBezTo>
                <a:lnTo>
                  <a:pt x="519799" y="47459"/>
                </a:lnTo>
                <a:close/>
                <a:moveTo>
                  <a:pt x="646034" y="38534"/>
                </a:moveTo>
                <a:lnTo>
                  <a:pt x="628782" y="38534"/>
                </a:lnTo>
                <a:lnTo>
                  <a:pt x="628782" y="18720"/>
                </a:lnTo>
                <a:cubicBezTo>
                  <a:pt x="628782" y="17013"/>
                  <a:pt x="628612" y="16499"/>
                  <a:pt x="627586" y="16499"/>
                </a:cubicBezTo>
                <a:cubicBezTo>
                  <a:pt x="626392" y="18037"/>
                  <a:pt x="625365" y="19575"/>
                  <a:pt x="624171" y="21282"/>
                </a:cubicBezTo>
                <a:cubicBezTo>
                  <a:pt x="617678" y="30678"/>
                  <a:pt x="610333" y="38878"/>
                  <a:pt x="607602" y="39561"/>
                </a:cubicBezTo>
                <a:cubicBezTo>
                  <a:pt x="605722" y="40755"/>
                  <a:pt x="604695" y="41951"/>
                  <a:pt x="604695" y="42806"/>
                </a:cubicBezTo>
                <a:cubicBezTo>
                  <a:pt x="604695" y="43320"/>
                  <a:pt x="604867" y="43661"/>
                  <a:pt x="605381" y="44003"/>
                </a:cubicBezTo>
                <a:lnTo>
                  <a:pt x="614433" y="44003"/>
                </a:lnTo>
                <a:lnTo>
                  <a:pt x="614433" y="95413"/>
                </a:lnTo>
                <a:cubicBezTo>
                  <a:pt x="614433" y="109759"/>
                  <a:pt x="619558" y="117104"/>
                  <a:pt x="629637" y="117104"/>
                </a:cubicBezTo>
                <a:cubicBezTo>
                  <a:pt x="638006" y="117104"/>
                  <a:pt x="644496" y="113007"/>
                  <a:pt x="650134" y="104124"/>
                </a:cubicBezTo>
                <a:lnTo>
                  <a:pt x="647913" y="102245"/>
                </a:lnTo>
                <a:cubicBezTo>
                  <a:pt x="644327" y="106514"/>
                  <a:pt x="641423" y="108224"/>
                  <a:pt x="637665" y="108224"/>
                </a:cubicBezTo>
                <a:cubicBezTo>
                  <a:pt x="631344" y="108224"/>
                  <a:pt x="628782" y="103610"/>
                  <a:pt x="628782" y="92851"/>
                </a:cubicBezTo>
                <a:lnTo>
                  <a:pt x="628782" y="44003"/>
                </a:lnTo>
                <a:lnTo>
                  <a:pt x="646034" y="44003"/>
                </a:lnTo>
                <a:lnTo>
                  <a:pt x="646034" y="38534"/>
                </a:lnTo>
                <a:close/>
                <a:moveTo>
                  <a:pt x="651158" y="48825"/>
                </a:moveTo>
                <a:cubicBezTo>
                  <a:pt x="653551" y="48311"/>
                  <a:pt x="655088" y="48139"/>
                  <a:pt x="657137" y="48139"/>
                </a:cubicBezTo>
                <a:cubicBezTo>
                  <a:pt x="661407" y="48139"/>
                  <a:pt x="662944" y="50873"/>
                  <a:pt x="662944" y="58388"/>
                </a:cubicBezTo>
                <a:lnTo>
                  <a:pt x="662944" y="101090"/>
                </a:lnTo>
                <a:cubicBezTo>
                  <a:pt x="662944" y="109629"/>
                  <a:pt x="661748" y="110825"/>
                  <a:pt x="650816" y="112874"/>
                </a:cubicBezTo>
                <a:lnTo>
                  <a:pt x="650816" y="115436"/>
                </a:lnTo>
                <a:lnTo>
                  <a:pt x="691814" y="115436"/>
                </a:lnTo>
                <a:lnTo>
                  <a:pt x="691814" y="112874"/>
                </a:lnTo>
                <a:cubicBezTo>
                  <a:pt x="680197" y="112363"/>
                  <a:pt x="677293" y="109801"/>
                  <a:pt x="677293" y="100065"/>
                </a:cubicBezTo>
                <a:lnTo>
                  <a:pt x="677293" y="61633"/>
                </a:lnTo>
                <a:cubicBezTo>
                  <a:pt x="677293" y="56167"/>
                  <a:pt x="684638" y="47628"/>
                  <a:pt x="689252" y="47628"/>
                </a:cubicBezTo>
                <a:cubicBezTo>
                  <a:pt x="690276" y="47628"/>
                  <a:pt x="691814" y="48483"/>
                  <a:pt x="693693" y="50190"/>
                </a:cubicBezTo>
                <a:cubicBezTo>
                  <a:pt x="696425" y="52581"/>
                  <a:pt x="698304" y="53605"/>
                  <a:pt x="700525" y="53605"/>
                </a:cubicBezTo>
                <a:cubicBezTo>
                  <a:pt x="704625" y="53605"/>
                  <a:pt x="707187" y="50701"/>
                  <a:pt x="707187" y="45921"/>
                </a:cubicBezTo>
                <a:cubicBezTo>
                  <a:pt x="707187" y="40283"/>
                  <a:pt x="703600" y="36866"/>
                  <a:pt x="697793" y="36866"/>
                </a:cubicBezTo>
                <a:cubicBezTo>
                  <a:pt x="690617" y="36866"/>
                  <a:pt x="685665" y="40797"/>
                  <a:pt x="677293" y="52922"/>
                </a:cubicBezTo>
                <a:lnTo>
                  <a:pt x="677293" y="37210"/>
                </a:lnTo>
                <a:lnTo>
                  <a:pt x="676441" y="36866"/>
                </a:lnTo>
                <a:cubicBezTo>
                  <a:pt x="667386" y="40625"/>
                  <a:pt x="661237" y="42845"/>
                  <a:pt x="651158" y="46090"/>
                </a:cubicBezTo>
                <a:lnTo>
                  <a:pt x="651158" y="48825"/>
                </a:lnTo>
                <a:close/>
                <a:moveTo>
                  <a:pt x="749552" y="36866"/>
                </a:moveTo>
                <a:cubicBezTo>
                  <a:pt x="727345" y="36866"/>
                  <a:pt x="711800" y="53258"/>
                  <a:pt x="711800" y="76816"/>
                </a:cubicBezTo>
                <a:cubicBezTo>
                  <a:pt x="711800" y="99860"/>
                  <a:pt x="727686" y="117104"/>
                  <a:pt x="749208" y="117104"/>
                </a:cubicBezTo>
                <a:cubicBezTo>
                  <a:pt x="770732" y="117104"/>
                  <a:pt x="787129" y="99007"/>
                  <a:pt x="787129" y="75450"/>
                </a:cubicBezTo>
                <a:cubicBezTo>
                  <a:pt x="787129" y="53086"/>
                  <a:pt x="771415" y="36866"/>
                  <a:pt x="749552" y="36866"/>
                </a:cubicBezTo>
                <a:moveTo>
                  <a:pt x="747331" y="41652"/>
                </a:moveTo>
                <a:cubicBezTo>
                  <a:pt x="761680" y="41652"/>
                  <a:pt x="771756" y="58039"/>
                  <a:pt x="771756" y="81424"/>
                </a:cubicBezTo>
                <a:cubicBezTo>
                  <a:pt x="771756" y="100714"/>
                  <a:pt x="764070" y="112321"/>
                  <a:pt x="751259" y="112321"/>
                </a:cubicBezTo>
                <a:cubicBezTo>
                  <a:pt x="744597" y="112321"/>
                  <a:pt x="738276" y="108226"/>
                  <a:pt x="734690" y="101397"/>
                </a:cubicBezTo>
                <a:cubicBezTo>
                  <a:pt x="729907" y="92520"/>
                  <a:pt x="727173" y="80572"/>
                  <a:pt x="727173" y="68451"/>
                </a:cubicBezTo>
                <a:cubicBezTo>
                  <a:pt x="727173" y="52234"/>
                  <a:pt x="735201" y="41652"/>
                  <a:pt x="747331" y="41652"/>
                </a:cubicBezTo>
                <a:close/>
                <a:moveTo>
                  <a:pt x="793792" y="48269"/>
                </a:moveTo>
                <a:cubicBezTo>
                  <a:pt x="795330" y="48100"/>
                  <a:pt x="796526" y="48100"/>
                  <a:pt x="798064" y="48100"/>
                </a:cubicBezTo>
                <a:cubicBezTo>
                  <a:pt x="803871" y="48100"/>
                  <a:pt x="805068" y="49807"/>
                  <a:pt x="805068" y="57835"/>
                </a:cubicBezTo>
                <a:lnTo>
                  <a:pt x="805068" y="137779"/>
                </a:lnTo>
                <a:cubicBezTo>
                  <a:pt x="805068" y="146662"/>
                  <a:pt x="803188" y="148541"/>
                  <a:pt x="793109" y="149565"/>
                </a:cubicBezTo>
                <a:lnTo>
                  <a:pt x="793109" y="152469"/>
                </a:lnTo>
                <a:lnTo>
                  <a:pt x="834448" y="152469"/>
                </a:lnTo>
                <a:lnTo>
                  <a:pt x="834448" y="149396"/>
                </a:lnTo>
                <a:cubicBezTo>
                  <a:pt x="821637" y="149224"/>
                  <a:pt x="819416" y="147344"/>
                  <a:pt x="819416" y="136582"/>
                </a:cubicBezTo>
                <a:lnTo>
                  <a:pt x="819416" y="109762"/>
                </a:lnTo>
                <a:cubicBezTo>
                  <a:pt x="825396" y="115397"/>
                  <a:pt x="829493" y="117104"/>
                  <a:pt x="836669" y="117104"/>
                </a:cubicBezTo>
                <a:cubicBezTo>
                  <a:pt x="856825" y="117104"/>
                  <a:pt x="872539" y="97983"/>
                  <a:pt x="872539" y="73232"/>
                </a:cubicBezTo>
                <a:cubicBezTo>
                  <a:pt x="872539" y="52067"/>
                  <a:pt x="860583" y="36866"/>
                  <a:pt x="844014" y="36866"/>
                </a:cubicBezTo>
                <a:cubicBezTo>
                  <a:pt x="834448" y="36866"/>
                  <a:pt x="826931" y="41138"/>
                  <a:pt x="819416" y="50360"/>
                </a:cubicBezTo>
                <a:lnTo>
                  <a:pt x="819416" y="37210"/>
                </a:lnTo>
                <a:lnTo>
                  <a:pt x="818392" y="36866"/>
                </a:lnTo>
                <a:cubicBezTo>
                  <a:pt x="809168" y="40455"/>
                  <a:pt x="803188" y="42676"/>
                  <a:pt x="793792" y="45580"/>
                </a:cubicBezTo>
                <a:lnTo>
                  <a:pt x="793792" y="48269"/>
                </a:lnTo>
                <a:moveTo>
                  <a:pt x="819416" y="58383"/>
                </a:moveTo>
                <a:cubicBezTo>
                  <a:pt x="819416" y="53261"/>
                  <a:pt x="828982" y="47117"/>
                  <a:pt x="836838" y="47117"/>
                </a:cubicBezTo>
                <a:cubicBezTo>
                  <a:pt x="849479" y="47117"/>
                  <a:pt x="857849" y="60090"/>
                  <a:pt x="857849" y="79891"/>
                </a:cubicBezTo>
                <a:cubicBezTo>
                  <a:pt x="857849" y="98838"/>
                  <a:pt x="849479" y="111638"/>
                  <a:pt x="837182" y="111638"/>
                </a:cubicBezTo>
                <a:cubicBezTo>
                  <a:pt x="829151" y="111638"/>
                  <a:pt x="819416" y="105495"/>
                  <a:pt x="819416" y="100373"/>
                </a:cubicBezTo>
                <a:lnTo>
                  <a:pt x="819416" y="58383"/>
                </a:lnTo>
                <a:close/>
                <a:moveTo>
                  <a:pt x="957094" y="38534"/>
                </a:moveTo>
                <a:lnTo>
                  <a:pt x="934034" y="38534"/>
                </a:lnTo>
                <a:lnTo>
                  <a:pt x="934034" y="41099"/>
                </a:lnTo>
                <a:cubicBezTo>
                  <a:pt x="939500" y="41099"/>
                  <a:pt x="942234" y="42634"/>
                  <a:pt x="942234" y="45368"/>
                </a:cubicBezTo>
                <a:cubicBezTo>
                  <a:pt x="942234" y="46051"/>
                  <a:pt x="942062" y="47076"/>
                  <a:pt x="941549" y="48272"/>
                </a:cubicBezTo>
                <a:lnTo>
                  <a:pt x="924979" y="95416"/>
                </a:lnTo>
                <a:lnTo>
                  <a:pt x="905337" y="52200"/>
                </a:lnTo>
                <a:cubicBezTo>
                  <a:pt x="904310" y="49810"/>
                  <a:pt x="903627" y="47589"/>
                  <a:pt x="903627" y="45710"/>
                </a:cubicBezTo>
                <a:cubicBezTo>
                  <a:pt x="903627" y="42634"/>
                  <a:pt x="906189" y="41440"/>
                  <a:pt x="913534" y="41099"/>
                </a:cubicBezTo>
                <a:lnTo>
                  <a:pt x="913534" y="38534"/>
                </a:lnTo>
                <a:lnTo>
                  <a:pt x="878347" y="38534"/>
                </a:lnTo>
                <a:lnTo>
                  <a:pt x="878347" y="40927"/>
                </a:lnTo>
                <a:cubicBezTo>
                  <a:pt x="882788" y="41610"/>
                  <a:pt x="885692" y="43489"/>
                  <a:pt x="887058" y="46393"/>
                </a:cubicBezTo>
                <a:lnTo>
                  <a:pt x="906531" y="88415"/>
                </a:lnTo>
                <a:lnTo>
                  <a:pt x="907044" y="89780"/>
                </a:lnTo>
                <a:lnTo>
                  <a:pt x="909606" y="94905"/>
                </a:lnTo>
                <a:cubicBezTo>
                  <a:pt x="914389" y="103446"/>
                  <a:pt x="917123" y="109595"/>
                  <a:pt x="917123" y="112157"/>
                </a:cubicBezTo>
                <a:cubicBezTo>
                  <a:pt x="917123" y="114719"/>
                  <a:pt x="913193" y="125479"/>
                  <a:pt x="910289" y="130603"/>
                </a:cubicBezTo>
                <a:cubicBezTo>
                  <a:pt x="907899" y="135044"/>
                  <a:pt x="904141" y="138290"/>
                  <a:pt x="901748" y="138290"/>
                </a:cubicBezTo>
                <a:cubicBezTo>
                  <a:pt x="900723" y="138290"/>
                  <a:pt x="899186" y="137948"/>
                  <a:pt x="897478" y="137096"/>
                </a:cubicBezTo>
                <a:cubicBezTo>
                  <a:pt x="894233" y="135899"/>
                  <a:pt x="891330" y="135217"/>
                  <a:pt x="888426" y="135217"/>
                </a:cubicBezTo>
                <a:cubicBezTo>
                  <a:pt x="884495" y="135217"/>
                  <a:pt x="881081" y="138634"/>
                  <a:pt x="881081" y="142731"/>
                </a:cubicBezTo>
                <a:cubicBezTo>
                  <a:pt x="881081" y="148369"/>
                  <a:pt x="886547" y="152641"/>
                  <a:pt x="893720" y="152641"/>
                </a:cubicBezTo>
                <a:cubicBezTo>
                  <a:pt x="905165" y="152641"/>
                  <a:pt x="913365" y="143075"/>
                  <a:pt x="922589" y="118478"/>
                </a:cubicBezTo>
                <a:lnTo>
                  <a:pt x="948894" y="48786"/>
                </a:lnTo>
                <a:cubicBezTo>
                  <a:pt x="951115" y="43317"/>
                  <a:pt x="952994" y="41610"/>
                  <a:pt x="957094" y="41099"/>
                </a:cubicBezTo>
                <a:lnTo>
                  <a:pt x="957094" y="38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8E9C56-199F-4781-9435-4CB0C82CA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1438" y="2072853"/>
            <a:ext cx="10" cy="1237842"/>
          </a:xfrm>
          <a:custGeom xmlns:a="http://schemas.openxmlformats.org/drawingml/2006/main">
            <a:pathLst>
              <a:path w="1" h="1237842" fill="none">
                <a:moveTo>
                  <a:pt x="0" y="0"/>
                </a:moveTo>
                <a:lnTo>
                  <a:pt x="0" y="1237842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71EC67-A0C1-4040-94EB-57A966E9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901" y="3295872"/>
            <a:ext cx="45075" cy="59203"/>
          </a:xfrm>
          <a:custGeom xmlns:a="http://schemas.openxmlformats.org/drawingml/2006/main">
            <a:pathLst>
              <a:path w="45075" h="59203">
                <a:moveTo>
                  <a:pt x="22537" y="59203"/>
                </a:moveTo>
                <a:lnTo>
                  <a:pt x="45075" y="0"/>
                </a:lnTo>
                <a:lnTo>
                  <a:pt x="22537" y="19949"/>
                </a:lnTo>
                <a:lnTo>
                  <a:pt x="0" y="0"/>
                </a:lnTo>
                <a:lnTo>
                  <a:pt x="22537" y="592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BF930-6B6A-4B89-A304-F42A2B84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8901" y="3295872"/>
            <a:ext cx="45075" cy="59203"/>
          </a:xfrm>
          <a:custGeom xmlns:a="http://schemas.openxmlformats.org/drawingml/2006/main">
            <a:pathLst>
              <a:path w="45075" h="59203" fill="none">
                <a:moveTo>
                  <a:pt x="22537" y="59203"/>
                </a:moveTo>
                <a:lnTo>
                  <a:pt x="45075" y="0"/>
                </a:lnTo>
                <a:lnTo>
                  <a:pt x="22537" y="19949"/>
                </a:lnTo>
                <a:lnTo>
                  <a:pt x="0" y="0"/>
                </a:lnTo>
                <a:lnTo>
                  <a:pt x="22537" y="592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75DEE6-8185-464E-8EF3-99B53C84C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167" y="3570272"/>
            <a:ext cx="675010" cy="10"/>
          </a:xfrm>
          <a:custGeom xmlns:a="http://schemas.openxmlformats.org/drawingml/2006/main">
            <a:pathLst>
              <a:path w="675010" h="1" fill="none">
                <a:moveTo>
                  <a:pt x="0" y="0"/>
                </a:moveTo>
                <a:lnTo>
                  <a:pt x="67501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758C4-634F-4744-B728-15EF726B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354" y="3547734"/>
            <a:ext cx="59203" cy="45075"/>
          </a:xfrm>
          <a:custGeom xmlns:a="http://schemas.openxmlformats.org/drawingml/2006/main">
            <a:pathLst>
              <a:path w="59203" h="45075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2864B2-1671-4D47-873C-36E17C06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354" y="3547734"/>
            <a:ext cx="59203" cy="45075"/>
          </a:xfrm>
          <a:custGeom xmlns:a="http://schemas.openxmlformats.org/drawingml/2006/main">
            <a:pathLst>
              <a:path w="59203" h="45075" fill="none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778FE-23F8-4FB4-9FDD-BFA1C680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7630" y="2067317"/>
            <a:ext cx="10" cy="1583608"/>
          </a:xfrm>
          <a:custGeom xmlns:a="http://schemas.openxmlformats.org/drawingml/2006/main">
            <a:pathLst>
              <a:path w="1" h="1583608" fill="none">
                <a:moveTo>
                  <a:pt x="0" y="0"/>
                </a:moveTo>
                <a:lnTo>
                  <a:pt x="0" y="1583608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5D1E8-E927-4AA3-9193-FA137948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093" y="3636100"/>
            <a:ext cx="45075" cy="59203"/>
          </a:xfrm>
          <a:custGeom xmlns:a="http://schemas.openxmlformats.org/drawingml/2006/main">
            <a:pathLst>
              <a:path w="45075" h="59203">
                <a:moveTo>
                  <a:pt x="22537" y="59203"/>
                </a:moveTo>
                <a:lnTo>
                  <a:pt x="45075" y="0"/>
                </a:lnTo>
                <a:lnTo>
                  <a:pt x="22537" y="19949"/>
                </a:lnTo>
                <a:lnTo>
                  <a:pt x="0" y="0"/>
                </a:lnTo>
                <a:lnTo>
                  <a:pt x="22537" y="592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53CBD-0FE3-41FF-B8D8-9A926C268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5093" y="3636100"/>
            <a:ext cx="45075" cy="59203"/>
          </a:xfrm>
          <a:custGeom xmlns:a="http://schemas.openxmlformats.org/drawingml/2006/main">
            <a:pathLst>
              <a:path w="45075" h="59203" fill="none">
                <a:moveTo>
                  <a:pt x="22537" y="59203"/>
                </a:moveTo>
                <a:lnTo>
                  <a:pt x="45075" y="0"/>
                </a:lnTo>
                <a:lnTo>
                  <a:pt x="22537" y="19949"/>
                </a:lnTo>
                <a:lnTo>
                  <a:pt x="0" y="0"/>
                </a:lnTo>
                <a:lnTo>
                  <a:pt x="22537" y="592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D6E92E-49D1-46A5-BBFC-A84F8EDE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9949" y="3910501"/>
            <a:ext cx="2441420" cy="10"/>
          </a:xfrm>
          <a:custGeom xmlns:a="http://schemas.openxmlformats.org/drawingml/2006/main">
            <a:pathLst>
              <a:path w="2441420" h="1" fill="none">
                <a:moveTo>
                  <a:pt x="0" y="0"/>
                </a:moveTo>
                <a:lnTo>
                  <a:pt x="244142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75435E-7CB0-4928-A163-B7E132EA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545" y="3887964"/>
            <a:ext cx="59203" cy="45075"/>
          </a:xfrm>
          <a:custGeom xmlns:a="http://schemas.openxmlformats.org/drawingml/2006/main">
            <a:pathLst>
              <a:path w="59203" h="45075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7BB6F-08C9-4E5B-A63E-80AD61D1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545" y="3887964"/>
            <a:ext cx="59203" cy="45075"/>
          </a:xfrm>
          <a:custGeom xmlns:a="http://schemas.openxmlformats.org/drawingml/2006/main">
            <a:pathLst>
              <a:path w="59203" h="45075" fill="none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188" name="Text b.">
            <a:extLst xmlns:a="http://schemas.openxmlformats.org/drawingml/2006/main">
              <a:ext uri="{FF2B5EF4-FFF2-40B4-BE49-F238E27FC236}">
                <a16:creationId xmlns:a16="http://schemas.microsoft.com/office/drawing/2014/main" id="{17DAC69A-9613-48A2-ADEE-F20E0AF93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8151" y="172663"/>
            <a:ext cx="198894" cy="216255"/>
          </a:xfrm>
          <a:custGeom xmlns:a="http://schemas.openxmlformats.org/drawingml/2006/main">
            <a:pathLst>
              <a:path w="198894" h="216255">
                <a:moveTo>
                  <a:pt x="46764" y="623"/>
                </a:moveTo>
                <a:lnTo>
                  <a:pt x="45204" y="0"/>
                </a:lnTo>
                <a:cubicBezTo>
                  <a:pt x="32109" y="4676"/>
                  <a:pt x="23694" y="7169"/>
                  <a:pt x="9043" y="11221"/>
                </a:cubicBezTo>
                <a:lnTo>
                  <a:pt x="0" y="13719"/>
                </a:lnTo>
                <a:lnTo>
                  <a:pt x="0" y="18704"/>
                </a:lnTo>
                <a:cubicBezTo>
                  <a:pt x="1869" y="18395"/>
                  <a:pt x="3116" y="18395"/>
                  <a:pt x="5299" y="18395"/>
                </a:cubicBezTo>
                <a:cubicBezTo>
                  <a:pt x="17771" y="18395"/>
                  <a:pt x="20573" y="21196"/>
                  <a:pt x="20573" y="34292"/>
                </a:cubicBezTo>
                <a:lnTo>
                  <a:pt x="20573" y="196010"/>
                </a:lnTo>
                <a:cubicBezTo>
                  <a:pt x="20573" y="205666"/>
                  <a:pt x="47074" y="215950"/>
                  <a:pt x="72014" y="215950"/>
                </a:cubicBezTo>
                <a:cubicBezTo>
                  <a:pt x="113165" y="215950"/>
                  <a:pt x="144959" y="181677"/>
                  <a:pt x="144959" y="137130"/>
                </a:cubicBezTo>
                <a:cubicBezTo>
                  <a:pt x="144959" y="98813"/>
                  <a:pt x="121270" y="69516"/>
                  <a:pt x="90094" y="69516"/>
                </a:cubicBezTo>
                <a:cubicBezTo>
                  <a:pt x="71076" y="69516"/>
                  <a:pt x="52996" y="80742"/>
                  <a:pt x="46764" y="96012"/>
                </a:cubicBezTo>
                <a:lnTo>
                  <a:pt x="46764" y="623"/>
                </a:lnTo>
                <a:moveTo>
                  <a:pt x="46764" y="112523"/>
                </a:moveTo>
                <a:cubicBezTo>
                  <a:pt x="46764" y="100374"/>
                  <a:pt x="61415" y="89157"/>
                  <a:pt x="77627" y="89157"/>
                </a:cubicBezTo>
                <a:cubicBezTo>
                  <a:pt x="101939" y="89157"/>
                  <a:pt x="117527" y="113455"/>
                  <a:pt x="117527" y="151462"/>
                </a:cubicBezTo>
                <a:cubicBezTo>
                  <a:pt x="117527" y="186039"/>
                  <a:pt x="102562" y="205975"/>
                  <a:pt x="77003" y="205975"/>
                </a:cubicBezTo>
                <a:cubicBezTo>
                  <a:pt x="60792" y="205975"/>
                  <a:pt x="46764" y="198811"/>
                  <a:pt x="46764" y="191024"/>
                </a:cubicBezTo>
                <a:lnTo>
                  <a:pt x="46764" y="112523"/>
                </a:lnTo>
                <a:close/>
                <a:moveTo>
                  <a:pt x="181437" y="181654"/>
                </a:moveTo>
                <a:cubicBezTo>
                  <a:pt x="172080" y="181654"/>
                  <a:pt x="164289" y="189759"/>
                  <a:pt x="164289" y="199425"/>
                </a:cubicBezTo>
                <a:cubicBezTo>
                  <a:pt x="164289" y="208463"/>
                  <a:pt x="172080" y="216255"/>
                  <a:pt x="181123" y="216255"/>
                </a:cubicBezTo>
                <a:cubicBezTo>
                  <a:pt x="190789" y="216255"/>
                  <a:pt x="198894" y="208463"/>
                  <a:pt x="198894" y="199425"/>
                </a:cubicBezTo>
                <a:cubicBezTo>
                  <a:pt x="198894" y="189759"/>
                  <a:pt x="190789" y="181654"/>
                  <a:pt x="181437" y="18165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8FC08-73E2-4BBE-A539-8C1079D8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410" y="2833105"/>
            <a:ext cx="11334" cy="10"/>
          </a:xfrm>
          <a:custGeom xmlns:a="http://schemas.openxmlformats.org/drawingml/2006/main">
            <a:pathLst>
              <a:path w="11334" h="1" fill="none">
                <a:moveTo>
                  <a:pt x="1133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965AD3-2E24-466C-A8C6-99F6E287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734" y="2804751"/>
            <a:ext cx="22685" cy="10"/>
          </a:xfrm>
          <a:custGeom xmlns:a="http://schemas.openxmlformats.org/drawingml/2006/main">
            <a:pathLst>
              <a:path w="22685" h="1" fill="none">
                <a:moveTo>
                  <a:pt x="2268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F5BD6-1487-4FF7-AC6A-1647B3303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734" y="2776398"/>
            <a:ext cx="22685" cy="10"/>
          </a:xfrm>
          <a:custGeom xmlns:a="http://schemas.openxmlformats.org/drawingml/2006/main">
            <a:pathLst>
              <a:path w="22685" h="1" fill="none">
                <a:moveTo>
                  <a:pt x="2268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59D7D-50F6-4D64-8F0F-4367D7EEB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067" y="2748044"/>
            <a:ext cx="34020" cy="10"/>
          </a:xfrm>
          <a:custGeom xmlns:a="http://schemas.openxmlformats.org/drawingml/2006/main">
            <a:pathLst>
              <a:path w="34020" h="1" fill="none">
                <a:moveTo>
                  <a:pt x="3402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BB7C64-DD68-4E1B-A210-4D10C2B1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370" y="2719691"/>
            <a:ext cx="113413" cy="10"/>
          </a:xfrm>
          <a:custGeom xmlns:a="http://schemas.openxmlformats.org/drawingml/2006/main">
            <a:pathLst>
              <a:path w="113413" h="1" fill="none">
                <a:moveTo>
                  <a:pt x="1134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180E30-0D52-471A-BC1D-05E279D0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370" y="2691346"/>
            <a:ext cx="113413" cy="10"/>
          </a:xfrm>
          <a:custGeom xmlns:a="http://schemas.openxmlformats.org/drawingml/2006/main">
            <a:pathLst>
              <a:path w="113413" h="1" fill="none">
                <a:moveTo>
                  <a:pt x="1134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F9E00E-2494-4E07-B010-0A7CC6C4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025" y="2662993"/>
            <a:ext cx="170103" cy="10"/>
          </a:xfrm>
          <a:custGeom xmlns:a="http://schemas.openxmlformats.org/drawingml/2006/main">
            <a:pathLst>
              <a:path w="170103" h="1" fill="none">
                <a:moveTo>
                  <a:pt x="17010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487760-F35F-437B-80F9-24E902049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672" y="2634640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8AAF6A-9D28-4AF4-8FAD-479C2F07A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036" y="2606286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C9B65D-D8B2-4A39-9C96-722CE4C1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370" y="2577932"/>
            <a:ext cx="113413" cy="10"/>
          </a:xfrm>
          <a:custGeom xmlns:a="http://schemas.openxmlformats.org/drawingml/2006/main">
            <a:pathLst>
              <a:path w="113413" h="1" fill="none">
                <a:moveTo>
                  <a:pt x="1134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CCD8F-911C-4EE9-87FF-5864FF5CB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723" y="2549588"/>
            <a:ext cx="56706" cy="10"/>
          </a:xfrm>
          <a:custGeom xmlns:a="http://schemas.openxmlformats.org/drawingml/2006/main">
            <a:pathLst>
              <a:path w="56706" h="1" fill="none">
                <a:moveTo>
                  <a:pt x="5670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402BEF-EF6A-46C4-9956-68F18FB7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036" y="2521235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1A72C0-E2C6-4007-872A-26B51B54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025" y="2492881"/>
            <a:ext cx="170103" cy="10"/>
          </a:xfrm>
          <a:custGeom xmlns:a="http://schemas.openxmlformats.org/drawingml/2006/main">
            <a:pathLst>
              <a:path w="170103" h="1" fill="none">
                <a:moveTo>
                  <a:pt x="17010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7A11B-FBDE-47F1-A7ED-FD66F35C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672" y="2464528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D7A2D2-C57A-4FF0-A938-2F4592295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036" y="2436174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8DBE3F-D9EA-4293-B294-88D98E3A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672" y="2407830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1F064-34AC-4E5B-AF5F-C8DF3430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036" y="2379477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BA221A-B69B-497A-8C1C-54DCC5FEA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046" y="2351123"/>
            <a:ext cx="102061" cy="10"/>
          </a:xfrm>
          <a:custGeom xmlns:a="http://schemas.openxmlformats.org/drawingml/2006/main">
            <a:pathLst>
              <a:path w="102061" h="1" fill="none">
                <a:moveTo>
                  <a:pt x="10206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A5B0A-D8C1-4BC5-B5FB-1E728F03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380" y="2322770"/>
            <a:ext cx="79393" cy="10"/>
          </a:xfrm>
          <a:custGeom xmlns:a="http://schemas.openxmlformats.org/drawingml/2006/main">
            <a:pathLst>
              <a:path w="79393" h="1" fill="none">
                <a:moveTo>
                  <a:pt x="7939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3D9AAD-0E7A-4039-B819-42AA0FA8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966" y="2294417"/>
            <a:ext cx="340222" cy="10"/>
          </a:xfrm>
          <a:custGeom xmlns:a="http://schemas.openxmlformats.org/drawingml/2006/main">
            <a:pathLst>
              <a:path w="340222" h="1" fill="none">
                <a:moveTo>
                  <a:pt x="3402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E2AF79-A896-4814-B456-91CF6A6E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672" y="2266072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587F3D-5DFD-41BE-8672-3A3E76CA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672" y="2237718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DD5192-2689-41E6-947F-72641DE3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025" y="2209365"/>
            <a:ext cx="170103" cy="10"/>
          </a:xfrm>
          <a:custGeom xmlns:a="http://schemas.openxmlformats.org/drawingml/2006/main">
            <a:pathLst>
              <a:path w="170103" h="1" fill="none">
                <a:moveTo>
                  <a:pt x="17010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43485-62E1-4992-B87F-BE73DAEC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036" y="2181012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EBEE7D-0C11-4EC6-801D-C6518195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1682" y="2152659"/>
            <a:ext cx="192789" cy="10"/>
          </a:xfrm>
          <a:custGeom xmlns:a="http://schemas.openxmlformats.org/drawingml/2006/main">
            <a:pathLst>
              <a:path w="192789" h="1" fill="none">
                <a:moveTo>
                  <a:pt x="19278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E416E-69DB-4B6B-902A-35770822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1267" y="2124314"/>
            <a:ext cx="453619" cy="10"/>
          </a:xfrm>
          <a:custGeom xmlns:a="http://schemas.openxmlformats.org/drawingml/2006/main">
            <a:pathLst>
              <a:path w="453619" h="1" fill="none">
                <a:moveTo>
                  <a:pt x="45361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B422FB-1AAE-4C65-8EA5-281BC9FF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3025" y="2095961"/>
            <a:ext cx="170103" cy="10"/>
          </a:xfrm>
          <a:custGeom xmlns:a="http://schemas.openxmlformats.org/drawingml/2006/main">
            <a:pathLst>
              <a:path w="170103" h="1" fill="none">
                <a:moveTo>
                  <a:pt x="17010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4E03D-906D-4475-9BED-A975DCEE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036" y="2067608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B4CBFD-7E6F-4D1F-A4A0-CCEFEE07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380" y="2039254"/>
            <a:ext cx="79393" cy="10"/>
          </a:xfrm>
          <a:custGeom xmlns:a="http://schemas.openxmlformats.org/drawingml/2006/main">
            <a:pathLst>
              <a:path w="79393" h="1" fill="none">
                <a:moveTo>
                  <a:pt x="7939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7945FA-92C6-4F76-A5B8-6061CFD1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5399" y="2010900"/>
            <a:ext cx="45354" cy="10"/>
          </a:xfrm>
          <a:custGeom xmlns:a="http://schemas.openxmlformats.org/drawingml/2006/main">
            <a:pathLst>
              <a:path w="45354" h="1" fill="none">
                <a:moveTo>
                  <a:pt x="4535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57593F-45BC-449C-AC37-4DB9DFE8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056" y="1982556"/>
            <a:ext cx="68040" cy="10"/>
          </a:xfrm>
          <a:custGeom xmlns:a="http://schemas.openxmlformats.org/drawingml/2006/main">
            <a:pathLst>
              <a:path w="68040" h="1" fill="none">
                <a:moveTo>
                  <a:pt x="6804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C88725-B524-4B9E-B692-B42CFC4D2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036" y="1954202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D63D0E-B88D-4372-9892-DAC5CD2C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380" y="1925849"/>
            <a:ext cx="79393" cy="10"/>
          </a:xfrm>
          <a:custGeom xmlns:a="http://schemas.openxmlformats.org/drawingml/2006/main">
            <a:pathLst>
              <a:path w="79393" h="1" fill="none">
                <a:moveTo>
                  <a:pt x="7939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62766F-1C65-4274-BEE7-9E6D9883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4056" y="1897496"/>
            <a:ext cx="68040" cy="10"/>
          </a:xfrm>
          <a:custGeom xmlns:a="http://schemas.openxmlformats.org/drawingml/2006/main">
            <a:pathLst>
              <a:path w="68040" h="1" fill="none">
                <a:moveTo>
                  <a:pt x="6804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3D09EF-D858-4DF0-9B83-24E80D84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734" y="1869142"/>
            <a:ext cx="22685" cy="10"/>
          </a:xfrm>
          <a:custGeom xmlns:a="http://schemas.openxmlformats.org/drawingml/2006/main">
            <a:pathLst>
              <a:path w="22685" h="1" fill="none">
                <a:moveTo>
                  <a:pt x="2268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53F9D1-9B53-4825-B926-2EE50E41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8380" y="1840798"/>
            <a:ext cx="79393" cy="10"/>
          </a:xfrm>
          <a:custGeom xmlns:a="http://schemas.openxmlformats.org/drawingml/2006/main">
            <a:pathLst>
              <a:path w="79393" h="1" fill="none">
                <a:moveTo>
                  <a:pt x="7939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79854-42F6-43BB-B40C-E476141F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370" y="1812444"/>
            <a:ext cx="113413" cy="10"/>
          </a:xfrm>
          <a:custGeom xmlns:a="http://schemas.openxmlformats.org/drawingml/2006/main">
            <a:pathLst>
              <a:path w="113413" h="1" fill="none">
                <a:moveTo>
                  <a:pt x="11341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EFE962-7652-4176-8734-D1430470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036" y="1784091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0DD0E4-3133-404A-902B-D293039C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7966" y="1755737"/>
            <a:ext cx="340222" cy="10"/>
          </a:xfrm>
          <a:custGeom xmlns:a="http://schemas.openxmlformats.org/drawingml/2006/main">
            <a:pathLst>
              <a:path w="340222" h="1" fill="none">
                <a:moveTo>
                  <a:pt x="3402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CEB5BC-B5F8-4717-90E4-7F9A3FF5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4672" y="1727384"/>
            <a:ext cx="226809" cy="10"/>
          </a:xfrm>
          <a:custGeom xmlns:a="http://schemas.openxmlformats.org/drawingml/2006/main">
            <a:pathLst>
              <a:path w="226809" h="1" fill="none">
                <a:moveTo>
                  <a:pt x="226809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FD1EAB-BFA8-43D2-B053-3C44A379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0036" y="1699040"/>
            <a:ext cx="136082" cy="10"/>
          </a:xfrm>
          <a:custGeom xmlns:a="http://schemas.openxmlformats.org/drawingml/2006/main">
            <a:pathLst>
              <a:path w="136082" h="1" fill="none">
                <a:moveTo>
                  <a:pt x="13608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00EA6F-52EA-46F6-843C-F2460B60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046" y="1670686"/>
            <a:ext cx="102061" cy="10"/>
          </a:xfrm>
          <a:custGeom xmlns:a="http://schemas.openxmlformats.org/drawingml/2006/main">
            <a:pathLst>
              <a:path w="102061" h="1" fill="none">
                <a:moveTo>
                  <a:pt x="10206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D913B-A360-4857-AF3E-D02580D5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723" y="1642333"/>
            <a:ext cx="56706" cy="10"/>
          </a:xfrm>
          <a:custGeom xmlns:a="http://schemas.openxmlformats.org/drawingml/2006/main">
            <a:pathLst>
              <a:path w="56706" h="1" fill="none">
                <a:moveTo>
                  <a:pt x="5670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967273-91C0-4E2B-B497-A96D53B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6734" y="1613979"/>
            <a:ext cx="22685" cy="10"/>
          </a:xfrm>
          <a:custGeom xmlns:a="http://schemas.openxmlformats.org/drawingml/2006/main">
            <a:pathLst>
              <a:path w="22685" h="1" fill="none">
                <a:moveTo>
                  <a:pt x="2268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9B51D-265A-47AD-A1D3-7FBF81CA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410" y="1585626"/>
            <a:ext cx="11334" cy="10"/>
          </a:xfrm>
          <a:custGeom xmlns:a="http://schemas.openxmlformats.org/drawingml/2006/main">
            <a:pathLst>
              <a:path w="11334" h="1" fill="none">
                <a:moveTo>
                  <a:pt x="11334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FF"/>
            </a:solidFill>
            <a:miter/>
          </a:ln>
        </p:spPr>
      </p:sp>
      <p:sp>
        <p:nvSpPr>
          <p:cNvPr id="234" name="Text Teacher">
            <a:extLst xmlns:a="http://schemas.openxmlformats.org/drawingml/2006/main">
              <a:ext uri="{FF2B5EF4-FFF2-40B4-BE49-F238E27FC236}">
                <a16:creationId xmlns:a16="http://schemas.microsoft.com/office/drawing/2014/main" id="{E3759C9F-8EE1-4812-A8C4-8892ECB6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2293" y="98524"/>
            <a:ext cx="624764" cy="138049"/>
          </a:xfrm>
          <a:custGeom xmlns:a="http://schemas.openxmlformats.org/drawingml/2006/main">
            <a:pathLst>
              <a:path w="624764" h="138049">
                <a:moveTo>
                  <a:pt x="47231" y="12525"/>
                </a:moveTo>
                <a:lnTo>
                  <a:pt x="47231" y="112187"/>
                </a:lnTo>
                <a:cubicBezTo>
                  <a:pt x="47231" y="129130"/>
                  <a:pt x="45038" y="131323"/>
                  <a:pt x="28496" y="132317"/>
                </a:cubicBezTo>
                <a:lnTo>
                  <a:pt x="28496" y="136103"/>
                </a:lnTo>
                <a:lnTo>
                  <a:pt x="86689" y="136103"/>
                </a:lnTo>
                <a:lnTo>
                  <a:pt x="86689" y="132317"/>
                </a:lnTo>
                <a:cubicBezTo>
                  <a:pt x="70347" y="131521"/>
                  <a:pt x="67556" y="128930"/>
                  <a:pt x="67556" y="114379"/>
                </a:cubicBezTo>
                <a:lnTo>
                  <a:pt x="67556" y="12525"/>
                </a:lnTo>
                <a:lnTo>
                  <a:pt x="78318" y="12525"/>
                </a:lnTo>
                <a:cubicBezTo>
                  <a:pt x="101036" y="12525"/>
                  <a:pt x="105421" y="16114"/>
                  <a:pt x="110006" y="38038"/>
                </a:cubicBezTo>
                <a:lnTo>
                  <a:pt x="114787" y="38038"/>
                </a:lnTo>
                <a:lnTo>
                  <a:pt x="113592" y="4154"/>
                </a:lnTo>
                <a:lnTo>
                  <a:pt x="1195" y="4154"/>
                </a:lnTo>
                <a:lnTo>
                  <a:pt x="0" y="38038"/>
                </a:lnTo>
                <a:lnTo>
                  <a:pt x="4780" y="38038"/>
                </a:lnTo>
                <a:cubicBezTo>
                  <a:pt x="9564" y="16311"/>
                  <a:pt x="14149" y="12525"/>
                  <a:pt x="36469" y="12525"/>
                </a:cubicBezTo>
                <a:lnTo>
                  <a:pt x="47231" y="12525"/>
                </a:lnTo>
                <a:close/>
                <a:moveTo>
                  <a:pt x="185734" y="103365"/>
                </a:moveTo>
                <a:cubicBezTo>
                  <a:pt x="176171" y="118518"/>
                  <a:pt x="167599" y="124302"/>
                  <a:pt x="154845" y="124302"/>
                </a:cubicBezTo>
                <a:cubicBezTo>
                  <a:pt x="143488" y="124302"/>
                  <a:pt x="134918" y="118518"/>
                  <a:pt x="129138" y="107154"/>
                </a:cubicBezTo>
                <a:cubicBezTo>
                  <a:pt x="125550" y="99576"/>
                  <a:pt x="124157" y="92996"/>
                  <a:pt x="123758" y="80832"/>
                </a:cubicBezTo>
                <a:lnTo>
                  <a:pt x="185138" y="80832"/>
                </a:lnTo>
                <a:cubicBezTo>
                  <a:pt x="183542" y="67903"/>
                  <a:pt x="181550" y="62143"/>
                  <a:pt x="176569" y="55788"/>
                </a:cubicBezTo>
                <a:cubicBezTo>
                  <a:pt x="170588" y="48627"/>
                  <a:pt x="161423" y="44439"/>
                  <a:pt x="151059" y="44439"/>
                </a:cubicBezTo>
                <a:cubicBezTo>
                  <a:pt x="141094" y="44439"/>
                  <a:pt x="131729" y="48027"/>
                  <a:pt x="124157" y="54793"/>
                </a:cubicBezTo>
                <a:cubicBezTo>
                  <a:pt x="114788" y="62937"/>
                  <a:pt x="109409" y="77046"/>
                  <a:pt x="109409" y="93394"/>
                </a:cubicBezTo>
                <a:cubicBezTo>
                  <a:pt x="109409" y="120911"/>
                  <a:pt x="123758" y="138049"/>
                  <a:pt x="146674" y="138049"/>
                </a:cubicBezTo>
                <a:cubicBezTo>
                  <a:pt x="165607" y="138049"/>
                  <a:pt x="180553" y="126293"/>
                  <a:pt x="188924" y="104761"/>
                </a:cubicBezTo>
                <a:lnTo>
                  <a:pt x="185734" y="103365"/>
                </a:lnTo>
                <a:moveTo>
                  <a:pt x="124157" y="74456"/>
                </a:moveTo>
                <a:cubicBezTo>
                  <a:pt x="126346" y="58965"/>
                  <a:pt x="133124" y="51616"/>
                  <a:pt x="145279" y="51616"/>
                </a:cubicBezTo>
                <a:cubicBezTo>
                  <a:pt x="157436" y="51616"/>
                  <a:pt x="162219" y="57177"/>
                  <a:pt x="164810" y="74456"/>
                </a:cubicBezTo>
                <a:lnTo>
                  <a:pt x="124157" y="74456"/>
                </a:lnTo>
                <a:close/>
                <a:moveTo>
                  <a:pt x="280992" y="122909"/>
                </a:moveTo>
                <a:cubicBezTo>
                  <a:pt x="277605" y="125694"/>
                  <a:pt x="275215" y="126692"/>
                  <a:pt x="272226" y="126692"/>
                </a:cubicBezTo>
                <a:cubicBezTo>
                  <a:pt x="267643" y="126692"/>
                  <a:pt x="266247" y="123903"/>
                  <a:pt x="266247" y="115142"/>
                </a:cubicBezTo>
                <a:lnTo>
                  <a:pt x="266247" y="76308"/>
                </a:lnTo>
                <a:cubicBezTo>
                  <a:pt x="266247" y="65950"/>
                  <a:pt x="265250" y="60176"/>
                  <a:pt x="262261" y="55395"/>
                </a:cubicBezTo>
                <a:cubicBezTo>
                  <a:pt x="257876" y="48228"/>
                  <a:pt x="249307" y="44439"/>
                  <a:pt x="237551" y="44439"/>
                </a:cubicBezTo>
                <a:cubicBezTo>
                  <a:pt x="218816" y="44439"/>
                  <a:pt x="204071" y="54200"/>
                  <a:pt x="204071" y="66747"/>
                </a:cubicBezTo>
                <a:cubicBezTo>
                  <a:pt x="204071" y="71330"/>
                  <a:pt x="208054" y="75310"/>
                  <a:pt x="212640" y="75310"/>
                </a:cubicBezTo>
                <a:cubicBezTo>
                  <a:pt x="217420" y="75310"/>
                  <a:pt x="221607" y="71330"/>
                  <a:pt x="221607" y="66948"/>
                </a:cubicBezTo>
                <a:cubicBezTo>
                  <a:pt x="221607" y="66151"/>
                  <a:pt x="221407" y="65154"/>
                  <a:pt x="221209" y="63761"/>
                </a:cubicBezTo>
                <a:cubicBezTo>
                  <a:pt x="220811" y="61970"/>
                  <a:pt x="220610" y="60376"/>
                  <a:pt x="220610" y="58981"/>
                </a:cubicBezTo>
                <a:cubicBezTo>
                  <a:pt x="220610" y="53604"/>
                  <a:pt x="226987" y="49223"/>
                  <a:pt x="234960" y="49223"/>
                </a:cubicBezTo>
                <a:cubicBezTo>
                  <a:pt x="244724" y="49223"/>
                  <a:pt x="250103" y="54997"/>
                  <a:pt x="250103" y="65753"/>
                </a:cubicBezTo>
                <a:lnTo>
                  <a:pt x="250103" y="77901"/>
                </a:lnTo>
                <a:cubicBezTo>
                  <a:pt x="219415" y="90247"/>
                  <a:pt x="216027" y="91840"/>
                  <a:pt x="207458" y="99409"/>
                </a:cubicBezTo>
                <a:cubicBezTo>
                  <a:pt x="203073" y="103393"/>
                  <a:pt x="200282" y="110162"/>
                  <a:pt x="200282" y="116733"/>
                </a:cubicBezTo>
                <a:cubicBezTo>
                  <a:pt x="200282" y="129282"/>
                  <a:pt x="209052" y="138049"/>
                  <a:pt x="221209" y="138049"/>
                </a:cubicBezTo>
                <a:cubicBezTo>
                  <a:pt x="229976" y="138049"/>
                  <a:pt x="238147" y="133865"/>
                  <a:pt x="250304" y="123502"/>
                </a:cubicBezTo>
                <a:cubicBezTo>
                  <a:pt x="251301" y="133865"/>
                  <a:pt x="254887" y="138049"/>
                  <a:pt x="263057" y="138049"/>
                </a:cubicBezTo>
                <a:cubicBezTo>
                  <a:pt x="269833" y="138049"/>
                  <a:pt x="274020" y="135659"/>
                  <a:pt x="280992" y="128087"/>
                </a:cubicBezTo>
                <a:lnTo>
                  <a:pt x="280992" y="122909"/>
                </a:lnTo>
                <a:moveTo>
                  <a:pt x="250103" y="111545"/>
                </a:moveTo>
                <a:cubicBezTo>
                  <a:pt x="250103" y="117724"/>
                  <a:pt x="249109" y="119518"/>
                  <a:pt x="244922" y="121908"/>
                </a:cubicBezTo>
                <a:cubicBezTo>
                  <a:pt x="240141" y="124700"/>
                  <a:pt x="234561" y="126491"/>
                  <a:pt x="230374" y="126491"/>
                </a:cubicBezTo>
                <a:cubicBezTo>
                  <a:pt x="223402" y="126491"/>
                  <a:pt x="217822" y="119716"/>
                  <a:pt x="217822" y="111147"/>
                </a:cubicBezTo>
                <a:lnTo>
                  <a:pt x="217822" y="110350"/>
                </a:lnTo>
                <a:cubicBezTo>
                  <a:pt x="217822" y="98591"/>
                  <a:pt x="225989" y="91418"/>
                  <a:pt x="250103" y="82648"/>
                </a:cubicBezTo>
                <a:lnTo>
                  <a:pt x="250103" y="111545"/>
                </a:lnTo>
                <a:close/>
                <a:moveTo>
                  <a:pt x="360709" y="104983"/>
                </a:moveTo>
                <a:cubicBezTo>
                  <a:pt x="351142" y="118922"/>
                  <a:pt x="343969" y="123703"/>
                  <a:pt x="332608" y="123703"/>
                </a:cubicBezTo>
                <a:cubicBezTo>
                  <a:pt x="314472" y="123703"/>
                  <a:pt x="301719" y="107771"/>
                  <a:pt x="301719" y="84871"/>
                </a:cubicBezTo>
                <a:cubicBezTo>
                  <a:pt x="301719" y="64360"/>
                  <a:pt x="312681" y="50220"/>
                  <a:pt x="328822" y="50220"/>
                </a:cubicBezTo>
                <a:cubicBezTo>
                  <a:pt x="335996" y="50220"/>
                  <a:pt x="338586" y="52409"/>
                  <a:pt x="340581" y="59777"/>
                </a:cubicBezTo>
                <a:lnTo>
                  <a:pt x="341776" y="64159"/>
                </a:lnTo>
                <a:cubicBezTo>
                  <a:pt x="343370" y="69736"/>
                  <a:pt x="346958" y="73321"/>
                  <a:pt x="351142" y="73321"/>
                </a:cubicBezTo>
                <a:cubicBezTo>
                  <a:pt x="356324" y="73321"/>
                  <a:pt x="360709" y="69536"/>
                  <a:pt x="360709" y="64956"/>
                </a:cubicBezTo>
                <a:cubicBezTo>
                  <a:pt x="360709" y="53805"/>
                  <a:pt x="346757" y="44439"/>
                  <a:pt x="330017" y="44439"/>
                </a:cubicBezTo>
                <a:cubicBezTo>
                  <a:pt x="320253" y="44439"/>
                  <a:pt x="310090" y="48426"/>
                  <a:pt x="301920" y="55596"/>
                </a:cubicBezTo>
                <a:cubicBezTo>
                  <a:pt x="291955" y="64360"/>
                  <a:pt x="286375" y="77901"/>
                  <a:pt x="286375" y="93631"/>
                </a:cubicBezTo>
                <a:cubicBezTo>
                  <a:pt x="286375" y="119521"/>
                  <a:pt x="302117" y="138049"/>
                  <a:pt x="324240" y="138049"/>
                </a:cubicBezTo>
                <a:cubicBezTo>
                  <a:pt x="333207" y="138049"/>
                  <a:pt x="341177" y="134862"/>
                  <a:pt x="348354" y="128683"/>
                </a:cubicBezTo>
                <a:cubicBezTo>
                  <a:pt x="353733" y="123900"/>
                  <a:pt x="357519" y="118524"/>
                  <a:pt x="363497" y="106774"/>
                </a:cubicBezTo>
                <a:lnTo>
                  <a:pt x="360709" y="104983"/>
                </a:lnTo>
                <a:close/>
                <a:moveTo>
                  <a:pt x="401165" y="67757"/>
                </a:moveTo>
                <a:cubicBezTo>
                  <a:pt x="409533" y="58591"/>
                  <a:pt x="415512" y="55201"/>
                  <a:pt x="423284" y="55201"/>
                </a:cubicBezTo>
                <a:cubicBezTo>
                  <a:pt x="433249" y="55201"/>
                  <a:pt x="438230" y="62377"/>
                  <a:pt x="438230" y="76326"/>
                </a:cubicBezTo>
                <a:lnTo>
                  <a:pt x="438230" y="115778"/>
                </a:lnTo>
                <a:cubicBezTo>
                  <a:pt x="438230" y="129328"/>
                  <a:pt x="436238" y="131919"/>
                  <a:pt x="424680" y="133114"/>
                </a:cubicBezTo>
                <a:lnTo>
                  <a:pt x="424680" y="136103"/>
                </a:lnTo>
                <a:lnTo>
                  <a:pt x="466930" y="136103"/>
                </a:lnTo>
                <a:lnTo>
                  <a:pt x="466930" y="133114"/>
                </a:lnTo>
                <a:cubicBezTo>
                  <a:pt x="456168" y="131122"/>
                  <a:pt x="454970" y="129529"/>
                  <a:pt x="454970" y="115778"/>
                </a:cubicBezTo>
                <a:lnTo>
                  <a:pt x="454970" y="76125"/>
                </a:lnTo>
                <a:cubicBezTo>
                  <a:pt x="454970" y="55201"/>
                  <a:pt x="446602" y="44439"/>
                  <a:pt x="430458" y="44439"/>
                </a:cubicBezTo>
                <a:cubicBezTo>
                  <a:pt x="418702" y="44439"/>
                  <a:pt x="410330" y="49223"/>
                  <a:pt x="401165" y="61179"/>
                </a:cubicBezTo>
                <a:lnTo>
                  <a:pt x="401165" y="599"/>
                </a:lnTo>
                <a:lnTo>
                  <a:pt x="400167" y="0"/>
                </a:lnTo>
                <a:cubicBezTo>
                  <a:pt x="393392" y="2390"/>
                  <a:pt x="388408" y="3987"/>
                  <a:pt x="377248" y="7173"/>
                </a:cubicBezTo>
                <a:lnTo>
                  <a:pt x="371869" y="8770"/>
                </a:lnTo>
                <a:lnTo>
                  <a:pt x="371869" y="11957"/>
                </a:lnTo>
                <a:cubicBezTo>
                  <a:pt x="372666" y="11759"/>
                  <a:pt x="373265" y="11759"/>
                  <a:pt x="374259" y="11759"/>
                </a:cubicBezTo>
                <a:cubicBezTo>
                  <a:pt x="382828" y="11759"/>
                  <a:pt x="384425" y="13352"/>
                  <a:pt x="384425" y="21922"/>
                </a:cubicBezTo>
                <a:lnTo>
                  <a:pt x="384425" y="115778"/>
                </a:lnTo>
                <a:cubicBezTo>
                  <a:pt x="384425" y="129726"/>
                  <a:pt x="383227" y="131521"/>
                  <a:pt x="371668" y="133114"/>
                </a:cubicBezTo>
                <a:lnTo>
                  <a:pt x="371668" y="136103"/>
                </a:lnTo>
                <a:lnTo>
                  <a:pt x="414715" y="136103"/>
                </a:lnTo>
                <a:lnTo>
                  <a:pt x="414715" y="133114"/>
                </a:lnTo>
                <a:cubicBezTo>
                  <a:pt x="403157" y="131919"/>
                  <a:pt x="401165" y="129529"/>
                  <a:pt x="401165" y="115778"/>
                </a:cubicBezTo>
                <a:lnTo>
                  <a:pt x="401165" y="67757"/>
                </a:lnTo>
                <a:close/>
                <a:moveTo>
                  <a:pt x="550828" y="103365"/>
                </a:moveTo>
                <a:cubicBezTo>
                  <a:pt x="541264" y="118518"/>
                  <a:pt x="532692" y="124302"/>
                  <a:pt x="519939" y="124302"/>
                </a:cubicBezTo>
                <a:cubicBezTo>
                  <a:pt x="508581" y="124302"/>
                  <a:pt x="500012" y="118518"/>
                  <a:pt x="494231" y="107154"/>
                </a:cubicBezTo>
                <a:cubicBezTo>
                  <a:pt x="490643" y="99576"/>
                  <a:pt x="489250" y="92996"/>
                  <a:pt x="488852" y="80832"/>
                </a:cubicBezTo>
                <a:lnTo>
                  <a:pt x="550232" y="80832"/>
                </a:lnTo>
                <a:cubicBezTo>
                  <a:pt x="548635" y="67903"/>
                  <a:pt x="546643" y="62143"/>
                  <a:pt x="541663" y="55788"/>
                </a:cubicBezTo>
                <a:cubicBezTo>
                  <a:pt x="535681" y="48627"/>
                  <a:pt x="526516" y="44439"/>
                  <a:pt x="516153" y="44439"/>
                </a:cubicBezTo>
                <a:cubicBezTo>
                  <a:pt x="506188" y="44439"/>
                  <a:pt x="496822" y="48027"/>
                  <a:pt x="489250" y="54793"/>
                </a:cubicBezTo>
                <a:cubicBezTo>
                  <a:pt x="479881" y="62937"/>
                  <a:pt x="474502" y="77046"/>
                  <a:pt x="474502" y="93394"/>
                </a:cubicBezTo>
                <a:cubicBezTo>
                  <a:pt x="474502" y="120911"/>
                  <a:pt x="488852" y="138049"/>
                  <a:pt x="511768" y="138049"/>
                </a:cubicBezTo>
                <a:cubicBezTo>
                  <a:pt x="530700" y="138049"/>
                  <a:pt x="545646" y="126293"/>
                  <a:pt x="554018" y="104761"/>
                </a:cubicBezTo>
                <a:lnTo>
                  <a:pt x="550828" y="103365"/>
                </a:lnTo>
                <a:moveTo>
                  <a:pt x="489250" y="74456"/>
                </a:moveTo>
                <a:cubicBezTo>
                  <a:pt x="491440" y="58965"/>
                  <a:pt x="498218" y="51616"/>
                  <a:pt x="510372" y="51616"/>
                </a:cubicBezTo>
                <a:cubicBezTo>
                  <a:pt x="522529" y="51616"/>
                  <a:pt x="527313" y="57177"/>
                  <a:pt x="529904" y="74456"/>
                </a:cubicBezTo>
                <a:lnTo>
                  <a:pt x="489250" y="74456"/>
                </a:lnTo>
                <a:close/>
                <a:moveTo>
                  <a:pt x="559397" y="58391"/>
                </a:moveTo>
                <a:cubicBezTo>
                  <a:pt x="562189" y="57792"/>
                  <a:pt x="563983" y="57591"/>
                  <a:pt x="566373" y="57591"/>
                </a:cubicBezTo>
                <a:cubicBezTo>
                  <a:pt x="571354" y="57591"/>
                  <a:pt x="573148" y="60781"/>
                  <a:pt x="573148" y="69548"/>
                </a:cubicBezTo>
                <a:lnTo>
                  <a:pt x="573148" y="119366"/>
                </a:lnTo>
                <a:cubicBezTo>
                  <a:pt x="573148" y="129328"/>
                  <a:pt x="571752" y="130724"/>
                  <a:pt x="558999" y="133114"/>
                </a:cubicBezTo>
                <a:lnTo>
                  <a:pt x="558999" y="136103"/>
                </a:lnTo>
                <a:lnTo>
                  <a:pt x="606829" y="136103"/>
                </a:lnTo>
                <a:lnTo>
                  <a:pt x="606829" y="133114"/>
                </a:lnTo>
                <a:cubicBezTo>
                  <a:pt x="593275" y="132518"/>
                  <a:pt x="589888" y="129529"/>
                  <a:pt x="589888" y="118171"/>
                </a:cubicBezTo>
                <a:lnTo>
                  <a:pt x="589888" y="73334"/>
                </a:lnTo>
                <a:cubicBezTo>
                  <a:pt x="589888" y="66957"/>
                  <a:pt x="598457" y="56995"/>
                  <a:pt x="603839" y="56995"/>
                </a:cubicBezTo>
                <a:cubicBezTo>
                  <a:pt x="605034" y="56995"/>
                  <a:pt x="606829" y="57992"/>
                  <a:pt x="609021" y="59984"/>
                </a:cubicBezTo>
                <a:cubicBezTo>
                  <a:pt x="612208" y="62773"/>
                  <a:pt x="614400" y="63968"/>
                  <a:pt x="616991" y="63968"/>
                </a:cubicBezTo>
                <a:cubicBezTo>
                  <a:pt x="621774" y="63968"/>
                  <a:pt x="624764" y="60580"/>
                  <a:pt x="624764" y="55003"/>
                </a:cubicBezTo>
                <a:cubicBezTo>
                  <a:pt x="624764" y="48426"/>
                  <a:pt x="620579" y="44439"/>
                  <a:pt x="613804" y="44439"/>
                </a:cubicBezTo>
                <a:cubicBezTo>
                  <a:pt x="605433" y="44439"/>
                  <a:pt x="599655" y="49025"/>
                  <a:pt x="589888" y="63171"/>
                </a:cubicBezTo>
                <a:lnTo>
                  <a:pt x="589888" y="44841"/>
                </a:lnTo>
                <a:lnTo>
                  <a:pt x="588893" y="44439"/>
                </a:lnTo>
                <a:cubicBezTo>
                  <a:pt x="578330" y="48824"/>
                  <a:pt x="571156" y="51415"/>
                  <a:pt x="559397" y="55201"/>
                </a:cubicBezTo>
                <a:lnTo>
                  <a:pt x="559397" y="583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142972-95AC-4FF0-BD81-0650F746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606" y="775576"/>
            <a:ext cx="486035" cy="486035"/>
          </a:xfrm>
          <a:custGeom xmlns:a="http://schemas.openxmlformats.org/drawingml/2006/main">
            <a:pathLst>
              <a:path w="486035" h="486035">
                <a:moveTo>
                  <a:pt x="445534" y="0"/>
                </a:moveTo>
                <a:lnTo>
                  <a:pt x="40502" y="0"/>
                </a:lnTo>
                <a:cubicBezTo>
                  <a:pt x="18134" y="0"/>
                  <a:pt x="0" y="18133"/>
                  <a:pt x="0" y="40502"/>
                </a:cubicBezTo>
                <a:lnTo>
                  <a:pt x="0" y="445533"/>
                </a:lnTo>
                <a:cubicBezTo>
                  <a:pt x="0" y="467902"/>
                  <a:pt x="18134" y="486035"/>
                  <a:pt x="40502" y="486035"/>
                </a:cubicBezTo>
                <a:lnTo>
                  <a:pt x="445534" y="486035"/>
                </a:lnTo>
                <a:cubicBezTo>
                  <a:pt x="467902" y="486035"/>
                  <a:pt x="486035" y="467902"/>
                  <a:pt x="486035" y="445533"/>
                </a:cubicBezTo>
                <a:lnTo>
                  <a:pt x="486035" y="40502"/>
                </a:lnTo>
                <a:cubicBezTo>
                  <a:pt x="486035" y="18133"/>
                  <a:pt x="467902" y="0"/>
                  <a:pt x="445534" y="0"/>
                </a:cubicBezTo>
                <a:close/>
                <a:moveTo>
                  <a:pt x="0" y="486035"/>
                </a:moveTo>
              </a:path>
            </a:pathLst>
          </a:custGeom>
          <a:solidFill xmlns:a="http://schemas.openxmlformats.org/drawingml/2006/main">
            <a:srgbClr val="FFFC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441F3A-C30F-49C0-AE0F-AB6D419B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5606" y="775576"/>
            <a:ext cx="486035" cy="486035"/>
          </a:xfrm>
          <a:custGeom xmlns:a="http://schemas.openxmlformats.org/drawingml/2006/main">
            <a:pathLst>
              <a:path w="486035" h="486035" fill="none">
                <a:moveTo>
                  <a:pt x="445534" y="0"/>
                </a:moveTo>
                <a:lnTo>
                  <a:pt x="40502" y="0"/>
                </a:lnTo>
                <a:cubicBezTo>
                  <a:pt x="18134" y="0"/>
                  <a:pt x="0" y="18133"/>
                  <a:pt x="0" y="40502"/>
                </a:cubicBezTo>
                <a:lnTo>
                  <a:pt x="0" y="445533"/>
                </a:lnTo>
                <a:cubicBezTo>
                  <a:pt x="0" y="467902"/>
                  <a:pt x="18134" y="486035"/>
                  <a:pt x="40502" y="486035"/>
                </a:cubicBezTo>
                <a:lnTo>
                  <a:pt x="445534" y="486035"/>
                </a:lnTo>
                <a:cubicBezTo>
                  <a:pt x="467902" y="486035"/>
                  <a:pt x="486035" y="467902"/>
                  <a:pt x="486035" y="445533"/>
                </a:cubicBezTo>
                <a:lnTo>
                  <a:pt x="486035" y="40502"/>
                </a:lnTo>
                <a:cubicBezTo>
                  <a:pt x="486035" y="18133"/>
                  <a:pt x="467902" y="0"/>
                  <a:pt x="445534" y="0"/>
                </a:cubicBezTo>
                <a:close/>
                <a:moveTo>
                  <a:pt x="0" y="486035"/>
                </a:move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37" name="Text Hb">
            <a:extLst xmlns:a="http://schemas.openxmlformats.org/drawingml/2006/main">
              <a:ext uri="{FF2B5EF4-FFF2-40B4-BE49-F238E27FC236}">
                <a16:creationId xmlns:a16="http://schemas.microsoft.com/office/drawing/2014/main" id="{F66BDA52-2FB7-44B9-81B7-265112AC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7387" y="959000"/>
            <a:ext cx="200027" cy="118329"/>
          </a:xfrm>
          <a:custGeom xmlns:a="http://schemas.openxmlformats.org/drawingml/2006/main">
            <a:pathLst>
              <a:path w="200027" h="118329">
                <a:moveTo>
                  <a:pt x="32456" y="55273"/>
                </a:moveTo>
                <a:lnTo>
                  <a:pt x="32456" y="22166"/>
                </a:lnTo>
                <a:cubicBezTo>
                  <a:pt x="32456" y="9879"/>
                  <a:pt x="34333" y="8002"/>
                  <a:pt x="47488" y="6808"/>
                </a:cubicBezTo>
                <a:lnTo>
                  <a:pt x="47488" y="3560"/>
                </a:lnTo>
                <a:lnTo>
                  <a:pt x="0" y="3560"/>
                </a:lnTo>
                <a:lnTo>
                  <a:pt x="0" y="6808"/>
                </a:lnTo>
                <a:cubicBezTo>
                  <a:pt x="13152" y="8002"/>
                  <a:pt x="15032" y="9879"/>
                  <a:pt x="15032" y="22166"/>
                </a:cubicBezTo>
                <a:lnTo>
                  <a:pt x="15032" y="96143"/>
                </a:lnTo>
                <a:cubicBezTo>
                  <a:pt x="15032" y="110510"/>
                  <a:pt x="13324" y="112561"/>
                  <a:pt x="0" y="113416"/>
                </a:cubicBezTo>
                <a:lnTo>
                  <a:pt x="0" y="116661"/>
                </a:lnTo>
                <a:lnTo>
                  <a:pt x="47488" y="116661"/>
                </a:lnTo>
                <a:lnTo>
                  <a:pt x="47488" y="113416"/>
                </a:lnTo>
                <a:cubicBezTo>
                  <a:pt x="34677" y="112392"/>
                  <a:pt x="32456" y="110168"/>
                  <a:pt x="32456" y="98025"/>
                </a:cubicBezTo>
                <a:lnTo>
                  <a:pt x="32456" y="62790"/>
                </a:lnTo>
                <a:lnTo>
                  <a:pt x="84213" y="62790"/>
                </a:lnTo>
                <a:lnTo>
                  <a:pt x="84213" y="96143"/>
                </a:lnTo>
                <a:cubicBezTo>
                  <a:pt x="84213" y="110510"/>
                  <a:pt x="82506" y="112561"/>
                  <a:pt x="69181" y="113416"/>
                </a:cubicBezTo>
                <a:lnTo>
                  <a:pt x="69181" y="116661"/>
                </a:lnTo>
                <a:lnTo>
                  <a:pt x="116669" y="116661"/>
                </a:lnTo>
                <a:lnTo>
                  <a:pt x="116669" y="113416"/>
                </a:lnTo>
                <a:cubicBezTo>
                  <a:pt x="103858" y="112392"/>
                  <a:pt x="101637" y="110168"/>
                  <a:pt x="101637" y="98025"/>
                </a:cubicBezTo>
                <a:lnTo>
                  <a:pt x="101637" y="22166"/>
                </a:lnTo>
                <a:cubicBezTo>
                  <a:pt x="101637" y="9879"/>
                  <a:pt x="103516" y="8002"/>
                  <a:pt x="116669" y="6808"/>
                </a:cubicBezTo>
                <a:lnTo>
                  <a:pt x="116669" y="3560"/>
                </a:lnTo>
                <a:lnTo>
                  <a:pt x="69181" y="3560"/>
                </a:lnTo>
                <a:lnTo>
                  <a:pt x="69181" y="6808"/>
                </a:lnTo>
                <a:cubicBezTo>
                  <a:pt x="82334" y="8002"/>
                  <a:pt x="84213" y="9879"/>
                  <a:pt x="84213" y="22166"/>
                </a:cubicBezTo>
                <a:lnTo>
                  <a:pt x="84213" y="55273"/>
                </a:lnTo>
                <a:lnTo>
                  <a:pt x="32456" y="55273"/>
                </a:lnTo>
                <a:close/>
                <a:moveTo>
                  <a:pt x="146221" y="341"/>
                </a:moveTo>
                <a:lnTo>
                  <a:pt x="145366" y="0"/>
                </a:lnTo>
                <a:cubicBezTo>
                  <a:pt x="138190" y="2562"/>
                  <a:pt x="133580" y="3928"/>
                  <a:pt x="125552" y="6149"/>
                </a:cubicBezTo>
                <a:lnTo>
                  <a:pt x="120597" y="7517"/>
                </a:lnTo>
                <a:lnTo>
                  <a:pt x="120597" y="10249"/>
                </a:lnTo>
                <a:cubicBezTo>
                  <a:pt x="121621" y="10079"/>
                  <a:pt x="122304" y="10079"/>
                  <a:pt x="123500" y="10079"/>
                </a:cubicBezTo>
                <a:cubicBezTo>
                  <a:pt x="130334" y="10079"/>
                  <a:pt x="131870" y="11614"/>
                  <a:pt x="131870" y="18790"/>
                </a:cubicBezTo>
                <a:lnTo>
                  <a:pt x="131870" y="107403"/>
                </a:lnTo>
                <a:cubicBezTo>
                  <a:pt x="131870" y="112694"/>
                  <a:pt x="146390" y="118329"/>
                  <a:pt x="160056" y="118329"/>
                </a:cubicBezTo>
                <a:cubicBezTo>
                  <a:pt x="182605" y="118329"/>
                  <a:pt x="200027" y="99549"/>
                  <a:pt x="200027" y="75140"/>
                </a:cubicBezTo>
                <a:cubicBezTo>
                  <a:pt x="200027" y="54144"/>
                  <a:pt x="187046" y="38091"/>
                  <a:pt x="169963" y="38091"/>
                </a:cubicBezTo>
                <a:cubicBezTo>
                  <a:pt x="159543" y="38091"/>
                  <a:pt x="149635" y="44242"/>
                  <a:pt x="146221" y="52609"/>
                </a:cubicBezTo>
                <a:lnTo>
                  <a:pt x="146221" y="341"/>
                </a:lnTo>
                <a:moveTo>
                  <a:pt x="146221" y="61656"/>
                </a:moveTo>
                <a:cubicBezTo>
                  <a:pt x="146221" y="54999"/>
                  <a:pt x="154249" y="48853"/>
                  <a:pt x="163132" y="48853"/>
                </a:cubicBezTo>
                <a:cubicBezTo>
                  <a:pt x="176454" y="48853"/>
                  <a:pt x="184995" y="62167"/>
                  <a:pt x="184995" y="82993"/>
                </a:cubicBezTo>
                <a:cubicBezTo>
                  <a:pt x="184995" y="101940"/>
                  <a:pt x="176795" y="112863"/>
                  <a:pt x="162790" y="112863"/>
                </a:cubicBezTo>
                <a:cubicBezTo>
                  <a:pt x="153907" y="112863"/>
                  <a:pt x="146221" y="108938"/>
                  <a:pt x="146221" y="104671"/>
                </a:cubicBezTo>
                <a:lnTo>
                  <a:pt x="146221" y="616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8" name="Text �">
            <a:extLst xmlns:a="http://schemas.openxmlformats.org/drawingml/2006/main">
              <a:ext uri="{FF2B5EF4-FFF2-40B4-BE49-F238E27FC236}">
                <a16:creationId xmlns:a16="http://schemas.microsoft.com/office/drawing/2014/main" id="{C3B96914-E229-4E7F-A681-6D4B4760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05" y="790376"/>
            <a:ext cx="158518" cy="173039"/>
          </a:xfrm>
          <a:custGeom xmlns:a="http://schemas.openxmlformats.org/drawingml/2006/main">
            <a:pathLst>
              <a:path w="158518" h="173039">
                <a:moveTo>
                  <a:pt x="77209" y="1024"/>
                </a:moveTo>
                <a:lnTo>
                  <a:pt x="76013" y="2049"/>
                </a:lnTo>
                <a:lnTo>
                  <a:pt x="76013" y="14860"/>
                </a:lnTo>
                <a:cubicBezTo>
                  <a:pt x="76013" y="21863"/>
                  <a:pt x="75843" y="27670"/>
                  <a:pt x="75671" y="27670"/>
                </a:cubicBezTo>
                <a:cubicBezTo>
                  <a:pt x="75502" y="27670"/>
                  <a:pt x="70889" y="23742"/>
                  <a:pt x="65253" y="19132"/>
                </a:cubicBezTo>
                <a:cubicBezTo>
                  <a:pt x="57053" y="12297"/>
                  <a:pt x="54661" y="10590"/>
                  <a:pt x="53636" y="10590"/>
                </a:cubicBezTo>
                <a:cubicBezTo>
                  <a:pt x="51757" y="10590"/>
                  <a:pt x="50391" y="11956"/>
                  <a:pt x="50391" y="13663"/>
                </a:cubicBezTo>
                <a:cubicBezTo>
                  <a:pt x="50391" y="15373"/>
                  <a:pt x="51246" y="16397"/>
                  <a:pt x="65423" y="28012"/>
                </a:cubicBezTo>
                <a:lnTo>
                  <a:pt x="76013" y="36895"/>
                </a:lnTo>
                <a:lnTo>
                  <a:pt x="76013" y="58589"/>
                </a:lnTo>
                <a:cubicBezTo>
                  <a:pt x="76013" y="70547"/>
                  <a:pt x="75843" y="80282"/>
                  <a:pt x="75671" y="80282"/>
                </a:cubicBezTo>
                <a:cubicBezTo>
                  <a:pt x="75502" y="80282"/>
                  <a:pt x="38433" y="59102"/>
                  <a:pt x="38091" y="58761"/>
                </a:cubicBezTo>
                <a:cubicBezTo>
                  <a:pt x="38091" y="58589"/>
                  <a:pt x="36725" y="51415"/>
                  <a:pt x="35188" y="42705"/>
                </a:cubicBezTo>
                <a:cubicBezTo>
                  <a:pt x="32284" y="25280"/>
                  <a:pt x="32114" y="24767"/>
                  <a:pt x="29208" y="24767"/>
                </a:cubicBezTo>
                <a:cubicBezTo>
                  <a:pt x="27160" y="24767"/>
                  <a:pt x="26135" y="25963"/>
                  <a:pt x="26135" y="28356"/>
                </a:cubicBezTo>
                <a:cubicBezTo>
                  <a:pt x="26135" y="29380"/>
                  <a:pt x="26990" y="35529"/>
                  <a:pt x="28184" y="42191"/>
                </a:cubicBezTo>
                <a:lnTo>
                  <a:pt x="30235" y="54147"/>
                </a:lnTo>
                <a:lnTo>
                  <a:pt x="27673" y="52612"/>
                </a:lnTo>
                <a:lnTo>
                  <a:pt x="16911" y="46461"/>
                </a:lnTo>
                <a:cubicBezTo>
                  <a:pt x="8541" y="41678"/>
                  <a:pt x="6662" y="40995"/>
                  <a:pt x="5124" y="42705"/>
                </a:cubicBezTo>
                <a:cubicBezTo>
                  <a:pt x="3928" y="43898"/>
                  <a:pt x="4100" y="46119"/>
                  <a:pt x="5294" y="47315"/>
                </a:cubicBezTo>
                <a:cubicBezTo>
                  <a:pt x="5979" y="47829"/>
                  <a:pt x="10932" y="50902"/>
                  <a:pt x="16569" y="54147"/>
                </a:cubicBezTo>
                <a:cubicBezTo>
                  <a:pt x="22035" y="57395"/>
                  <a:pt x="26646" y="59957"/>
                  <a:pt x="26477" y="60126"/>
                </a:cubicBezTo>
                <a:cubicBezTo>
                  <a:pt x="26477" y="60126"/>
                  <a:pt x="20839" y="62347"/>
                  <a:pt x="14007" y="64740"/>
                </a:cubicBezTo>
                <a:cubicBezTo>
                  <a:pt x="1707" y="69351"/>
                  <a:pt x="0" y="70206"/>
                  <a:pt x="0" y="72254"/>
                </a:cubicBezTo>
                <a:cubicBezTo>
                  <a:pt x="0" y="73792"/>
                  <a:pt x="1879" y="75499"/>
                  <a:pt x="3417" y="75499"/>
                </a:cubicBezTo>
                <a:cubicBezTo>
                  <a:pt x="4269" y="75499"/>
                  <a:pt x="11614" y="73109"/>
                  <a:pt x="19642" y="70034"/>
                </a:cubicBezTo>
                <a:lnTo>
                  <a:pt x="34505" y="64568"/>
                </a:lnTo>
                <a:lnTo>
                  <a:pt x="53295" y="75330"/>
                </a:lnTo>
                <a:cubicBezTo>
                  <a:pt x="63715" y="81309"/>
                  <a:pt x="72085" y="86262"/>
                  <a:pt x="72085" y="86434"/>
                </a:cubicBezTo>
                <a:cubicBezTo>
                  <a:pt x="72085" y="86603"/>
                  <a:pt x="63715" y="91558"/>
                  <a:pt x="53295" y="97537"/>
                </a:cubicBezTo>
                <a:lnTo>
                  <a:pt x="34677" y="108297"/>
                </a:lnTo>
                <a:lnTo>
                  <a:pt x="19814" y="102831"/>
                </a:lnTo>
                <a:cubicBezTo>
                  <a:pt x="11614" y="99758"/>
                  <a:pt x="4269" y="97365"/>
                  <a:pt x="3417" y="97365"/>
                </a:cubicBezTo>
                <a:cubicBezTo>
                  <a:pt x="1879" y="97365"/>
                  <a:pt x="0" y="99072"/>
                  <a:pt x="0" y="100610"/>
                </a:cubicBezTo>
                <a:cubicBezTo>
                  <a:pt x="0" y="102662"/>
                  <a:pt x="1707" y="103514"/>
                  <a:pt x="14007" y="107955"/>
                </a:cubicBezTo>
                <a:cubicBezTo>
                  <a:pt x="20839" y="110517"/>
                  <a:pt x="26305" y="112569"/>
                  <a:pt x="26477" y="112738"/>
                </a:cubicBezTo>
                <a:cubicBezTo>
                  <a:pt x="26646" y="112738"/>
                  <a:pt x="22035" y="115472"/>
                  <a:pt x="16569" y="118717"/>
                </a:cubicBezTo>
                <a:cubicBezTo>
                  <a:pt x="10932" y="121793"/>
                  <a:pt x="5979" y="124866"/>
                  <a:pt x="5294" y="125552"/>
                </a:cubicBezTo>
                <a:cubicBezTo>
                  <a:pt x="3928" y="126745"/>
                  <a:pt x="3928" y="129138"/>
                  <a:pt x="5124" y="130335"/>
                </a:cubicBezTo>
                <a:cubicBezTo>
                  <a:pt x="6832" y="131700"/>
                  <a:pt x="8541" y="131187"/>
                  <a:pt x="16911" y="126404"/>
                </a:cubicBezTo>
                <a:lnTo>
                  <a:pt x="27673" y="120255"/>
                </a:lnTo>
                <a:lnTo>
                  <a:pt x="30235" y="118717"/>
                </a:lnTo>
                <a:lnTo>
                  <a:pt x="28356" y="129308"/>
                </a:lnTo>
                <a:cubicBezTo>
                  <a:pt x="25963" y="142973"/>
                  <a:pt x="25794" y="145877"/>
                  <a:pt x="26818" y="147245"/>
                </a:cubicBezTo>
                <a:cubicBezTo>
                  <a:pt x="28014" y="148439"/>
                  <a:pt x="30405" y="148439"/>
                  <a:pt x="31601" y="147245"/>
                </a:cubicBezTo>
                <a:cubicBezTo>
                  <a:pt x="32284" y="146391"/>
                  <a:pt x="33139" y="142291"/>
                  <a:pt x="35188" y="130163"/>
                </a:cubicBezTo>
                <a:cubicBezTo>
                  <a:pt x="36725" y="121452"/>
                  <a:pt x="38091" y="114276"/>
                  <a:pt x="38091" y="114107"/>
                </a:cubicBezTo>
                <a:cubicBezTo>
                  <a:pt x="38433" y="113765"/>
                  <a:pt x="75502" y="92582"/>
                  <a:pt x="75671" y="92582"/>
                </a:cubicBezTo>
                <a:cubicBezTo>
                  <a:pt x="75843" y="92582"/>
                  <a:pt x="76013" y="102320"/>
                  <a:pt x="76013" y="114276"/>
                </a:cubicBezTo>
                <a:lnTo>
                  <a:pt x="76013" y="135970"/>
                </a:lnTo>
                <a:lnTo>
                  <a:pt x="65423" y="144853"/>
                </a:lnTo>
                <a:cubicBezTo>
                  <a:pt x="51415" y="156298"/>
                  <a:pt x="50391" y="157494"/>
                  <a:pt x="50391" y="159032"/>
                </a:cubicBezTo>
                <a:cubicBezTo>
                  <a:pt x="50391" y="160567"/>
                  <a:pt x="52098" y="162277"/>
                  <a:pt x="53808" y="162277"/>
                </a:cubicBezTo>
                <a:cubicBezTo>
                  <a:pt x="54661" y="162277"/>
                  <a:pt x="57736" y="160056"/>
                  <a:pt x="65253" y="153736"/>
                </a:cubicBezTo>
                <a:cubicBezTo>
                  <a:pt x="70889" y="149125"/>
                  <a:pt x="75502" y="145194"/>
                  <a:pt x="75671" y="145194"/>
                </a:cubicBezTo>
                <a:cubicBezTo>
                  <a:pt x="75843" y="145194"/>
                  <a:pt x="76013" y="151001"/>
                  <a:pt x="76013" y="158005"/>
                </a:cubicBezTo>
                <a:lnTo>
                  <a:pt x="76013" y="170818"/>
                </a:lnTo>
                <a:lnTo>
                  <a:pt x="77209" y="171843"/>
                </a:lnTo>
                <a:cubicBezTo>
                  <a:pt x="78747" y="173039"/>
                  <a:pt x="79771" y="173039"/>
                  <a:pt x="81309" y="171843"/>
                </a:cubicBezTo>
                <a:lnTo>
                  <a:pt x="82506" y="170818"/>
                </a:lnTo>
                <a:lnTo>
                  <a:pt x="82506" y="158005"/>
                </a:lnTo>
                <a:cubicBezTo>
                  <a:pt x="82506" y="151001"/>
                  <a:pt x="82675" y="145194"/>
                  <a:pt x="82847" y="145194"/>
                </a:cubicBezTo>
                <a:cubicBezTo>
                  <a:pt x="83016" y="145194"/>
                  <a:pt x="87630" y="149125"/>
                  <a:pt x="93268" y="153736"/>
                </a:cubicBezTo>
                <a:cubicBezTo>
                  <a:pt x="101465" y="160567"/>
                  <a:pt x="103858" y="162277"/>
                  <a:pt x="104882" y="162277"/>
                </a:cubicBezTo>
                <a:cubicBezTo>
                  <a:pt x="107958" y="162277"/>
                  <a:pt x="109324" y="158518"/>
                  <a:pt x="107103" y="156470"/>
                </a:cubicBezTo>
                <a:cubicBezTo>
                  <a:pt x="106420" y="155956"/>
                  <a:pt x="100613" y="151001"/>
                  <a:pt x="94292" y="145708"/>
                </a:cubicBezTo>
                <a:lnTo>
                  <a:pt x="82506" y="135970"/>
                </a:lnTo>
                <a:lnTo>
                  <a:pt x="82506" y="114276"/>
                </a:lnTo>
                <a:cubicBezTo>
                  <a:pt x="82506" y="102320"/>
                  <a:pt x="82675" y="92582"/>
                  <a:pt x="82847" y="92582"/>
                </a:cubicBezTo>
                <a:cubicBezTo>
                  <a:pt x="83016" y="92582"/>
                  <a:pt x="120086" y="113765"/>
                  <a:pt x="120427" y="114107"/>
                </a:cubicBezTo>
                <a:cubicBezTo>
                  <a:pt x="120427" y="114276"/>
                  <a:pt x="121793" y="121452"/>
                  <a:pt x="123331" y="130163"/>
                </a:cubicBezTo>
                <a:cubicBezTo>
                  <a:pt x="125380" y="142463"/>
                  <a:pt x="126235" y="146391"/>
                  <a:pt x="126917" y="147245"/>
                </a:cubicBezTo>
                <a:cubicBezTo>
                  <a:pt x="128114" y="148611"/>
                  <a:pt x="130845" y="148270"/>
                  <a:pt x="132042" y="146563"/>
                </a:cubicBezTo>
                <a:cubicBezTo>
                  <a:pt x="132897" y="145536"/>
                  <a:pt x="132897" y="145366"/>
                  <a:pt x="130845" y="132897"/>
                </a:cubicBezTo>
                <a:cubicBezTo>
                  <a:pt x="129652" y="126063"/>
                  <a:pt x="128455" y="119914"/>
                  <a:pt x="128455" y="119572"/>
                </a:cubicBezTo>
                <a:cubicBezTo>
                  <a:pt x="128283" y="118548"/>
                  <a:pt x="127431" y="118207"/>
                  <a:pt x="141608" y="126404"/>
                </a:cubicBezTo>
                <a:cubicBezTo>
                  <a:pt x="150149" y="131187"/>
                  <a:pt x="152028" y="131870"/>
                  <a:pt x="153394" y="130163"/>
                </a:cubicBezTo>
                <a:cubicBezTo>
                  <a:pt x="154591" y="128966"/>
                  <a:pt x="154418" y="126745"/>
                  <a:pt x="153225" y="125552"/>
                </a:cubicBezTo>
                <a:cubicBezTo>
                  <a:pt x="152542" y="124866"/>
                  <a:pt x="147587" y="121793"/>
                  <a:pt x="141949" y="118717"/>
                </a:cubicBezTo>
                <a:cubicBezTo>
                  <a:pt x="136483" y="115472"/>
                  <a:pt x="131872" y="112738"/>
                  <a:pt x="132042" y="112738"/>
                </a:cubicBezTo>
                <a:cubicBezTo>
                  <a:pt x="132042" y="112738"/>
                  <a:pt x="137680" y="110517"/>
                  <a:pt x="144511" y="108127"/>
                </a:cubicBezTo>
                <a:cubicBezTo>
                  <a:pt x="156811" y="103514"/>
                  <a:pt x="158518" y="102662"/>
                  <a:pt x="158518" y="100610"/>
                </a:cubicBezTo>
                <a:cubicBezTo>
                  <a:pt x="158518" y="99072"/>
                  <a:pt x="156639" y="97365"/>
                  <a:pt x="155104" y="97365"/>
                </a:cubicBezTo>
                <a:cubicBezTo>
                  <a:pt x="154249" y="97365"/>
                  <a:pt x="146904" y="99758"/>
                  <a:pt x="138876" y="102831"/>
                </a:cubicBezTo>
                <a:lnTo>
                  <a:pt x="124014" y="108297"/>
                </a:lnTo>
                <a:lnTo>
                  <a:pt x="105224" y="97537"/>
                </a:lnTo>
                <a:cubicBezTo>
                  <a:pt x="94803" y="91558"/>
                  <a:pt x="86434" y="86603"/>
                  <a:pt x="86434" y="86434"/>
                </a:cubicBezTo>
                <a:cubicBezTo>
                  <a:pt x="86434" y="86262"/>
                  <a:pt x="94803" y="81309"/>
                  <a:pt x="105224" y="75330"/>
                </a:cubicBezTo>
                <a:lnTo>
                  <a:pt x="124014" y="64568"/>
                </a:lnTo>
                <a:lnTo>
                  <a:pt x="138876" y="70034"/>
                </a:lnTo>
                <a:cubicBezTo>
                  <a:pt x="146904" y="73109"/>
                  <a:pt x="154249" y="75499"/>
                  <a:pt x="155104" y="75499"/>
                </a:cubicBezTo>
                <a:cubicBezTo>
                  <a:pt x="156639" y="75499"/>
                  <a:pt x="158518" y="73792"/>
                  <a:pt x="158518" y="72254"/>
                </a:cubicBezTo>
                <a:cubicBezTo>
                  <a:pt x="158518" y="70206"/>
                  <a:pt x="156811" y="69351"/>
                  <a:pt x="144511" y="64740"/>
                </a:cubicBezTo>
                <a:cubicBezTo>
                  <a:pt x="137680" y="62347"/>
                  <a:pt x="132042" y="60126"/>
                  <a:pt x="132042" y="60126"/>
                </a:cubicBezTo>
                <a:cubicBezTo>
                  <a:pt x="131872" y="59957"/>
                  <a:pt x="136483" y="57395"/>
                  <a:pt x="141949" y="54147"/>
                </a:cubicBezTo>
                <a:cubicBezTo>
                  <a:pt x="147587" y="50902"/>
                  <a:pt x="152542" y="47829"/>
                  <a:pt x="153225" y="47315"/>
                </a:cubicBezTo>
                <a:cubicBezTo>
                  <a:pt x="154591" y="46119"/>
                  <a:pt x="154591" y="43729"/>
                  <a:pt x="153394" y="42533"/>
                </a:cubicBezTo>
                <a:cubicBezTo>
                  <a:pt x="151687" y="41167"/>
                  <a:pt x="149980" y="41678"/>
                  <a:pt x="141608" y="46461"/>
                </a:cubicBezTo>
                <a:cubicBezTo>
                  <a:pt x="127259" y="54661"/>
                  <a:pt x="128283" y="54319"/>
                  <a:pt x="128455" y="53295"/>
                </a:cubicBezTo>
                <a:cubicBezTo>
                  <a:pt x="128455" y="52953"/>
                  <a:pt x="129652" y="46802"/>
                  <a:pt x="130845" y="39970"/>
                </a:cubicBezTo>
                <a:cubicBezTo>
                  <a:pt x="132897" y="27501"/>
                  <a:pt x="132897" y="27329"/>
                  <a:pt x="132042" y="26305"/>
                </a:cubicBezTo>
                <a:cubicBezTo>
                  <a:pt x="130845" y="24597"/>
                  <a:pt x="128114" y="24256"/>
                  <a:pt x="126917" y="25622"/>
                </a:cubicBezTo>
                <a:cubicBezTo>
                  <a:pt x="126235" y="26477"/>
                  <a:pt x="125380" y="30405"/>
                  <a:pt x="123331" y="42705"/>
                </a:cubicBezTo>
                <a:cubicBezTo>
                  <a:pt x="121793" y="51415"/>
                  <a:pt x="120427" y="58589"/>
                  <a:pt x="120427" y="58761"/>
                </a:cubicBezTo>
                <a:cubicBezTo>
                  <a:pt x="120086" y="59102"/>
                  <a:pt x="83016" y="80282"/>
                  <a:pt x="82847" y="80282"/>
                </a:cubicBezTo>
                <a:cubicBezTo>
                  <a:pt x="82675" y="80282"/>
                  <a:pt x="82506" y="70547"/>
                  <a:pt x="82506" y="58589"/>
                </a:cubicBezTo>
                <a:lnTo>
                  <a:pt x="82506" y="36895"/>
                </a:lnTo>
                <a:lnTo>
                  <a:pt x="93096" y="28012"/>
                </a:lnTo>
                <a:cubicBezTo>
                  <a:pt x="107272" y="16397"/>
                  <a:pt x="108127" y="15373"/>
                  <a:pt x="108127" y="13663"/>
                </a:cubicBezTo>
                <a:cubicBezTo>
                  <a:pt x="108127" y="11956"/>
                  <a:pt x="106762" y="10590"/>
                  <a:pt x="104882" y="10590"/>
                </a:cubicBezTo>
                <a:cubicBezTo>
                  <a:pt x="103858" y="10590"/>
                  <a:pt x="101465" y="12297"/>
                  <a:pt x="93268" y="19132"/>
                </a:cubicBezTo>
                <a:cubicBezTo>
                  <a:pt x="87630" y="23742"/>
                  <a:pt x="83016" y="27670"/>
                  <a:pt x="82847" y="27670"/>
                </a:cubicBezTo>
                <a:cubicBezTo>
                  <a:pt x="82675" y="27670"/>
                  <a:pt x="82506" y="21863"/>
                  <a:pt x="82506" y="14860"/>
                </a:cubicBezTo>
                <a:lnTo>
                  <a:pt x="82506" y="2049"/>
                </a:lnTo>
                <a:lnTo>
                  <a:pt x="81309" y="1024"/>
                </a:lnTo>
                <a:cubicBezTo>
                  <a:pt x="80626" y="511"/>
                  <a:pt x="79771" y="0"/>
                  <a:pt x="79261" y="0"/>
                </a:cubicBezTo>
                <a:cubicBezTo>
                  <a:pt x="78747" y="0"/>
                  <a:pt x="77892" y="511"/>
                  <a:pt x="77209" y="1024"/>
                </a:cubicBezTo>
                <a:close/>
              </a:path>
            </a:pathLst>
          </a:custGeom>
          <a:solidFill xmlns:a="http://schemas.openxmlformats.org/drawingml/2006/main">
            <a:srgbClr val="00AE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052B49-0D63-4F03-83E4-816BF74B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49" y="775576"/>
            <a:ext cx="486035" cy="486035"/>
          </a:xfrm>
          <a:custGeom xmlns:a="http://schemas.openxmlformats.org/drawingml/2006/main">
            <a:pathLst>
              <a:path w="486035" h="486035">
                <a:moveTo>
                  <a:pt x="445533" y="0"/>
                </a:moveTo>
                <a:lnTo>
                  <a:pt x="40501" y="0"/>
                </a:lnTo>
                <a:cubicBezTo>
                  <a:pt x="18133" y="0"/>
                  <a:pt x="0" y="18133"/>
                  <a:pt x="0" y="40502"/>
                </a:cubicBezTo>
                <a:lnTo>
                  <a:pt x="0" y="445533"/>
                </a:lnTo>
                <a:cubicBezTo>
                  <a:pt x="0" y="467902"/>
                  <a:pt x="18133" y="486035"/>
                  <a:pt x="40501" y="486035"/>
                </a:cubicBezTo>
                <a:lnTo>
                  <a:pt x="445533" y="486035"/>
                </a:lnTo>
                <a:cubicBezTo>
                  <a:pt x="467901" y="486035"/>
                  <a:pt x="486035" y="467902"/>
                  <a:pt x="486035" y="445533"/>
                </a:cubicBezTo>
                <a:lnTo>
                  <a:pt x="486035" y="40502"/>
                </a:lnTo>
                <a:cubicBezTo>
                  <a:pt x="486035" y="18133"/>
                  <a:pt x="467901" y="0"/>
                  <a:pt x="445533" y="0"/>
                </a:cubicBezTo>
                <a:close/>
                <a:moveTo>
                  <a:pt x="0" y="486035"/>
                </a:moveTo>
              </a:path>
            </a:pathLst>
          </a:custGeom>
          <a:solidFill xmlns:a="http://schemas.openxmlformats.org/drawingml/2006/main">
            <a:srgbClr val="FFE6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C91B1-6825-4950-ADBE-343B4D46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9449" y="775576"/>
            <a:ext cx="486035" cy="486035"/>
          </a:xfrm>
          <a:custGeom xmlns:a="http://schemas.openxmlformats.org/drawingml/2006/main">
            <a:pathLst>
              <a:path w="486035" h="486035" fill="none">
                <a:moveTo>
                  <a:pt x="445533" y="0"/>
                </a:moveTo>
                <a:lnTo>
                  <a:pt x="40501" y="0"/>
                </a:lnTo>
                <a:cubicBezTo>
                  <a:pt x="18133" y="0"/>
                  <a:pt x="0" y="18133"/>
                  <a:pt x="0" y="40502"/>
                </a:cubicBezTo>
                <a:lnTo>
                  <a:pt x="0" y="445533"/>
                </a:lnTo>
                <a:cubicBezTo>
                  <a:pt x="0" y="467902"/>
                  <a:pt x="18133" y="486035"/>
                  <a:pt x="40501" y="486035"/>
                </a:cubicBezTo>
                <a:lnTo>
                  <a:pt x="445533" y="486035"/>
                </a:lnTo>
                <a:cubicBezTo>
                  <a:pt x="467901" y="486035"/>
                  <a:pt x="486035" y="467902"/>
                  <a:pt x="486035" y="445533"/>
                </a:cubicBezTo>
                <a:lnTo>
                  <a:pt x="486035" y="40502"/>
                </a:lnTo>
                <a:cubicBezTo>
                  <a:pt x="486035" y="18133"/>
                  <a:pt x="467901" y="0"/>
                  <a:pt x="445533" y="0"/>
                </a:cubicBezTo>
                <a:close/>
                <a:moveTo>
                  <a:pt x="0" y="486035"/>
                </a:move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41" name="Text DM">
            <a:extLst xmlns:a="http://schemas.openxmlformats.org/drawingml/2006/main">
              <a:ext uri="{FF2B5EF4-FFF2-40B4-BE49-F238E27FC236}">
                <a16:creationId xmlns:a16="http://schemas.microsoft.com/office/drawing/2014/main" id="{1EA4811D-257C-41C0-AB61-81BB07D1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7492" y="961103"/>
            <a:ext cx="268014" cy="113101"/>
          </a:xfrm>
          <a:custGeom xmlns:a="http://schemas.openxmlformats.org/drawingml/2006/main">
            <a:pathLst>
              <a:path w="268014" h="113101">
                <a:moveTo>
                  <a:pt x="15032" y="94482"/>
                </a:moveTo>
                <a:cubicBezTo>
                  <a:pt x="15032" y="106782"/>
                  <a:pt x="12983" y="109003"/>
                  <a:pt x="0" y="109855"/>
                </a:cubicBezTo>
                <a:lnTo>
                  <a:pt x="0" y="113101"/>
                </a:lnTo>
                <a:lnTo>
                  <a:pt x="48512" y="113101"/>
                </a:lnTo>
                <a:cubicBezTo>
                  <a:pt x="68329" y="113101"/>
                  <a:pt x="86264" y="107465"/>
                  <a:pt x="96854" y="97897"/>
                </a:cubicBezTo>
                <a:cubicBezTo>
                  <a:pt x="107958" y="87818"/>
                  <a:pt x="114279" y="72611"/>
                  <a:pt x="114279" y="56039"/>
                </a:cubicBezTo>
                <a:cubicBezTo>
                  <a:pt x="114279" y="40664"/>
                  <a:pt x="109154" y="27337"/>
                  <a:pt x="99758" y="17940"/>
                </a:cubicBezTo>
                <a:cubicBezTo>
                  <a:pt x="88143" y="6151"/>
                  <a:pt x="69523" y="0"/>
                  <a:pt x="46122" y="0"/>
                </a:cubicBezTo>
                <a:lnTo>
                  <a:pt x="0" y="0"/>
                </a:lnTo>
                <a:lnTo>
                  <a:pt x="0" y="3248"/>
                </a:lnTo>
                <a:cubicBezTo>
                  <a:pt x="13494" y="4441"/>
                  <a:pt x="15032" y="5979"/>
                  <a:pt x="15032" y="18621"/>
                </a:cubicBezTo>
                <a:lnTo>
                  <a:pt x="15032" y="94482"/>
                </a:lnTo>
                <a:moveTo>
                  <a:pt x="32456" y="12985"/>
                </a:moveTo>
                <a:cubicBezTo>
                  <a:pt x="32456" y="7689"/>
                  <a:pt x="34335" y="6321"/>
                  <a:pt x="41339" y="6321"/>
                </a:cubicBezTo>
                <a:cubicBezTo>
                  <a:pt x="56029" y="6321"/>
                  <a:pt x="67133" y="9055"/>
                  <a:pt x="75333" y="14865"/>
                </a:cubicBezTo>
                <a:cubicBezTo>
                  <a:pt x="88654" y="24092"/>
                  <a:pt x="95658" y="38784"/>
                  <a:pt x="95658" y="57236"/>
                </a:cubicBezTo>
                <a:cubicBezTo>
                  <a:pt x="95658" y="77394"/>
                  <a:pt x="88654" y="91746"/>
                  <a:pt x="74819" y="99776"/>
                </a:cubicBezTo>
                <a:cubicBezTo>
                  <a:pt x="66108" y="104731"/>
                  <a:pt x="56198" y="106782"/>
                  <a:pt x="41339" y="106782"/>
                </a:cubicBezTo>
                <a:cubicBezTo>
                  <a:pt x="34505" y="106782"/>
                  <a:pt x="32456" y="105245"/>
                  <a:pt x="32456" y="99776"/>
                </a:cubicBezTo>
                <a:lnTo>
                  <a:pt x="32456" y="12985"/>
                </a:lnTo>
                <a:close/>
                <a:moveTo>
                  <a:pt x="235730" y="15206"/>
                </a:moveTo>
                <a:lnTo>
                  <a:pt x="235730" y="92601"/>
                </a:lnTo>
                <a:cubicBezTo>
                  <a:pt x="235730" y="106780"/>
                  <a:pt x="233679" y="109003"/>
                  <a:pt x="220185" y="109855"/>
                </a:cubicBezTo>
                <a:lnTo>
                  <a:pt x="220185" y="113101"/>
                </a:lnTo>
                <a:lnTo>
                  <a:pt x="268014" y="113101"/>
                </a:lnTo>
                <a:lnTo>
                  <a:pt x="268014" y="109855"/>
                </a:lnTo>
                <a:cubicBezTo>
                  <a:pt x="255545" y="109003"/>
                  <a:pt x="253155" y="106610"/>
                  <a:pt x="253155" y="94480"/>
                </a:cubicBezTo>
                <a:lnTo>
                  <a:pt x="253155" y="18623"/>
                </a:lnTo>
                <a:cubicBezTo>
                  <a:pt x="253155" y="6493"/>
                  <a:pt x="255375" y="4272"/>
                  <a:pt x="268014" y="3248"/>
                </a:cubicBezTo>
                <a:lnTo>
                  <a:pt x="268014" y="0"/>
                </a:lnTo>
                <a:lnTo>
                  <a:pt x="234020" y="0"/>
                </a:lnTo>
                <a:lnTo>
                  <a:pt x="196271" y="86280"/>
                </a:lnTo>
                <a:lnTo>
                  <a:pt x="156811" y="0"/>
                </a:lnTo>
                <a:lnTo>
                  <a:pt x="122989" y="0"/>
                </a:lnTo>
                <a:lnTo>
                  <a:pt x="122989" y="3248"/>
                </a:lnTo>
                <a:cubicBezTo>
                  <a:pt x="136997" y="4100"/>
                  <a:pt x="139217" y="6151"/>
                  <a:pt x="139217" y="18623"/>
                </a:cubicBezTo>
                <a:lnTo>
                  <a:pt x="139217" y="87987"/>
                </a:lnTo>
                <a:cubicBezTo>
                  <a:pt x="139217" y="105586"/>
                  <a:pt x="136825" y="108831"/>
                  <a:pt x="122648" y="109855"/>
                </a:cubicBezTo>
                <a:lnTo>
                  <a:pt x="122648" y="113101"/>
                </a:lnTo>
                <a:lnTo>
                  <a:pt x="162790" y="113101"/>
                </a:lnTo>
                <a:lnTo>
                  <a:pt x="162790" y="109855"/>
                </a:lnTo>
                <a:cubicBezTo>
                  <a:pt x="149638" y="109173"/>
                  <a:pt x="146734" y="105245"/>
                  <a:pt x="146734" y="87987"/>
                </a:cubicBezTo>
                <a:lnTo>
                  <a:pt x="146734" y="19134"/>
                </a:lnTo>
                <a:lnTo>
                  <a:pt x="189608" y="113101"/>
                </a:lnTo>
                <a:lnTo>
                  <a:pt x="192001" y="113101"/>
                </a:lnTo>
                <a:lnTo>
                  <a:pt x="235730" y="1520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Text �">
            <a:extLst xmlns:a="http://schemas.openxmlformats.org/drawingml/2006/main">
              <a:ext uri="{FF2B5EF4-FFF2-40B4-BE49-F238E27FC236}">
                <a16:creationId xmlns:a16="http://schemas.microsoft.com/office/drawing/2014/main" id="{3CEFD2BF-374F-4946-8AD5-120360E6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4858" y="790376"/>
            <a:ext cx="158518" cy="173039"/>
          </a:xfrm>
          <a:custGeom xmlns:a="http://schemas.openxmlformats.org/drawingml/2006/main">
            <a:pathLst>
              <a:path w="158518" h="173039">
                <a:moveTo>
                  <a:pt x="77209" y="1024"/>
                </a:moveTo>
                <a:lnTo>
                  <a:pt x="76013" y="2049"/>
                </a:lnTo>
                <a:lnTo>
                  <a:pt x="76013" y="14860"/>
                </a:lnTo>
                <a:cubicBezTo>
                  <a:pt x="76013" y="21863"/>
                  <a:pt x="75843" y="27670"/>
                  <a:pt x="75671" y="27670"/>
                </a:cubicBezTo>
                <a:cubicBezTo>
                  <a:pt x="75502" y="27670"/>
                  <a:pt x="70889" y="23742"/>
                  <a:pt x="65253" y="19132"/>
                </a:cubicBezTo>
                <a:cubicBezTo>
                  <a:pt x="57053" y="12297"/>
                  <a:pt x="54661" y="10590"/>
                  <a:pt x="53636" y="10590"/>
                </a:cubicBezTo>
                <a:cubicBezTo>
                  <a:pt x="51757" y="10590"/>
                  <a:pt x="50391" y="11956"/>
                  <a:pt x="50391" y="13663"/>
                </a:cubicBezTo>
                <a:cubicBezTo>
                  <a:pt x="50391" y="15373"/>
                  <a:pt x="51246" y="16397"/>
                  <a:pt x="65423" y="28012"/>
                </a:cubicBezTo>
                <a:lnTo>
                  <a:pt x="76013" y="36895"/>
                </a:lnTo>
                <a:lnTo>
                  <a:pt x="76013" y="58589"/>
                </a:lnTo>
                <a:cubicBezTo>
                  <a:pt x="76013" y="70547"/>
                  <a:pt x="75843" y="80282"/>
                  <a:pt x="75671" y="80282"/>
                </a:cubicBezTo>
                <a:cubicBezTo>
                  <a:pt x="75502" y="80282"/>
                  <a:pt x="38433" y="59102"/>
                  <a:pt x="38091" y="58761"/>
                </a:cubicBezTo>
                <a:cubicBezTo>
                  <a:pt x="38091" y="58589"/>
                  <a:pt x="36725" y="51415"/>
                  <a:pt x="35188" y="42705"/>
                </a:cubicBezTo>
                <a:cubicBezTo>
                  <a:pt x="32284" y="25280"/>
                  <a:pt x="32114" y="24767"/>
                  <a:pt x="29208" y="24767"/>
                </a:cubicBezTo>
                <a:cubicBezTo>
                  <a:pt x="27160" y="24767"/>
                  <a:pt x="26135" y="25963"/>
                  <a:pt x="26135" y="28356"/>
                </a:cubicBezTo>
                <a:cubicBezTo>
                  <a:pt x="26135" y="29380"/>
                  <a:pt x="26990" y="35529"/>
                  <a:pt x="28184" y="42191"/>
                </a:cubicBezTo>
                <a:lnTo>
                  <a:pt x="30235" y="54147"/>
                </a:lnTo>
                <a:lnTo>
                  <a:pt x="27673" y="52612"/>
                </a:lnTo>
                <a:lnTo>
                  <a:pt x="16911" y="46461"/>
                </a:lnTo>
                <a:cubicBezTo>
                  <a:pt x="8541" y="41678"/>
                  <a:pt x="6662" y="40995"/>
                  <a:pt x="5124" y="42705"/>
                </a:cubicBezTo>
                <a:cubicBezTo>
                  <a:pt x="3928" y="43898"/>
                  <a:pt x="4100" y="46119"/>
                  <a:pt x="5294" y="47315"/>
                </a:cubicBezTo>
                <a:cubicBezTo>
                  <a:pt x="5979" y="47829"/>
                  <a:pt x="10932" y="50902"/>
                  <a:pt x="16569" y="54147"/>
                </a:cubicBezTo>
                <a:cubicBezTo>
                  <a:pt x="22035" y="57395"/>
                  <a:pt x="26646" y="59957"/>
                  <a:pt x="26477" y="60126"/>
                </a:cubicBezTo>
                <a:cubicBezTo>
                  <a:pt x="26477" y="60126"/>
                  <a:pt x="20839" y="62347"/>
                  <a:pt x="14007" y="64740"/>
                </a:cubicBezTo>
                <a:cubicBezTo>
                  <a:pt x="1707" y="69351"/>
                  <a:pt x="0" y="70206"/>
                  <a:pt x="0" y="72254"/>
                </a:cubicBezTo>
                <a:cubicBezTo>
                  <a:pt x="0" y="73792"/>
                  <a:pt x="1879" y="75499"/>
                  <a:pt x="3417" y="75499"/>
                </a:cubicBezTo>
                <a:cubicBezTo>
                  <a:pt x="4269" y="75499"/>
                  <a:pt x="11614" y="73109"/>
                  <a:pt x="19642" y="70034"/>
                </a:cubicBezTo>
                <a:lnTo>
                  <a:pt x="34505" y="64568"/>
                </a:lnTo>
                <a:lnTo>
                  <a:pt x="53295" y="75330"/>
                </a:lnTo>
                <a:cubicBezTo>
                  <a:pt x="63715" y="81309"/>
                  <a:pt x="72085" y="86262"/>
                  <a:pt x="72085" y="86434"/>
                </a:cubicBezTo>
                <a:cubicBezTo>
                  <a:pt x="72085" y="86603"/>
                  <a:pt x="63715" y="91558"/>
                  <a:pt x="53295" y="97537"/>
                </a:cubicBezTo>
                <a:lnTo>
                  <a:pt x="34677" y="108297"/>
                </a:lnTo>
                <a:lnTo>
                  <a:pt x="19814" y="102831"/>
                </a:lnTo>
                <a:cubicBezTo>
                  <a:pt x="11614" y="99758"/>
                  <a:pt x="4269" y="97365"/>
                  <a:pt x="3417" y="97365"/>
                </a:cubicBezTo>
                <a:cubicBezTo>
                  <a:pt x="1879" y="97365"/>
                  <a:pt x="0" y="99072"/>
                  <a:pt x="0" y="100610"/>
                </a:cubicBezTo>
                <a:cubicBezTo>
                  <a:pt x="0" y="102662"/>
                  <a:pt x="1707" y="103514"/>
                  <a:pt x="14007" y="107955"/>
                </a:cubicBezTo>
                <a:cubicBezTo>
                  <a:pt x="20839" y="110517"/>
                  <a:pt x="26305" y="112569"/>
                  <a:pt x="26477" y="112738"/>
                </a:cubicBezTo>
                <a:cubicBezTo>
                  <a:pt x="26646" y="112738"/>
                  <a:pt x="22035" y="115472"/>
                  <a:pt x="16569" y="118717"/>
                </a:cubicBezTo>
                <a:cubicBezTo>
                  <a:pt x="10932" y="121793"/>
                  <a:pt x="5979" y="124866"/>
                  <a:pt x="5294" y="125552"/>
                </a:cubicBezTo>
                <a:cubicBezTo>
                  <a:pt x="3928" y="126745"/>
                  <a:pt x="3928" y="129138"/>
                  <a:pt x="5124" y="130335"/>
                </a:cubicBezTo>
                <a:cubicBezTo>
                  <a:pt x="6832" y="131700"/>
                  <a:pt x="8541" y="131187"/>
                  <a:pt x="16911" y="126404"/>
                </a:cubicBezTo>
                <a:lnTo>
                  <a:pt x="27673" y="120255"/>
                </a:lnTo>
                <a:lnTo>
                  <a:pt x="30235" y="118717"/>
                </a:lnTo>
                <a:lnTo>
                  <a:pt x="28356" y="129308"/>
                </a:lnTo>
                <a:cubicBezTo>
                  <a:pt x="25963" y="142973"/>
                  <a:pt x="25794" y="145877"/>
                  <a:pt x="26818" y="147245"/>
                </a:cubicBezTo>
                <a:cubicBezTo>
                  <a:pt x="28014" y="148439"/>
                  <a:pt x="30405" y="148439"/>
                  <a:pt x="31601" y="147245"/>
                </a:cubicBezTo>
                <a:cubicBezTo>
                  <a:pt x="32284" y="146391"/>
                  <a:pt x="33139" y="142291"/>
                  <a:pt x="35188" y="130163"/>
                </a:cubicBezTo>
                <a:cubicBezTo>
                  <a:pt x="36725" y="121452"/>
                  <a:pt x="38091" y="114276"/>
                  <a:pt x="38091" y="114107"/>
                </a:cubicBezTo>
                <a:cubicBezTo>
                  <a:pt x="38433" y="113765"/>
                  <a:pt x="75502" y="92582"/>
                  <a:pt x="75671" y="92582"/>
                </a:cubicBezTo>
                <a:cubicBezTo>
                  <a:pt x="75843" y="92582"/>
                  <a:pt x="76013" y="102320"/>
                  <a:pt x="76013" y="114276"/>
                </a:cubicBezTo>
                <a:lnTo>
                  <a:pt x="76013" y="135970"/>
                </a:lnTo>
                <a:lnTo>
                  <a:pt x="65423" y="144853"/>
                </a:lnTo>
                <a:cubicBezTo>
                  <a:pt x="51415" y="156298"/>
                  <a:pt x="50391" y="157494"/>
                  <a:pt x="50391" y="159032"/>
                </a:cubicBezTo>
                <a:cubicBezTo>
                  <a:pt x="50391" y="160567"/>
                  <a:pt x="52098" y="162277"/>
                  <a:pt x="53808" y="162277"/>
                </a:cubicBezTo>
                <a:cubicBezTo>
                  <a:pt x="54661" y="162277"/>
                  <a:pt x="57736" y="160056"/>
                  <a:pt x="65253" y="153736"/>
                </a:cubicBezTo>
                <a:cubicBezTo>
                  <a:pt x="70889" y="149125"/>
                  <a:pt x="75502" y="145194"/>
                  <a:pt x="75671" y="145194"/>
                </a:cubicBezTo>
                <a:cubicBezTo>
                  <a:pt x="75843" y="145194"/>
                  <a:pt x="76013" y="151001"/>
                  <a:pt x="76013" y="158005"/>
                </a:cubicBezTo>
                <a:lnTo>
                  <a:pt x="76013" y="170818"/>
                </a:lnTo>
                <a:lnTo>
                  <a:pt x="77209" y="171843"/>
                </a:lnTo>
                <a:cubicBezTo>
                  <a:pt x="78747" y="173039"/>
                  <a:pt x="79771" y="173039"/>
                  <a:pt x="81309" y="171843"/>
                </a:cubicBezTo>
                <a:lnTo>
                  <a:pt x="82506" y="170818"/>
                </a:lnTo>
                <a:lnTo>
                  <a:pt x="82506" y="158005"/>
                </a:lnTo>
                <a:cubicBezTo>
                  <a:pt x="82506" y="151001"/>
                  <a:pt x="82675" y="145194"/>
                  <a:pt x="82847" y="145194"/>
                </a:cubicBezTo>
                <a:cubicBezTo>
                  <a:pt x="83016" y="145194"/>
                  <a:pt x="87630" y="149125"/>
                  <a:pt x="93268" y="153736"/>
                </a:cubicBezTo>
                <a:cubicBezTo>
                  <a:pt x="101465" y="160567"/>
                  <a:pt x="103858" y="162277"/>
                  <a:pt x="104882" y="162277"/>
                </a:cubicBezTo>
                <a:cubicBezTo>
                  <a:pt x="107958" y="162277"/>
                  <a:pt x="109324" y="158518"/>
                  <a:pt x="107103" y="156470"/>
                </a:cubicBezTo>
                <a:cubicBezTo>
                  <a:pt x="106420" y="155956"/>
                  <a:pt x="100613" y="151001"/>
                  <a:pt x="94292" y="145708"/>
                </a:cubicBezTo>
                <a:lnTo>
                  <a:pt x="82506" y="135970"/>
                </a:lnTo>
                <a:lnTo>
                  <a:pt x="82506" y="114276"/>
                </a:lnTo>
                <a:cubicBezTo>
                  <a:pt x="82506" y="102320"/>
                  <a:pt x="82675" y="92582"/>
                  <a:pt x="82847" y="92582"/>
                </a:cubicBezTo>
                <a:cubicBezTo>
                  <a:pt x="83016" y="92582"/>
                  <a:pt x="120086" y="113765"/>
                  <a:pt x="120427" y="114107"/>
                </a:cubicBezTo>
                <a:cubicBezTo>
                  <a:pt x="120427" y="114276"/>
                  <a:pt x="121793" y="121452"/>
                  <a:pt x="123331" y="130163"/>
                </a:cubicBezTo>
                <a:cubicBezTo>
                  <a:pt x="125380" y="142463"/>
                  <a:pt x="126235" y="146391"/>
                  <a:pt x="126917" y="147245"/>
                </a:cubicBezTo>
                <a:cubicBezTo>
                  <a:pt x="128114" y="148611"/>
                  <a:pt x="130845" y="148270"/>
                  <a:pt x="132042" y="146563"/>
                </a:cubicBezTo>
                <a:cubicBezTo>
                  <a:pt x="132897" y="145536"/>
                  <a:pt x="132897" y="145366"/>
                  <a:pt x="130845" y="132897"/>
                </a:cubicBezTo>
                <a:cubicBezTo>
                  <a:pt x="129652" y="126063"/>
                  <a:pt x="128455" y="119914"/>
                  <a:pt x="128455" y="119572"/>
                </a:cubicBezTo>
                <a:cubicBezTo>
                  <a:pt x="128283" y="118548"/>
                  <a:pt x="127431" y="118207"/>
                  <a:pt x="141608" y="126404"/>
                </a:cubicBezTo>
                <a:cubicBezTo>
                  <a:pt x="150149" y="131187"/>
                  <a:pt x="152028" y="131870"/>
                  <a:pt x="153394" y="130163"/>
                </a:cubicBezTo>
                <a:cubicBezTo>
                  <a:pt x="154591" y="128966"/>
                  <a:pt x="154418" y="126745"/>
                  <a:pt x="153225" y="125552"/>
                </a:cubicBezTo>
                <a:cubicBezTo>
                  <a:pt x="152542" y="124866"/>
                  <a:pt x="147587" y="121793"/>
                  <a:pt x="141949" y="118717"/>
                </a:cubicBezTo>
                <a:cubicBezTo>
                  <a:pt x="136483" y="115472"/>
                  <a:pt x="131872" y="112738"/>
                  <a:pt x="132042" y="112738"/>
                </a:cubicBezTo>
                <a:cubicBezTo>
                  <a:pt x="132042" y="112738"/>
                  <a:pt x="137680" y="110517"/>
                  <a:pt x="144511" y="108127"/>
                </a:cubicBezTo>
                <a:cubicBezTo>
                  <a:pt x="156811" y="103514"/>
                  <a:pt x="158518" y="102662"/>
                  <a:pt x="158518" y="100610"/>
                </a:cubicBezTo>
                <a:cubicBezTo>
                  <a:pt x="158518" y="99072"/>
                  <a:pt x="156639" y="97365"/>
                  <a:pt x="155104" y="97365"/>
                </a:cubicBezTo>
                <a:cubicBezTo>
                  <a:pt x="154249" y="97365"/>
                  <a:pt x="146904" y="99758"/>
                  <a:pt x="138876" y="102831"/>
                </a:cubicBezTo>
                <a:lnTo>
                  <a:pt x="124014" y="108297"/>
                </a:lnTo>
                <a:lnTo>
                  <a:pt x="105224" y="97537"/>
                </a:lnTo>
                <a:cubicBezTo>
                  <a:pt x="94803" y="91558"/>
                  <a:pt x="86434" y="86603"/>
                  <a:pt x="86434" y="86434"/>
                </a:cubicBezTo>
                <a:cubicBezTo>
                  <a:pt x="86434" y="86262"/>
                  <a:pt x="94803" y="81309"/>
                  <a:pt x="105224" y="75330"/>
                </a:cubicBezTo>
                <a:lnTo>
                  <a:pt x="124014" y="64568"/>
                </a:lnTo>
                <a:lnTo>
                  <a:pt x="138876" y="70034"/>
                </a:lnTo>
                <a:cubicBezTo>
                  <a:pt x="146904" y="73109"/>
                  <a:pt x="154249" y="75499"/>
                  <a:pt x="155104" y="75499"/>
                </a:cubicBezTo>
                <a:cubicBezTo>
                  <a:pt x="156639" y="75499"/>
                  <a:pt x="158518" y="73792"/>
                  <a:pt x="158518" y="72254"/>
                </a:cubicBezTo>
                <a:cubicBezTo>
                  <a:pt x="158518" y="70206"/>
                  <a:pt x="156811" y="69351"/>
                  <a:pt x="144511" y="64740"/>
                </a:cubicBezTo>
                <a:cubicBezTo>
                  <a:pt x="137680" y="62347"/>
                  <a:pt x="132042" y="60126"/>
                  <a:pt x="132042" y="60126"/>
                </a:cubicBezTo>
                <a:cubicBezTo>
                  <a:pt x="131872" y="59957"/>
                  <a:pt x="136483" y="57395"/>
                  <a:pt x="141949" y="54147"/>
                </a:cubicBezTo>
                <a:cubicBezTo>
                  <a:pt x="147587" y="50902"/>
                  <a:pt x="152542" y="47829"/>
                  <a:pt x="153225" y="47315"/>
                </a:cubicBezTo>
                <a:cubicBezTo>
                  <a:pt x="154591" y="46119"/>
                  <a:pt x="154591" y="43729"/>
                  <a:pt x="153394" y="42533"/>
                </a:cubicBezTo>
                <a:cubicBezTo>
                  <a:pt x="151687" y="41167"/>
                  <a:pt x="149980" y="41678"/>
                  <a:pt x="141608" y="46461"/>
                </a:cubicBezTo>
                <a:cubicBezTo>
                  <a:pt x="127259" y="54661"/>
                  <a:pt x="128283" y="54319"/>
                  <a:pt x="128455" y="53295"/>
                </a:cubicBezTo>
                <a:cubicBezTo>
                  <a:pt x="128455" y="52953"/>
                  <a:pt x="129652" y="46802"/>
                  <a:pt x="130845" y="39970"/>
                </a:cubicBezTo>
                <a:cubicBezTo>
                  <a:pt x="132897" y="27501"/>
                  <a:pt x="132897" y="27329"/>
                  <a:pt x="132042" y="26305"/>
                </a:cubicBezTo>
                <a:cubicBezTo>
                  <a:pt x="130845" y="24597"/>
                  <a:pt x="128114" y="24256"/>
                  <a:pt x="126917" y="25622"/>
                </a:cubicBezTo>
                <a:cubicBezTo>
                  <a:pt x="126235" y="26477"/>
                  <a:pt x="125380" y="30405"/>
                  <a:pt x="123331" y="42705"/>
                </a:cubicBezTo>
                <a:cubicBezTo>
                  <a:pt x="121793" y="51415"/>
                  <a:pt x="120427" y="58589"/>
                  <a:pt x="120427" y="58761"/>
                </a:cubicBezTo>
                <a:cubicBezTo>
                  <a:pt x="120086" y="59102"/>
                  <a:pt x="83016" y="80282"/>
                  <a:pt x="82847" y="80282"/>
                </a:cubicBezTo>
                <a:cubicBezTo>
                  <a:pt x="82675" y="80282"/>
                  <a:pt x="82506" y="70547"/>
                  <a:pt x="82506" y="58589"/>
                </a:cubicBezTo>
                <a:lnTo>
                  <a:pt x="82506" y="36895"/>
                </a:lnTo>
                <a:lnTo>
                  <a:pt x="93096" y="28012"/>
                </a:lnTo>
                <a:cubicBezTo>
                  <a:pt x="107272" y="16397"/>
                  <a:pt x="108127" y="15373"/>
                  <a:pt x="108127" y="13663"/>
                </a:cubicBezTo>
                <a:cubicBezTo>
                  <a:pt x="108127" y="11956"/>
                  <a:pt x="106762" y="10590"/>
                  <a:pt x="104882" y="10590"/>
                </a:cubicBezTo>
                <a:cubicBezTo>
                  <a:pt x="103858" y="10590"/>
                  <a:pt x="101465" y="12297"/>
                  <a:pt x="93268" y="19132"/>
                </a:cubicBezTo>
                <a:cubicBezTo>
                  <a:pt x="87630" y="23742"/>
                  <a:pt x="83016" y="27670"/>
                  <a:pt x="82847" y="27670"/>
                </a:cubicBezTo>
                <a:cubicBezTo>
                  <a:pt x="82675" y="27670"/>
                  <a:pt x="82506" y="21863"/>
                  <a:pt x="82506" y="14860"/>
                </a:cubicBezTo>
                <a:lnTo>
                  <a:pt x="82506" y="2049"/>
                </a:lnTo>
                <a:lnTo>
                  <a:pt x="81309" y="1024"/>
                </a:lnTo>
                <a:cubicBezTo>
                  <a:pt x="80626" y="511"/>
                  <a:pt x="79771" y="0"/>
                  <a:pt x="79261" y="0"/>
                </a:cubicBezTo>
                <a:cubicBezTo>
                  <a:pt x="78747" y="0"/>
                  <a:pt x="77892" y="511"/>
                  <a:pt x="77209" y="1024"/>
                </a:cubicBezTo>
                <a:close/>
              </a:path>
            </a:pathLst>
          </a:custGeom>
          <a:solidFill xmlns:a="http://schemas.openxmlformats.org/drawingml/2006/main">
            <a:srgbClr val="00AEE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A32AED-77CE-4AAE-A0D7-135B2C66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995" y="1007250"/>
            <a:ext cx="10" cy="2404222"/>
          </a:xfrm>
          <a:custGeom xmlns:a="http://schemas.openxmlformats.org/drawingml/2006/main">
            <a:pathLst>
              <a:path w="1" h="2404222" fill="none">
                <a:moveTo>
                  <a:pt x="0" y="0"/>
                </a:moveTo>
                <a:lnTo>
                  <a:pt x="0" y="2404222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62B97-F793-4743-A524-65B34045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4884" y="2209365"/>
            <a:ext cx="170111" cy="10"/>
          </a:xfrm>
          <a:custGeom xmlns:a="http://schemas.openxmlformats.org/drawingml/2006/main">
            <a:pathLst>
              <a:path w="170111" h="1" fill="none">
                <a:moveTo>
                  <a:pt x="0" y="0"/>
                </a:moveTo>
                <a:lnTo>
                  <a:pt x="17011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0B48D7-A69F-47E4-BB5B-969FBACE3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995" y="1018578"/>
            <a:ext cx="131472" cy="15"/>
          </a:xfrm>
          <a:custGeom xmlns:a="http://schemas.openxmlformats.org/drawingml/2006/main">
            <a:pathLst>
              <a:path w="131472" h="15" fill="none">
                <a:moveTo>
                  <a:pt x="0" y="15"/>
                </a:moveTo>
                <a:lnTo>
                  <a:pt x="13147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EC8B02-6621-4A22-95C7-CDCB96A1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643" y="996041"/>
            <a:ext cx="59203" cy="45075"/>
          </a:xfrm>
          <a:custGeom xmlns:a="http://schemas.openxmlformats.org/drawingml/2006/main">
            <a:pathLst>
              <a:path w="59203" h="45075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92E609-9183-4410-A8D3-5BCED1E2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643" y="996041"/>
            <a:ext cx="59203" cy="45075"/>
          </a:xfrm>
          <a:custGeom xmlns:a="http://schemas.openxmlformats.org/drawingml/2006/main">
            <a:pathLst>
              <a:path w="59203" h="45075" fill="none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760327-1204-40A0-A91F-75A9E8F0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477" y="1018578"/>
            <a:ext cx="222847" cy="10"/>
          </a:xfrm>
          <a:custGeom xmlns:a="http://schemas.openxmlformats.org/drawingml/2006/main">
            <a:pathLst>
              <a:path w="222847" h="1" fill="none">
                <a:moveTo>
                  <a:pt x="0" y="0"/>
                </a:moveTo>
                <a:lnTo>
                  <a:pt x="22284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0BDC20-90E6-4B65-9B86-387748CD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499" y="996041"/>
            <a:ext cx="59203" cy="45075"/>
          </a:xfrm>
          <a:custGeom xmlns:a="http://schemas.openxmlformats.org/drawingml/2006/main">
            <a:pathLst>
              <a:path w="59203" h="45075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6C7AC6-FB8E-4CFC-BB5E-D7B0E95F4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499" y="996041"/>
            <a:ext cx="59203" cy="45075"/>
          </a:xfrm>
          <a:custGeom xmlns:a="http://schemas.openxmlformats.org/drawingml/2006/main">
            <a:pathLst>
              <a:path w="59203" h="45075" fill="none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62D16-572D-4A83-9DA7-F0C318E2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1334" y="1018578"/>
            <a:ext cx="187881" cy="15"/>
          </a:xfrm>
          <a:custGeom xmlns:a="http://schemas.openxmlformats.org/drawingml/2006/main">
            <a:pathLst>
              <a:path w="187881" h="15" fill="none">
                <a:moveTo>
                  <a:pt x="0" y="0"/>
                </a:moveTo>
                <a:lnTo>
                  <a:pt x="187881" y="15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D5FEC-FA4A-4A7A-90A0-FFFD15F1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390" y="996056"/>
            <a:ext cx="59203" cy="45075"/>
          </a:xfrm>
          <a:custGeom xmlns:a="http://schemas.openxmlformats.org/drawingml/2006/main">
            <a:pathLst>
              <a:path w="59203" h="45075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894B1-670C-46A5-96A2-DF75023A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4390" y="996056"/>
            <a:ext cx="59203" cy="45075"/>
          </a:xfrm>
          <a:custGeom xmlns:a="http://schemas.openxmlformats.org/drawingml/2006/main">
            <a:pathLst>
              <a:path w="59203" h="45075" fill="none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879554-63F9-4720-BBFC-D2145AF0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078" y="611803"/>
            <a:ext cx="1314208" cy="661582"/>
          </a:xfrm>
          <a:custGeom xmlns:a="http://schemas.openxmlformats.org/drawingml/2006/main">
            <a:pathLst>
              <a:path w="1314208" h="661582" fill="none">
                <a:moveTo>
                  <a:pt x="0" y="0"/>
                </a:moveTo>
                <a:lnTo>
                  <a:pt x="8942" y="93507"/>
                </a:lnTo>
                <a:lnTo>
                  <a:pt x="17880" y="164703"/>
                </a:lnTo>
                <a:lnTo>
                  <a:pt x="26821" y="220722"/>
                </a:lnTo>
                <a:lnTo>
                  <a:pt x="35762" y="265947"/>
                </a:lnTo>
                <a:lnTo>
                  <a:pt x="44702" y="303234"/>
                </a:lnTo>
                <a:lnTo>
                  <a:pt x="53642" y="334489"/>
                </a:lnTo>
                <a:lnTo>
                  <a:pt x="62582" y="361071"/>
                </a:lnTo>
                <a:lnTo>
                  <a:pt x="71523" y="383977"/>
                </a:lnTo>
                <a:lnTo>
                  <a:pt x="80463" y="403883"/>
                </a:lnTo>
                <a:lnTo>
                  <a:pt x="89403" y="421368"/>
                </a:lnTo>
                <a:lnTo>
                  <a:pt x="98343" y="436843"/>
                </a:lnTo>
                <a:lnTo>
                  <a:pt x="107283" y="450628"/>
                </a:lnTo>
                <a:lnTo>
                  <a:pt x="116223" y="462998"/>
                </a:lnTo>
                <a:lnTo>
                  <a:pt x="125163" y="474154"/>
                </a:lnTo>
                <a:lnTo>
                  <a:pt x="134103" y="484264"/>
                </a:lnTo>
                <a:lnTo>
                  <a:pt x="143044" y="493465"/>
                </a:lnTo>
                <a:lnTo>
                  <a:pt x="151985" y="501878"/>
                </a:lnTo>
                <a:lnTo>
                  <a:pt x="160924" y="509607"/>
                </a:lnTo>
                <a:lnTo>
                  <a:pt x="169864" y="516725"/>
                </a:lnTo>
                <a:lnTo>
                  <a:pt x="178805" y="523304"/>
                </a:lnTo>
                <a:lnTo>
                  <a:pt x="187744" y="529401"/>
                </a:lnTo>
                <a:lnTo>
                  <a:pt x="196685" y="535071"/>
                </a:lnTo>
                <a:lnTo>
                  <a:pt x="205625" y="540363"/>
                </a:lnTo>
                <a:lnTo>
                  <a:pt x="214565" y="545293"/>
                </a:lnTo>
                <a:lnTo>
                  <a:pt x="223506" y="549910"/>
                </a:lnTo>
                <a:lnTo>
                  <a:pt x="232446" y="554253"/>
                </a:lnTo>
                <a:lnTo>
                  <a:pt x="241386" y="558323"/>
                </a:lnTo>
                <a:lnTo>
                  <a:pt x="250327" y="562160"/>
                </a:lnTo>
                <a:lnTo>
                  <a:pt x="259267" y="565787"/>
                </a:lnTo>
                <a:lnTo>
                  <a:pt x="268206" y="569213"/>
                </a:lnTo>
                <a:lnTo>
                  <a:pt x="277147" y="572454"/>
                </a:lnTo>
                <a:lnTo>
                  <a:pt x="286087" y="575519"/>
                </a:lnTo>
                <a:lnTo>
                  <a:pt x="295028" y="578430"/>
                </a:lnTo>
                <a:lnTo>
                  <a:pt x="303967" y="581205"/>
                </a:lnTo>
                <a:lnTo>
                  <a:pt x="312908" y="583843"/>
                </a:lnTo>
                <a:lnTo>
                  <a:pt x="321848" y="586361"/>
                </a:lnTo>
                <a:lnTo>
                  <a:pt x="330788" y="588750"/>
                </a:lnTo>
                <a:lnTo>
                  <a:pt x="339728" y="591033"/>
                </a:lnTo>
                <a:lnTo>
                  <a:pt x="348668" y="593221"/>
                </a:lnTo>
                <a:lnTo>
                  <a:pt x="357608" y="595320"/>
                </a:lnTo>
                <a:lnTo>
                  <a:pt x="366549" y="597315"/>
                </a:lnTo>
                <a:lnTo>
                  <a:pt x="375489" y="599246"/>
                </a:lnTo>
                <a:lnTo>
                  <a:pt x="384430" y="601087"/>
                </a:lnTo>
                <a:lnTo>
                  <a:pt x="393369" y="602856"/>
                </a:lnTo>
                <a:lnTo>
                  <a:pt x="402310" y="604562"/>
                </a:lnTo>
                <a:lnTo>
                  <a:pt x="411251" y="606202"/>
                </a:lnTo>
                <a:lnTo>
                  <a:pt x="420190" y="607771"/>
                </a:lnTo>
                <a:lnTo>
                  <a:pt x="429129" y="609299"/>
                </a:lnTo>
                <a:lnTo>
                  <a:pt x="438071" y="610755"/>
                </a:lnTo>
                <a:lnTo>
                  <a:pt x="447011" y="612165"/>
                </a:lnTo>
                <a:lnTo>
                  <a:pt x="455951" y="613526"/>
                </a:lnTo>
                <a:lnTo>
                  <a:pt x="464891" y="614841"/>
                </a:lnTo>
                <a:lnTo>
                  <a:pt x="473831" y="616112"/>
                </a:lnTo>
                <a:lnTo>
                  <a:pt x="482771" y="617341"/>
                </a:lnTo>
                <a:lnTo>
                  <a:pt x="491711" y="618530"/>
                </a:lnTo>
                <a:lnTo>
                  <a:pt x="500652" y="619682"/>
                </a:lnTo>
                <a:lnTo>
                  <a:pt x="509592" y="620796"/>
                </a:lnTo>
                <a:lnTo>
                  <a:pt x="518532" y="621874"/>
                </a:lnTo>
                <a:lnTo>
                  <a:pt x="527472" y="622922"/>
                </a:lnTo>
                <a:lnTo>
                  <a:pt x="536413" y="623937"/>
                </a:lnTo>
                <a:lnTo>
                  <a:pt x="545353" y="624922"/>
                </a:lnTo>
                <a:lnTo>
                  <a:pt x="554293" y="625878"/>
                </a:lnTo>
                <a:lnTo>
                  <a:pt x="563233" y="626805"/>
                </a:lnTo>
                <a:lnTo>
                  <a:pt x="572173" y="627710"/>
                </a:lnTo>
                <a:lnTo>
                  <a:pt x="581114" y="628585"/>
                </a:lnTo>
                <a:lnTo>
                  <a:pt x="590053" y="629439"/>
                </a:lnTo>
                <a:lnTo>
                  <a:pt x="598993" y="630269"/>
                </a:lnTo>
                <a:lnTo>
                  <a:pt x="607934" y="631076"/>
                </a:lnTo>
                <a:lnTo>
                  <a:pt x="616874" y="631861"/>
                </a:lnTo>
                <a:lnTo>
                  <a:pt x="625814" y="632627"/>
                </a:lnTo>
                <a:lnTo>
                  <a:pt x="634754" y="633372"/>
                </a:lnTo>
                <a:lnTo>
                  <a:pt x="643695" y="634097"/>
                </a:lnTo>
                <a:lnTo>
                  <a:pt x="652635" y="634806"/>
                </a:lnTo>
                <a:lnTo>
                  <a:pt x="661575" y="635497"/>
                </a:lnTo>
                <a:lnTo>
                  <a:pt x="670516" y="636170"/>
                </a:lnTo>
                <a:lnTo>
                  <a:pt x="679455" y="636828"/>
                </a:lnTo>
                <a:lnTo>
                  <a:pt x="688395" y="637468"/>
                </a:lnTo>
                <a:lnTo>
                  <a:pt x="697336" y="638095"/>
                </a:lnTo>
                <a:lnTo>
                  <a:pt x="706275" y="638705"/>
                </a:lnTo>
                <a:lnTo>
                  <a:pt x="715216" y="639302"/>
                </a:lnTo>
                <a:lnTo>
                  <a:pt x="724157" y="639887"/>
                </a:lnTo>
                <a:lnTo>
                  <a:pt x="733097" y="640457"/>
                </a:lnTo>
                <a:lnTo>
                  <a:pt x="742037" y="641017"/>
                </a:lnTo>
                <a:lnTo>
                  <a:pt x="750977" y="641561"/>
                </a:lnTo>
                <a:lnTo>
                  <a:pt x="759917" y="642093"/>
                </a:lnTo>
                <a:lnTo>
                  <a:pt x="768857" y="642615"/>
                </a:lnTo>
                <a:lnTo>
                  <a:pt x="777798" y="643127"/>
                </a:lnTo>
                <a:lnTo>
                  <a:pt x="786737" y="643625"/>
                </a:lnTo>
                <a:lnTo>
                  <a:pt x="795678" y="644116"/>
                </a:lnTo>
                <a:lnTo>
                  <a:pt x="804618" y="644596"/>
                </a:lnTo>
                <a:lnTo>
                  <a:pt x="813558" y="645065"/>
                </a:lnTo>
                <a:lnTo>
                  <a:pt x="822498" y="645525"/>
                </a:lnTo>
                <a:lnTo>
                  <a:pt x="831439" y="645975"/>
                </a:lnTo>
                <a:lnTo>
                  <a:pt x="840378" y="646415"/>
                </a:lnTo>
                <a:lnTo>
                  <a:pt x="849319" y="646851"/>
                </a:lnTo>
                <a:lnTo>
                  <a:pt x="858260" y="647276"/>
                </a:lnTo>
                <a:lnTo>
                  <a:pt x="867199" y="647690"/>
                </a:lnTo>
                <a:lnTo>
                  <a:pt x="876139" y="648098"/>
                </a:lnTo>
                <a:lnTo>
                  <a:pt x="885081" y="648501"/>
                </a:lnTo>
                <a:lnTo>
                  <a:pt x="894019" y="648892"/>
                </a:lnTo>
                <a:lnTo>
                  <a:pt x="902960" y="649278"/>
                </a:lnTo>
                <a:lnTo>
                  <a:pt x="911901" y="649657"/>
                </a:lnTo>
                <a:lnTo>
                  <a:pt x="920840" y="650028"/>
                </a:lnTo>
                <a:lnTo>
                  <a:pt x="929781" y="650393"/>
                </a:lnTo>
                <a:lnTo>
                  <a:pt x="938721" y="650750"/>
                </a:lnTo>
                <a:lnTo>
                  <a:pt x="947661" y="651103"/>
                </a:lnTo>
                <a:lnTo>
                  <a:pt x="956601" y="651450"/>
                </a:lnTo>
                <a:lnTo>
                  <a:pt x="965542" y="651789"/>
                </a:lnTo>
                <a:lnTo>
                  <a:pt x="974482" y="652123"/>
                </a:lnTo>
                <a:lnTo>
                  <a:pt x="983422" y="652452"/>
                </a:lnTo>
                <a:lnTo>
                  <a:pt x="992362" y="652774"/>
                </a:lnTo>
                <a:lnTo>
                  <a:pt x="1001302" y="653091"/>
                </a:lnTo>
                <a:lnTo>
                  <a:pt x="1010242" y="653402"/>
                </a:lnTo>
                <a:lnTo>
                  <a:pt x="1019183" y="653708"/>
                </a:lnTo>
                <a:lnTo>
                  <a:pt x="1028123" y="654009"/>
                </a:lnTo>
                <a:lnTo>
                  <a:pt x="1037063" y="654306"/>
                </a:lnTo>
                <a:lnTo>
                  <a:pt x="1046002" y="654599"/>
                </a:lnTo>
                <a:lnTo>
                  <a:pt x="1054944" y="654885"/>
                </a:lnTo>
                <a:lnTo>
                  <a:pt x="1063883" y="655168"/>
                </a:lnTo>
                <a:lnTo>
                  <a:pt x="1072823" y="655446"/>
                </a:lnTo>
                <a:lnTo>
                  <a:pt x="1081764" y="655720"/>
                </a:lnTo>
                <a:lnTo>
                  <a:pt x="1090704" y="655988"/>
                </a:lnTo>
                <a:lnTo>
                  <a:pt x="1099644" y="656254"/>
                </a:lnTo>
                <a:lnTo>
                  <a:pt x="1108585" y="656515"/>
                </a:lnTo>
                <a:lnTo>
                  <a:pt x="1117524" y="656773"/>
                </a:lnTo>
                <a:lnTo>
                  <a:pt x="1126465" y="657026"/>
                </a:lnTo>
                <a:lnTo>
                  <a:pt x="1135404" y="657276"/>
                </a:lnTo>
                <a:lnTo>
                  <a:pt x="1144346" y="657521"/>
                </a:lnTo>
                <a:lnTo>
                  <a:pt x="1153286" y="657763"/>
                </a:lnTo>
                <a:lnTo>
                  <a:pt x="1162225" y="658002"/>
                </a:lnTo>
                <a:lnTo>
                  <a:pt x="1171166" y="658238"/>
                </a:lnTo>
                <a:lnTo>
                  <a:pt x="1180105" y="658470"/>
                </a:lnTo>
                <a:lnTo>
                  <a:pt x="1189047" y="658697"/>
                </a:lnTo>
                <a:lnTo>
                  <a:pt x="1197987" y="658923"/>
                </a:lnTo>
                <a:lnTo>
                  <a:pt x="1206926" y="659143"/>
                </a:lnTo>
                <a:lnTo>
                  <a:pt x="1215867" y="659363"/>
                </a:lnTo>
                <a:lnTo>
                  <a:pt x="1224807" y="659579"/>
                </a:lnTo>
                <a:lnTo>
                  <a:pt x="1233746" y="659792"/>
                </a:lnTo>
                <a:lnTo>
                  <a:pt x="1242688" y="660002"/>
                </a:lnTo>
                <a:lnTo>
                  <a:pt x="1251628" y="660209"/>
                </a:lnTo>
                <a:lnTo>
                  <a:pt x="1260568" y="660412"/>
                </a:lnTo>
                <a:lnTo>
                  <a:pt x="1269508" y="660616"/>
                </a:lnTo>
                <a:lnTo>
                  <a:pt x="1278448" y="660813"/>
                </a:lnTo>
                <a:lnTo>
                  <a:pt x="1287389" y="661009"/>
                </a:lnTo>
                <a:lnTo>
                  <a:pt x="1296329" y="661203"/>
                </a:lnTo>
                <a:lnTo>
                  <a:pt x="1305268" y="661393"/>
                </a:lnTo>
                <a:lnTo>
                  <a:pt x="1314208" y="661582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800000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270C30-97A6-4F84-825F-870C407D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019" y="1302110"/>
            <a:ext cx="1371268" cy="10"/>
          </a:xfrm>
          <a:custGeom xmlns:a="http://schemas.openxmlformats.org/drawingml/2006/main">
            <a:pathLst>
              <a:path w="1371268" h="1" fill="none">
                <a:moveTo>
                  <a:pt x="0" y="0"/>
                </a:moveTo>
                <a:lnTo>
                  <a:pt x="9203" y="0"/>
                </a:lnTo>
                <a:lnTo>
                  <a:pt x="18406" y="0"/>
                </a:lnTo>
                <a:lnTo>
                  <a:pt x="27610" y="0"/>
                </a:lnTo>
                <a:lnTo>
                  <a:pt x="36812" y="0"/>
                </a:lnTo>
                <a:lnTo>
                  <a:pt x="46016" y="0"/>
                </a:lnTo>
                <a:lnTo>
                  <a:pt x="55218" y="0"/>
                </a:lnTo>
                <a:lnTo>
                  <a:pt x="64422" y="0"/>
                </a:lnTo>
                <a:lnTo>
                  <a:pt x="73625" y="0"/>
                </a:lnTo>
                <a:lnTo>
                  <a:pt x="82828" y="0"/>
                </a:lnTo>
                <a:lnTo>
                  <a:pt x="92031" y="0"/>
                </a:lnTo>
                <a:lnTo>
                  <a:pt x="101235" y="0"/>
                </a:lnTo>
                <a:lnTo>
                  <a:pt x="110438" y="0"/>
                </a:lnTo>
                <a:lnTo>
                  <a:pt x="119641" y="0"/>
                </a:lnTo>
                <a:lnTo>
                  <a:pt x="128844" y="0"/>
                </a:lnTo>
                <a:lnTo>
                  <a:pt x="138047" y="0"/>
                </a:lnTo>
                <a:lnTo>
                  <a:pt x="147251" y="0"/>
                </a:lnTo>
                <a:lnTo>
                  <a:pt x="156453" y="0"/>
                </a:lnTo>
                <a:lnTo>
                  <a:pt x="165656" y="0"/>
                </a:lnTo>
                <a:lnTo>
                  <a:pt x="174860" y="0"/>
                </a:lnTo>
                <a:lnTo>
                  <a:pt x="184063" y="0"/>
                </a:lnTo>
                <a:lnTo>
                  <a:pt x="193266" y="0"/>
                </a:lnTo>
                <a:lnTo>
                  <a:pt x="202469" y="0"/>
                </a:lnTo>
                <a:lnTo>
                  <a:pt x="211671" y="0"/>
                </a:lnTo>
                <a:lnTo>
                  <a:pt x="220876" y="0"/>
                </a:lnTo>
                <a:lnTo>
                  <a:pt x="230079" y="0"/>
                </a:lnTo>
                <a:lnTo>
                  <a:pt x="239282" y="0"/>
                </a:lnTo>
                <a:lnTo>
                  <a:pt x="248485" y="0"/>
                </a:lnTo>
                <a:lnTo>
                  <a:pt x="257688" y="0"/>
                </a:lnTo>
                <a:lnTo>
                  <a:pt x="266892" y="0"/>
                </a:lnTo>
                <a:lnTo>
                  <a:pt x="276094" y="0"/>
                </a:lnTo>
                <a:lnTo>
                  <a:pt x="285297" y="0"/>
                </a:lnTo>
                <a:lnTo>
                  <a:pt x="294500" y="0"/>
                </a:lnTo>
                <a:lnTo>
                  <a:pt x="303703" y="0"/>
                </a:lnTo>
                <a:lnTo>
                  <a:pt x="312907" y="0"/>
                </a:lnTo>
                <a:lnTo>
                  <a:pt x="322110" y="0"/>
                </a:lnTo>
                <a:lnTo>
                  <a:pt x="331314" y="0"/>
                </a:lnTo>
                <a:lnTo>
                  <a:pt x="340516" y="0"/>
                </a:lnTo>
                <a:lnTo>
                  <a:pt x="349718" y="0"/>
                </a:lnTo>
                <a:lnTo>
                  <a:pt x="358923" y="0"/>
                </a:lnTo>
                <a:lnTo>
                  <a:pt x="368126" y="0"/>
                </a:lnTo>
                <a:lnTo>
                  <a:pt x="377329" y="0"/>
                </a:lnTo>
                <a:lnTo>
                  <a:pt x="386531" y="0"/>
                </a:lnTo>
                <a:lnTo>
                  <a:pt x="395735" y="0"/>
                </a:lnTo>
                <a:lnTo>
                  <a:pt x="404938" y="0"/>
                </a:lnTo>
                <a:lnTo>
                  <a:pt x="414141" y="0"/>
                </a:lnTo>
                <a:lnTo>
                  <a:pt x="423345" y="0"/>
                </a:lnTo>
                <a:lnTo>
                  <a:pt x="432547" y="0"/>
                </a:lnTo>
                <a:lnTo>
                  <a:pt x="441751" y="0"/>
                </a:lnTo>
                <a:lnTo>
                  <a:pt x="450953" y="0"/>
                </a:lnTo>
                <a:lnTo>
                  <a:pt x="460157" y="0"/>
                </a:lnTo>
                <a:lnTo>
                  <a:pt x="469359" y="0"/>
                </a:lnTo>
                <a:lnTo>
                  <a:pt x="478563" y="0"/>
                </a:lnTo>
                <a:lnTo>
                  <a:pt x="487766" y="0"/>
                </a:lnTo>
                <a:lnTo>
                  <a:pt x="496970" y="0"/>
                </a:lnTo>
                <a:lnTo>
                  <a:pt x="506173" y="0"/>
                </a:lnTo>
                <a:lnTo>
                  <a:pt x="515376" y="0"/>
                </a:lnTo>
                <a:lnTo>
                  <a:pt x="524579" y="0"/>
                </a:lnTo>
                <a:lnTo>
                  <a:pt x="533782" y="0"/>
                </a:lnTo>
                <a:lnTo>
                  <a:pt x="542986" y="0"/>
                </a:lnTo>
                <a:lnTo>
                  <a:pt x="552188" y="0"/>
                </a:lnTo>
                <a:lnTo>
                  <a:pt x="561392" y="0"/>
                </a:lnTo>
                <a:lnTo>
                  <a:pt x="570594" y="0"/>
                </a:lnTo>
                <a:lnTo>
                  <a:pt x="579798" y="0"/>
                </a:lnTo>
                <a:lnTo>
                  <a:pt x="589001" y="0"/>
                </a:lnTo>
                <a:lnTo>
                  <a:pt x="598204" y="0"/>
                </a:lnTo>
                <a:lnTo>
                  <a:pt x="607407" y="0"/>
                </a:lnTo>
                <a:lnTo>
                  <a:pt x="616610" y="0"/>
                </a:lnTo>
                <a:lnTo>
                  <a:pt x="625814" y="0"/>
                </a:lnTo>
                <a:lnTo>
                  <a:pt x="635017" y="0"/>
                </a:lnTo>
                <a:lnTo>
                  <a:pt x="644220" y="0"/>
                </a:lnTo>
                <a:lnTo>
                  <a:pt x="653423" y="0"/>
                </a:lnTo>
                <a:lnTo>
                  <a:pt x="662626" y="0"/>
                </a:lnTo>
                <a:lnTo>
                  <a:pt x="671829" y="0"/>
                </a:lnTo>
                <a:lnTo>
                  <a:pt x="681032" y="0"/>
                </a:lnTo>
                <a:lnTo>
                  <a:pt x="690236" y="0"/>
                </a:lnTo>
                <a:lnTo>
                  <a:pt x="699439" y="0"/>
                </a:lnTo>
                <a:lnTo>
                  <a:pt x="708641" y="0"/>
                </a:lnTo>
                <a:lnTo>
                  <a:pt x="717845" y="0"/>
                </a:lnTo>
                <a:lnTo>
                  <a:pt x="727048" y="0"/>
                </a:lnTo>
                <a:lnTo>
                  <a:pt x="736251" y="0"/>
                </a:lnTo>
                <a:lnTo>
                  <a:pt x="745455" y="0"/>
                </a:lnTo>
                <a:lnTo>
                  <a:pt x="754657" y="0"/>
                </a:lnTo>
                <a:lnTo>
                  <a:pt x="763861" y="0"/>
                </a:lnTo>
                <a:lnTo>
                  <a:pt x="773064" y="0"/>
                </a:lnTo>
                <a:lnTo>
                  <a:pt x="782267" y="0"/>
                </a:lnTo>
                <a:lnTo>
                  <a:pt x="791470" y="0"/>
                </a:lnTo>
                <a:lnTo>
                  <a:pt x="800673" y="0"/>
                </a:lnTo>
                <a:lnTo>
                  <a:pt x="809876" y="0"/>
                </a:lnTo>
                <a:lnTo>
                  <a:pt x="819079" y="0"/>
                </a:lnTo>
                <a:lnTo>
                  <a:pt x="828282" y="0"/>
                </a:lnTo>
                <a:lnTo>
                  <a:pt x="837486" y="0"/>
                </a:lnTo>
                <a:lnTo>
                  <a:pt x="846688" y="0"/>
                </a:lnTo>
                <a:lnTo>
                  <a:pt x="855893" y="0"/>
                </a:lnTo>
                <a:lnTo>
                  <a:pt x="865096" y="0"/>
                </a:lnTo>
                <a:lnTo>
                  <a:pt x="874299" y="0"/>
                </a:lnTo>
                <a:lnTo>
                  <a:pt x="883501" y="0"/>
                </a:lnTo>
                <a:lnTo>
                  <a:pt x="892704" y="0"/>
                </a:lnTo>
                <a:lnTo>
                  <a:pt x="901908" y="0"/>
                </a:lnTo>
                <a:lnTo>
                  <a:pt x="911111" y="0"/>
                </a:lnTo>
                <a:lnTo>
                  <a:pt x="920314" y="0"/>
                </a:lnTo>
                <a:lnTo>
                  <a:pt x="929517" y="0"/>
                </a:lnTo>
                <a:lnTo>
                  <a:pt x="938720" y="0"/>
                </a:lnTo>
                <a:lnTo>
                  <a:pt x="947923" y="0"/>
                </a:lnTo>
                <a:lnTo>
                  <a:pt x="957127" y="0"/>
                </a:lnTo>
                <a:lnTo>
                  <a:pt x="966329" y="0"/>
                </a:lnTo>
                <a:lnTo>
                  <a:pt x="975533" y="0"/>
                </a:lnTo>
                <a:lnTo>
                  <a:pt x="984736" y="0"/>
                </a:lnTo>
                <a:lnTo>
                  <a:pt x="993940" y="0"/>
                </a:lnTo>
                <a:lnTo>
                  <a:pt x="1003142" y="0"/>
                </a:lnTo>
                <a:lnTo>
                  <a:pt x="1012346" y="0"/>
                </a:lnTo>
                <a:lnTo>
                  <a:pt x="1021549" y="0"/>
                </a:lnTo>
                <a:lnTo>
                  <a:pt x="1030751" y="0"/>
                </a:lnTo>
                <a:lnTo>
                  <a:pt x="1039955" y="0"/>
                </a:lnTo>
                <a:lnTo>
                  <a:pt x="1049158" y="0"/>
                </a:lnTo>
                <a:lnTo>
                  <a:pt x="1058362" y="0"/>
                </a:lnTo>
                <a:lnTo>
                  <a:pt x="1067565" y="0"/>
                </a:lnTo>
                <a:lnTo>
                  <a:pt x="1076767" y="0"/>
                </a:lnTo>
                <a:lnTo>
                  <a:pt x="1085971" y="0"/>
                </a:lnTo>
                <a:lnTo>
                  <a:pt x="1095173" y="0"/>
                </a:lnTo>
                <a:lnTo>
                  <a:pt x="1104377" y="0"/>
                </a:lnTo>
                <a:lnTo>
                  <a:pt x="1113580" y="0"/>
                </a:lnTo>
                <a:lnTo>
                  <a:pt x="1122782" y="0"/>
                </a:lnTo>
                <a:lnTo>
                  <a:pt x="1131987" y="0"/>
                </a:lnTo>
                <a:lnTo>
                  <a:pt x="1141189" y="0"/>
                </a:lnTo>
                <a:lnTo>
                  <a:pt x="1150393" y="0"/>
                </a:lnTo>
                <a:lnTo>
                  <a:pt x="1159597" y="0"/>
                </a:lnTo>
                <a:lnTo>
                  <a:pt x="1168799" y="0"/>
                </a:lnTo>
                <a:lnTo>
                  <a:pt x="1178003" y="0"/>
                </a:lnTo>
                <a:lnTo>
                  <a:pt x="1187205" y="0"/>
                </a:lnTo>
                <a:lnTo>
                  <a:pt x="1196408" y="0"/>
                </a:lnTo>
                <a:lnTo>
                  <a:pt x="1205612" y="0"/>
                </a:lnTo>
                <a:lnTo>
                  <a:pt x="1214814" y="0"/>
                </a:lnTo>
                <a:lnTo>
                  <a:pt x="1224018" y="0"/>
                </a:lnTo>
                <a:lnTo>
                  <a:pt x="1233220" y="0"/>
                </a:lnTo>
                <a:lnTo>
                  <a:pt x="1242423" y="0"/>
                </a:lnTo>
                <a:lnTo>
                  <a:pt x="1251628" y="0"/>
                </a:lnTo>
                <a:lnTo>
                  <a:pt x="1260829" y="0"/>
                </a:lnTo>
                <a:lnTo>
                  <a:pt x="1270034" y="0"/>
                </a:lnTo>
                <a:lnTo>
                  <a:pt x="1279237" y="0"/>
                </a:lnTo>
                <a:lnTo>
                  <a:pt x="1288440" y="0"/>
                </a:lnTo>
                <a:lnTo>
                  <a:pt x="1297643" y="0"/>
                </a:lnTo>
                <a:lnTo>
                  <a:pt x="1306845" y="0"/>
                </a:lnTo>
                <a:lnTo>
                  <a:pt x="1316049" y="0"/>
                </a:lnTo>
                <a:lnTo>
                  <a:pt x="1325252" y="0"/>
                </a:lnTo>
                <a:lnTo>
                  <a:pt x="1334455" y="0"/>
                </a:lnTo>
                <a:lnTo>
                  <a:pt x="1343658" y="0"/>
                </a:lnTo>
                <a:lnTo>
                  <a:pt x="1352862" y="0"/>
                </a:lnTo>
                <a:lnTo>
                  <a:pt x="1362065" y="0"/>
                </a:lnTo>
                <a:lnTo>
                  <a:pt x="13712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A26793-DF06-40AE-AF76-0E777C0A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0707" y="497819"/>
            <a:ext cx="10" cy="804291"/>
          </a:xfrm>
          <a:custGeom xmlns:a="http://schemas.openxmlformats.org/drawingml/2006/main">
            <a:pathLst>
              <a:path w="1" h="804291" fill="none">
                <a:moveTo>
                  <a:pt x="0" y="8042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7F807F"/>
            </a:solidFill>
            <a:custDash>
              <a:ds d="750020" sp="750020"/>
            </a:custDash>
            <a:miter/>
          </a:ln>
        </p:spPr>
      </p:sp>
      <p:sp>
        <p:nvSpPr>
          <p:cNvPr id="257" name="Text Threshold">
            <a:extLst xmlns:a="http://schemas.openxmlformats.org/drawingml/2006/main">
              <a:ext uri="{FF2B5EF4-FFF2-40B4-BE49-F238E27FC236}">
                <a16:creationId xmlns:a16="http://schemas.microsoft.com/office/drawing/2014/main" id="{6580E3CB-AEB3-480B-81E5-56F08C25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3073" y="485939"/>
            <a:ext cx="688227" cy="118337"/>
          </a:xfrm>
          <a:custGeom xmlns:a="http://schemas.openxmlformats.org/drawingml/2006/main">
            <a:pathLst>
              <a:path w="688227" h="118337">
                <a:moveTo>
                  <a:pt x="40484" y="10744"/>
                </a:moveTo>
                <a:lnTo>
                  <a:pt x="40484" y="96169"/>
                </a:lnTo>
                <a:cubicBezTo>
                  <a:pt x="40484" y="110692"/>
                  <a:pt x="38605" y="112571"/>
                  <a:pt x="24425" y="113424"/>
                </a:cubicBezTo>
                <a:lnTo>
                  <a:pt x="24425" y="116669"/>
                </a:lnTo>
                <a:lnTo>
                  <a:pt x="74306" y="116669"/>
                </a:lnTo>
                <a:lnTo>
                  <a:pt x="74306" y="113424"/>
                </a:lnTo>
                <a:cubicBezTo>
                  <a:pt x="60298" y="112741"/>
                  <a:pt x="57906" y="110520"/>
                  <a:pt x="57906" y="98048"/>
                </a:cubicBezTo>
                <a:lnTo>
                  <a:pt x="57906" y="10744"/>
                </a:lnTo>
                <a:lnTo>
                  <a:pt x="67130" y="10744"/>
                </a:lnTo>
                <a:cubicBezTo>
                  <a:pt x="86603" y="10744"/>
                  <a:pt x="90362" y="13820"/>
                  <a:pt x="94292" y="32612"/>
                </a:cubicBezTo>
                <a:lnTo>
                  <a:pt x="98390" y="32612"/>
                </a:lnTo>
                <a:lnTo>
                  <a:pt x="97365" y="3568"/>
                </a:lnTo>
                <a:lnTo>
                  <a:pt x="1024" y="3568"/>
                </a:lnTo>
                <a:lnTo>
                  <a:pt x="0" y="32612"/>
                </a:lnTo>
                <a:lnTo>
                  <a:pt x="4097" y="32612"/>
                </a:lnTo>
                <a:cubicBezTo>
                  <a:pt x="8197" y="13989"/>
                  <a:pt x="12128" y="10744"/>
                  <a:pt x="31260" y="10744"/>
                </a:cubicBezTo>
                <a:lnTo>
                  <a:pt x="40484" y="10744"/>
                </a:lnTo>
                <a:close/>
                <a:moveTo>
                  <a:pt x="128284" y="58085"/>
                </a:moveTo>
                <a:cubicBezTo>
                  <a:pt x="135457" y="50230"/>
                  <a:pt x="140582" y="47323"/>
                  <a:pt x="147244" y="47323"/>
                </a:cubicBezTo>
                <a:cubicBezTo>
                  <a:pt x="155785" y="47323"/>
                  <a:pt x="160055" y="53475"/>
                  <a:pt x="160055" y="65431"/>
                </a:cubicBezTo>
                <a:lnTo>
                  <a:pt x="160055" y="99247"/>
                </a:lnTo>
                <a:cubicBezTo>
                  <a:pt x="160055" y="110862"/>
                  <a:pt x="158348" y="113082"/>
                  <a:pt x="148440" y="114107"/>
                </a:cubicBezTo>
                <a:lnTo>
                  <a:pt x="148440" y="116669"/>
                </a:lnTo>
                <a:lnTo>
                  <a:pt x="184655" y="116669"/>
                </a:lnTo>
                <a:lnTo>
                  <a:pt x="184655" y="114107"/>
                </a:lnTo>
                <a:cubicBezTo>
                  <a:pt x="175430" y="112399"/>
                  <a:pt x="174403" y="111034"/>
                  <a:pt x="174403" y="99247"/>
                </a:cubicBezTo>
                <a:lnTo>
                  <a:pt x="174403" y="65259"/>
                </a:lnTo>
                <a:cubicBezTo>
                  <a:pt x="174403" y="47323"/>
                  <a:pt x="167230" y="38099"/>
                  <a:pt x="153393" y="38099"/>
                </a:cubicBezTo>
                <a:cubicBezTo>
                  <a:pt x="143316" y="38099"/>
                  <a:pt x="136140" y="42199"/>
                  <a:pt x="128284" y="52448"/>
                </a:cubicBezTo>
                <a:lnTo>
                  <a:pt x="128284" y="521"/>
                </a:lnTo>
                <a:lnTo>
                  <a:pt x="127429" y="8"/>
                </a:lnTo>
                <a:cubicBezTo>
                  <a:pt x="121622" y="2057"/>
                  <a:pt x="117350" y="3425"/>
                  <a:pt x="107784" y="6157"/>
                </a:cubicBezTo>
                <a:lnTo>
                  <a:pt x="103174" y="7525"/>
                </a:lnTo>
                <a:lnTo>
                  <a:pt x="103174" y="10257"/>
                </a:lnTo>
                <a:cubicBezTo>
                  <a:pt x="103856" y="10087"/>
                  <a:pt x="104370" y="10087"/>
                  <a:pt x="105222" y="10087"/>
                </a:cubicBezTo>
                <a:cubicBezTo>
                  <a:pt x="112567" y="10087"/>
                  <a:pt x="113936" y="11453"/>
                  <a:pt x="113936" y="18798"/>
                </a:cubicBezTo>
                <a:lnTo>
                  <a:pt x="113936" y="99247"/>
                </a:lnTo>
                <a:cubicBezTo>
                  <a:pt x="113936" y="111203"/>
                  <a:pt x="112909" y="112741"/>
                  <a:pt x="103001" y="114107"/>
                </a:cubicBezTo>
                <a:lnTo>
                  <a:pt x="103001" y="116669"/>
                </a:lnTo>
                <a:lnTo>
                  <a:pt x="139899" y="116669"/>
                </a:lnTo>
                <a:lnTo>
                  <a:pt x="139899" y="114107"/>
                </a:lnTo>
                <a:cubicBezTo>
                  <a:pt x="129992" y="113082"/>
                  <a:pt x="128284" y="111034"/>
                  <a:pt x="128284" y="99247"/>
                </a:cubicBezTo>
                <a:lnTo>
                  <a:pt x="128284" y="58085"/>
                </a:lnTo>
                <a:close/>
                <a:moveTo>
                  <a:pt x="188069" y="50058"/>
                </a:moveTo>
                <a:cubicBezTo>
                  <a:pt x="190462" y="49544"/>
                  <a:pt x="192000" y="49372"/>
                  <a:pt x="194048" y="49372"/>
                </a:cubicBezTo>
                <a:cubicBezTo>
                  <a:pt x="198318" y="49372"/>
                  <a:pt x="199856" y="52106"/>
                  <a:pt x="199856" y="59621"/>
                </a:cubicBezTo>
                <a:lnTo>
                  <a:pt x="199856" y="102323"/>
                </a:lnTo>
                <a:cubicBezTo>
                  <a:pt x="199856" y="110862"/>
                  <a:pt x="198659" y="112058"/>
                  <a:pt x="187728" y="114107"/>
                </a:cubicBezTo>
                <a:lnTo>
                  <a:pt x="187728" y="116669"/>
                </a:lnTo>
                <a:lnTo>
                  <a:pt x="228725" y="116669"/>
                </a:lnTo>
                <a:lnTo>
                  <a:pt x="228725" y="114107"/>
                </a:lnTo>
                <a:cubicBezTo>
                  <a:pt x="217108" y="113596"/>
                  <a:pt x="214204" y="111034"/>
                  <a:pt x="214204" y="101298"/>
                </a:cubicBezTo>
                <a:lnTo>
                  <a:pt x="214204" y="62866"/>
                </a:lnTo>
                <a:cubicBezTo>
                  <a:pt x="214204" y="57400"/>
                  <a:pt x="221549" y="48861"/>
                  <a:pt x="226163" y="48861"/>
                </a:cubicBezTo>
                <a:cubicBezTo>
                  <a:pt x="227187" y="48861"/>
                  <a:pt x="228725" y="49716"/>
                  <a:pt x="230604" y="51423"/>
                </a:cubicBezTo>
                <a:cubicBezTo>
                  <a:pt x="233336" y="53813"/>
                  <a:pt x="235215" y="54838"/>
                  <a:pt x="237436" y="54838"/>
                </a:cubicBezTo>
                <a:cubicBezTo>
                  <a:pt x="241536" y="54838"/>
                  <a:pt x="244098" y="51934"/>
                  <a:pt x="244098" y="47154"/>
                </a:cubicBezTo>
                <a:cubicBezTo>
                  <a:pt x="244098" y="41516"/>
                  <a:pt x="240511" y="38099"/>
                  <a:pt x="234704" y="38099"/>
                </a:cubicBezTo>
                <a:cubicBezTo>
                  <a:pt x="227529" y="38099"/>
                  <a:pt x="222576" y="42030"/>
                  <a:pt x="214204" y="54155"/>
                </a:cubicBezTo>
                <a:lnTo>
                  <a:pt x="214204" y="38443"/>
                </a:lnTo>
                <a:lnTo>
                  <a:pt x="213352" y="38099"/>
                </a:lnTo>
                <a:cubicBezTo>
                  <a:pt x="204297" y="41858"/>
                  <a:pt x="198148" y="44078"/>
                  <a:pt x="188069" y="47323"/>
                </a:cubicBezTo>
                <a:lnTo>
                  <a:pt x="188069" y="50058"/>
                </a:lnTo>
                <a:close/>
                <a:moveTo>
                  <a:pt x="313450" y="88607"/>
                </a:moveTo>
                <a:cubicBezTo>
                  <a:pt x="305253" y="101595"/>
                  <a:pt x="297905" y="106553"/>
                  <a:pt x="286974" y="106553"/>
                </a:cubicBezTo>
                <a:cubicBezTo>
                  <a:pt x="277238" y="106553"/>
                  <a:pt x="269893" y="101595"/>
                  <a:pt x="264938" y="91855"/>
                </a:cubicBezTo>
                <a:cubicBezTo>
                  <a:pt x="261863" y="85360"/>
                  <a:pt x="260669" y="79719"/>
                  <a:pt x="260327" y="69293"/>
                </a:cubicBezTo>
                <a:lnTo>
                  <a:pt x="312939" y="69293"/>
                </a:lnTo>
                <a:cubicBezTo>
                  <a:pt x="311571" y="58211"/>
                  <a:pt x="309864" y="53274"/>
                  <a:pt x="305594" y="47826"/>
                </a:cubicBezTo>
                <a:cubicBezTo>
                  <a:pt x="300467" y="41688"/>
                  <a:pt x="292611" y="38099"/>
                  <a:pt x="283728" y="38099"/>
                </a:cubicBezTo>
                <a:cubicBezTo>
                  <a:pt x="275187" y="38099"/>
                  <a:pt x="267159" y="41175"/>
                  <a:pt x="260669" y="46974"/>
                </a:cubicBezTo>
                <a:cubicBezTo>
                  <a:pt x="252638" y="53954"/>
                  <a:pt x="248027" y="66048"/>
                  <a:pt x="248027" y="80061"/>
                </a:cubicBezTo>
                <a:cubicBezTo>
                  <a:pt x="248027" y="103647"/>
                  <a:pt x="260327" y="118337"/>
                  <a:pt x="279970" y="118337"/>
                </a:cubicBezTo>
                <a:cubicBezTo>
                  <a:pt x="296198" y="118337"/>
                  <a:pt x="309009" y="108260"/>
                  <a:pt x="316184" y="89804"/>
                </a:cubicBezTo>
                <a:lnTo>
                  <a:pt x="313450" y="88607"/>
                </a:lnTo>
                <a:moveTo>
                  <a:pt x="260669" y="63828"/>
                </a:moveTo>
                <a:cubicBezTo>
                  <a:pt x="262546" y="50550"/>
                  <a:pt x="268355" y="44250"/>
                  <a:pt x="278774" y="44250"/>
                </a:cubicBezTo>
                <a:cubicBezTo>
                  <a:pt x="289194" y="44250"/>
                  <a:pt x="293294" y="49018"/>
                  <a:pt x="295515" y="63828"/>
                </a:cubicBezTo>
                <a:lnTo>
                  <a:pt x="260669" y="63828"/>
                </a:lnTo>
                <a:close/>
                <a:moveTo>
                  <a:pt x="373407" y="62999"/>
                </a:moveTo>
                <a:lnTo>
                  <a:pt x="372725" y="39767"/>
                </a:lnTo>
                <a:lnTo>
                  <a:pt x="370845" y="39767"/>
                </a:lnTo>
                <a:lnTo>
                  <a:pt x="370504" y="40111"/>
                </a:lnTo>
                <a:cubicBezTo>
                  <a:pt x="368966" y="41305"/>
                  <a:pt x="368797" y="41477"/>
                  <a:pt x="368114" y="41477"/>
                </a:cubicBezTo>
                <a:cubicBezTo>
                  <a:pt x="367089" y="41477"/>
                  <a:pt x="365379" y="41136"/>
                  <a:pt x="363500" y="40281"/>
                </a:cubicBezTo>
                <a:cubicBezTo>
                  <a:pt x="359742" y="38951"/>
                  <a:pt x="355986" y="38266"/>
                  <a:pt x="351544" y="38266"/>
                </a:cubicBezTo>
                <a:cubicBezTo>
                  <a:pt x="338048" y="38266"/>
                  <a:pt x="328313" y="46977"/>
                  <a:pt x="328313" y="59269"/>
                </a:cubicBezTo>
                <a:cubicBezTo>
                  <a:pt x="328313" y="68827"/>
                  <a:pt x="333778" y="75656"/>
                  <a:pt x="348299" y="83851"/>
                </a:cubicBezTo>
                <a:lnTo>
                  <a:pt x="358206" y="89486"/>
                </a:lnTo>
                <a:cubicBezTo>
                  <a:pt x="364183" y="92900"/>
                  <a:pt x="367089" y="96998"/>
                  <a:pt x="367089" y="102289"/>
                </a:cubicBezTo>
                <a:cubicBezTo>
                  <a:pt x="367089" y="109801"/>
                  <a:pt x="361621" y="114581"/>
                  <a:pt x="352910" y="114581"/>
                </a:cubicBezTo>
                <a:cubicBezTo>
                  <a:pt x="347103" y="114581"/>
                  <a:pt x="341806" y="112360"/>
                  <a:pt x="338561" y="108604"/>
                </a:cubicBezTo>
                <a:cubicBezTo>
                  <a:pt x="334975" y="104338"/>
                  <a:pt x="333437" y="100410"/>
                  <a:pt x="331216" y="90680"/>
                </a:cubicBezTo>
                <a:lnTo>
                  <a:pt x="328482" y="90680"/>
                </a:lnTo>
                <a:lnTo>
                  <a:pt x="328482" y="117313"/>
                </a:lnTo>
                <a:lnTo>
                  <a:pt x="330703" y="117313"/>
                </a:lnTo>
                <a:cubicBezTo>
                  <a:pt x="331899" y="115605"/>
                  <a:pt x="332582" y="115264"/>
                  <a:pt x="334633" y="115264"/>
                </a:cubicBezTo>
                <a:cubicBezTo>
                  <a:pt x="336171" y="115303"/>
                  <a:pt x="338561" y="115644"/>
                  <a:pt x="342489" y="116669"/>
                </a:cubicBezTo>
                <a:cubicBezTo>
                  <a:pt x="347272" y="117654"/>
                  <a:pt x="351886" y="118337"/>
                  <a:pt x="354959" y="118337"/>
                </a:cubicBezTo>
                <a:cubicBezTo>
                  <a:pt x="368114" y="118337"/>
                  <a:pt x="379045" y="108435"/>
                  <a:pt x="379045" y="96484"/>
                </a:cubicBezTo>
                <a:cubicBezTo>
                  <a:pt x="379045" y="87948"/>
                  <a:pt x="374945" y="82315"/>
                  <a:pt x="364697" y="76169"/>
                </a:cubicBezTo>
                <a:lnTo>
                  <a:pt x="346248" y="65243"/>
                </a:lnTo>
                <a:cubicBezTo>
                  <a:pt x="341465" y="62511"/>
                  <a:pt x="338903" y="58244"/>
                  <a:pt x="338903" y="53634"/>
                </a:cubicBezTo>
                <a:cubicBezTo>
                  <a:pt x="338903" y="46805"/>
                  <a:pt x="344199" y="42024"/>
                  <a:pt x="352055" y="42024"/>
                </a:cubicBezTo>
                <a:cubicBezTo>
                  <a:pt x="361793" y="42024"/>
                  <a:pt x="366917" y="47829"/>
                  <a:pt x="370845" y="63025"/>
                </a:cubicBezTo>
                <a:lnTo>
                  <a:pt x="373407" y="62999"/>
                </a:lnTo>
                <a:close/>
                <a:moveTo>
                  <a:pt x="412868" y="58085"/>
                </a:moveTo>
                <a:cubicBezTo>
                  <a:pt x="420041" y="50230"/>
                  <a:pt x="425165" y="47323"/>
                  <a:pt x="431827" y="47323"/>
                </a:cubicBezTo>
                <a:cubicBezTo>
                  <a:pt x="440369" y="47323"/>
                  <a:pt x="444638" y="53475"/>
                  <a:pt x="444638" y="65431"/>
                </a:cubicBezTo>
                <a:lnTo>
                  <a:pt x="444638" y="99247"/>
                </a:lnTo>
                <a:cubicBezTo>
                  <a:pt x="444638" y="110862"/>
                  <a:pt x="442931" y="113082"/>
                  <a:pt x="433024" y="114107"/>
                </a:cubicBezTo>
                <a:lnTo>
                  <a:pt x="433024" y="116669"/>
                </a:lnTo>
                <a:lnTo>
                  <a:pt x="469238" y="116669"/>
                </a:lnTo>
                <a:lnTo>
                  <a:pt x="469238" y="114107"/>
                </a:lnTo>
                <a:cubicBezTo>
                  <a:pt x="460014" y="112399"/>
                  <a:pt x="458987" y="111034"/>
                  <a:pt x="458987" y="99247"/>
                </a:cubicBezTo>
                <a:lnTo>
                  <a:pt x="458987" y="65259"/>
                </a:lnTo>
                <a:cubicBezTo>
                  <a:pt x="458987" y="47323"/>
                  <a:pt x="451814" y="38099"/>
                  <a:pt x="437976" y="38099"/>
                </a:cubicBezTo>
                <a:cubicBezTo>
                  <a:pt x="427899" y="38099"/>
                  <a:pt x="420724" y="42199"/>
                  <a:pt x="412868" y="52448"/>
                </a:cubicBezTo>
                <a:lnTo>
                  <a:pt x="412868" y="521"/>
                </a:lnTo>
                <a:lnTo>
                  <a:pt x="412013" y="8"/>
                </a:lnTo>
                <a:cubicBezTo>
                  <a:pt x="406205" y="2057"/>
                  <a:pt x="401933" y="3425"/>
                  <a:pt x="392368" y="6157"/>
                </a:cubicBezTo>
                <a:lnTo>
                  <a:pt x="387757" y="7525"/>
                </a:lnTo>
                <a:lnTo>
                  <a:pt x="387757" y="10257"/>
                </a:lnTo>
                <a:cubicBezTo>
                  <a:pt x="388440" y="10087"/>
                  <a:pt x="388953" y="10087"/>
                  <a:pt x="389806" y="10087"/>
                </a:cubicBezTo>
                <a:cubicBezTo>
                  <a:pt x="397151" y="10087"/>
                  <a:pt x="398519" y="11453"/>
                  <a:pt x="398519" y="18798"/>
                </a:cubicBezTo>
                <a:lnTo>
                  <a:pt x="398519" y="99247"/>
                </a:lnTo>
                <a:cubicBezTo>
                  <a:pt x="398519" y="111203"/>
                  <a:pt x="397492" y="112741"/>
                  <a:pt x="387585" y="114107"/>
                </a:cubicBezTo>
                <a:lnTo>
                  <a:pt x="387585" y="116669"/>
                </a:lnTo>
                <a:lnTo>
                  <a:pt x="424482" y="116669"/>
                </a:lnTo>
                <a:lnTo>
                  <a:pt x="424482" y="114107"/>
                </a:lnTo>
                <a:cubicBezTo>
                  <a:pt x="414575" y="113082"/>
                  <a:pt x="412868" y="111034"/>
                  <a:pt x="412868" y="99247"/>
                </a:cubicBezTo>
                <a:lnTo>
                  <a:pt x="412868" y="58085"/>
                </a:lnTo>
                <a:close/>
                <a:moveTo>
                  <a:pt x="514163" y="38099"/>
                </a:moveTo>
                <a:cubicBezTo>
                  <a:pt x="491956" y="38099"/>
                  <a:pt x="476411" y="54491"/>
                  <a:pt x="476411" y="78049"/>
                </a:cubicBezTo>
                <a:cubicBezTo>
                  <a:pt x="476411" y="101092"/>
                  <a:pt x="492298" y="118337"/>
                  <a:pt x="513819" y="118337"/>
                </a:cubicBezTo>
                <a:cubicBezTo>
                  <a:pt x="535344" y="118337"/>
                  <a:pt x="551741" y="100240"/>
                  <a:pt x="551741" y="76683"/>
                </a:cubicBezTo>
                <a:cubicBezTo>
                  <a:pt x="551741" y="54319"/>
                  <a:pt x="536027" y="38099"/>
                  <a:pt x="514163" y="38099"/>
                </a:cubicBezTo>
                <a:moveTo>
                  <a:pt x="511943" y="42884"/>
                </a:moveTo>
                <a:cubicBezTo>
                  <a:pt x="526291" y="42884"/>
                  <a:pt x="536368" y="59271"/>
                  <a:pt x="536368" y="82657"/>
                </a:cubicBezTo>
                <a:cubicBezTo>
                  <a:pt x="536368" y="101947"/>
                  <a:pt x="528682" y="113554"/>
                  <a:pt x="515871" y="113554"/>
                </a:cubicBezTo>
                <a:cubicBezTo>
                  <a:pt x="509208" y="113554"/>
                  <a:pt x="502888" y="109459"/>
                  <a:pt x="499301" y="102630"/>
                </a:cubicBezTo>
                <a:cubicBezTo>
                  <a:pt x="494518" y="93753"/>
                  <a:pt x="491784" y="81804"/>
                  <a:pt x="491784" y="69684"/>
                </a:cubicBezTo>
                <a:cubicBezTo>
                  <a:pt x="491784" y="53467"/>
                  <a:pt x="499812" y="42884"/>
                  <a:pt x="511943" y="42884"/>
                </a:cubicBezTo>
                <a:close/>
                <a:moveTo>
                  <a:pt x="560113" y="10249"/>
                </a:moveTo>
                <a:lnTo>
                  <a:pt x="561138" y="10249"/>
                </a:lnTo>
                <a:cubicBezTo>
                  <a:pt x="563017" y="10079"/>
                  <a:pt x="565066" y="9907"/>
                  <a:pt x="566434" y="9907"/>
                </a:cubicBezTo>
                <a:cubicBezTo>
                  <a:pt x="571900" y="9907"/>
                  <a:pt x="573607" y="12300"/>
                  <a:pt x="573607" y="20328"/>
                </a:cubicBezTo>
                <a:lnTo>
                  <a:pt x="573607" y="101809"/>
                </a:lnTo>
                <a:cubicBezTo>
                  <a:pt x="573607" y="111034"/>
                  <a:pt x="571217" y="113254"/>
                  <a:pt x="560455" y="114107"/>
                </a:cubicBezTo>
                <a:lnTo>
                  <a:pt x="560455" y="116669"/>
                </a:lnTo>
                <a:lnTo>
                  <a:pt x="600767" y="116669"/>
                </a:lnTo>
                <a:lnTo>
                  <a:pt x="600767" y="114107"/>
                </a:lnTo>
                <a:cubicBezTo>
                  <a:pt x="590007" y="113424"/>
                  <a:pt x="587956" y="111716"/>
                  <a:pt x="587956" y="102320"/>
                </a:cubicBezTo>
                <a:lnTo>
                  <a:pt x="587956" y="341"/>
                </a:lnTo>
                <a:lnTo>
                  <a:pt x="587273" y="0"/>
                </a:lnTo>
                <a:cubicBezTo>
                  <a:pt x="578390" y="2904"/>
                  <a:pt x="571900" y="4613"/>
                  <a:pt x="560113" y="7517"/>
                </a:cubicBezTo>
                <a:lnTo>
                  <a:pt x="560113" y="10249"/>
                </a:lnTo>
                <a:close/>
                <a:moveTo>
                  <a:pt x="663117" y="118337"/>
                </a:moveTo>
                <a:lnTo>
                  <a:pt x="688227" y="109457"/>
                </a:lnTo>
                <a:lnTo>
                  <a:pt x="688227" y="106725"/>
                </a:lnTo>
                <a:cubicBezTo>
                  <a:pt x="685152" y="106894"/>
                  <a:pt x="684810" y="106894"/>
                  <a:pt x="684297" y="106894"/>
                </a:cubicBezTo>
                <a:cubicBezTo>
                  <a:pt x="678148" y="106894"/>
                  <a:pt x="676782" y="105018"/>
                  <a:pt x="676782" y="97164"/>
                </a:cubicBezTo>
                <a:lnTo>
                  <a:pt x="676782" y="349"/>
                </a:lnTo>
                <a:lnTo>
                  <a:pt x="675927" y="8"/>
                </a:lnTo>
                <a:cubicBezTo>
                  <a:pt x="667727" y="2911"/>
                  <a:pt x="661751" y="4619"/>
                  <a:pt x="650817" y="7525"/>
                </a:cubicBezTo>
                <a:lnTo>
                  <a:pt x="650817" y="10257"/>
                </a:lnTo>
                <a:cubicBezTo>
                  <a:pt x="652185" y="10087"/>
                  <a:pt x="653209" y="10087"/>
                  <a:pt x="654575" y="10087"/>
                </a:cubicBezTo>
                <a:cubicBezTo>
                  <a:pt x="660896" y="10087"/>
                  <a:pt x="662434" y="11794"/>
                  <a:pt x="662434" y="18798"/>
                </a:cubicBezTo>
                <a:lnTo>
                  <a:pt x="662434" y="45444"/>
                </a:lnTo>
                <a:cubicBezTo>
                  <a:pt x="655941" y="39978"/>
                  <a:pt x="651330" y="38099"/>
                  <a:pt x="644496" y="38099"/>
                </a:cubicBezTo>
                <a:cubicBezTo>
                  <a:pt x="624853" y="38099"/>
                  <a:pt x="608967" y="57392"/>
                  <a:pt x="608967" y="81632"/>
                </a:cubicBezTo>
                <a:cubicBezTo>
                  <a:pt x="608967" y="103480"/>
                  <a:pt x="621778" y="118337"/>
                  <a:pt x="640568" y="118337"/>
                </a:cubicBezTo>
                <a:cubicBezTo>
                  <a:pt x="650134" y="118337"/>
                  <a:pt x="656626" y="114922"/>
                  <a:pt x="662434" y="106894"/>
                </a:cubicBezTo>
                <a:lnTo>
                  <a:pt x="662434" y="117826"/>
                </a:lnTo>
                <a:lnTo>
                  <a:pt x="663117" y="118337"/>
                </a:lnTo>
                <a:moveTo>
                  <a:pt x="662434" y="99213"/>
                </a:moveTo>
                <a:cubicBezTo>
                  <a:pt x="662434" y="100410"/>
                  <a:pt x="661237" y="102458"/>
                  <a:pt x="659530" y="104335"/>
                </a:cubicBezTo>
                <a:cubicBezTo>
                  <a:pt x="656454" y="107749"/>
                  <a:pt x="652185" y="109457"/>
                  <a:pt x="647230" y="109457"/>
                </a:cubicBezTo>
                <a:cubicBezTo>
                  <a:pt x="633053" y="109457"/>
                  <a:pt x="623657" y="95799"/>
                  <a:pt x="623657" y="74803"/>
                </a:cubicBezTo>
                <a:cubicBezTo>
                  <a:pt x="623657" y="55515"/>
                  <a:pt x="632026" y="42884"/>
                  <a:pt x="645009" y="42884"/>
                </a:cubicBezTo>
                <a:cubicBezTo>
                  <a:pt x="654064" y="42884"/>
                  <a:pt x="662434" y="50905"/>
                  <a:pt x="662434" y="59952"/>
                </a:cubicBezTo>
                <a:lnTo>
                  <a:pt x="662434" y="9921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Text Targetclusters">
            <a:extLst xmlns:a="http://schemas.openxmlformats.org/drawingml/2006/main">
              <a:ext uri="{FF2B5EF4-FFF2-40B4-BE49-F238E27FC236}">
                <a16:creationId xmlns:a16="http://schemas.microsoft.com/office/drawing/2014/main" id="{242BFCF6-E7E8-4E8A-BD52-6BC1D73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718" y="832969"/>
            <a:ext cx="983742" cy="153931"/>
          </a:xfrm>
          <a:custGeom xmlns:a="http://schemas.openxmlformats.org/drawingml/2006/main">
            <a:pathLst>
              <a:path w="983742" h="153931">
                <a:moveTo>
                  <a:pt x="40484" y="10744"/>
                </a:moveTo>
                <a:lnTo>
                  <a:pt x="40484" y="96169"/>
                </a:lnTo>
                <a:cubicBezTo>
                  <a:pt x="40484" y="110692"/>
                  <a:pt x="38605" y="112571"/>
                  <a:pt x="24425" y="113424"/>
                </a:cubicBezTo>
                <a:lnTo>
                  <a:pt x="24425" y="116669"/>
                </a:lnTo>
                <a:lnTo>
                  <a:pt x="74306" y="116669"/>
                </a:lnTo>
                <a:lnTo>
                  <a:pt x="74306" y="113424"/>
                </a:lnTo>
                <a:cubicBezTo>
                  <a:pt x="60298" y="112741"/>
                  <a:pt x="57906" y="110520"/>
                  <a:pt x="57906" y="98048"/>
                </a:cubicBezTo>
                <a:lnTo>
                  <a:pt x="57906" y="10744"/>
                </a:lnTo>
                <a:lnTo>
                  <a:pt x="67130" y="10744"/>
                </a:lnTo>
                <a:cubicBezTo>
                  <a:pt x="86603" y="10744"/>
                  <a:pt x="90362" y="13820"/>
                  <a:pt x="94292" y="32612"/>
                </a:cubicBezTo>
                <a:lnTo>
                  <a:pt x="98390" y="32612"/>
                </a:lnTo>
                <a:lnTo>
                  <a:pt x="97365" y="3568"/>
                </a:lnTo>
                <a:lnTo>
                  <a:pt x="1024" y="3568"/>
                </a:lnTo>
                <a:lnTo>
                  <a:pt x="0" y="32612"/>
                </a:lnTo>
                <a:lnTo>
                  <a:pt x="4097" y="32612"/>
                </a:lnTo>
                <a:cubicBezTo>
                  <a:pt x="8197" y="13989"/>
                  <a:pt x="12128" y="10744"/>
                  <a:pt x="31260" y="10744"/>
                </a:cubicBezTo>
                <a:lnTo>
                  <a:pt x="40484" y="10744"/>
                </a:lnTo>
                <a:close/>
                <a:moveTo>
                  <a:pt x="163299" y="105359"/>
                </a:moveTo>
                <a:cubicBezTo>
                  <a:pt x="160396" y="107747"/>
                  <a:pt x="158347" y="108602"/>
                  <a:pt x="155785" y="108602"/>
                </a:cubicBezTo>
                <a:cubicBezTo>
                  <a:pt x="151857" y="108602"/>
                  <a:pt x="150661" y="106212"/>
                  <a:pt x="150661" y="98702"/>
                </a:cubicBezTo>
                <a:lnTo>
                  <a:pt x="150661" y="65415"/>
                </a:lnTo>
                <a:cubicBezTo>
                  <a:pt x="150661" y="56537"/>
                  <a:pt x="149806" y="51588"/>
                  <a:pt x="147243" y="47490"/>
                </a:cubicBezTo>
                <a:cubicBezTo>
                  <a:pt x="143485" y="41347"/>
                  <a:pt x="136140" y="38099"/>
                  <a:pt x="126063" y="38099"/>
                </a:cubicBezTo>
                <a:cubicBezTo>
                  <a:pt x="110005" y="38099"/>
                  <a:pt x="97366" y="46466"/>
                  <a:pt x="97366" y="57220"/>
                </a:cubicBezTo>
                <a:cubicBezTo>
                  <a:pt x="97366" y="61148"/>
                  <a:pt x="100780" y="64560"/>
                  <a:pt x="104711" y="64560"/>
                </a:cubicBezTo>
                <a:cubicBezTo>
                  <a:pt x="108808" y="64560"/>
                  <a:pt x="112397" y="61148"/>
                  <a:pt x="112397" y="57392"/>
                </a:cubicBezTo>
                <a:cubicBezTo>
                  <a:pt x="112397" y="56709"/>
                  <a:pt x="112225" y="55854"/>
                  <a:pt x="112056" y="54661"/>
                </a:cubicBezTo>
                <a:cubicBezTo>
                  <a:pt x="111714" y="53125"/>
                  <a:pt x="111542" y="51760"/>
                  <a:pt x="111542" y="50563"/>
                </a:cubicBezTo>
                <a:cubicBezTo>
                  <a:pt x="111542" y="45955"/>
                  <a:pt x="117008" y="42199"/>
                  <a:pt x="123842" y="42199"/>
                </a:cubicBezTo>
                <a:cubicBezTo>
                  <a:pt x="132212" y="42199"/>
                  <a:pt x="136823" y="47149"/>
                  <a:pt x="136823" y="56368"/>
                </a:cubicBezTo>
                <a:lnTo>
                  <a:pt x="136823" y="66781"/>
                </a:lnTo>
                <a:cubicBezTo>
                  <a:pt x="110518" y="77363"/>
                  <a:pt x="107614" y="78729"/>
                  <a:pt x="100269" y="85216"/>
                </a:cubicBezTo>
                <a:cubicBezTo>
                  <a:pt x="96511" y="88631"/>
                  <a:pt x="94118" y="94433"/>
                  <a:pt x="94118" y="100065"/>
                </a:cubicBezTo>
                <a:cubicBezTo>
                  <a:pt x="94118" y="110822"/>
                  <a:pt x="101635" y="118337"/>
                  <a:pt x="112056" y="118337"/>
                </a:cubicBezTo>
                <a:cubicBezTo>
                  <a:pt x="119570" y="118337"/>
                  <a:pt x="126574" y="114750"/>
                  <a:pt x="136995" y="105868"/>
                </a:cubicBezTo>
                <a:cubicBezTo>
                  <a:pt x="137850" y="114750"/>
                  <a:pt x="140923" y="118337"/>
                  <a:pt x="147926" y="118337"/>
                </a:cubicBezTo>
                <a:cubicBezTo>
                  <a:pt x="153734" y="118337"/>
                  <a:pt x="157323" y="116288"/>
                  <a:pt x="163299" y="109798"/>
                </a:cubicBezTo>
                <a:lnTo>
                  <a:pt x="163299" y="105359"/>
                </a:lnTo>
                <a:moveTo>
                  <a:pt x="136823" y="95619"/>
                </a:moveTo>
                <a:cubicBezTo>
                  <a:pt x="136823" y="100915"/>
                  <a:pt x="135970" y="102453"/>
                  <a:pt x="132381" y="104502"/>
                </a:cubicBezTo>
                <a:cubicBezTo>
                  <a:pt x="128284" y="106894"/>
                  <a:pt x="123501" y="108430"/>
                  <a:pt x="119912" y="108430"/>
                </a:cubicBezTo>
                <a:cubicBezTo>
                  <a:pt x="113935" y="108430"/>
                  <a:pt x="109152" y="102622"/>
                  <a:pt x="109152" y="95277"/>
                </a:cubicBezTo>
                <a:lnTo>
                  <a:pt x="109152" y="94594"/>
                </a:lnTo>
                <a:cubicBezTo>
                  <a:pt x="109152" y="84515"/>
                  <a:pt x="116153" y="78367"/>
                  <a:pt x="136823" y="70849"/>
                </a:cubicBezTo>
                <a:lnTo>
                  <a:pt x="136823" y="95619"/>
                </a:lnTo>
                <a:close/>
                <a:moveTo>
                  <a:pt x="164838" y="50058"/>
                </a:moveTo>
                <a:cubicBezTo>
                  <a:pt x="167231" y="49544"/>
                  <a:pt x="168769" y="49372"/>
                  <a:pt x="170818" y="49372"/>
                </a:cubicBezTo>
                <a:cubicBezTo>
                  <a:pt x="175087" y="49372"/>
                  <a:pt x="176625" y="52106"/>
                  <a:pt x="176625" y="59621"/>
                </a:cubicBezTo>
                <a:lnTo>
                  <a:pt x="176625" y="102323"/>
                </a:lnTo>
                <a:cubicBezTo>
                  <a:pt x="176625" y="110862"/>
                  <a:pt x="175429" y="112058"/>
                  <a:pt x="164497" y="114107"/>
                </a:cubicBezTo>
                <a:lnTo>
                  <a:pt x="164497" y="116669"/>
                </a:lnTo>
                <a:lnTo>
                  <a:pt x="205494" y="116669"/>
                </a:lnTo>
                <a:lnTo>
                  <a:pt x="205494" y="114107"/>
                </a:lnTo>
                <a:cubicBezTo>
                  <a:pt x="193877" y="113596"/>
                  <a:pt x="190974" y="111034"/>
                  <a:pt x="190974" y="101298"/>
                </a:cubicBezTo>
                <a:lnTo>
                  <a:pt x="190974" y="62866"/>
                </a:lnTo>
                <a:cubicBezTo>
                  <a:pt x="190974" y="57400"/>
                  <a:pt x="198319" y="48861"/>
                  <a:pt x="202932" y="48861"/>
                </a:cubicBezTo>
                <a:cubicBezTo>
                  <a:pt x="203956" y="48861"/>
                  <a:pt x="205494" y="49716"/>
                  <a:pt x="207374" y="51423"/>
                </a:cubicBezTo>
                <a:cubicBezTo>
                  <a:pt x="210105" y="53813"/>
                  <a:pt x="211984" y="54838"/>
                  <a:pt x="214205" y="54838"/>
                </a:cubicBezTo>
                <a:cubicBezTo>
                  <a:pt x="218305" y="54838"/>
                  <a:pt x="220867" y="51934"/>
                  <a:pt x="220867" y="47154"/>
                </a:cubicBezTo>
                <a:cubicBezTo>
                  <a:pt x="220867" y="41516"/>
                  <a:pt x="217281" y="38099"/>
                  <a:pt x="211474" y="38099"/>
                </a:cubicBezTo>
                <a:cubicBezTo>
                  <a:pt x="204298" y="38099"/>
                  <a:pt x="199346" y="42030"/>
                  <a:pt x="190974" y="54155"/>
                </a:cubicBezTo>
                <a:lnTo>
                  <a:pt x="190974" y="38443"/>
                </a:lnTo>
                <a:lnTo>
                  <a:pt x="190121" y="38099"/>
                </a:lnTo>
                <a:cubicBezTo>
                  <a:pt x="181066" y="41858"/>
                  <a:pt x="174918" y="44078"/>
                  <a:pt x="164838" y="47323"/>
                </a:cubicBezTo>
                <a:lnTo>
                  <a:pt x="164838" y="50058"/>
                </a:lnTo>
                <a:close/>
                <a:moveTo>
                  <a:pt x="297734" y="50433"/>
                </a:moveTo>
                <a:lnTo>
                  <a:pt x="297734" y="43771"/>
                </a:lnTo>
                <a:lnTo>
                  <a:pt x="284582" y="43771"/>
                </a:lnTo>
                <a:cubicBezTo>
                  <a:pt x="281165" y="43771"/>
                  <a:pt x="278603" y="43239"/>
                  <a:pt x="275188" y="42030"/>
                </a:cubicBezTo>
                <a:lnTo>
                  <a:pt x="271430" y="40664"/>
                </a:lnTo>
                <a:cubicBezTo>
                  <a:pt x="266816" y="38954"/>
                  <a:pt x="262205" y="38099"/>
                  <a:pt x="257764" y="38099"/>
                </a:cubicBezTo>
                <a:cubicBezTo>
                  <a:pt x="241877" y="38099"/>
                  <a:pt x="229236" y="50433"/>
                  <a:pt x="229236" y="65973"/>
                </a:cubicBezTo>
                <a:cubicBezTo>
                  <a:pt x="229236" y="76732"/>
                  <a:pt x="233849" y="83220"/>
                  <a:pt x="245122" y="88855"/>
                </a:cubicBezTo>
                <a:cubicBezTo>
                  <a:pt x="241877" y="91931"/>
                  <a:pt x="238804" y="94829"/>
                  <a:pt x="237777" y="95681"/>
                </a:cubicBezTo>
                <a:cubicBezTo>
                  <a:pt x="232142" y="100626"/>
                  <a:pt x="229921" y="104038"/>
                  <a:pt x="229921" y="107447"/>
                </a:cubicBezTo>
                <a:cubicBezTo>
                  <a:pt x="229921" y="111028"/>
                  <a:pt x="231970" y="113074"/>
                  <a:pt x="238974" y="116492"/>
                </a:cubicBezTo>
                <a:cubicBezTo>
                  <a:pt x="226846" y="125382"/>
                  <a:pt x="222235" y="131028"/>
                  <a:pt x="222235" y="137354"/>
                </a:cubicBezTo>
                <a:cubicBezTo>
                  <a:pt x="222235" y="146414"/>
                  <a:pt x="235557" y="153931"/>
                  <a:pt x="251785" y="153931"/>
                </a:cubicBezTo>
                <a:cubicBezTo>
                  <a:pt x="264595" y="153931"/>
                  <a:pt x="277920" y="149490"/>
                  <a:pt x="286803" y="142314"/>
                </a:cubicBezTo>
                <a:cubicBezTo>
                  <a:pt x="293295" y="137012"/>
                  <a:pt x="296199" y="131539"/>
                  <a:pt x="296199" y="125041"/>
                </a:cubicBezTo>
                <a:cubicBezTo>
                  <a:pt x="296199" y="114440"/>
                  <a:pt x="288168" y="107278"/>
                  <a:pt x="275530" y="106767"/>
                </a:cubicBezTo>
                <a:lnTo>
                  <a:pt x="253494" y="105742"/>
                </a:lnTo>
                <a:cubicBezTo>
                  <a:pt x="244439" y="105401"/>
                  <a:pt x="240170" y="103866"/>
                  <a:pt x="240170" y="101139"/>
                </a:cubicBezTo>
                <a:cubicBezTo>
                  <a:pt x="240170" y="97727"/>
                  <a:pt x="245805" y="91759"/>
                  <a:pt x="250419" y="90393"/>
                </a:cubicBezTo>
                <a:cubicBezTo>
                  <a:pt x="251957" y="90565"/>
                  <a:pt x="253153" y="90734"/>
                  <a:pt x="253664" y="90734"/>
                </a:cubicBezTo>
                <a:cubicBezTo>
                  <a:pt x="256909" y="91076"/>
                  <a:pt x="259130" y="91248"/>
                  <a:pt x="260157" y="91248"/>
                </a:cubicBezTo>
                <a:cubicBezTo>
                  <a:pt x="266475" y="91248"/>
                  <a:pt x="273309" y="88686"/>
                  <a:pt x="278603" y="84075"/>
                </a:cubicBezTo>
                <a:cubicBezTo>
                  <a:pt x="284240" y="79292"/>
                  <a:pt x="286803" y="73315"/>
                  <a:pt x="286803" y="64779"/>
                </a:cubicBezTo>
                <a:cubicBezTo>
                  <a:pt x="286803" y="59827"/>
                  <a:pt x="285948" y="55899"/>
                  <a:pt x="283558" y="50433"/>
                </a:cubicBezTo>
                <a:lnTo>
                  <a:pt x="297734" y="50433"/>
                </a:lnTo>
                <a:moveTo>
                  <a:pt x="242560" y="117002"/>
                </a:moveTo>
                <a:cubicBezTo>
                  <a:pt x="248198" y="118201"/>
                  <a:pt x="261864" y="119226"/>
                  <a:pt x="270233" y="119226"/>
                </a:cubicBezTo>
                <a:cubicBezTo>
                  <a:pt x="285778" y="119226"/>
                  <a:pt x="291416" y="121449"/>
                  <a:pt x="291416" y="127606"/>
                </a:cubicBezTo>
                <a:cubicBezTo>
                  <a:pt x="291416" y="137526"/>
                  <a:pt x="278433" y="144193"/>
                  <a:pt x="259130" y="144193"/>
                </a:cubicBezTo>
                <a:cubicBezTo>
                  <a:pt x="244098" y="144193"/>
                  <a:pt x="234191" y="139236"/>
                  <a:pt x="234191" y="131711"/>
                </a:cubicBezTo>
                <a:cubicBezTo>
                  <a:pt x="234191" y="127778"/>
                  <a:pt x="235387" y="125554"/>
                  <a:pt x="242560" y="117002"/>
                </a:cubicBezTo>
                <a:moveTo>
                  <a:pt x="243415" y="58972"/>
                </a:moveTo>
                <a:cubicBezTo>
                  <a:pt x="243415" y="48898"/>
                  <a:pt x="248198" y="42884"/>
                  <a:pt x="256057" y="42884"/>
                </a:cubicBezTo>
                <a:cubicBezTo>
                  <a:pt x="261350" y="42884"/>
                  <a:pt x="265792" y="45822"/>
                  <a:pt x="268526" y="50946"/>
                </a:cubicBezTo>
                <a:cubicBezTo>
                  <a:pt x="271599" y="56923"/>
                  <a:pt x="273650" y="64779"/>
                  <a:pt x="273650" y="71438"/>
                </a:cubicBezTo>
                <a:cubicBezTo>
                  <a:pt x="273650" y="80999"/>
                  <a:pt x="268695" y="86976"/>
                  <a:pt x="260839" y="86976"/>
                </a:cubicBezTo>
                <a:cubicBezTo>
                  <a:pt x="250591" y="86976"/>
                  <a:pt x="243415" y="75877"/>
                  <a:pt x="243415" y="59485"/>
                </a:cubicBezTo>
                <a:lnTo>
                  <a:pt x="243415" y="58972"/>
                </a:lnTo>
                <a:close/>
                <a:moveTo>
                  <a:pt x="372553" y="88607"/>
                </a:moveTo>
                <a:cubicBezTo>
                  <a:pt x="364356" y="101595"/>
                  <a:pt x="357008" y="106553"/>
                  <a:pt x="346077" y="106553"/>
                </a:cubicBezTo>
                <a:cubicBezTo>
                  <a:pt x="336341" y="106553"/>
                  <a:pt x="328996" y="101595"/>
                  <a:pt x="324041" y="91855"/>
                </a:cubicBezTo>
                <a:cubicBezTo>
                  <a:pt x="320966" y="85360"/>
                  <a:pt x="319772" y="79719"/>
                  <a:pt x="319431" y="69293"/>
                </a:cubicBezTo>
                <a:lnTo>
                  <a:pt x="372042" y="69293"/>
                </a:lnTo>
                <a:cubicBezTo>
                  <a:pt x="370674" y="58211"/>
                  <a:pt x="368967" y="53274"/>
                  <a:pt x="364697" y="47826"/>
                </a:cubicBezTo>
                <a:cubicBezTo>
                  <a:pt x="359570" y="41688"/>
                  <a:pt x="351714" y="38099"/>
                  <a:pt x="342832" y="38099"/>
                </a:cubicBezTo>
                <a:cubicBezTo>
                  <a:pt x="334290" y="38099"/>
                  <a:pt x="326262" y="41175"/>
                  <a:pt x="319772" y="46974"/>
                </a:cubicBezTo>
                <a:cubicBezTo>
                  <a:pt x="311741" y="53954"/>
                  <a:pt x="307131" y="66048"/>
                  <a:pt x="307131" y="80061"/>
                </a:cubicBezTo>
                <a:cubicBezTo>
                  <a:pt x="307131" y="103647"/>
                  <a:pt x="319431" y="118337"/>
                  <a:pt x="339073" y="118337"/>
                </a:cubicBezTo>
                <a:cubicBezTo>
                  <a:pt x="355301" y="118337"/>
                  <a:pt x="368112" y="108260"/>
                  <a:pt x="375288" y="89804"/>
                </a:cubicBezTo>
                <a:lnTo>
                  <a:pt x="372553" y="88607"/>
                </a:lnTo>
                <a:moveTo>
                  <a:pt x="319772" y="63828"/>
                </a:moveTo>
                <a:cubicBezTo>
                  <a:pt x="321649" y="50550"/>
                  <a:pt x="327459" y="44250"/>
                  <a:pt x="337877" y="44250"/>
                </a:cubicBezTo>
                <a:cubicBezTo>
                  <a:pt x="348297" y="44250"/>
                  <a:pt x="352397" y="49018"/>
                  <a:pt x="354618" y="63828"/>
                </a:cubicBezTo>
                <a:lnTo>
                  <a:pt x="319772" y="63828"/>
                </a:lnTo>
                <a:close/>
                <a:moveTo>
                  <a:pt x="422261" y="39767"/>
                </a:moveTo>
                <a:lnTo>
                  <a:pt x="405009" y="39767"/>
                </a:lnTo>
                <a:lnTo>
                  <a:pt x="405009" y="19953"/>
                </a:lnTo>
                <a:cubicBezTo>
                  <a:pt x="405009" y="18245"/>
                  <a:pt x="404840" y="17732"/>
                  <a:pt x="403813" y="17732"/>
                </a:cubicBezTo>
                <a:cubicBezTo>
                  <a:pt x="402619" y="19270"/>
                  <a:pt x="401592" y="20808"/>
                  <a:pt x="400398" y="22515"/>
                </a:cubicBezTo>
                <a:cubicBezTo>
                  <a:pt x="393905" y="31911"/>
                  <a:pt x="386560" y="40111"/>
                  <a:pt x="383829" y="40794"/>
                </a:cubicBezTo>
                <a:cubicBezTo>
                  <a:pt x="381949" y="41988"/>
                  <a:pt x="380922" y="43184"/>
                  <a:pt x="380922" y="44039"/>
                </a:cubicBezTo>
                <a:cubicBezTo>
                  <a:pt x="380922" y="44553"/>
                  <a:pt x="381095" y="44894"/>
                  <a:pt x="381608" y="45236"/>
                </a:cubicBezTo>
                <a:lnTo>
                  <a:pt x="390660" y="45236"/>
                </a:lnTo>
                <a:lnTo>
                  <a:pt x="390660" y="96646"/>
                </a:lnTo>
                <a:cubicBezTo>
                  <a:pt x="390660" y="110992"/>
                  <a:pt x="395785" y="118337"/>
                  <a:pt x="405864" y="118337"/>
                </a:cubicBezTo>
                <a:cubicBezTo>
                  <a:pt x="414233" y="118337"/>
                  <a:pt x="420723" y="114240"/>
                  <a:pt x="426361" y="105357"/>
                </a:cubicBezTo>
                <a:lnTo>
                  <a:pt x="424141" y="103477"/>
                </a:lnTo>
                <a:cubicBezTo>
                  <a:pt x="420554" y="107747"/>
                  <a:pt x="417650" y="109457"/>
                  <a:pt x="413892" y="109457"/>
                </a:cubicBezTo>
                <a:cubicBezTo>
                  <a:pt x="407571" y="109457"/>
                  <a:pt x="405009" y="104843"/>
                  <a:pt x="405009" y="94084"/>
                </a:cubicBezTo>
                <a:lnTo>
                  <a:pt x="405009" y="45236"/>
                </a:lnTo>
                <a:lnTo>
                  <a:pt x="422261" y="45236"/>
                </a:lnTo>
                <a:lnTo>
                  <a:pt x="422261" y="39767"/>
                </a:lnTo>
                <a:close/>
                <a:moveTo>
                  <a:pt x="536881" y="89994"/>
                </a:moveTo>
                <a:cubicBezTo>
                  <a:pt x="528681" y="101942"/>
                  <a:pt x="522532" y="106040"/>
                  <a:pt x="512795" y="106040"/>
                </a:cubicBezTo>
                <a:cubicBezTo>
                  <a:pt x="497250" y="106040"/>
                  <a:pt x="486318" y="92384"/>
                  <a:pt x="486318" y="72755"/>
                </a:cubicBezTo>
                <a:cubicBezTo>
                  <a:pt x="486318" y="55174"/>
                  <a:pt x="495714" y="43054"/>
                  <a:pt x="509550" y="43054"/>
                </a:cubicBezTo>
                <a:cubicBezTo>
                  <a:pt x="515698" y="43054"/>
                  <a:pt x="517919" y="44931"/>
                  <a:pt x="519629" y="51246"/>
                </a:cubicBezTo>
                <a:lnTo>
                  <a:pt x="520653" y="55002"/>
                </a:lnTo>
                <a:cubicBezTo>
                  <a:pt x="522019" y="59782"/>
                  <a:pt x="525095" y="62855"/>
                  <a:pt x="528681" y="62855"/>
                </a:cubicBezTo>
                <a:cubicBezTo>
                  <a:pt x="533123" y="62855"/>
                  <a:pt x="536881" y="59610"/>
                  <a:pt x="536881" y="55685"/>
                </a:cubicBezTo>
                <a:cubicBezTo>
                  <a:pt x="536881" y="46127"/>
                  <a:pt x="524923" y="38099"/>
                  <a:pt x="510574" y="38099"/>
                </a:cubicBezTo>
                <a:cubicBezTo>
                  <a:pt x="502204" y="38099"/>
                  <a:pt x="493494" y="41516"/>
                  <a:pt x="486490" y="47662"/>
                </a:cubicBezTo>
                <a:cubicBezTo>
                  <a:pt x="477949" y="55174"/>
                  <a:pt x="473166" y="66781"/>
                  <a:pt x="473166" y="80264"/>
                </a:cubicBezTo>
                <a:cubicBezTo>
                  <a:pt x="473166" y="102456"/>
                  <a:pt x="486659" y="118337"/>
                  <a:pt x="505622" y="118337"/>
                </a:cubicBezTo>
                <a:cubicBezTo>
                  <a:pt x="513308" y="118337"/>
                  <a:pt x="520140" y="115605"/>
                  <a:pt x="526291" y="110309"/>
                </a:cubicBezTo>
                <a:cubicBezTo>
                  <a:pt x="530902" y="106209"/>
                  <a:pt x="534147" y="101601"/>
                  <a:pt x="539271" y="91529"/>
                </a:cubicBezTo>
                <a:lnTo>
                  <a:pt x="536881" y="89994"/>
                </a:lnTo>
                <a:close/>
                <a:moveTo>
                  <a:pt x="547986" y="10249"/>
                </a:moveTo>
                <a:lnTo>
                  <a:pt x="549010" y="10249"/>
                </a:lnTo>
                <a:cubicBezTo>
                  <a:pt x="550890" y="10079"/>
                  <a:pt x="552938" y="9907"/>
                  <a:pt x="554307" y="9907"/>
                </a:cubicBezTo>
                <a:cubicBezTo>
                  <a:pt x="559772" y="9907"/>
                  <a:pt x="561480" y="12300"/>
                  <a:pt x="561480" y="20328"/>
                </a:cubicBezTo>
                <a:lnTo>
                  <a:pt x="561480" y="101809"/>
                </a:lnTo>
                <a:cubicBezTo>
                  <a:pt x="561480" y="111034"/>
                  <a:pt x="559090" y="113254"/>
                  <a:pt x="548327" y="114107"/>
                </a:cubicBezTo>
                <a:lnTo>
                  <a:pt x="548327" y="116669"/>
                </a:lnTo>
                <a:lnTo>
                  <a:pt x="588639" y="116669"/>
                </a:lnTo>
                <a:lnTo>
                  <a:pt x="588639" y="114107"/>
                </a:lnTo>
                <a:cubicBezTo>
                  <a:pt x="577880" y="113424"/>
                  <a:pt x="575828" y="111716"/>
                  <a:pt x="575828" y="102320"/>
                </a:cubicBezTo>
                <a:lnTo>
                  <a:pt x="575828" y="341"/>
                </a:lnTo>
                <a:lnTo>
                  <a:pt x="575145" y="0"/>
                </a:lnTo>
                <a:cubicBezTo>
                  <a:pt x="566263" y="2904"/>
                  <a:pt x="559772" y="4613"/>
                  <a:pt x="547986" y="7517"/>
                </a:cubicBezTo>
                <a:lnTo>
                  <a:pt x="547986" y="10249"/>
                </a:lnTo>
                <a:close/>
                <a:moveTo>
                  <a:pt x="674048" y="108096"/>
                </a:moveTo>
                <a:lnTo>
                  <a:pt x="673195" y="108096"/>
                </a:lnTo>
                <a:cubicBezTo>
                  <a:pt x="665337" y="108096"/>
                  <a:pt x="663458" y="106217"/>
                  <a:pt x="663458" y="98358"/>
                </a:cubicBezTo>
                <a:lnTo>
                  <a:pt x="663458" y="39767"/>
                </a:lnTo>
                <a:lnTo>
                  <a:pt x="636467" y="39767"/>
                </a:lnTo>
                <a:lnTo>
                  <a:pt x="636467" y="42673"/>
                </a:lnTo>
                <a:cubicBezTo>
                  <a:pt x="647060" y="43184"/>
                  <a:pt x="649109" y="44894"/>
                  <a:pt x="649109" y="53433"/>
                </a:cubicBezTo>
                <a:lnTo>
                  <a:pt x="649109" y="93570"/>
                </a:lnTo>
                <a:cubicBezTo>
                  <a:pt x="649109" y="98353"/>
                  <a:pt x="648254" y="100746"/>
                  <a:pt x="645864" y="102622"/>
                </a:cubicBezTo>
                <a:cubicBezTo>
                  <a:pt x="641250" y="106381"/>
                  <a:pt x="635957" y="108430"/>
                  <a:pt x="630832" y="108430"/>
                </a:cubicBezTo>
                <a:cubicBezTo>
                  <a:pt x="624170" y="108430"/>
                  <a:pt x="618704" y="102622"/>
                  <a:pt x="618704" y="95449"/>
                </a:cubicBezTo>
                <a:lnTo>
                  <a:pt x="618704" y="39767"/>
                </a:lnTo>
                <a:lnTo>
                  <a:pt x="593763" y="39767"/>
                </a:lnTo>
                <a:lnTo>
                  <a:pt x="593763" y="42160"/>
                </a:lnTo>
                <a:cubicBezTo>
                  <a:pt x="601963" y="42673"/>
                  <a:pt x="604356" y="45236"/>
                  <a:pt x="604356" y="53091"/>
                </a:cubicBezTo>
                <a:lnTo>
                  <a:pt x="604356" y="96132"/>
                </a:lnTo>
                <a:cubicBezTo>
                  <a:pt x="604356" y="109626"/>
                  <a:pt x="612553" y="118337"/>
                  <a:pt x="625022" y="118337"/>
                </a:cubicBezTo>
                <a:cubicBezTo>
                  <a:pt x="631343" y="118337"/>
                  <a:pt x="638005" y="115605"/>
                  <a:pt x="642619" y="110992"/>
                </a:cubicBezTo>
                <a:lnTo>
                  <a:pt x="649964" y="103649"/>
                </a:lnTo>
                <a:lnTo>
                  <a:pt x="649964" y="117826"/>
                </a:lnTo>
                <a:lnTo>
                  <a:pt x="650647" y="118170"/>
                </a:lnTo>
                <a:cubicBezTo>
                  <a:pt x="659188" y="114756"/>
                  <a:pt x="665337" y="112876"/>
                  <a:pt x="674048" y="110484"/>
                </a:cubicBezTo>
                <a:lnTo>
                  <a:pt x="674048" y="108096"/>
                </a:lnTo>
                <a:close/>
                <a:moveTo>
                  <a:pt x="731442" y="62999"/>
                </a:moveTo>
                <a:lnTo>
                  <a:pt x="730759" y="39767"/>
                </a:lnTo>
                <a:lnTo>
                  <a:pt x="728880" y="39767"/>
                </a:lnTo>
                <a:lnTo>
                  <a:pt x="728539" y="40111"/>
                </a:lnTo>
                <a:cubicBezTo>
                  <a:pt x="727001" y="41305"/>
                  <a:pt x="726831" y="41477"/>
                  <a:pt x="726148" y="41477"/>
                </a:cubicBezTo>
                <a:cubicBezTo>
                  <a:pt x="725124" y="41477"/>
                  <a:pt x="723414" y="41136"/>
                  <a:pt x="721535" y="40281"/>
                </a:cubicBezTo>
                <a:cubicBezTo>
                  <a:pt x="717776" y="38951"/>
                  <a:pt x="714020" y="38266"/>
                  <a:pt x="709579" y="38266"/>
                </a:cubicBezTo>
                <a:cubicBezTo>
                  <a:pt x="696083" y="38266"/>
                  <a:pt x="686347" y="46977"/>
                  <a:pt x="686347" y="59269"/>
                </a:cubicBezTo>
                <a:cubicBezTo>
                  <a:pt x="686347" y="68827"/>
                  <a:pt x="691813" y="75656"/>
                  <a:pt x="706334" y="83851"/>
                </a:cubicBezTo>
                <a:lnTo>
                  <a:pt x="716241" y="89486"/>
                </a:lnTo>
                <a:cubicBezTo>
                  <a:pt x="722218" y="92900"/>
                  <a:pt x="725124" y="96998"/>
                  <a:pt x="725124" y="102289"/>
                </a:cubicBezTo>
                <a:cubicBezTo>
                  <a:pt x="725124" y="109801"/>
                  <a:pt x="719656" y="114581"/>
                  <a:pt x="710945" y="114581"/>
                </a:cubicBezTo>
                <a:cubicBezTo>
                  <a:pt x="705138" y="114581"/>
                  <a:pt x="699841" y="112360"/>
                  <a:pt x="696596" y="108604"/>
                </a:cubicBezTo>
                <a:cubicBezTo>
                  <a:pt x="693010" y="104338"/>
                  <a:pt x="691472" y="100410"/>
                  <a:pt x="689251" y="90680"/>
                </a:cubicBezTo>
                <a:lnTo>
                  <a:pt x="686517" y="90680"/>
                </a:lnTo>
                <a:lnTo>
                  <a:pt x="686517" y="117313"/>
                </a:lnTo>
                <a:lnTo>
                  <a:pt x="688738" y="117313"/>
                </a:lnTo>
                <a:cubicBezTo>
                  <a:pt x="689934" y="115605"/>
                  <a:pt x="690617" y="115264"/>
                  <a:pt x="692668" y="115264"/>
                </a:cubicBezTo>
                <a:cubicBezTo>
                  <a:pt x="694206" y="115303"/>
                  <a:pt x="696596" y="115644"/>
                  <a:pt x="700524" y="116669"/>
                </a:cubicBezTo>
                <a:cubicBezTo>
                  <a:pt x="705307" y="117654"/>
                  <a:pt x="709920" y="118337"/>
                  <a:pt x="712994" y="118337"/>
                </a:cubicBezTo>
                <a:cubicBezTo>
                  <a:pt x="726148" y="118337"/>
                  <a:pt x="737080" y="108435"/>
                  <a:pt x="737080" y="96484"/>
                </a:cubicBezTo>
                <a:cubicBezTo>
                  <a:pt x="737080" y="87948"/>
                  <a:pt x="732980" y="82315"/>
                  <a:pt x="722731" y="76169"/>
                </a:cubicBezTo>
                <a:lnTo>
                  <a:pt x="704283" y="65243"/>
                </a:lnTo>
                <a:cubicBezTo>
                  <a:pt x="699500" y="62511"/>
                  <a:pt x="696938" y="58244"/>
                  <a:pt x="696938" y="53634"/>
                </a:cubicBezTo>
                <a:cubicBezTo>
                  <a:pt x="696938" y="46805"/>
                  <a:pt x="702234" y="42024"/>
                  <a:pt x="710090" y="42024"/>
                </a:cubicBezTo>
                <a:cubicBezTo>
                  <a:pt x="719828" y="42024"/>
                  <a:pt x="724952" y="47829"/>
                  <a:pt x="728880" y="63025"/>
                </a:cubicBezTo>
                <a:lnTo>
                  <a:pt x="731442" y="62999"/>
                </a:lnTo>
                <a:close/>
                <a:moveTo>
                  <a:pt x="787642" y="39767"/>
                </a:moveTo>
                <a:lnTo>
                  <a:pt x="770390" y="39767"/>
                </a:lnTo>
                <a:lnTo>
                  <a:pt x="770390" y="19953"/>
                </a:lnTo>
                <a:cubicBezTo>
                  <a:pt x="770390" y="18245"/>
                  <a:pt x="770220" y="17732"/>
                  <a:pt x="769193" y="17732"/>
                </a:cubicBezTo>
                <a:cubicBezTo>
                  <a:pt x="767999" y="19270"/>
                  <a:pt x="766972" y="20808"/>
                  <a:pt x="765779" y="22515"/>
                </a:cubicBezTo>
                <a:cubicBezTo>
                  <a:pt x="759286" y="31911"/>
                  <a:pt x="751941" y="40111"/>
                  <a:pt x="749209" y="40794"/>
                </a:cubicBezTo>
                <a:cubicBezTo>
                  <a:pt x="747330" y="41988"/>
                  <a:pt x="746303" y="43184"/>
                  <a:pt x="746303" y="44039"/>
                </a:cubicBezTo>
                <a:cubicBezTo>
                  <a:pt x="746303" y="44553"/>
                  <a:pt x="746475" y="44894"/>
                  <a:pt x="746989" y="45236"/>
                </a:cubicBezTo>
                <a:lnTo>
                  <a:pt x="756041" y="45236"/>
                </a:lnTo>
                <a:lnTo>
                  <a:pt x="756041" y="96646"/>
                </a:lnTo>
                <a:cubicBezTo>
                  <a:pt x="756041" y="110992"/>
                  <a:pt x="761165" y="118337"/>
                  <a:pt x="771244" y="118337"/>
                </a:cubicBezTo>
                <a:cubicBezTo>
                  <a:pt x="779614" y="118337"/>
                  <a:pt x="786104" y="114240"/>
                  <a:pt x="791742" y="105357"/>
                </a:cubicBezTo>
                <a:lnTo>
                  <a:pt x="789521" y="103477"/>
                </a:lnTo>
                <a:cubicBezTo>
                  <a:pt x="785935" y="107747"/>
                  <a:pt x="783031" y="109457"/>
                  <a:pt x="779272" y="109457"/>
                </a:cubicBezTo>
                <a:cubicBezTo>
                  <a:pt x="772952" y="109457"/>
                  <a:pt x="770390" y="104843"/>
                  <a:pt x="770390" y="94084"/>
                </a:cubicBezTo>
                <a:lnTo>
                  <a:pt x="770390" y="45236"/>
                </a:lnTo>
                <a:lnTo>
                  <a:pt x="787642" y="45236"/>
                </a:lnTo>
                <a:lnTo>
                  <a:pt x="787642" y="39767"/>
                </a:lnTo>
                <a:close/>
                <a:moveTo>
                  <a:pt x="861266" y="88607"/>
                </a:moveTo>
                <a:cubicBezTo>
                  <a:pt x="853068" y="101595"/>
                  <a:pt x="845720" y="106553"/>
                  <a:pt x="834789" y="106553"/>
                </a:cubicBezTo>
                <a:cubicBezTo>
                  <a:pt x="825054" y="106553"/>
                  <a:pt x="817709" y="101595"/>
                  <a:pt x="812754" y="91855"/>
                </a:cubicBezTo>
                <a:cubicBezTo>
                  <a:pt x="809678" y="85360"/>
                  <a:pt x="808484" y="79719"/>
                  <a:pt x="808143" y="69293"/>
                </a:cubicBezTo>
                <a:lnTo>
                  <a:pt x="860755" y="69293"/>
                </a:lnTo>
                <a:cubicBezTo>
                  <a:pt x="859386" y="58211"/>
                  <a:pt x="857679" y="53274"/>
                  <a:pt x="853410" y="47826"/>
                </a:cubicBezTo>
                <a:cubicBezTo>
                  <a:pt x="848283" y="41688"/>
                  <a:pt x="840427" y="38099"/>
                  <a:pt x="831544" y="38099"/>
                </a:cubicBezTo>
                <a:cubicBezTo>
                  <a:pt x="823002" y="38099"/>
                  <a:pt x="814974" y="41175"/>
                  <a:pt x="808484" y="46974"/>
                </a:cubicBezTo>
                <a:cubicBezTo>
                  <a:pt x="800454" y="53954"/>
                  <a:pt x="795843" y="66048"/>
                  <a:pt x="795843" y="80061"/>
                </a:cubicBezTo>
                <a:cubicBezTo>
                  <a:pt x="795843" y="103647"/>
                  <a:pt x="808143" y="118337"/>
                  <a:pt x="827785" y="118337"/>
                </a:cubicBezTo>
                <a:cubicBezTo>
                  <a:pt x="844013" y="118337"/>
                  <a:pt x="856824" y="108260"/>
                  <a:pt x="864000" y="89804"/>
                </a:cubicBezTo>
                <a:lnTo>
                  <a:pt x="861266" y="88607"/>
                </a:lnTo>
                <a:moveTo>
                  <a:pt x="808484" y="63828"/>
                </a:moveTo>
                <a:cubicBezTo>
                  <a:pt x="810361" y="50550"/>
                  <a:pt x="816171" y="44250"/>
                  <a:pt x="826589" y="44250"/>
                </a:cubicBezTo>
                <a:cubicBezTo>
                  <a:pt x="837010" y="44250"/>
                  <a:pt x="841110" y="49018"/>
                  <a:pt x="843330" y="63828"/>
                </a:cubicBezTo>
                <a:lnTo>
                  <a:pt x="808484" y="63828"/>
                </a:lnTo>
                <a:close/>
                <a:moveTo>
                  <a:pt x="868610" y="50058"/>
                </a:moveTo>
                <a:cubicBezTo>
                  <a:pt x="871003" y="49544"/>
                  <a:pt x="872541" y="49372"/>
                  <a:pt x="874589" y="49372"/>
                </a:cubicBezTo>
                <a:cubicBezTo>
                  <a:pt x="878859" y="49372"/>
                  <a:pt x="880397" y="52106"/>
                  <a:pt x="880397" y="59621"/>
                </a:cubicBezTo>
                <a:lnTo>
                  <a:pt x="880397" y="102323"/>
                </a:lnTo>
                <a:cubicBezTo>
                  <a:pt x="880397" y="110862"/>
                  <a:pt x="879200" y="112058"/>
                  <a:pt x="868269" y="114107"/>
                </a:cubicBezTo>
                <a:lnTo>
                  <a:pt x="868269" y="116669"/>
                </a:lnTo>
                <a:lnTo>
                  <a:pt x="909266" y="116669"/>
                </a:lnTo>
                <a:lnTo>
                  <a:pt x="909266" y="114107"/>
                </a:lnTo>
                <a:cubicBezTo>
                  <a:pt x="897649" y="113596"/>
                  <a:pt x="894745" y="111034"/>
                  <a:pt x="894745" y="101298"/>
                </a:cubicBezTo>
                <a:lnTo>
                  <a:pt x="894745" y="62866"/>
                </a:lnTo>
                <a:cubicBezTo>
                  <a:pt x="894745" y="57400"/>
                  <a:pt x="902090" y="48861"/>
                  <a:pt x="906704" y="48861"/>
                </a:cubicBezTo>
                <a:cubicBezTo>
                  <a:pt x="907728" y="48861"/>
                  <a:pt x="909266" y="49716"/>
                  <a:pt x="911145" y="51423"/>
                </a:cubicBezTo>
                <a:cubicBezTo>
                  <a:pt x="913877" y="53813"/>
                  <a:pt x="915756" y="54838"/>
                  <a:pt x="917977" y="54838"/>
                </a:cubicBezTo>
                <a:cubicBezTo>
                  <a:pt x="922077" y="54838"/>
                  <a:pt x="924639" y="51934"/>
                  <a:pt x="924639" y="47154"/>
                </a:cubicBezTo>
                <a:cubicBezTo>
                  <a:pt x="924639" y="41516"/>
                  <a:pt x="921053" y="38099"/>
                  <a:pt x="915245" y="38099"/>
                </a:cubicBezTo>
                <a:cubicBezTo>
                  <a:pt x="908070" y="38099"/>
                  <a:pt x="903117" y="42030"/>
                  <a:pt x="894745" y="54155"/>
                </a:cubicBezTo>
                <a:lnTo>
                  <a:pt x="894745" y="38443"/>
                </a:lnTo>
                <a:lnTo>
                  <a:pt x="893893" y="38099"/>
                </a:lnTo>
                <a:cubicBezTo>
                  <a:pt x="884838" y="41858"/>
                  <a:pt x="878689" y="44078"/>
                  <a:pt x="868610" y="47323"/>
                </a:cubicBezTo>
                <a:lnTo>
                  <a:pt x="868610" y="50058"/>
                </a:lnTo>
                <a:close/>
                <a:moveTo>
                  <a:pt x="978104" y="62999"/>
                </a:moveTo>
                <a:lnTo>
                  <a:pt x="977422" y="39767"/>
                </a:lnTo>
                <a:lnTo>
                  <a:pt x="975542" y="39767"/>
                </a:lnTo>
                <a:lnTo>
                  <a:pt x="975201" y="40111"/>
                </a:lnTo>
                <a:cubicBezTo>
                  <a:pt x="973663" y="41305"/>
                  <a:pt x="973494" y="41477"/>
                  <a:pt x="972811" y="41477"/>
                </a:cubicBezTo>
                <a:cubicBezTo>
                  <a:pt x="971786" y="41477"/>
                  <a:pt x="970076" y="41136"/>
                  <a:pt x="968197" y="40281"/>
                </a:cubicBezTo>
                <a:cubicBezTo>
                  <a:pt x="964439" y="38951"/>
                  <a:pt x="960683" y="38266"/>
                  <a:pt x="956241" y="38266"/>
                </a:cubicBezTo>
                <a:cubicBezTo>
                  <a:pt x="942745" y="38266"/>
                  <a:pt x="933010" y="46977"/>
                  <a:pt x="933010" y="59269"/>
                </a:cubicBezTo>
                <a:cubicBezTo>
                  <a:pt x="933010" y="68827"/>
                  <a:pt x="938475" y="75656"/>
                  <a:pt x="952996" y="83851"/>
                </a:cubicBezTo>
                <a:lnTo>
                  <a:pt x="962903" y="89486"/>
                </a:lnTo>
                <a:cubicBezTo>
                  <a:pt x="968880" y="92900"/>
                  <a:pt x="971786" y="96998"/>
                  <a:pt x="971786" y="102289"/>
                </a:cubicBezTo>
                <a:cubicBezTo>
                  <a:pt x="971786" y="109801"/>
                  <a:pt x="966318" y="114581"/>
                  <a:pt x="957607" y="114581"/>
                </a:cubicBezTo>
                <a:cubicBezTo>
                  <a:pt x="951800" y="114581"/>
                  <a:pt x="946503" y="112360"/>
                  <a:pt x="943258" y="108604"/>
                </a:cubicBezTo>
                <a:cubicBezTo>
                  <a:pt x="939672" y="104338"/>
                  <a:pt x="938134" y="100410"/>
                  <a:pt x="935913" y="90680"/>
                </a:cubicBezTo>
                <a:lnTo>
                  <a:pt x="933179" y="90680"/>
                </a:lnTo>
                <a:lnTo>
                  <a:pt x="933179" y="117313"/>
                </a:lnTo>
                <a:lnTo>
                  <a:pt x="935400" y="117313"/>
                </a:lnTo>
                <a:cubicBezTo>
                  <a:pt x="936596" y="115605"/>
                  <a:pt x="937279" y="115264"/>
                  <a:pt x="939330" y="115264"/>
                </a:cubicBezTo>
                <a:cubicBezTo>
                  <a:pt x="940868" y="115303"/>
                  <a:pt x="943258" y="115644"/>
                  <a:pt x="947186" y="116669"/>
                </a:cubicBezTo>
                <a:cubicBezTo>
                  <a:pt x="951969" y="117654"/>
                  <a:pt x="956583" y="118337"/>
                  <a:pt x="959656" y="118337"/>
                </a:cubicBezTo>
                <a:cubicBezTo>
                  <a:pt x="972811" y="118337"/>
                  <a:pt x="983742" y="108435"/>
                  <a:pt x="983742" y="96484"/>
                </a:cubicBezTo>
                <a:cubicBezTo>
                  <a:pt x="983742" y="87948"/>
                  <a:pt x="979642" y="82315"/>
                  <a:pt x="969394" y="76169"/>
                </a:cubicBezTo>
                <a:lnTo>
                  <a:pt x="950945" y="65243"/>
                </a:lnTo>
                <a:cubicBezTo>
                  <a:pt x="946162" y="62511"/>
                  <a:pt x="943600" y="58244"/>
                  <a:pt x="943600" y="53634"/>
                </a:cubicBezTo>
                <a:cubicBezTo>
                  <a:pt x="943600" y="46805"/>
                  <a:pt x="948896" y="42024"/>
                  <a:pt x="956752" y="42024"/>
                </a:cubicBezTo>
                <a:cubicBezTo>
                  <a:pt x="966490" y="42024"/>
                  <a:pt x="971614" y="47829"/>
                  <a:pt x="975542" y="63025"/>
                </a:cubicBezTo>
                <a:lnTo>
                  <a:pt x="978104" y="629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9" name="Text {c">
            <a:extLst xmlns:a="http://schemas.openxmlformats.org/drawingml/2006/main">
              <a:ext uri="{FF2B5EF4-FFF2-40B4-BE49-F238E27FC236}">
                <a16:creationId xmlns:a16="http://schemas.microsoft.com/office/drawing/2014/main" id="{1C9AEA07-0CF5-4DFA-97BD-19D598D1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27309" y="1020788"/>
            <a:ext cx="188052" cy="170818"/>
          </a:xfrm>
          <a:custGeom xmlns:a="http://schemas.openxmlformats.org/drawingml/2006/main">
            <a:pathLst>
              <a:path w="188052" h="170818">
                <a:moveTo>
                  <a:pt x="42877" y="29724"/>
                </a:moveTo>
                <a:cubicBezTo>
                  <a:pt x="42877" y="19817"/>
                  <a:pt x="42877" y="15717"/>
                  <a:pt x="49536" y="10934"/>
                </a:cubicBezTo>
                <a:cubicBezTo>
                  <a:pt x="55174" y="7176"/>
                  <a:pt x="62350" y="5979"/>
                  <a:pt x="67643" y="5638"/>
                </a:cubicBezTo>
                <a:cubicBezTo>
                  <a:pt x="70036" y="5468"/>
                  <a:pt x="71743" y="5468"/>
                  <a:pt x="71743" y="2906"/>
                </a:cubicBezTo>
                <a:cubicBezTo>
                  <a:pt x="71743" y="0"/>
                  <a:pt x="69864" y="0"/>
                  <a:pt x="67133" y="0"/>
                </a:cubicBezTo>
                <a:cubicBezTo>
                  <a:pt x="42877" y="0"/>
                  <a:pt x="29211" y="9907"/>
                  <a:pt x="29039" y="21694"/>
                </a:cubicBezTo>
                <a:lnTo>
                  <a:pt x="29039" y="62691"/>
                </a:lnTo>
                <a:cubicBezTo>
                  <a:pt x="29039" y="66278"/>
                  <a:pt x="29039" y="71746"/>
                  <a:pt x="22718" y="76529"/>
                </a:cubicBezTo>
                <a:cubicBezTo>
                  <a:pt x="15373" y="82164"/>
                  <a:pt x="6490" y="82506"/>
                  <a:pt x="2734" y="82506"/>
                </a:cubicBezTo>
                <a:cubicBezTo>
                  <a:pt x="2049" y="82506"/>
                  <a:pt x="0" y="82847"/>
                  <a:pt x="0" y="85409"/>
                </a:cubicBezTo>
                <a:cubicBezTo>
                  <a:pt x="0" y="88143"/>
                  <a:pt x="1879" y="88315"/>
                  <a:pt x="4269" y="88315"/>
                </a:cubicBezTo>
                <a:cubicBezTo>
                  <a:pt x="14690" y="88657"/>
                  <a:pt x="26477" y="93440"/>
                  <a:pt x="28697" y="103175"/>
                </a:cubicBezTo>
                <a:cubicBezTo>
                  <a:pt x="29039" y="104885"/>
                  <a:pt x="29039" y="106251"/>
                  <a:pt x="29039" y="108471"/>
                </a:cubicBezTo>
                <a:lnTo>
                  <a:pt x="29039" y="149125"/>
                </a:lnTo>
                <a:cubicBezTo>
                  <a:pt x="29211" y="161597"/>
                  <a:pt x="44070" y="170818"/>
                  <a:pt x="67133" y="170818"/>
                </a:cubicBezTo>
                <a:cubicBezTo>
                  <a:pt x="69864" y="170818"/>
                  <a:pt x="71743" y="170818"/>
                  <a:pt x="71743" y="167915"/>
                </a:cubicBezTo>
                <a:cubicBezTo>
                  <a:pt x="71743" y="167404"/>
                  <a:pt x="71574" y="165353"/>
                  <a:pt x="69181" y="165183"/>
                </a:cubicBezTo>
                <a:cubicBezTo>
                  <a:pt x="44584" y="163987"/>
                  <a:pt x="42877" y="151345"/>
                  <a:pt x="42877" y="148614"/>
                </a:cubicBezTo>
                <a:lnTo>
                  <a:pt x="42877" y="117865"/>
                </a:lnTo>
                <a:cubicBezTo>
                  <a:pt x="42877" y="112913"/>
                  <a:pt x="42877" y="105054"/>
                  <a:pt x="42533" y="103347"/>
                </a:cubicBezTo>
                <a:cubicBezTo>
                  <a:pt x="41167" y="94292"/>
                  <a:pt x="33652" y="88485"/>
                  <a:pt x="23060" y="85409"/>
                </a:cubicBezTo>
                <a:cubicBezTo>
                  <a:pt x="42877" y="79602"/>
                  <a:pt x="42877" y="68329"/>
                  <a:pt x="42877" y="60470"/>
                </a:cubicBezTo>
                <a:lnTo>
                  <a:pt x="42877" y="29724"/>
                </a:lnTo>
                <a:close/>
                <a:moveTo>
                  <a:pt x="163111" y="60629"/>
                </a:moveTo>
                <a:cubicBezTo>
                  <a:pt x="161576" y="62848"/>
                  <a:pt x="160890" y="65582"/>
                  <a:pt x="160890" y="68313"/>
                </a:cubicBezTo>
                <a:cubicBezTo>
                  <a:pt x="160890" y="75997"/>
                  <a:pt x="167041" y="80611"/>
                  <a:pt x="173190" y="80611"/>
                </a:cubicBezTo>
                <a:cubicBezTo>
                  <a:pt x="178828" y="80611"/>
                  <a:pt x="185490" y="76511"/>
                  <a:pt x="185490" y="68144"/>
                </a:cubicBezTo>
                <a:cubicBezTo>
                  <a:pt x="185490" y="50722"/>
                  <a:pt x="161917" y="50378"/>
                  <a:pt x="150813" y="50378"/>
                </a:cubicBezTo>
                <a:cubicBezTo>
                  <a:pt x="109133" y="50378"/>
                  <a:pt x="99737" y="75486"/>
                  <a:pt x="99737" y="90174"/>
                </a:cubicBezTo>
                <a:cubicBezTo>
                  <a:pt x="99737" y="109300"/>
                  <a:pt x="114429" y="129282"/>
                  <a:pt x="149617" y="129282"/>
                </a:cubicBezTo>
                <a:cubicBezTo>
                  <a:pt x="154913" y="129282"/>
                  <a:pt x="165845" y="128940"/>
                  <a:pt x="174556" y="124499"/>
                </a:cubicBezTo>
                <a:cubicBezTo>
                  <a:pt x="183952" y="119546"/>
                  <a:pt x="188052" y="110835"/>
                  <a:pt x="188052" y="108787"/>
                </a:cubicBezTo>
                <a:cubicBezTo>
                  <a:pt x="188052" y="105200"/>
                  <a:pt x="184635" y="105200"/>
                  <a:pt x="181901" y="105200"/>
                </a:cubicBezTo>
                <a:cubicBezTo>
                  <a:pt x="178656" y="105200"/>
                  <a:pt x="177290" y="105200"/>
                  <a:pt x="176266" y="107421"/>
                </a:cubicBezTo>
                <a:cubicBezTo>
                  <a:pt x="174386" y="111007"/>
                  <a:pt x="170286" y="119716"/>
                  <a:pt x="153717" y="119716"/>
                </a:cubicBezTo>
                <a:cubicBezTo>
                  <a:pt x="127582" y="119716"/>
                  <a:pt x="124337" y="101272"/>
                  <a:pt x="124337" y="89660"/>
                </a:cubicBezTo>
                <a:cubicBezTo>
                  <a:pt x="124337" y="74462"/>
                  <a:pt x="128265" y="59947"/>
                  <a:pt x="151324" y="59947"/>
                </a:cubicBezTo>
                <a:cubicBezTo>
                  <a:pt x="155596" y="59947"/>
                  <a:pt x="158328" y="59947"/>
                  <a:pt x="163111" y="6062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Text k">
            <a:extLst xmlns:a="http://schemas.openxmlformats.org/drawingml/2006/main">
              <a:ext uri="{FF2B5EF4-FFF2-40B4-BE49-F238E27FC236}">
                <a16:creationId xmlns:a16="http://schemas.microsoft.com/office/drawing/2014/main" id="{BF350D64-6076-4F30-8280-32E529DD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5456" y="1090100"/>
            <a:ext cx="95798" cy="98837"/>
          </a:xfrm>
          <a:custGeom xmlns:a="http://schemas.openxmlformats.org/drawingml/2006/main">
            <a:pathLst>
              <a:path w="95798" h="98837">
                <a:moveTo>
                  <a:pt x="54234" y="61076"/>
                </a:moveTo>
                <a:lnTo>
                  <a:pt x="78861" y="45111"/>
                </a:lnTo>
                <a:lnTo>
                  <a:pt x="91244" y="45111"/>
                </a:lnTo>
                <a:lnTo>
                  <a:pt x="91244" y="35574"/>
                </a:lnTo>
                <a:cubicBezTo>
                  <a:pt x="85835" y="36002"/>
                  <a:pt x="81991" y="36143"/>
                  <a:pt x="75870" y="36143"/>
                </a:cubicBezTo>
                <a:cubicBezTo>
                  <a:pt x="69749" y="36143"/>
                  <a:pt x="60070" y="35717"/>
                  <a:pt x="54944" y="35574"/>
                </a:cubicBezTo>
                <a:lnTo>
                  <a:pt x="54944" y="45111"/>
                </a:lnTo>
                <a:lnTo>
                  <a:pt x="57082" y="45111"/>
                </a:lnTo>
                <a:lnTo>
                  <a:pt x="28041" y="63928"/>
                </a:lnTo>
                <a:lnTo>
                  <a:pt x="28041" y="0"/>
                </a:lnTo>
                <a:lnTo>
                  <a:pt x="0" y="1140"/>
                </a:lnTo>
                <a:lnTo>
                  <a:pt x="0" y="10678"/>
                </a:lnTo>
                <a:cubicBezTo>
                  <a:pt x="9110" y="10678"/>
                  <a:pt x="10248" y="10678"/>
                  <a:pt x="10248" y="16225"/>
                </a:cubicBezTo>
                <a:lnTo>
                  <a:pt x="10248" y="89302"/>
                </a:lnTo>
                <a:lnTo>
                  <a:pt x="0" y="89302"/>
                </a:lnTo>
                <a:lnTo>
                  <a:pt x="0" y="98837"/>
                </a:lnTo>
                <a:cubicBezTo>
                  <a:pt x="7259" y="98411"/>
                  <a:pt x="18078" y="98268"/>
                  <a:pt x="18504" y="98268"/>
                </a:cubicBezTo>
                <a:cubicBezTo>
                  <a:pt x="24625" y="98268"/>
                  <a:pt x="30889" y="98411"/>
                  <a:pt x="37010" y="98837"/>
                </a:cubicBezTo>
                <a:lnTo>
                  <a:pt x="37010" y="89302"/>
                </a:lnTo>
                <a:lnTo>
                  <a:pt x="26760" y="89302"/>
                </a:lnTo>
                <a:lnTo>
                  <a:pt x="26760" y="78752"/>
                </a:lnTo>
                <a:lnTo>
                  <a:pt x="40852" y="69630"/>
                </a:lnTo>
                <a:lnTo>
                  <a:pt x="62205" y="89302"/>
                </a:lnTo>
                <a:lnTo>
                  <a:pt x="60070" y="89302"/>
                </a:lnTo>
                <a:lnTo>
                  <a:pt x="60070" y="98837"/>
                </a:lnTo>
                <a:cubicBezTo>
                  <a:pt x="66760" y="98411"/>
                  <a:pt x="76013" y="98268"/>
                  <a:pt x="79287" y="98268"/>
                </a:cubicBezTo>
                <a:cubicBezTo>
                  <a:pt x="85407" y="98268"/>
                  <a:pt x="89536" y="98268"/>
                  <a:pt x="95798" y="98837"/>
                </a:cubicBezTo>
                <a:lnTo>
                  <a:pt x="95798" y="89302"/>
                </a:lnTo>
                <a:lnTo>
                  <a:pt x="84838" y="89302"/>
                </a:lnTo>
                <a:lnTo>
                  <a:pt x="54234" y="610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1" name="Text }">
            <a:extLst xmlns:a="http://schemas.openxmlformats.org/drawingml/2006/main">
              <a:ext uri="{FF2B5EF4-FFF2-40B4-BE49-F238E27FC236}">
                <a16:creationId xmlns:a16="http://schemas.microsoft.com/office/drawing/2014/main" id="{9D59F58D-E798-471E-98DD-64F760A3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0026" y="1020788"/>
            <a:ext cx="71743" cy="170818"/>
          </a:xfrm>
          <a:custGeom xmlns:a="http://schemas.openxmlformats.org/drawingml/2006/main">
            <a:pathLst>
              <a:path w="71743" h="170818">
                <a:moveTo>
                  <a:pt x="42877" y="21694"/>
                </a:moveTo>
                <a:cubicBezTo>
                  <a:pt x="42705" y="8883"/>
                  <a:pt x="27332" y="0"/>
                  <a:pt x="4783" y="0"/>
                </a:cubicBezTo>
                <a:cubicBezTo>
                  <a:pt x="1879" y="0"/>
                  <a:pt x="0" y="0"/>
                  <a:pt x="0" y="2906"/>
                </a:cubicBezTo>
                <a:cubicBezTo>
                  <a:pt x="0" y="3931"/>
                  <a:pt x="513" y="5468"/>
                  <a:pt x="2562" y="5638"/>
                </a:cubicBezTo>
                <a:cubicBezTo>
                  <a:pt x="25111" y="6493"/>
                  <a:pt x="29039" y="17596"/>
                  <a:pt x="29039" y="22207"/>
                </a:cubicBezTo>
                <a:lnTo>
                  <a:pt x="29039" y="63205"/>
                </a:lnTo>
                <a:cubicBezTo>
                  <a:pt x="29039" y="67815"/>
                  <a:pt x="29039" y="79433"/>
                  <a:pt x="48684" y="85409"/>
                </a:cubicBezTo>
                <a:cubicBezTo>
                  <a:pt x="29039" y="91389"/>
                  <a:pt x="29039" y="102323"/>
                  <a:pt x="29039" y="110351"/>
                </a:cubicBezTo>
                <a:lnTo>
                  <a:pt x="29039" y="146221"/>
                </a:lnTo>
                <a:cubicBezTo>
                  <a:pt x="29039" y="149125"/>
                  <a:pt x="29039" y="155104"/>
                  <a:pt x="22890" y="159376"/>
                </a:cubicBezTo>
                <a:cubicBezTo>
                  <a:pt x="17766" y="162963"/>
                  <a:pt x="11787" y="164842"/>
                  <a:pt x="4269" y="165183"/>
                </a:cubicBezTo>
                <a:cubicBezTo>
                  <a:pt x="1707" y="165353"/>
                  <a:pt x="0" y="165353"/>
                  <a:pt x="0" y="167915"/>
                </a:cubicBezTo>
                <a:cubicBezTo>
                  <a:pt x="0" y="170818"/>
                  <a:pt x="1879" y="170818"/>
                  <a:pt x="4783" y="170818"/>
                </a:cubicBezTo>
                <a:cubicBezTo>
                  <a:pt x="28014" y="170818"/>
                  <a:pt x="42705" y="161425"/>
                  <a:pt x="42877" y="149125"/>
                </a:cubicBezTo>
                <a:lnTo>
                  <a:pt x="42877" y="114109"/>
                </a:lnTo>
                <a:cubicBezTo>
                  <a:pt x="42877" y="103516"/>
                  <a:pt x="42877" y="99588"/>
                  <a:pt x="48001" y="95147"/>
                </a:cubicBezTo>
                <a:cubicBezTo>
                  <a:pt x="55174" y="89168"/>
                  <a:pt x="64398" y="88315"/>
                  <a:pt x="66619" y="88315"/>
                </a:cubicBezTo>
                <a:cubicBezTo>
                  <a:pt x="70036" y="88143"/>
                  <a:pt x="71743" y="88143"/>
                  <a:pt x="71743" y="85409"/>
                </a:cubicBezTo>
                <a:cubicBezTo>
                  <a:pt x="71743" y="82678"/>
                  <a:pt x="69864" y="82506"/>
                  <a:pt x="67474" y="82506"/>
                </a:cubicBezTo>
                <a:cubicBezTo>
                  <a:pt x="56712" y="82164"/>
                  <a:pt x="45267" y="77040"/>
                  <a:pt x="43218" y="67646"/>
                </a:cubicBezTo>
                <a:cubicBezTo>
                  <a:pt x="42877" y="65936"/>
                  <a:pt x="42877" y="64570"/>
                  <a:pt x="42877" y="62350"/>
                </a:cubicBezTo>
                <a:lnTo>
                  <a:pt x="42877" y="216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043132-A8C4-4F12-A36C-2B919BD5E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818" y="1012709"/>
            <a:ext cx="283529" cy="228721"/>
          </a:xfrm>
          <a:custGeom xmlns:a="http://schemas.openxmlformats.org/drawingml/2006/main">
            <a:pathLst>
              <a:path w="283529" h="228721" fill="none">
                <a:moveTo>
                  <a:pt x="283529" y="0"/>
                </a:moveTo>
                <a:lnTo>
                  <a:pt x="0" y="228721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63" name="Text F">
            <a:extLst xmlns:a="http://schemas.openxmlformats.org/drawingml/2006/main">
              <a:ext uri="{FF2B5EF4-FFF2-40B4-BE49-F238E27FC236}">
                <a16:creationId xmlns:a16="http://schemas.microsoft.com/office/drawing/2014/main" id="{8F567DA0-E484-4C7B-B073-97BC21DC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1987" y="1179658"/>
            <a:ext cx="113101" cy="91216"/>
          </a:xfrm>
          <a:custGeom xmlns:a="http://schemas.openxmlformats.org/drawingml/2006/main">
            <a:pathLst>
              <a:path w="113101" h="91216">
                <a:moveTo>
                  <a:pt x="73618" y="11445"/>
                </a:moveTo>
                <a:lnTo>
                  <a:pt x="33991" y="11445"/>
                </a:lnTo>
                <a:lnTo>
                  <a:pt x="33991" y="15373"/>
                </a:lnTo>
                <a:cubicBezTo>
                  <a:pt x="47654" y="17422"/>
                  <a:pt x="50217" y="20497"/>
                  <a:pt x="50217" y="34163"/>
                </a:cubicBezTo>
                <a:lnTo>
                  <a:pt x="50217" y="58933"/>
                </a:lnTo>
                <a:lnTo>
                  <a:pt x="12300" y="58933"/>
                </a:lnTo>
                <a:cubicBezTo>
                  <a:pt x="7517" y="58933"/>
                  <a:pt x="6493" y="58078"/>
                  <a:pt x="6493" y="53467"/>
                </a:cubicBezTo>
                <a:lnTo>
                  <a:pt x="6493" y="30235"/>
                </a:lnTo>
                <a:cubicBezTo>
                  <a:pt x="6493" y="10932"/>
                  <a:pt x="9055" y="7173"/>
                  <a:pt x="24425" y="4269"/>
                </a:cubicBezTo>
                <a:lnTo>
                  <a:pt x="24425" y="0"/>
                </a:lnTo>
                <a:lnTo>
                  <a:pt x="0" y="511"/>
                </a:lnTo>
                <a:lnTo>
                  <a:pt x="0" y="91216"/>
                </a:lnTo>
                <a:lnTo>
                  <a:pt x="3248" y="91216"/>
                </a:lnTo>
                <a:cubicBezTo>
                  <a:pt x="4272" y="78575"/>
                  <a:pt x="6662" y="76354"/>
                  <a:pt x="18618" y="76354"/>
                </a:cubicBezTo>
                <a:lnTo>
                  <a:pt x="92595" y="76354"/>
                </a:lnTo>
                <a:cubicBezTo>
                  <a:pt x="106780" y="76354"/>
                  <a:pt x="109001" y="78234"/>
                  <a:pt x="109855" y="91216"/>
                </a:cubicBezTo>
                <a:lnTo>
                  <a:pt x="113101" y="91216"/>
                </a:lnTo>
                <a:lnTo>
                  <a:pt x="113101" y="43388"/>
                </a:lnTo>
                <a:lnTo>
                  <a:pt x="109855" y="43388"/>
                </a:lnTo>
                <a:cubicBezTo>
                  <a:pt x="109173" y="56540"/>
                  <a:pt x="106780" y="58933"/>
                  <a:pt x="94475" y="58933"/>
                </a:cubicBezTo>
                <a:lnTo>
                  <a:pt x="57218" y="58933"/>
                </a:lnTo>
                <a:lnTo>
                  <a:pt x="57218" y="34163"/>
                </a:lnTo>
                <a:cubicBezTo>
                  <a:pt x="57218" y="20328"/>
                  <a:pt x="59782" y="17422"/>
                  <a:pt x="73625" y="15373"/>
                </a:cubicBezTo>
                <a:lnTo>
                  <a:pt x="73618" y="11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Text r">
            <a:extLst xmlns:a="http://schemas.openxmlformats.org/drawingml/2006/main">
              <a:ext uri="{FF2B5EF4-FFF2-40B4-BE49-F238E27FC236}">
                <a16:creationId xmlns:a16="http://schemas.microsoft.com/office/drawing/2014/main" id="{EC1C8103-E8B3-431C-B141-C59A5C29F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518" y="1120725"/>
            <a:ext cx="78570" cy="56370"/>
          </a:xfrm>
          <a:custGeom xmlns:a="http://schemas.openxmlformats.org/drawingml/2006/main">
            <a:pathLst>
              <a:path w="78570" h="56370">
                <a:moveTo>
                  <a:pt x="11959" y="56029"/>
                </a:moveTo>
                <a:cubicBezTo>
                  <a:pt x="11445" y="53636"/>
                  <a:pt x="11273" y="52098"/>
                  <a:pt x="11273" y="50050"/>
                </a:cubicBezTo>
                <a:cubicBezTo>
                  <a:pt x="11273" y="45780"/>
                  <a:pt x="14007" y="44242"/>
                  <a:pt x="21522" y="44242"/>
                </a:cubicBezTo>
                <a:lnTo>
                  <a:pt x="64224" y="44242"/>
                </a:lnTo>
                <a:cubicBezTo>
                  <a:pt x="72763" y="44242"/>
                  <a:pt x="73959" y="45439"/>
                  <a:pt x="76008" y="56370"/>
                </a:cubicBezTo>
                <a:lnTo>
                  <a:pt x="78570" y="56370"/>
                </a:lnTo>
                <a:lnTo>
                  <a:pt x="78570" y="15373"/>
                </a:lnTo>
                <a:lnTo>
                  <a:pt x="76008" y="15373"/>
                </a:lnTo>
                <a:cubicBezTo>
                  <a:pt x="75497" y="26990"/>
                  <a:pt x="72935" y="29894"/>
                  <a:pt x="63199" y="29894"/>
                </a:cubicBezTo>
                <a:lnTo>
                  <a:pt x="24767" y="29894"/>
                </a:lnTo>
                <a:cubicBezTo>
                  <a:pt x="19301" y="29894"/>
                  <a:pt x="10762" y="22549"/>
                  <a:pt x="10762" y="17935"/>
                </a:cubicBezTo>
                <a:cubicBezTo>
                  <a:pt x="10762" y="16911"/>
                  <a:pt x="11617" y="15373"/>
                  <a:pt x="13324" y="13494"/>
                </a:cubicBezTo>
                <a:cubicBezTo>
                  <a:pt x="15714" y="10762"/>
                  <a:pt x="16739" y="8883"/>
                  <a:pt x="16739" y="6662"/>
                </a:cubicBezTo>
                <a:cubicBezTo>
                  <a:pt x="16739" y="2562"/>
                  <a:pt x="13835" y="0"/>
                  <a:pt x="9055" y="0"/>
                </a:cubicBezTo>
                <a:cubicBezTo>
                  <a:pt x="3417" y="0"/>
                  <a:pt x="0" y="3587"/>
                  <a:pt x="0" y="9394"/>
                </a:cubicBezTo>
                <a:cubicBezTo>
                  <a:pt x="0" y="16569"/>
                  <a:pt x="3931" y="21522"/>
                  <a:pt x="16056" y="29894"/>
                </a:cubicBezTo>
                <a:lnTo>
                  <a:pt x="344" y="29894"/>
                </a:lnTo>
                <a:lnTo>
                  <a:pt x="0" y="30746"/>
                </a:lnTo>
                <a:cubicBezTo>
                  <a:pt x="3759" y="39801"/>
                  <a:pt x="5979" y="45950"/>
                  <a:pt x="9224" y="56029"/>
                </a:cubicBezTo>
                <a:lnTo>
                  <a:pt x="11959" y="5602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Text e">
            <a:extLst xmlns:a="http://schemas.openxmlformats.org/drawingml/2006/main">
              <a:ext uri="{FF2B5EF4-FFF2-40B4-BE49-F238E27FC236}">
                <a16:creationId xmlns:a16="http://schemas.microsoft.com/office/drawing/2014/main" id="{C9E7A3A5-964B-43B7-AAA5-5A2768FB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518" y="1048639"/>
            <a:ext cx="80238" cy="68157"/>
          </a:xfrm>
          <a:custGeom xmlns:a="http://schemas.openxmlformats.org/drawingml/2006/main">
            <a:pathLst>
              <a:path w="80238" h="68157">
                <a:moveTo>
                  <a:pt x="50508" y="2734"/>
                </a:moveTo>
                <a:cubicBezTo>
                  <a:pt x="63497" y="10932"/>
                  <a:pt x="68454" y="18279"/>
                  <a:pt x="68454" y="29211"/>
                </a:cubicBezTo>
                <a:cubicBezTo>
                  <a:pt x="68454" y="38946"/>
                  <a:pt x="63497" y="46291"/>
                  <a:pt x="53756" y="51246"/>
                </a:cubicBezTo>
                <a:cubicBezTo>
                  <a:pt x="47261" y="54322"/>
                  <a:pt x="41620" y="55515"/>
                  <a:pt x="31194" y="55857"/>
                </a:cubicBezTo>
                <a:lnTo>
                  <a:pt x="31194" y="3245"/>
                </a:lnTo>
                <a:cubicBezTo>
                  <a:pt x="20112" y="4613"/>
                  <a:pt x="15175" y="6321"/>
                  <a:pt x="9727" y="10590"/>
                </a:cubicBezTo>
                <a:cubicBezTo>
                  <a:pt x="3589" y="15717"/>
                  <a:pt x="0" y="23573"/>
                  <a:pt x="0" y="32456"/>
                </a:cubicBezTo>
                <a:cubicBezTo>
                  <a:pt x="0" y="40997"/>
                  <a:pt x="3076" y="49025"/>
                  <a:pt x="8875" y="55515"/>
                </a:cubicBezTo>
                <a:cubicBezTo>
                  <a:pt x="15855" y="63546"/>
                  <a:pt x="27949" y="68157"/>
                  <a:pt x="41962" y="68157"/>
                </a:cubicBezTo>
                <a:cubicBezTo>
                  <a:pt x="65548" y="68157"/>
                  <a:pt x="80238" y="55857"/>
                  <a:pt x="80238" y="36214"/>
                </a:cubicBezTo>
                <a:cubicBezTo>
                  <a:pt x="80238" y="19987"/>
                  <a:pt x="70161" y="7176"/>
                  <a:pt x="51705" y="0"/>
                </a:cubicBezTo>
                <a:lnTo>
                  <a:pt x="50508" y="2734"/>
                </a:lnTo>
                <a:moveTo>
                  <a:pt x="25729" y="55515"/>
                </a:moveTo>
                <a:cubicBezTo>
                  <a:pt x="12451" y="53639"/>
                  <a:pt x="6151" y="47829"/>
                  <a:pt x="6151" y="37411"/>
                </a:cubicBezTo>
                <a:cubicBezTo>
                  <a:pt x="6151" y="26990"/>
                  <a:pt x="10919" y="22890"/>
                  <a:pt x="25729" y="20669"/>
                </a:cubicBezTo>
                <a:lnTo>
                  <a:pt x="25729" y="55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Text q">
            <a:extLst xmlns:a="http://schemas.openxmlformats.org/drawingml/2006/main">
              <a:ext uri="{FF2B5EF4-FFF2-40B4-BE49-F238E27FC236}">
                <a16:creationId xmlns:a16="http://schemas.microsoft.com/office/drawing/2014/main" id="{DB3FBB1B-6314-4A4C-9311-497632ECF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351" y="961865"/>
            <a:ext cx="115770" cy="79261"/>
          </a:xfrm>
          <a:custGeom xmlns:a="http://schemas.openxmlformats.org/drawingml/2006/main">
            <a:pathLst>
              <a:path w="115770" h="79261">
                <a:moveTo>
                  <a:pt x="6149" y="21863"/>
                </a:moveTo>
                <a:cubicBezTo>
                  <a:pt x="1538" y="29722"/>
                  <a:pt x="0" y="34846"/>
                  <a:pt x="0" y="41508"/>
                </a:cubicBezTo>
                <a:cubicBezTo>
                  <a:pt x="0" y="62861"/>
                  <a:pt x="19121" y="79261"/>
                  <a:pt x="43700" y="79261"/>
                </a:cubicBezTo>
                <a:cubicBezTo>
                  <a:pt x="65206" y="79261"/>
                  <a:pt x="80405" y="67985"/>
                  <a:pt x="80405" y="51929"/>
                </a:cubicBezTo>
                <a:cubicBezTo>
                  <a:pt x="80405" y="42022"/>
                  <a:pt x="75966" y="32625"/>
                  <a:pt x="67766" y="25111"/>
                </a:cubicBezTo>
                <a:lnTo>
                  <a:pt x="99883" y="25111"/>
                </a:lnTo>
                <a:cubicBezTo>
                  <a:pt x="109449" y="25111"/>
                  <a:pt x="112014" y="28184"/>
                  <a:pt x="112866" y="40312"/>
                </a:cubicBezTo>
                <a:lnTo>
                  <a:pt x="115770" y="40312"/>
                </a:lnTo>
                <a:lnTo>
                  <a:pt x="115770" y="0"/>
                </a:lnTo>
                <a:lnTo>
                  <a:pt x="113379" y="0"/>
                </a:lnTo>
                <a:cubicBezTo>
                  <a:pt x="111328" y="9394"/>
                  <a:pt x="109962" y="10762"/>
                  <a:pt x="102787" y="10762"/>
                </a:cubicBezTo>
                <a:lnTo>
                  <a:pt x="686" y="10762"/>
                </a:lnTo>
                <a:lnTo>
                  <a:pt x="686" y="12641"/>
                </a:lnTo>
                <a:lnTo>
                  <a:pt x="6149" y="21863"/>
                </a:lnTo>
                <a:moveTo>
                  <a:pt x="57014" y="25111"/>
                </a:moveTo>
                <a:cubicBezTo>
                  <a:pt x="61112" y="25111"/>
                  <a:pt x="63330" y="25794"/>
                  <a:pt x="64696" y="27501"/>
                </a:cubicBezTo>
                <a:cubicBezTo>
                  <a:pt x="67938" y="31260"/>
                  <a:pt x="69987" y="36897"/>
                  <a:pt x="69987" y="42191"/>
                </a:cubicBezTo>
                <a:cubicBezTo>
                  <a:pt x="69987" y="47488"/>
                  <a:pt x="68279" y="52098"/>
                  <a:pt x="64865" y="55515"/>
                </a:cubicBezTo>
                <a:cubicBezTo>
                  <a:pt x="59915" y="60981"/>
                  <a:pt x="48822" y="64570"/>
                  <a:pt x="37557" y="64570"/>
                </a:cubicBezTo>
                <a:cubicBezTo>
                  <a:pt x="17414" y="64570"/>
                  <a:pt x="4786" y="55515"/>
                  <a:pt x="4786" y="40997"/>
                </a:cubicBezTo>
                <a:cubicBezTo>
                  <a:pt x="4786" y="30405"/>
                  <a:pt x="10416" y="25111"/>
                  <a:pt x="21853" y="25111"/>
                </a:cubicBezTo>
                <a:lnTo>
                  <a:pt x="57014" y="2511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Text u">
            <a:extLst xmlns:a="http://schemas.openxmlformats.org/drawingml/2006/main">
              <a:ext uri="{FF2B5EF4-FFF2-40B4-BE49-F238E27FC236}">
                <a16:creationId xmlns:a16="http://schemas.microsoft.com/office/drawing/2014/main" id="{7E6881A8-5B41-444D-9269-3AE29021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186" y="877993"/>
            <a:ext cx="78570" cy="80285"/>
          </a:xfrm>
          <a:custGeom xmlns:a="http://schemas.openxmlformats.org/drawingml/2006/main">
            <a:pathLst>
              <a:path w="78570" h="80285">
                <a:moveTo>
                  <a:pt x="68329" y="0"/>
                </a:moveTo>
                <a:lnTo>
                  <a:pt x="68329" y="852"/>
                </a:lnTo>
                <a:cubicBezTo>
                  <a:pt x="68329" y="8711"/>
                  <a:pt x="66450" y="10590"/>
                  <a:pt x="58591" y="10590"/>
                </a:cubicBezTo>
                <a:lnTo>
                  <a:pt x="0" y="10590"/>
                </a:lnTo>
                <a:lnTo>
                  <a:pt x="0" y="37580"/>
                </a:lnTo>
                <a:lnTo>
                  <a:pt x="2906" y="37580"/>
                </a:lnTo>
                <a:cubicBezTo>
                  <a:pt x="3417" y="26988"/>
                  <a:pt x="5127" y="24939"/>
                  <a:pt x="13666" y="24939"/>
                </a:cubicBezTo>
                <a:lnTo>
                  <a:pt x="53803" y="24939"/>
                </a:lnTo>
                <a:cubicBezTo>
                  <a:pt x="58586" y="24939"/>
                  <a:pt x="60979" y="25794"/>
                  <a:pt x="62855" y="28184"/>
                </a:cubicBezTo>
                <a:cubicBezTo>
                  <a:pt x="66614" y="32797"/>
                  <a:pt x="68663" y="38091"/>
                  <a:pt x="68663" y="43215"/>
                </a:cubicBezTo>
                <a:cubicBezTo>
                  <a:pt x="68663" y="49878"/>
                  <a:pt x="62855" y="55343"/>
                  <a:pt x="55682" y="55343"/>
                </a:cubicBezTo>
                <a:lnTo>
                  <a:pt x="0" y="55343"/>
                </a:lnTo>
                <a:lnTo>
                  <a:pt x="0" y="80285"/>
                </a:lnTo>
                <a:lnTo>
                  <a:pt x="2393" y="80285"/>
                </a:lnTo>
                <a:cubicBezTo>
                  <a:pt x="2906" y="72085"/>
                  <a:pt x="5468" y="69692"/>
                  <a:pt x="13324" y="69692"/>
                </a:cubicBezTo>
                <a:lnTo>
                  <a:pt x="56365" y="69692"/>
                </a:lnTo>
                <a:cubicBezTo>
                  <a:pt x="69859" y="69692"/>
                  <a:pt x="78570" y="61495"/>
                  <a:pt x="78570" y="49025"/>
                </a:cubicBezTo>
                <a:cubicBezTo>
                  <a:pt x="78570" y="42705"/>
                  <a:pt x="75838" y="36042"/>
                  <a:pt x="71225" y="31429"/>
                </a:cubicBezTo>
                <a:lnTo>
                  <a:pt x="63882" y="24084"/>
                </a:lnTo>
                <a:lnTo>
                  <a:pt x="78059" y="24084"/>
                </a:lnTo>
                <a:lnTo>
                  <a:pt x="78403" y="23401"/>
                </a:lnTo>
                <a:cubicBezTo>
                  <a:pt x="74989" y="14860"/>
                  <a:pt x="73109" y="8711"/>
                  <a:pt x="70716" y="0"/>
                </a:cubicBezTo>
                <a:lnTo>
                  <a:pt x="68329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Text e">
            <a:extLst xmlns:a="http://schemas.openxmlformats.org/drawingml/2006/main">
              <a:ext uri="{FF2B5EF4-FFF2-40B4-BE49-F238E27FC236}">
                <a16:creationId xmlns:a16="http://schemas.microsoft.com/office/drawing/2014/main" id="{660EF8F8-7B0A-4D73-9CFC-8E604A9A1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518" y="801978"/>
            <a:ext cx="80238" cy="68157"/>
          </a:xfrm>
          <a:custGeom xmlns:a="http://schemas.openxmlformats.org/drawingml/2006/main">
            <a:pathLst>
              <a:path w="80238" h="68157">
                <a:moveTo>
                  <a:pt x="50508" y="2734"/>
                </a:moveTo>
                <a:cubicBezTo>
                  <a:pt x="63497" y="10932"/>
                  <a:pt x="68454" y="18279"/>
                  <a:pt x="68454" y="29211"/>
                </a:cubicBezTo>
                <a:cubicBezTo>
                  <a:pt x="68454" y="38946"/>
                  <a:pt x="63497" y="46291"/>
                  <a:pt x="53756" y="51246"/>
                </a:cubicBezTo>
                <a:cubicBezTo>
                  <a:pt x="47261" y="54322"/>
                  <a:pt x="41620" y="55515"/>
                  <a:pt x="31194" y="55857"/>
                </a:cubicBezTo>
                <a:lnTo>
                  <a:pt x="31194" y="3245"/>
                </a:lnTo>
                <a:cubicBezTo>
                  <a:pt x="20112" y="4613"/>
                  <a:pt x="15175" y="6321"/>
                  <a:pt x="9727" y="10590"/>
                </a:cubicBezTo>
                <a:cubicBezTo>
                  <a:pt x="3589" y="15717"/>
                  <a:pt x="0" y="23573"/>
                  <a:pt x="0" y="32456"/>
                </a:cubicBezTo>
                <a:cubicBezTo>
                  <a:pt x="0" y="40997"/>
                  <a:pt x="3076" y="49025"/>
                  <a:pt x="8875" y="55515"/>
                </a:cubicBezTo>
                <a:cubicBezTo>
                  <a:pt x="15855" y="63546"/>
                  <a:pt x="27949" y="68157"/>
                  <a:pt x="41962" y="68157"/>
                </a:cubicBezTo>
                <a:cubicBezTo>
                  <a:pt x="65548" y="68157"/>
                  <a:pt x="80238" y="55857"/>
                  <a:pt x="80238" y="36214"/>
                </a:cubicBezTo>
                <a:cubicBezTo>
                  <a:pt x="80238" y="19987"/>
                  <a:pt x="70161" y="7176"/>
                  <a:pt x="51705" y="0"/>
                </a:cubicBezTo>
                <a:lnTo>
                  <a:pt x="50508" y="2734"/>
                </a:lnTo>
                <a:moveTo>
                  <a:pt x="25729" y="55515"/>
                </a:moveTo>
                <a:cubicBezTo>
                  <a:pt x="12451" y="53639"/>
                  <a:pt x="6151" y="47829"/>
                  <a:pt x="6151" y="37411"/>
                </a:cubicBezTo>
                <a:cubicBezTo>
                  <a:pt x="6151" y="26990"/>
                  <a:pt x="10919" y="22890"/>
                  <a:pt x="25729" y="20669"/>
                </a:cubicBezTo>
                <a:lnTo>
                  <a:pt x="25729" y="555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9" name="Text n">
            <a:extLst xmlns:a="http://schemas.openxmlformats.org/drawingml/2006/main">
              <a:ext uri="{FF2B5EF4-FFF2-40B4-BE49-F238E27FC236}">
                <a16:creationId xmlns:a16="http://schemas.microsoft.com/office/drawing/2014/main" id="{26BFA6F7-3790-4453-8465-03F4A5F82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518" y="715714"/>
            <a:ext cx="78570" cy="80115"/>
          </a:xfrm>
          <a:custGeom xmlns:a="http://schemas.openxmlformats.org/drawingml/2006/main">
            <a:pathLst>
              <a:path w="78570" h="80115">
                <a:moveTo>
                  <a:pt x="10593" y="80115"/>
                </a:moveTo>
                <a:cubicBezTo>
                  <a:pt x="10079" y="79091"/>
                  <a:pt x="9910" y="77381"/>
                  <a:pt x="9910" y="75502"/>
                </a:cubicBezTo>
                <a:cubicBezTo>
                  <a:pt x="9910" y="70719"/>
                  <a:pt x="12472" y="69184"/>
                  <a:pt x="20839" y="69184"/>
                </a:cubicBezTo>
                <a:lnTo>
                  <a:pt x="63199" y="69184"/>
                </a:lnTo>
                <a:cubicBezTo>
                  <a:pt x="72935" y="69184"/>
                  <a:pt x="75325" y="71063"/>
                  <a:pt x="76008" y="79774"/>
                </a:cubicBezTo>
                <a:lnTo>
                  <a:pt x="78570" y="79774"/>
                </a:lnTo>
                <a:lnTo>
                  <a:pt x="78570" y="43560"/>
                </a:lnTo>
                <a:lnTo>
                  <a:pt x="76008" y="43560"/>
                </a:lnTo>
                <a:cubicBezTo>
                  <a:pt x="75325" y="52273"/>
                  <a:pt x="73276" y="54835"/>
                  <a:pt x="67127" y="54835"/>
                </a:cubicBezTo>
                <a:lnTo>
                  <a:pt x="19132" y="54835"/>
                </a:lnTo>
                <a:cubicBezTo>
                  <a:pt x="11445" y="46635"/>
                  <a:pt x="9396" y="42877"/>
                  <a:pt x="9396" y="37239"/>
                </a:cubicBezTo>
                <a:cubicBezTo>
                  <a:pt x="9396" y="28869"/>
                  <a:pt x="14690" y="24769"/>
                  <a:pt x="25963" y="24769"/>
                </a:cubicBezTo>
                <a:lnTo>
                  <a:pt x="61662" y="24769"/>
                </a:lnTo>
                <a:cubicBezTo>
                  <a:pt x="72421" y="24769"/>
                  <a:pt x="75325" y="26990"/>
                  <a:pt x="76008" y="35532"/>
                </a:cubicBezTo>
                <a:lnTo>
                  <a:pt x="78570" y="35532"/>
                </a:lnTo>
                <a:lnTo>
                  <a:pt x="78570" y="0"/>
                </a:lnTo>
                <a:lnTo>
                  <a:pt x="76008" y="0"/>
                </a:lnTo>
                <a:cubicBezTo>
                  <a:pt x="75155" y="8372"/>
                  <a:pt x="73104" y="10421"/>
                  <a:pt x="64737" y="10421"/>
                </a:cubicBezTo>
                <a:lnTo>
                  <a:pt x="25622" y="10421"/>
                </a:lnTo>
                <a:cubicBezTo>
                  <a:pt x="9568" y="10421"/>
                  <a:pt x="0" y="17938"/>
                  <a:pt x="0" y="30577"/>
                </a:cubicBezTo>
                <a:cubicBezTo>
                  <a:pt x="0" y="38435"/>
                  <a:pt x="2906" y="43732"/>
                  <a:pt x="13838" y="55346"/>
                </a:cubicBezTo>
                <a:lnTo>
                  <a:pt x="344" y="55346"/>
                </a:lnTo>
                <a:lnTo>
                  <a:pt x="0" y="56542"/>
                </a:lnTo>
                <a:cubicBezTo>
                  <a:pt x="3076" y="64912"/>
                  <a:pt x="4955" y="70719"/>
                  <a:pt x="7689" y="80115"/>
                </a:cubicBezTo>
                <a:lnTo>
                  <a:pt x="10593" y="8011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Text c">
            <a:extLst xmlns:a="http://schemas.openxmlformats.org/drawingml/2006/main">
              <a:ext uri="{FF2B5EF4-FFF2-40B4-BE49-F238E27FC236}">
                <a16:creationId xmlns:a16="http://schemas.microsoft.com/office/drawing/2014/main" id="{2C63E59A-6393-4835-8926-BD1BF347C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6518" y="642776"/>
            <a:ext cx="80238" cy="66106"/>
          </a:xfrm>
          <a:custGeom xmlns:a="http://schemas.openxmlformats.org/drawingml/2006/main">
            <a:pathLst>
              <a:path w="80238" h="66106">
                <a:moveTo>
                  <a:pt x="51895" y="2390"/>
                </a:moveTo>
                <a:cubicBezTo>
                  <a:pt x="63843" y="10590"/>
                  <a:pt x="67941" y="16739"/>
                  <a:pt x="67941" y="26477"/>
                </a:cubicBezTo>
                <a:cubicBezTo>
                  <a:pt x="67941" y="42022"/>
                  <a:pt x="54285" y="52953"/>
                  <a:pt x="34656" y="52953"/>
                </a:cubicBezTo>
                <a:cubicBezTo>
                  <a:pt x="17075" y="52953"/>
                  <a:pt x="4955" y="43557"/>
                  <a:pt x="4955" y="29722"/>
                </a:cubicBezTo>
                <a:cubicBezTo>
                  <a:pt x="4955" y="23573"/>
                  <a:pt x="6832" y="21352"/>
                  <a:pt x="13147" y="19642"/>
                </a:cubicBezTo>
                <a:lnTo>
                  <a:pt x="16903" y="18618"/>
                </a:lnTo>
                <a:cubicBezTo>
                  <a:pt x="21683" y="17252"/>
                  <a:pt x="24756" y="14177"/>
                  <a:pt x="24756" y="10590"/>
                </a:cubicBezTo>
                <a:cubicBezTo>
                  <a:pt x="24756" y="6149"/>
                  <a:pt x="21511" y="2390"/>
                  <a:pt x="17586" y="2390"/>
                </a:cubicBezTo>
                <a:cubicBezTo>
                  <a:pt x="8028" y="2390"/>
                  <a:pt x="0" y="14349"/>
                  <a:pt x="0" y="28697"/>
                </a:cubicBezTo>
                <a:cubicBezTo>
                  <a:pt x="0" y="37067"/>
                  <a:pt x="3417" y="45778"/>
                  <a:pt x="9563" y="52781"/>
                </a:cubicBezTo>
                <a:cubicBezTo>
                  <a:pt x="17075" y="61323"/>
                  <a:pt x="28682" y="66106"/>
                  <a:pt x="42165" y="66106"/>
                </a:cubicBezTo>
                <a:cubicBezTo>
                  <a:pt x="64357" y="66106"/>
                  <a:pt x="80238" y="52612"/>
                  <a:pt x="80238" y="33650"/>
                </a:cubicBezTo>
                <a:cubicBezTo>
                  <a:pt x="80238" y="25963"/>
                  <a:pt x="77506" y="19132"/>
                  <a:pt x="72210" y="12980"/>
                </a:cubicBezTo>
                <a:cubicBezTo>
                  <a:pt x="68110" y="8369"/>
                  <a:pt x="63502" y="5124"/>
                  <a:pt x="53430" y="0"/>
                </a:cubicBezTo>
                <a:lnTo>
                  <a:pt x="51895" y="239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Text y">
            <a:extLst xmlns:a="http://schemas.openxmlformats.org/drawingml/2006/main">
              <a:ext uri="{FF2B5EF4-FFF2-40B4-BE49-F238E27FC236}">
                <a16:creationId xmlns:a16="http://schemas.microsoft.com/office/drawing/2014/main" id="{E2FA7A09-02CB-4182-ABCF-799D51C13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186" y="558733"/>
            <a:ext cx="114107" cy="78747"/>
          </a:xfrm>
          <a:custGeom xmlns:a="http://schemas.openxmlformats.org/drawingml/2006/main">
            <a:pathLst>
              <a:path w="114107" h="78747">
                <a:moveTo>
                  <a:pt x="0" y="0"/>
                </a:moveTo>
                <a:lnTo>
                  <a:pt x="0" y="23060"/>
                </a:lnTo>
                <a:lnTo>
                  <a:pt x="2565" y="23060"/>
                </a:lnTo>
                <a:cubicBezTo>
                  <a:pt x="2565" y="17594"/>
                  <a:pt x="4100" y="14860"/>
                  <a:pt x="6834" y="14860"/>
                </a:cubicBezTo>
                <a:cubicBezTo>
                  <a:pt x="7517" y="14860"/>
                  <a:pt x="8541" y="15032"/>
                  <a:pt x="9738" y="15545"/>
                </a:cubicBezTo>
                <a:lnTo>
                  <a:pt x="56881" y="32114"/>
                </a:lnTo>
                <a:lnTo>
                  <a:pt x="13666" y="51757"/>
                </a:lnTo>
                <a:cubicBezTo>
                  <a:pt x="11276" y="52784"/>
                  <a:pt x="9055" y="53467"/>
                  <a:pt x="7176" y="53467"/>
                </a:cubicBezTo>
                <a:cubicBezTo>
                  <a:pt x="4100" y="53467"/>
                  <a:pt x="2906" y="50905"/>
                  <a:pt x="2565" y="43560"/>
                </a:cubicBezTo>
                <a:lnTo>
                  <a:pt x="0" y="43560"/>
                </a:lnTo>
                <a:lnTo>
                  <a:pt x="0" y="78747"/>
                </a:lnTo>
                <a:lnTo>
                  <a:pt x="2393" y="78747"/>
                </a:lnTo>
                <a:cubicBezTo>
                  <a:pt x="3076" y="74306"/>
                  <a:pt x="4955" y="71402"/>
                  <a:pt x="7859" y="70036"/>
                </a:cubicBezTo>
                <a:lnTo>
                  <a:pt x="49880" y="50563"/>
                </a:lnTo>
                <a:lnTo>
                  <a:pt x="51246" y="50050"/>
                </a:lnTo>
                <a:lnTo>
                  <a:pt x="56370" y="47488"/>
                </a:lnTo>
                <a:cubicBezTo>
                  <a:pt x="64912" y="42705"/>
                  <a:pt x="71061" y="39970"/>
                  <a:pt x="73623" y="39970"/>
                </a:cubicBezTo>
                <a:cubicBezTo>
                  <a:pt x="76185" y="39970"/>
                  <a:pt x="86944" y="43901"/>
                  <a:pt x="92069" y="46805"/>
                </a:cubicBezTo>
                <a:cubicBezTo>
                  <a:pt x="96510" y="49195"/>
                  <a:pt x="99755" y="52953"/>
                  <a:pt x="99755" y="55346"/>
                </a:cubicBezTo>
                <a:cubicBezTo>
                  <a:pt x="99755" y="56370"/>
                  <a:pt x="99414" y="57908"/>
                  <a:pt x="98562" y="59615"/>
                </a:cubicBezTo>
                <a:cubicBezTo>
                  <a:pt x="97365" y="62861"/>
                  <a:pt x="96682" y="65764"/>
                  <a:pt x="96682" y="68668"/>
                </a:cubicBezTo>
                <a:cubicBezTo>
                  <a:pt x="96682" y="72598"/>
                  <a:pt x="100099" y="76013"/>
                  <a:pt x="104197" y="76013"/>
                </a:cubicBezTo>
                <a:cubicBezTo>
                  <a:pt x="109835" y="76013"/>
                  <a:pt x="114107" y="70547"/>
                  <a:pt x="114107" y="63374"/>
                </a:cubicBezTo>
                <a:cubicBezTo>
                  <a:pt x="114107" y="51929"/>
                  <a:pt x="104541" y="43729"/>
                  <a:pt x="79943" y="34505"/>
                </a:cubicBezTo>
                <a:lnTo>
                  <a:pt x="10251" y="8200"/>
                </a:lnTo>
                <a:cubicBezTo>
                  <a:pt x="4783" y="5979"/>
                  <a:pt x="3076" y="4100"/>
                  <a:pt x="2565" y="0"/>
                </a:cubicBez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Text Featurevectorsby">
            <a:extLst xmlns:a="http://schemas.openxmlformats.org/drawingml/2006/main">
              <a:ext uri="{FF2B5EF4-FFF2-40B4-BE49-F238E27FC236}">
                <a16:creationId xmlns:a16="http://schemas.microsoft.com/office/drawing/2014/main" id="{47A091C7-CC73-496F-AC0A-48AF8ED2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544" y="1410849"/>
            <a:ext cx="1252954" cy="153866"/>
          </a:xfrm>
          <a:custGeom xmlns:a="http://schemas.openxmlformats.org/drawingml/2006/main">
            <a:pathLst>
              <a:path w="1252954" h="153866">
                <a:moveTo>
                  <a:pt x="79771" y="77178"/>
                </a:moveTo>
                <a:lnTo>
                  <a:pt x="79771" y="37552"/>
                </a:lnTo>
                <a:lnTo>
                  <a:pt x="75843" y="37552"/>
                </a:lnTo>
                <a:cubicBezTo>
                  <a:pt x="73795" y="51215"/>
                  <a:pt x="70719" y="53777"/>
                  <a:pt x="57053" y="53777"/>
                </a:cubicBezTo>
                <a:lnTo>
                  <a:pt x="32284" y="53777"/>
                </a:lnTo>
                <a:lnTo>
                  <a:pt x="32284" y="15860"/>
                </a:lnTo>
                <a:cubicBezTo>
                  <a:pt x="32284" y="11078"/>
                  <a:pt x="33139" y="10053"/>
                  <a:pt x="37750" y="10053"/>
                </a:cubicBezTo>
                <a:lnTo>
                  <a:pt x="60981" y="10053"/>
                </a:lnTo>
                <a:cubicBezTo>
                  <a:pt x="80285" y="10053"/>
                  <a:pt x="84043" y="12615"/>
                  <a:pt x="86947" y="27986"/>
                </a:cubicBezTo>
                <a:lnTo>
                  <a:pt x="91216" y="27986"/>
                </a:lnTo>
                <a:lnTo>
                  <a:pt x="90706" y="3560"/>
                </a:lnTo>
                <a:lnTo>
                  <a:pt x="0" y="3560"/>
                </a:lnTo>
                <a:lnTo>
                  <a:pt x="0" y="6808"/>
                </a:lnTo>
                <a:cubicBezTo>
                  <a:pt x="12641" y="7832"/>
                  <a:pt x="14862" y="10223"/>
                  <a:pt x="14862" y="22179"/>
                </a:cubicBezTo>
                <a:lnTo>
                  <a:pt x="14862" y="96156"/>
                </a:lnTo>
                <a:cubicBezTo>
                  <a:pt x="14862" y="110340"/>
                  <a:pt x="12983" y="112561"/>
                  <a:pt x="0" y="113416"/>
                </a:cubicBezTo>
                <a:lnTo>
                  <a:pt x="0" y="116661"/>
                </a:lnTo>
                <a:lnTo>
                  <a:pt x="47829" y="116661"/>
                </a:lnTo>
                <a:lnTo>
                  <a:pt x="47829" y="113416"/>
                </a:lnTo>
                <a:cubicBezTo>
                  <a:pt x="34677" y="112733"/>
                  <a:pt x="32284" y="110340"/>
                  <a:pt x="32284" y="98035"/>
                </a:cubicBezTo>
                <a:lnTo>
                  <a:pt x="32284" y="60778"/>
                </a:lnTo>
                <a:lnTo>
                  <a:pt x="57053" y="60778"/>
                </a:lnTo>
                <a:cubicBezTo>
                  <a:pt x="70889" y="60778"/>
                  <a:pt x="73795" y="63343"/>
                  <a:pt x="75843" y="77186"/>
                </a:cubicBezTo>
                <a:lnTo>
                  <a:pt x="79771" y="77178"/>
                </a:lnTo>
                <a:close/>
                <a:moveTo>
                  <a:pt x="162619" y="88600"/>
                </a:moveTo>
                <a:cubicBezTo>
                  <a:pt x="154422" y="101588"/>
                  <a:pt x="147074" y="106545"/>
                  <a:pt x="136142" y="106545"/>
                </a:cubicBezTo>
                <a:cubicBezTo>
                  <a:pt x="126407" y="106545"/>
                  <a:pt x="119062" y="101588"/>
                  <a:pt x="114107" y="91847"/>
                </a:cubicBezTo>
                <a:cubicBezTo>
                  <a:pt x="111032" y="85352"/>
                  <a:pt x="109838" y="79711"/>
                  <a:pt x="109496" y="69286"/>
                </a:cubicBezTo>
                <a:lnTo>
                  <a:pt x="162108" y="69286"/>
                </a:lnTo>
                <a:cubicBezTo>
                  <a:pt x="160740" y="58203"/>
                  <a:pt x="159033" y="53266"/>
                  <a:pt x="154763" y="47819"/>
                </a:cubicBezTo>
                <a:cubicBezTo>
                  <a:pt x="149636" y="41680"/>
                  <a:pt x="141780" y="38091"/>
                  <a:pt x="132897" y="38091"/>
                </a:cubicBezTo>
                <a:cubicBezTo>
                  <a:pt x="124356" y="38091"/>
                  <a:pt x="116328" y="41167"/>
                  <a:pt x="109838" y="46966"/>
                </a:cubicBezTo>
                <a:cubicBezTo>
                  <a:pt x="101807" y="53946"/>
                  <a:pt x="97196" y="66040"/>
                  <a:pt x="97196" y="80053"/>
                </a:cubicBezTo>
                <a:cubicBezTo>
                  <a:pt x="97196" y="103639"/>
                  <a:pt x="109496" y="118329"/>
                  <a:pt x="129139" y="118329"/>
                </a:cubicBezTo>
                <a:cubicBezTo>
                  <a:pt x="145367" y="118329"/>
                  <a:pt x="158178" y="108252"/>
                  <a:pt x="165353" y="89796"/>
                </a:cubicBezTo>
                <a:lnTo>
                  <a:pt x="162619" y="88600"/>
                </a:lnTo>
                <a:moveTo>
                  <a:pt x="109838" y="63820"/>
                </a:moveTo>
                <a:cubicBezTo>
                  <a:pt x="111714" y="50542"/>
                  <a:pt x="117524" y="44242"/>
                  <a:pt x="127942" y="44242"/>
                </a:cubicBezTo>
                <a:cubicBezTo>
                  <a:pt x="138363" y="44242"/>
                  <a:pt x="142463" y="49010"/>
                  <a:pt x="144684" y="63820"/>
                </a:cubicBezTo>
                <a:lnTo>
                  <a:pt x="109838" y="63820"/>
                </a:lnTo>
                <a:close/>
                <a:moveTo>
                  <a:pt x="244269" y="105351"/>
                </a:moveTo>
                <a:cubicBezTo>
                  <a:pt x="241366" y="107739"/>
                  <a:pt x="239317" y="108594"/>
                  <a:pt x="236755" y="108594"/>
                </a:cubicBezTo>
                <a:cubicBezTo>
                  <a:pt x="232827" y="108594"/>
                  <a:pt x="231630" y="106204"/>
                  <a:pt x="231630" y="98694"/>
                </a:cubicBezTo>
                <a:lnTo>
                  <a:pt x="231630" y="65407"/>
                </a:lnTo>
                <a:cubicBezTo>
                  <a:pt x="231630" y="56529"/>
                  <a:pt x="230775" y="51580"/>
                  <a:pt x="228213" y="47482"/>
                </a:cubicBezTo>
                <a:cubicBezTo>
                  <a:pt x="224455" y="41339"/>
                  <a:pt x="217110" y="38091"/>
                  <a:pt x="207033" y="38091"/>
                </a:cubicBezTo>
                <a:cubicBezTo>
                  <a:pt x="190974" y="38091"/>
                  <a:pt x="178336" y="46458"/>
                  <a:pt x="178336" y="57212"/>
                </a:cubicBezTo>
                <a:cubicBezTo>
                  <a:pt x="178336" y="61140"/>
                  <a:pt x="181750" y="64552"/>
                  <a:pt x="185681" y="64552"/>
                </a:cubicBezTo>
                <a:cubicBezTo>
                  <a:pt x="189778" y="64552"/>
                  <a:pt x="193367" y="61140"/>
                  <a:pt x="193367" y="57384"/>
                </a:cubicBezTo>
                <a:cubicBezTo>
                  <a:pt x="193367" y="56701"/>
                  <a:pt x="193195" y="55847"/>
                  <a:pt x="193026" y="54653"/>
                </a:cubicBezTo>
                <a:cubicBezTo>
                  <a:pt x="192684" y="53118"/>
                  <a:pt x="192512" y="51752"/>
                  <a:pt x="192512" y="50555"/>
                </a:cubicBezTo>
                <a:cubicBezTo>
                  <a:pt x="192512" y="45947"/>
                  <a:pt x="197978" y="42191"/>
                  <a:pt x="204812" y="42191"/>
                </a:cubicBezTo>
                <a:cubicBezTo>
                  <a:pt x="213182" y="42191"/>
                  <a:pt x="217793" y="47141"/>
                  <a:pt x="217793" y="56360"/>
                </a:cubicBezTo>
                <a:lnTo>
                  <a:pt x="217793" y="66773"/>
                </a:lnTo>
                <a:cubicBezTo>
                  <a:pt x="191488" y="77355"/>
                  <a:pt x="188584" y="78721"/>
                  <a:pt x="181239" y="85209"/>
                </a:cubicBezTo>
                <a:cubicBezTo>
                  <a:pt x="177481" y="88623"/>
                  <a:pt x="175088" y="94425"/>
                  <a:pt x="175088" y="100058"/>
                </a:cubicBezTo>
                <a:cubicBezTo>
                  <a:pt x="175088" y="110815"/>
                  <a:pt x="182605" y="118329"/>
                  <a:pt x="193026" y="118329"/>
                </a:cubicBezTo>
                <a:cubicBezTo>
                  <a:pt x="200540" y="118329"/>
                  <a:pt x="207544" y="114743"/>
                  <a:pt x="217965" y="105860"/>
                </a:cubicBezTo>
                <a:cubicBezTo>
                  <a:pt x="218819" y="114743"/>
                  <a:pt x="221893" y="118329"/>
                  <a:pt x="228896" y="118329"/>
                </a:cubicBezTo>
                <a:cubicBezTo>
                  <a:pt x="234703" y="118329"/>
                  <a:pt x="238293" y="116280"/>
                  <a:pt x="244269" y="109790"/>
                </a:cubicBezTo>
                <a:lnTo>
                  <a:pt x="244269" y="105351"/>
                </a:lnTo>
                <a:moveTo>
                  <a:pt x="217793" y="95611"/>
                </a:moveTo>
                <a:cubicBezTo>
                  <a:pt x="217793" y="100907"/>
                  <a:pt x="216940" y="102445"/>
                  <a:pt x="213351" y="104494"/>
                </a:cubicBezTo>
                <a:cubicBezTo>
                  <a:pt x="209254" y="106887"/>
                  <a:pt x="204471" y="108422"/>
                  <a:pt x="200882" y="108422"/>
                </a:cubicBezTo>
                <a:cubicBezTo>
                  <a:pt x="194905" y="108422"/>
                  <a:pt x="190122" y="102615"/>
                  <a:pt x="190122" y="95270"/>
                </a:cubicBezTo>
                <a:lnTo>
                  <a:pt x="190122" y="94587"/>
                </a:lnTo>
                <a:cubicBezTo>
                  <a:pt x="190122" y="84507"/>
                  <a:pt x="197123" y="78359"/>
                  <a:pt x="217793" y="70842"/>
                </a:cubicBezTo>
                <a:lnTo>
                  <a:pt x="217793" y="95611"/>
                </a:lnTo>
                <a:close/>
                <a:moveTo>
                  <a:pt x="288171" y="39759"/>
                </a:moveTo>
                <a:lnTo>
                  <a:pt x="270918" y="39759"/>
                </a:lnTo>
                <a:lnTo>
                  <a:pt x="270918" y="19945"/>
                </a:lnTo>
                <a:cubicBezTo>
                  <a:pt x="270918" y="18238"/>
                  <a:pt x="270749" y="17724"/>
                  <a:pt x="269722" y="17724"/>
                </a:cubicBezTo>
                <a:cubicBezTo>
                  <a:pt x="268528" y="19262"/>
                  <a:pt x="267501" y="20800"/>
                  <a:pt x="266308" y="22507"/>
                </a:cubicBezTo>
                <a:cubicBezTo>
                  <a:pt x="259815" y="31903"/>
                  <a:pt x="252470" y="40103"/>
                  <a:pt x="249738" y="40786"/>
                </a:cubicBezTo>
                <a:cubicBezTo>
                  <a:pt x="247859" y="41980"/>
                  <a:pt x="246832" y="43176"/>
                  <a:pt x="246832" y="44031"/>
                </a:cubicBezTo>
                <a:cubicBezTo>
                  <a:pt x="246832" y="44545"/>
                  <a:pt x="247004" y="44886"/>
                  <a:pt x="247517" y="45228"/>
                </a:cubicBezTo>
                <a:lnTo>
                  <a:pt x="256570" y="45228"/>
                </a:lnTo>
                <a:lnTo>
                  <a:pt x="256570" y="96638"/>
                </a:lnTo>
                <a:cubicBezTo>
                  <a:pt x="256570" y="110984"/>
                  <a:pt x="261694" y="118329"/>
                  <a:pt x="271773" y="118329"/>
                </a:cubicBezTo>
                <a:cubicBezTo>
                  <a:pt x="280143" y="118329"/>
                  <a:pt x="286633" y="114232"/>
                  <a:pt x="292271" y="105349"/>
                </a:cubicBezTo>
                <a:lnTo>
                  <a:pt x="290050" y="103470"/>
                </a:lnTo>
                <a:cubicBezTo>
                  <a:pt x="286464" y="107739"/>
                  <a:pt x="283560" y="109449"/>
                  <a:pt x="279801" y="109449"/>
                </a:cubicBezTo>
                <a:cubicBezTo>
                  <a:pt x="273481" y="109449"/>
                  <a:pt x="270918" y="104835"/>
                  <a:pt x="270918" y="94076"/>
                </a:cubicBezTo>
                <a:lnTo>
                  <a:pt x="270918" y="45228"/>
                </a:lnTo>
                <a:lnTo>
                  <a:pt x="288171" y="45228"/>
                </a:lnTo>
                <a:lnTo>
                  <a:pt x="288171" y="39759"/>
                </a:lnTo>
                <a:close/>
                <a:moveTo>
                  <a:pt x="373921" y="108088"/>
                </a:moveTo>
                <a:lnTo>
                  <a:pt x="373068" y="108088"/>
                </a:lnTo>
                <a:cubicBezTo>
                  <a:pt x="365210" y="108088"/>
                  <a:pt x="363331" y="106209"/>
                  <a:pt x="363331" y="98350"/>
                </a:cubicBezTo>
                <a:lnTo>
                  <a:pt x="363331" y="39759"/>
                </a:lnTo>
                <a:lnTo>
                  <a:pt x="336340" y="39759"/>
                </a:lnTo>
                <a:lnTo>
                  <a:pt x="336340" y="42666"/>
                </a:lnTo>
                <a:cubicBezTo>
                  <a:pt x="346933" y="43176"/>
                  <a:pt x="348982" y="44886"/>
                  <a:pt x="348982" y="53425"/>
                </a:cubicBezTo>
                <a:lnTo>
                  <a:pt x="348982" y="93562"/>
                </a:lnTo>
                <a:cubicBezTo>
                  <a:pt x="348982" y="98345"/>
                  <a:pt x="348127" y="100738"/>
                  <a:pt x="345737" y="102615"/>
                </a:cubicBezTo>
                <a:cubicBezTo>
                  <a:pt x="341123" y="106373"/>
                  <a:pt x="335830" y="108422"/>
                  <a:pt x="330705" y="108422"/>
                </a:cubicBezTo>
                <a:cubicBezTo>
                  <a:pt x="324043" y="108422"/>
                  <a:pt x="318577" y="102615"/>
                  <a:pt x="318577" y="95442"/>
                </a:cubicBezTo>
                <a:lnTo>
                  <a:pt x="318577" y="39759"/>
                </a:lnTo>
                <a:lnTo>
                  <a:pt x="293636" y="39759"/>
                </a:lnTo>
                <a:lnTo>
                  <a:pt x="293636" y="42152"/>
                </a:lnTo>
                <a:cubicBezTo>
                  <a:pt x="301836" y="42666"/>
                  <a:pt x="304229" y="45228"/>
                  <a:pt x="304229" y="53084"/>
                </a:cubicBezTo>
                <a:lnTo>
                  <a:pt x="304229" y="96124"/>
                </a:lnTo>
                <a:cubicBezTo>
                  <a:pt x="304229" y="109618"/>
                  <a:pt x="312426" y="118329"/>
                  <a:pt x="324895" y="118329"/>
                </a:cubicBezTo>
                <a:cubicBezTo>
                  <a:pt x="331216" y="118329"/>
                  <a:pt x="337878" y="115598"/>
                  <a:pt x="342492" y="110984"/>
                </a:cubicBezTo>
                <a:lnTo>
                  <a:pt x="349837" y="103642"/>
                </a:lnTo>
                <a:lnTo>
                  <a:pt x="349837" y="117818"/>
                </a:lnTo>
                <a:lnTo>
                  <a:pt x="350520" y="118162"/>
                </a:lnTo>
                <a:cubicBezTo>
                  <a:pt x="359061" y="114748"/>
                  <a:pt x="365210" y="112869"/>
                  <a:pt x="373921" y="110476"/>
                </a:cubicBezTo>
                <a:lnTo>
                  <a:pt x="373921" y="108088"/>
                </a:lnTo>
                <a:close/>
                <a:moveTo>
                  <a:pt x="378703" y="50050"/>
                </a:moveTo>
                <a:cubicBezTo>
                  <a:pt x="381096" y="49536"/>
                  <a:pt x="382634" y="49364"/>
                  <a:pt x="384682" y="49364"/>
                </a:cubicBezTo>
                <a:cubicBezTo>
                  <a:pt x="388952" y="49364"/>
                  <a:pt x="390490" y="52098"/>
                  <a:pt x="390490" y="59613"/>
                </a:cubicBezTo>
                <a:lnTo>
                  <a:pt x="390490" y="102315"/>
                </a:lnTo>
                <a:cubicBezTo>
                  <a:pt x="390490" y="110854"/>
                  <a:pt x="389293" y="112050"/>
                  <a:pt x="378362" y="114099"/>
                </a:cubicBezTo>
                <a:lnTo>
                  <a:pt x="378362" y="116661"/>
                </a:lnTo>
                <a:lnTo>
                  <a:pt x="419359" y="116661"/>
                </a:lnTo>
                <a:lnTo>
                  <a:pt x="419359" y="114099"/>
                </a:lnTo>
                <a:cubicBezTo>
                  <a:pt x="407742" y="113588"/>
                  <a:pt x="404838" y="111026"/>
                  <a:pt x="404838" y="101291"/>
                </a:cubicBezTo>
                <a:lnTo>
                  <a:pt x="404838" y="62858"/>
                </a:lnTo>
                <a:cubicBezTo>
                  <a:pt x="404838" y="57392"/>
                  <a:pt x="412183" y="48853"/>
                  <a:pt x="416797" y="48853"/>
                </a:cubicBezTo>
                <a:cubicBezTo>
                  <a:pt x="417821" y="48853"/>
                  <a:pt x="419359" y="49708"/>
                  <a:pt x="421238" y="51415"/>
                </a:cubicBezTo>
                <a:cubicBezTo>
                  <a:pt x="423970" y="53806"/>
                  <a:pt x="425849" y="54830"/>
                  <a:pt x="428070" y="54830"/>
                </a:cubicBezTo>
                <a:cubicBezTo>
                  <a:pt x="432170" y="54830"/>
                  <a:pt x="434732" y="51926"/>
                  <a:pt x="434732" y="47146"/>
                </a:cubicBezTo>
                <a:cubicBezTo>
                  <a:pt x="434732" y="41508"/>
                  <a:pt x="431146" y="38091"/>
                  <a:pt x="425338" y="38091"/>
                </a:cubicBezTo>
                <a:cubicBezTo>
                  <a:pt x="418163" y="38091"/>
                  <a:pt x="413210" y="42022"/>
                  <a:pt x="404838" y="54147"/>
                </a:cubicBezTo>
                <a:lnTo>
                  <a:pt x="404838" y="38435"/>
                </a:lnTo>
                <a:lnTo>
                  <a:pt x="403986" y="38091"/>
                </a:lnTo>
                <a:cubicBezTo>
                  <a:pt x="394931" y="41850"/>
                  <a:pt x="388782" y="44070"/>
                  <a:pt x="378703" y="47315"/>
                </a:cubicBezTo>
                <a:lnTo>
                  <a:pt x="378703" y="50050"/>
                </a:lnTo>
                <a:close/>
                <a:moveTo>
                  <a:pt x="504085" y="88600"/>
                </a:moveTo>
                <a:cubicBezTo>
                  <a:pt x="495887" y="101588"/>
                  <a:pt x="488539" y="106545"/>
                  <a:pt x="477608" y="106545"/>
                </a:cubicBezTo>
                <a:cubicBezTo>
                  <a:pt x="467873" y="106545"/>
                  <a:pt x="460528" y="101588"/>
                  <a:pt x="455573" y="91847"/>
                </a:cubicBezTo>
                <a:cubicBezTo>
                  <a:pt x="452497" y="85352"/>
                  <a:pt x="451303" y="79711"/>
                  <a:pt x="450962" y="69286"/>
                </a:cubicBezTo>
                <a:lnTo>
                  <a:pt x="503574" y="69286"/>
                </a:lnTo>
                <a:cubicBezTo>
                  <a:pt x="502205" y="58203"/>
                  <a:pt x="500498" y="53266"/>
                  <a:pt x="496229" y="47819"/>
                </a:cubicBezTo>
                <a:cubicBezTo>
                  <a:pt x="491102" y="41680"/>
                  <a:pt x="483246" y="38091"/>
                  <a:pt x="474363" y="38091"/>
                </a:cubicBezTo>
                <a:cubicBezTo>
                  <a:pt x="465821" y="38091"/>
                  <a:pt x="457793" y="41167"/>
                  <a:pt x="451303" y="46966"/>
                </a:cubicBezTo>
                <a:cubicBezTo>
                  <a:pt x="443273" y="53946"/>
                  <a:pt x="438662" y="66040"/>
                  <a:pt x="438662" y="80053"/>
                </a:cubicBezTo>
                <a:cubicBezTo>
                  <a:pt x="438662" y="103639"/>
                  <a:pt x="450962" y="118329"/>
                  <a:pt x="470604" y="118329"/>
                </a:cubicBezTo>
                <a:cubicBezTo>
                  <a:pt x="486832" y="118329"/>
                  <a:pt x="499643" y="108252"/>
                  <a:pt x="506819" y="89796"/>
                </a:cubicBezTo>
                <a:lnTo>
                  <a:pt x="504085" y="88600"/>
                </a:lnTo>
                <a:moveTo>
                  <a:pt x="451303" y="63820"/>
                </a:moveTo>
                <a:cubicBezTo>
                  <a:pt x="453180" y="50542"/>
                  <a:pt x="458990" y="44242"/>
                  <a:pt x="469408" y="44242"/>
                </a:cubicBezTo>
                <a:cubicBezTo>
                  <a:pt x="479829" y="44242"/>
                  <a:pt x="483929" y="49010"/>
                  <a:pt x="486149" y="63820"/>
                </a:cubicBezTo>
                <a:lnTo>
                  <a:pt x="451303" y="63820"/>
                </a:lnTo>
                <a:close/>
                <a:moveTo>
                  <a:pt x="634420" y="39759"/>
                </a:moveTo>
                <a:lnTo>
                  <a:pt x="610677" y="39759"/>
                </a:lnTo>
                <a:lnTo>
                  <a:pt x="610677" y="42324"/>
                </a:lnTo>
                <a:cubicBezTo>
                  <a:pt x="616143" y="42835"/>
                  <a:pt x="618705" y="44542"/>
                  <a:pt x="618705" y="47787"/>
                </a:cubicBezTo>
                <a:cubicBezTo>
                  <a:pt x="618705" y="49495"/>
                  <a:pt x="618364" y="51202"/>
                  <a:pt x="617681" y="52912"/>
                </a:cubicBezTo>
                <a:lnTo>
                  <a:pt x="600770" y="97138"/>
                </a:lnTo>
                <a:lnTo>
                  <a:pt x="583346" y="53422"/>
                </a:lnTo>
                <a:cubicBezTo>
                  <a:pt x="582321" y="51032"/>
                  <a:pt x="581808" y="48642"/>
                  <a:pt x="581808" y="47104"/>
                </a:cubicBezTo>
                <a:cubicBezTo>
                  <a:pt x="581808" y="44031"/>
                  <a:pt x="583687" y="42835"/>
                  <a:pt x="589666" y="42324"/>
                </a:cubicBezTo>
                <a:lnTo>
                  <a:pt x="589666" y="39759"/>
                </a:lnTo>
                <a:lnTo>
                  <a:pt x="556186" y="39759"/>
                </a:lnTo>
                <a:lnTo>
                  <a:pt x="556186" y="42324"/>
                </a:lnTo>
                <a:cubicBezTo>
                  <a:pt x="562676" y="42666"/>
                  <a:pt x="563873" y="44373"/>
                  <a:pt x="571728" y="61961"/>
                </a:cubicBezTo>
                <a:lnTo>
                  <a:pt x="592228" y="110971"/>
                </a:lnTo>
                <a:cubicBezTo>
                  <a:pt x="592570" y="111995"/>
                  <a:pt x="593081" y="113192"/>
                  <a:pt x="593594" y="114558"/>
                </a:cubicBezTo>
                <a:cubicBezTo>
                  <a:pt x="594619" y="117631"/>
                  <a:pt x="595646" y="118996"/>
                  <a:pt x="596670" y="118996"/>
                </a:cubicBezTo>
                <a:cubicBezTo>
                  <a:pt x="597694" y="118996"/>
                  <a:pt x="598891" y="116778"/>
                  <a:pt x="601453" y="110458"/>
                </a:cubicBezTo>
                <a:lnTo>
                  <a:pt x="623316" y="55643"/>
                </a:lnTo>
                <a:cubicBezTo>
                  <a:pt x="628271" y="44031"/>
                  <a:pt x="629295" y="42835"/>
                  <a:pt x="634420" y="42324"/>
                </a:cubicBezTo>
                <a:lnTo>
                  <a:pt x="634420" y="39759"/>
                </a:lnTo>
                <a:close/>
                <a:moveTo>
                  <a:pt x="705480" y="88600"/>
                </a:moveTo>
                <a:cubicBezTo>
                  <a:pt x="697283" y="101588"/>
                  <a:pt x="689935" y="106545"/>
                  <a:pt x="679004" y="106545"/>
                </a:cubicBezTo>
                <a:cubicBezTo>
                  <a:pt x="669268" y="106545"/>
                  <a:pt x="661923" y="101588"/>
                  <a:pt x="656968" y="91847"/>
                </a:cubicBezTo>
                <a:cubicBezTo>
                  <a:pt x="653893" y="85352"/>
                  <a:pt x="652699" y="79711"/>
                  <a:pt x="652358" y="69286"/>
                </a:cubicBezTo>
                <a:lnTo>
                  <a:pt x="704969" y="69286"/>
                </a:lnTo>
                <a:cubicBezTo>
                  <a:pt x="703601" y="58203"/>
                  <a:pt x="701894" y="53266"/>
                  <a:pt x="697624" y="47819"/>
                </a:cubicBezTo>
                <a:cubicBezTo>
                  <a:pt x="692497" y="41680"/>
                  <a:pt x="684641" y="38091"/>
                  <a:pt x="675759" y="38091"/>
                </a:cubicBezTo>
                <a:cubicBezTo>
                  <a:pt x="667217" y="38091"/>
                  <a:pt x="659189" y="41167"/>
                  <a:pt x="652699" y="46966"/>
                </a:cubicBezTo>
                <a:cubicBezTo>
                  <a:pt x="644668" y="53946"/>
                  <a:pt x="640058" y="66040"/>
                  <a:pt x="640058" y="80053"/>
                </a:cubicBezTo>
                <a:cubicBezTo>
                  <a:pt x="640058" y="103639"/>
                  <a:pt x="652358" y="118329"/>
                  <a:pt x="672000" y="118329"/>
                </a:cubicBezTo>
                <a:cubicBezTo>
                  <a:pt x="688228" y="118329"/>
                  <a:pt x="701039" y="108252"/>
                  <a:pt x="708215" y="89796"/>
                </a:cubicBezTo>
                <a:lnTo>
                  <a:pt x="705480" y="88600"/>
                </a:lnTo>
                <a:moveTo>
                  <a:pt x="652699" y="63820"/>
                </a:moveTo>
                <a:cubicBezTo>
                  <a:pt x="654576" y="50542"/>
                  <a:pt x="660386" y="44242"/>
                  <a:pt x="670804" y="44242"/>
                </a:cubicBezTo>
                <a:cubicBezTo>
                  <a:pt x="681224" y="44242"/>
                  <a:pt x="685324" y="49010"/>
                  <a:pt x="687545" y="63820"/>
                </a:cubicBezTo>
                <a:lnTo>
                  <a:pt x="652699" y="63820"/>
                </a:lnTo>
                <a:close/>
                <a:moveTo>
                  <a:pt x="779616" y="89986"/>
                </a:moveTo>
                <a:cubicBezTo>
                  <a:pt x="771416" y="101934"/>
                  <a:pt x="765267" y="106032"/>
                  <a:pt x="755529" y="106032"/>
                </a:cubicBezTo>
                <a:cubicBezTo>
                  <a:pt x="739984" y="106032"/>
                  <a:pt x="729053" y="92376"/>
                  <a:pt x="729053" y="72747"/>
                </a:cubicBezTo>
                <a:cubicBezTo>
                  <a:pt x="729053" y="55166"/>
                  <a:pt x="738449" y="43046"/>
                  <a:pt x="752284" y="43046"/>
                </a:cubicBezTo>
                <a:cubicBezTo>
                  <a:pt x="758433" y="43046"/>
                  <a:pt x="760654" y="44923"/>
                  <a:pt x="762364" y="51238"/>
                </a:cubicBezTo>
                <a:lnTo>
                  <a:pt x="763388" y="54994"/>
                </a:lnTo>
                <a:cubicBezTo>
                  <a:pt x="764754" y="59774"/>
                  <a:pt x="767829" y="62848"/>
                  <a:pt x="771416" y="62848"/>
                </a:cubicBezTo>
                <a:cubicBezTo>
                  <a:pt x="775857" y="62848"/>
                  <a:pt x="779616" y="59602"/>
                  <a:pt x="779616" y="55677"/>
                </a:cubicBezTo>
                <a:cubicBezTo>
                  <a:pt x="779616" y="46119"/>
                  <a:pt x="767657" y="38091"/>
                  <a:pt x="753309" y="38091"/>
                </a:cubicBezTo>
                <a:cubicBezTo>
                  <a:pt x="744939" y="38091"/>
                  <a:pt x="736228" y="41508"/>
                  <a:pt x="729225" y="47654"/>
                </a:cubicBezTo>
                <a:cubicBezTo>
                  <a:pt x="720683" y="55166"/>
                  <a:pt x="715900" y="66773"/>
                  <a:pt x="715900" y="80256"/>
                </a:cubicBezTo>
                <a:cubicBezTo>
                  <a:pt x="715900" y="102448"/>
                  <a:pt x="729394" y="118329"/>
                  <a:pt x="748356" y="118329"/>
                </a:cubicBezTo>
                <a:cubicBezTo>
                  <a:pt x="756043" y="118329"/>
                  <a:pt x="762875" y="115598"/>
                  <a:pt x="769026" y="110301"/>
                </a:cubicBezTo>
                <a:cubicBezTo>
                  <a:pt x="773637" y="106201"/>
                  <a:pt x="776882" y="101593"/>
                  <a:pt x="782006" y="91521"/>
                </a:cubicBezTo>
                <a:lnTo>
                  <a:pt x="779616" y="89986"/>
                </a:lnTo>
                <a:close/>
                <a:moveTo>
                  <a:pt x="831032" y="39759"/>
                </a:moveTo>
                <a:lnTo>
                  <a:pt x="813779" y="39759"/>
                </a:lnTo>
                <a:lnTo>
                  <a:pt x="813779" y="19945"/>
                </a:lnTo>
                <a:cubicBezTo>
                  <a:pt x="813779" y="18238"/>
                  <a:pt x="813610" y="17724"/>
                  <a:pt x="812583" y="17724"/>
                </a:cubicBezTo>
                <a:cubicBezTo>
                  <a:pt x="811389" y="19262"/>
                  <a:pt x="810362" y="20800"/>
                  <a:pt x="809169" y="22507"/>
                </a:cubicBezTo>
                <a:cubicBezTo>
                  <a:pt x="802676" y="31903"/>
                  <a:pt x="795331" y="40103"/>
                  <a:pt x="792599" y="40786"/>
                </a:cubicBezTo>
                <a:cubicBezTo>
                  <a:pt x="790720" y="41980"/>
                  <a:pt x="789693" y="43176"/>
                  <a:pt x="789693" y="44031"/>
                </a:cubicBezTo>
                <a:cubicBezTo>
                  <a:pt x="789693" y="44545"/>
                  <a:pt x="789865" y="44886"/>
                  <a:pt x="790378" y="45228"/>
                </a:cubicBezTo>
                <a:lnTo>
                  <a:pt x="799431" y="45228"/>
                </a:lnTo>
                <a:lnTo>
                  <a:pt x="799431" y="96638"/>
                </a:lnTo>
                <a:cubicBezTo>
                  <a:pt x="799431" y="110984"/>
                  <a:pt x="804555" y="118329"/>
                  <a:pt x="814634" y="118329"/>
                </a:cubicBezTo>
                <a:cubicBezTo>
                  <a:pt x="823004" y="118329"/>
                  <a:pt x="829494" y="114232"/>
                  <a:pt x="835132" y="105349"/>
                </a:cubicBezTo>
                <a:lnTo>
                  <a:pt x="832911" y="103470"/>
                </a:lnTo>
                <a:cubicBezTo>
                  <a:pt x="829325" y="107739"/>
                  <a:pt x="826421" y="109449"/>
                  <a:pt x="822662" y="109449"/>
                </a:cubicBezTo>
                <a:cubicBezTo>
                  <a:pt x="816342" y="109449"/>
                  <a:pt x="813779" y="104835"/>
                  <a:pt x="813779" y="94076"/>
                </a:cubicBezTo>
                <a:lnTo>
                  <a:pt x="813779" y="45228"/>
                </a:lnTo>
                <a:lnTo>
                  <a:pt x="831032" y="45228"/>
                </a:lnTo>
                <a:lnTo>
                  <a:pt x="831032" y="39759"/>
                </a:lnTo>
                <a:close/>
                <a:moveTo>
                  <a:pt x="877667" y="38091"/>
                </a:moveTo>
                <a:cubicBezTo>
                  <a:pt x="855459" y="38091"/>
                  <a:pt x="839914" y="54483"/>
                  <a:pt x="839914" y="78041"/>
                </a:cubicBezTo>
                <a:cubicBezTo>
                  <a:pt x="839914" y="101085"/>
                  <a:pt x="855801" y="118329"/>
                  <a:pt x="877322" y="118329"/>
                </a:cubicBezTo>
                <a:cubicBezTo>
                  <a:pt x="898847" y="118329"/>
                  <a:pt x="915244" y="100232"/>
                  <a:pt x="915244" y="76675"/>
                </a:cubicBezTo>
                <a:cubicBezTo>
                  <a:pt x="915244" y="54311"/>
                  <a:pt x="899530" y="38091"/>
                  <a:pt x="877667" y="38091"/>
                </a:cubicBezTo>
                <a:moveTo>
                  <a:pt x="875446" y="42877"/>
                </a:moveTo>
                <a:cubicBezTo>
                  <a:pt x="889794" y="42877"/>
                  <a:pt x="899871" y="59264"/>
                  <a:pt x="899871" y="82649"/>
                </a:cubicBezTo>
                <a:cubicBezTo>
                  <a:pt x="899871" y="101940"/>
                  <a:pt x="892185" y="113546"/>
                  <a:pt x="879374" y="113546"/>
                </a:cubicBezTo>
                <a:cubicBezTo>
                  <a:pt x="872712" y="113546"/>
                  <a:pt x="866391" y="109451"/>
                  <a:pt x="862804" y="102622"/>
                </a:cubicBezTo>
                <a:cubicBezTo>
                  <a:pt x="858021" y="93745"/>
                  <a:pt x="855287" y="81797"/>
                  <a:pt x="855287" y="69677"/>
                </a:cubicBezTo>
                <a:cubicBezTo>
                  <a:pt x="855287" y="53459"/>
                  <a:pt x="863315" y="42877"/>
                  <a:pt x="875446" y="42877"/>
                </a:cubicBezTo>
                <a:close/>
                <a:moveTo>
                  <a:pt x="921565" y="50050"/>
                </a:moveTo>
                <a:cubicBezTo>
                  <a:pt x="923958" y="49536"/>
                  <a:pt x="925496" y="49364"/>
                  <a:pt x="927544" y="49364"/>
                </a:cubicBezTo>
                <a:cubicBezTo>
                  <a:pt x="931814" y="49364"/>
                  <a:pt x="933352" y="52098"/>
                  <a:pt x="933352" y="59613"/>
                </a:cubicBezTo>
                <a:lnTo>
                  <a:pt x="933352" y="102315"/>
                </a:lnTo>
                <a:cubicBezTo>
                  <a:pt x="933352" y="110854"/>
                  <a:pt x="932155" y="112050"/>
                  <a:pt x="921224" y="114099"/>
                </a:cubicBezTo>
                <a:lnTo>
                  <a:pt x="921224" y="116661"/>
                </a:lnTo>
                <a:lnTo>
                  <a:pt x="962221" y="116661"/>
                </a:lnTo>
                <a:lnTo>
                  <a:pt x="962221" y="114099"/>
                </a:lnTo>
                <a:cubicBezTo>
                  <a:pt x="950604" y="113588"/>
                  <a:pt x="947700" y="111026"/>
                  <a:pt x="947700" y="101291"/>
                </a:cubicBezTo>
                <a:lnTo>
                  <a:pt x="947700" y="62858"/>
                </a:lnTo>
                <a:cubicBezTo>
                  <a:pt x="947700" y="57392"/>
                  <a:pt x="955045" y="48853"/>
                  <a:pt x="959659" y="48853"/>
                </a:cubicBezTo>
                <a:cubicBezTo>
                  <a:pt x="960683" y="48853"/>
                  <a:pt x="962221" y="49708"/>
                  <a:pt x="964100" y="51415"/>
                </a:cubicBezTo>
                <a:cubicBezTo>
                  <a:pt x="966832" y="53806"/>
                  <a:pt x="968711" y="54830"/>
                  <a:pt x="970932" y="54830"/>
                </a:cubicBezTo>
                <a:cubicBezTo>
                  <a:pt x="975032" y="54830"/>
                  <a:pt x="977594" y="51926"/>
                  <a:pt x="977594" y="47146"/>
                </a:cubicBezTo>
                <a:cubicBezTo>
                  <a:pt x="977594" y="41508"/>
                  <a:pt x="974008" y="38091"/>
                  <a:pt x="968200" y="38091"/>
                </a:cubicBezTo>
                <a:cubicBezTo>
                  <a:pt x="961025" y="38091"/>
                  <a:pt x="956072" y="42022"/>
                  <a:pt x="947700" y="54147"/>
                </a:cubicBezTo>
                <a:lnTo>
                  <a:pt x="947700" y="38435"/>
                </a:lnTo>
                <a:lnTo>
                  <a:pt x="946848" y="38091"/>
                </a:lnTo>
                <a:cubicBezTo>
                  <a:pt x="937793" y="41850"/>
                  <a:pt x="931644" y="44070"/>
                  <a:pt x="921565" y="47315"/>
                </a:cubicBezTo>
                <a:lnTo>
                  <a:pt x="921565" y="50050"/>
                </a:lnTo>
                <a:close/>
                <a:moveTo>
                  <a:pt x="1031060" y="62991"/>
                </a:moveTo>
                <a:lnTo>
                  <a:pt x="1030377" y="39759"/>
                </a:lnTo>
                <a:lnTo>
                  <a:pt x="1028498" y="39759"/>
                </a:lnTo>
                <a:lnTo>
                  <a:pt x="1028157" y="40103"/>
                </a:lnTo>
                <a:cubicBezTo>
                  <a:pt x="1026619" y="41297"/>
                  <a:pt x="1026449" y="41469"/>
                  <a:pt x="1025766" y="41469"/>
                </a:cubicBezTo>
                <a:cubicBezTo>
                  <a:pt x="1024742" y="41469"/>
                  <a:pt x="1023032" y="41128"/>
                  <a:pt x="1021153" y="40273"/>
                </a:cubicBezTo>
                <a:cubicBezTo>
                  <a:pt x="1017394" y="38943"/>
                  <a:pt x="1013638" y="38258"/>
                  <a:pt x="1009197" y="38258"/>
                </a:cubicBezTo>
                <a:cubicBezTo>
                  <a:pt x="995701" y="38258"/>
                  <a:pt x="985965" y="46969"/>
                  <a:pt x="985965" y="59261"/>
                </a:cubicBezTo>
                <a:cubicBezTo>
                  <a:pt x="985965" y="68819"/>
                  <a:pt x="991431" y="75648"/>
                  <a:pt x="1005952" y="83843"/>
                </a:cubicBezTo>
                <a:lnTo>
                  <a:pt x="1015859" y="89478"/>
                </a:lnTo>
                <a:cubicBezTo>
                  <a:pt x="1021836" y="92892"/>
                  <a:pt x="1024742" y="96990"/>
                  <a:pt x="1024742" y="102281"/>
                </a:cubicBezTo>
                <a:cubicBezTo>
                  <a:pt x="1024742" y="109793"/>
                  <a:pt x="1019274" y="114573"/>
                  <a:pt x="1010563" y="114573"/>
                </a:cubicBezTo>
                <a:cubicBezTo>
                  <a:pt x="1004756" y="114573"/>
                  <a:pt x="999459" y="112352"/>
                  <a:pt x="996214" y="108597"/>
                </a:cubicBezTo>
                <a:cubicBezTo>
                  <a:pt x="992628" y="104330"/>
                  <a:pt x="991090" y="100402"/>
                  <a:pt x="988869" y="90672"/>
                </a:cubicBezTo>
                <a:lnTo>
                  <a:pt x="986135" y="90672"/>
                </a:lnTo>
                <a:lnTo>
                  <a:pt x="986135" y="117305"/>
                </a:lnTo>
                <a:lnTo>
                  <a:pt x="988356" y="117305"/>
                </a:lnTo>
                <a:cubicBezTo>
                  <a:pt x="989552" y="115598"/>
                  <a:pt x="990235" y="115256"/>
                  <a:pt x="992286" y="115256"/>
                </a:cubicBezTo>
                <a:cubicBezTo>
                  <a:pt x="993824" y="115295"/>
                  <a:pt x="996214" y="115637"/>
                  <a:pt x="1000142" y="116661"/>
                </a:cubicBezTo>
                <a:cubicBezTo>
                  <a:pt x="1004925" y="117646"/>
                  <a:pt x="1009538" y="118329"/>
                  <a:pt x="1012611" y="118329"/>
                </a:cubicBezTo>
                <a:cubicBezTo>
                  <a:pt x="1025766" y="118329"/>
                  <a:pt x="1036698" y="108427"/>
                  <a:pt x="1036698" y="96476"/>
                </a:cubicBezTo>
                <a:cubicBezTo>
                  <a:pt x="1036698" y="87940"/>
                  <a:pt x="1032598" y="82308"/>
                  <a:pt x="1022349" y="76161"/>
                </a:cubicBezTo>
                <a:lnTo>
                  <a:pt x="1003901" y="65235"/>
                </a:lnTo>
                <a:cubicBezTo>
                  <a:pt x="999118" y="62503"/>
                  <a:pt x="996556" y="58237"/>
                  <a:pt x="996556" y="53626"/>
                </a:cubicBezTo>
                <a:cubicBezTo>
                  <a:pt x="996556" y="46797"/>
                  <a:pt x="1001852" y="42017"/>
                  <a:pt x="1009708" y="42017"/>
                </a:cubicBezTo>
                <a:cubicBezTo>
                  <a:pt x="1019446" y="42017"/>
                  <a:pt x="1024570" y="47821"/>
                  <a:pt x="1028498" y="63017"/>
                </a:cubicBezTo>
                <a:lnTo>
                  <a:pt x="1031060" y="62991"/>
                </a:lnTo>
                <a:close/>
                <a:moveTo>
                  <a:pt x="1112543" y="341"/>
                </a:moveTo>
                <a:lnTo>
                  <a:pt x="1111688" y="0"/>
                </a:lnTo>
                <a:cubicBezTo>
                  <a:pt x="1104512" y="2562"/>
                  <a:pt x="1099901" y="3928"/>
                  <a:pt x="1091873" y="6149"/>
                </a:cubicBezTo>
                <a:lnTo>
                  <a:pt x="1086919" y="7517"/>
                </a:lnTo>
                <a:lnTo>
                  <a:pt x="1086919" y="10249"/>
                </a:lnTo>
                <a:cubicBezTo>
                  <a:pt x="1087943" y="10079"/>
                  <a:pt x="1088626" y="10079"/>
                  <a:pt x="1089822" y="10079"/>
                </a:cubicBezTo>
                <a:cubicBezTo>
                  <a:pt x="1096656" y="10079"/>
                  <a:pt x="1098192" y="11614"/>
                  <a:pt x="1098192" y="18790"/>
                </a:cubicBezTo>
                <a:lnTo>
                  <a:pt x="1098192" y="107403"/>
                </a:lnTo>
                <a:cubicBezTo>
                  <a:pt x="1098192" y="112694"/>
                  <a:pt x="1112712" y="118329"/>
                  <a:pt x="1126378" y="118329"/>
                </a:cubicBezTo>
                <a:cubicBezTo>
                  <a:pt x="1148927" y="118329"/>
                  <a:pt x="1166348" y="99549"/>
                  <a:pt x="1166348" y="75140"/>
                </a:cubicBezTo>
                <a:cubicBezTo>
                  <a:pt x="1166348" y="54144"/>
                  <a:pt x="1153368" y="38091"/>
                  <a:pt x="1136285" y="38091"/>
                </a:cubicBezTo>
                <a:cubicBezTo>
                  <a:pt x="1125865" y="38091"/>
                  <a:pt x="1115957" y="44242"/>
                  <a:pt x="1112543" y="52609"/>
                </a:cubicBezTo>
                <a:lnTo>
                  <a:pt x="1112543" y="341"/>
                </a:lnTo>
                <a:moveTo>
                  <a:pt x="1112543" y="61656"/>
                </a:moveTo>
                <a:cubicBezTo>
                  <a:pt x="1112543" y="54999"/>
                  <a:pt x="1120571" y="48853"/>
                  <a:pt x="1129454" y="48853"/>
                </a:cubicBezTo>
                <a:cubicBezTo>
                  <a:pt x="1142775" y="48853"/>
                  <a:pt x="1151317" y="62167"/>
                  <a:pt x="1151317" y="82993"/>
                </a:cubicBezTo>
                <a:cubicBezTo>
                  <a:pt x="1151317" y="101940"/>
                  <a:pt x="1143117" y="112863"/>
                  <a:pt x="1129112" y="112863"/>
                </a:cubicBezTo>
                <a:cubicBezTo>
                  <a:pt x="1120229" y="112863"/>
                  <a:pt x="1112543" y="108938"/>
                  <a:pt x="1112543" y="104671"/>
                </a:cubicBezTo>
                <a:lnTo>
                  <a:pt x="1112543" y="61656"/>
                </a:lnTo>
                <a:close/>
                <a:moveTo>
                  <a:pt x="1252954" y="39759"/>
                </a:moveTo>
                <a:lnTo>
                  <a:pt x="1229895" y="39759"/>
                </a:lnTo>
                <a:lnTo>
                  <a:pt x="1229895" y="42324"/>
                </a:lnTo>
                <a:cubicBezTo>
                  <a:pt x="1235361" y="42324"/>
                  <a:pt x="1238095" y="43859"/>
                  <a:pt x="1238095" y="46593"/>
                </a:cubicBezTo>
                <a:cubicBezTo>
                  <a:pt x="1238095" y="47276"/>
                  <a:pt x="1237923" y="48301"/>
                  <a:pt x="1237409" y="49497"/>
                </a:cubicBezTo>
                <a:lnTo>
                  <a:pt x="1220840" y="96641"/>
                </a:lnTo>
                <a:lnTo>
                  <a:pt x="1201197" y="53425"/>
                </a:lnTo>
                <a:cubicBezTo>
                  <a:pt x="1200170" y="51035"/>
                  <a:pt x="1199488" y="48814"/>
                  <a:pt x="1199488" y="46935"/>
                </a:cubicBezTo>
                <a:cubicBezTo>
                  <a:pt x="1199488" y="43859"/>
                  <a:pt x="1202050" y="42666"/>
                  <a:pt x="1209395" y="42324"/>
                </a:cubicBezTo>
                <a:lnTo>
                  <a:pt x="1209395" y="39759"/>
                </a:lnTo>
                <a:lnTo>
                  <a:pt x="1174207" y="39759"/>
                </a:lnTo>
                <a:lnTo>
                  <a:pt x="1174207" y="42152"/>
                </a:lnTo>
                <a:cubicBezTo>
                  <a:pt x="1178649" y="42835"/>
                  <a:pt x="1181552" y="44714"/>
                  <a:pt x="1182918" y="47618"/>
                </a:cubicBezTo>
                <a:lnTo>
                  <a:pt x="1202391" y="89640"/>
                </a:lnTo>
                <a:lnTo>
                  <a:pt x="1202905" y="91005"/>
                </a:lnTo>
                <a:lnTo>
                  <a:pt x="1205467" y="96130"/>
                </a:lnTo>
                <a:cubicBezTo>
                  <a:pt x="1210250" y="104671"/>
                  <a:pt x="1212984" y="110820"/>
                  <a:pt x="1212984" y="113382"/>
                </a:cubicBezTo>
                <a:cubicBezTo>
                  <a:pt x="1212984" y="115944"/>
                  <a:pt x="1209053" y="126704"/>
                  <a:pt x="1206150" y="131828"/>
                </a:cubicBezTo>
                <a:cubicBezTo>
                  <a:pt x="1203760" y="136270"/>
                  <a:pt x="1200001" y="139515"/>
                  <a:pt x="1197608" y="139515"/>
                </a:cubicBezTo>
                <a:cubicBezTo>
                  <a:pt x="1196584" y="139515"/>
                  <a:pt x="1195046" y="139173"/>
                  <a:pt x="1193339" y="138321"/>
                </a:cubicBezTo>
                <a:cubicBezTo>
                  <a:pt x="1190094" y="137124"/>
                  <a:pt x="1187190" y="136442"/>
                  <a:pt x="1184287" y="136442"/>
                </a:cubicBezTo>
                <a:cubicBezTo>
                  <a:pt x="1180356" y="136442"/>
                  <a:pt x="1176942" y="139859"/>
                  <a:pt x="1176942" y="143956"/>
                </a:cubicBezTo>
                <a:cubicBezTo>
                  <a:pt x="1176942" y="149594"/>
                  <a:pt x="1182407" y="153866"/>
                  <a:pt x="1189580" y="153866"/>
                </a:cubicBezTo>
                <a:cubicBezTo>
                  <a:pt x="1201025" y="153866"/>
                  <a:pt x="1209225" y="144300"/>
                  <a:pt x="1218450" y="119703"/>
                </a:cubicBezTo>
                <a:lnTo>
                  <a:pt x="1244754" y="50011"/>
                </a:lnTo>
                <a:cubicBezTo>
                  <a:pt x="1246975" y="44542"/>
                  <a:pt x="1248854" y="42835"/>
                  <a:pt x="1252954" y="42324"/>
                </a:cubicBezTo>
                <a:lnTo>
                  <a:pt x="1252954" y="397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Text f">
            <a:extLst xmlns:a="http://schemas.openxmlformats.org/drawingml/2006/main">
              <a:ext uri="{FF2B5EF4-FFF2-40B4-BE49-F238E27FC236}">
                <a16:creationId xmlns:a16="http://schemas.microsoft.com/office/drawing/2014/main" id="{6561FB7A-D9A1-41E9-8A7D-F5CF3847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245" y="1610199"/>
            <a:ext cx="62008" cy="116604"/>
          </a:xfrm>
          <a:custGeom xmlns:a="http://schemas.openxmlformats.org/drawingml/2006/main">
            <a:pathLst>
              <a:path w="62008" h="116604">
                <a:moveTo>
                  <a:pt x="49367" y="39702"/>
                </a:moveTo>
                <a:lnTo>
                  <a:pt x="28356" y="39702"/>
                </a:lnTo>
                <a:lnTo>
                  <a:pt x="28356" y="19945"/>
                </a:lnTo>
                <a:cubicBezTo>
                  <a:pt x="28356" y="10064"/>
                  <a:pt x="31601" y="4785"/>
                  <a:pt x="38094" y="4785"/>
                </a:cubicBezTo>
                <a:cubicBezTo>
                  <a:pt x="41680" y="4785"/>
                  <a:pt x="44073" y="6488"/>
                  <a:pt x="47146" y="11427"/>
                </a:cubicBezTo>
                <a:cubicBezTo>
                  <a:pt x="49880" y="15855"/>
                  <a:pt x="51929" y="17560"/>
                  <a:pt x="54833" y="17560"/>
                </a:cubicBezTo>
                <a:cubicBezTo>
                  <a:pt x="58763" y="17560"/>
                  <a:pt x="62008" y="14492"/>
                  <a:pt x="62008" y="10574"/>
                </a:cubicBezTo>
                <a:cubicBezTo>
                  <a:pt x="62008" y="4441"/>
                  <a:pt x="54491" y="0"/>
                  <a:pt x="44242" y="0"/>
                </a:cubicBezTo>
                <a:cubicBezTo>
                  <a:pt x="33652" y="0"/>
                  <a:pt x="24597" y="4613"/>
                  <a:pt x="20156" y="12449"/>
                </a:cubicBezTo>
                <a:cubicBezTo>
                  <a:pt x="15717" y="19945"/>
                  <a:pt x="14349" y="26075"/>
                  <a:pt x="14179" y="39702"/>
                </a:cubicBezTo>
                <a:lnTo>
                  <a:pt x="172" y="39702"/>
                </a:lnTo>
                <a:lnTo>
                  <a:pt x="172" y="45170"/>
                </a:lnTo>
                <a:lnTo>
                  <a:pt x="14179" y="45170"/>
                </a:lnTo>
                <a:lnTo>
                  <a:pt x="14179" y="98833"/>
                </a:lnTo>
                <a:cubicBezTo>
                  <a:pt x="14179" y="111307"/>
                  <a:pt x="12300" y="113359"/>
                  <a:pt x="0" y="114041"/>
                </a:cubicBezTo>
                <a:lnTo>
                  <a:pt x="0" y="116604"/>
                </a:lnTo>
                <a:lnTo>
                  <a:pt x="44414" y="116604"/>
                </a:lnTo>
                <a:lnTo>
                  <a:pt x="44414" y="114041"/>
                </a:lnTo>
                <a:cubicBezTo>
                  <a:pt x="30407" y="113531"/>
                  <a:pt x="28528" y="111651"/>
                  <a:pt x="28528" y="98833"/>
                </a:cubicBezTo>
                <a:lnTo>
                  <a:pt x="28528" y="45170"/>
                </a:lnTo>
                <a:lnTo>
                  <a:pt x="49367" y="45170"/>
                </a:lnTo>
                <a:lnTo>
                  <a:pt x="49367" y="3970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Text requencyrank">
            <a:extLst xmlns:a="http://schemas.openxmlformats.org/drawingml/2006/main">
              <a:ext uri="{FF2B5EF4-FFF2-40B4-BE49-F238E27FC236}">
                <a16:creationId xmlns:a16="http://schemas.microsoft.com/office/drawing/2014/main" id="{0A037B34-B2FA-499E-8323-61D7466E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6565" y="1610103"/>
            <a:ext cx="969737" cy="153905"/>
          </a:xfrm>
          <a:custGeom xmlns:a="http://schemas.openxmlformats.org/drawingml/2006/main">
            <a:pathLst>
              <a:path w="969737" h="153905">
                <a:moveTo>
                  <a:pt x="341" y="50089"/>
                </a:moveTo>
                <a:cubicBezTo>
                  <a:pt x="2734" y="49575"/>
                  <a:pt x="4272" y="49403"/>
                  <a:pt x="6321" y="49403"/>
                </a:cubicBezTo>
                <a:cubicBezTo>
                  <a:pt x="10590" y="49403"/>
                  <a:pt x="12128" y="52137"/>
                  <a:pt x="12128" y="59652"/>
                </a:cubicBezTo>
                <a:lnTo>
                  <a:pt x="12128" y="102354"/>
                </a:lnTo>
                <a:cubicBezTo>
                  <a:pt x="12128" y="110893"/>
                  <a:pt x="10932" y="112089"/>
                  <a:pt x="0" y="114138"/>
                </a:cubicBezTo>
                <a:lnTo>
                  <a:pt x="0" y="116700"/>
                </a:lnTo>
                <a:lnTo>
                  <a:pt x="40997" y="116700"/>
                </a:lnTo>
                <a:lnTo>
                  <a:pt x="40997" y="114138"/>
                </a:lnTo>
                <a:cubicBezTo>
                  <a:pt x="29380" y="113627"/>
                  <a:pt x="26477" y="111065"/>
                  <a:pt x="26477" y="101330"/>
                </a:cubicBezTo>
                <a:lnTo>
                  <a:pt x="26477" y="62897"/>
                </a:lnTo>
                <a:cubicBezTo>
                  <a:pt x="26477" y="57431"/>
                  <a:pt x="33822" y="48892"/>
                  <a:pt x="38435" y="48892"/>
                </a:cubicBezTo>
                <a:cubicBezTo>
                  <a:pt x="39460" y="48892"/>
                  <a:pt x="40997" y="49747"/>
                  <a:pt x="42877" y="51455"/>
                </a:cubicBezTo>
                <a:cubicBezTo>
                  <a:pt x="45608" y="53845"/>
                  <a:pt x="47488" y="54869"/>
                  <a:pt x="49708" y="54869"/>
                </a:cubicBezTo>
                <a:cubicBezTo>
                  <a:pt x="53808" y="54869"/>
                  <a:pt x="56370" y="51965"/>
                  <a:pt x="56370" y="47185"/>
                </a:cubicBezTo>
                <a:cubicBezTo>
                  <a:pt x="56370" y="41547"/>
                  <a:pt x="52784" y="38130"/>
                  <a:pt x="46977" y="38130"/>
                </a:cubicBezTo>
                <a:cubicBezTo>
                  <a:pt x="39801" y="38130"/>
                  <a:pt x="34849" y="42061"/>
                  <a:pt x="26477" y="54186"/>
                </a:cubicBezTo>
                <a:lnTo>
                  <a:pt x="26477" y="38474"/>
                </a:lnTo>
                <a:lnTo>
                  <a:pt x="25624" y="38130"/>
                </a:lnTo>
                <a:cubicBezTo>
                  <a:pt x="16569" y="41889"/>
                  <a:pt x="10421" y="44110"/>
                  <a:pt x="341" y="47355"/>
                </a:cubicBezTo>
                <a:lnTo>
                  <a:pt x="341" y="50089"/>
                </a:lnTo>
                <a:close/>
                <a:moveTo>
                  <a:pt x="125723" y="88639"/>
                </a:moveTo>
                <a:cubicBezTo>
                  <a:pt x="117526" y="101627"/>
                  <a:pt x="110178" y="106584"/>
                  <a:pt x="99246" y="106584"/>
                </a:cubicBezTo>
                <a:cubicBezTo>
                  <a:pt x="89511" y="106584"/>
                  <a:pt x="82166" y="101627"/>
                  <a:pt x="77211" y="91886"/>
                </a:cubicBezTo>
                <a:cubicBezTo>
                  <a:pt x="74135" y="85391"/>
                  <a:pt x="72942" y="79751"/>
                  <a:pt x="72600" y="69325"/>
                </a:cubicBezTo>
                <a:lnTo>
                  <a:pt x="125212" y="69325"/>
                </a:lnTo>
                <a:cubicBezTo>
                  <a:pt x="123844" y="58242"/>
                  <a:pt x="122136" y="53305"/>
                  <a:pt x="117867" y="47858"/>
                </a:cubicBezTo>
                <a:cubicBezTo>
                  <a:pt x="112740" y="41719"/>
                  <a:pt x="104884" y="38130"/>
                  <a:pt x="96001" y="38130"/>
                </a:cubicBezTo>
                <a:cubicBezTo>
                  <a:pt x="87460" y="38130"/>
                  <a:pt x="79432" y="41206"/>
                  <a:pt x="72942" y="47005"/>
                </a:cubicBezTo>
                <a:cubicBezTo>
                  <a:pt x="64911" y="53985"/>
                  <a:pt x="60300" y="66080"/>
                  <a:pt x="60300" y="80092"/>
                </a:cubicBezTo>
                <a:cubicBezTo>
                  <a:pt x="60300" y="103678"/>
                  <a:pt x="72600" y="118368"/>
                  <a:pt x="92243" y="118368"/>
                </a:cubicBezTo>
                <a:cubicBezTo>
                  <a:pt x="108471" y="118368"/>
                  <a:pt x="121281" y="108292"/>
                  <a:pt x="128457" y="89835"/>
                </a:cubicBezTo>
                <a:lnTo>
                  <a:pt x="125723" y="88639"/>
                </a:lnTo>
                <a:moveTo>
                  <a:pt x="72942" y="63859"/>
                </a:moveTo>
                <a:cubicBezTo>
                  <a:pt x="74818" y="50581"/>
                  <a:pt x="80628" y="44282"/>
                  <a:pt x="91046" y="44282"/>
                </a:cubicBezTo>
                <a:cubicBezTo>
                  <a:pt x="101467" y="44282"/>
                  <a:pt x="105567" y="49049"/>
                  <a:pt x="107788" y="63859"/>
                </a:cubicBezTo>
                <a:lnTo>
                  <a:pt x="72942" y="63859"/>
                </a:lnTo>
                <a:close/>
                <a:moveTo>
                  <a:pt x="193368" y="44112"/>
                </a:moveTo>
                <a:cubicBezTo>
                  <a:pt x="185509" y="39501"/>
                  <a:pt x="180385" y="37963"/>
                  <a:pt x="173723" y="37963"/>
                </a:cubicBezTo>
                <a:cubicBezTo>
                  <a:pt x="152371" y="37963"/>
                  <a:pt x="135971" y="57085"/>
                  <a:pt x="135971" y="81664"/>
                </a:cubicBezTo>
                <a:cubicBezTo>
                  <a:pt x="135971" y="103170"/>
                  <a:pt x="147246" y="118368"/>
                  <a:pt x="163302" y="118368"/>
                </a:cubicBezTo>
                <a:cubicBezTo>
                  <a:pt x="173209" y="118368"/>
                  <a:pt x="182606" y="113929"/>
                  <a:pt x="190120" y="105729"/>
                </a:cubicBezTo>
                <a:lnTo>
                  <a:pt x="190120" y="137846"/>
                </a:lnTo>
                <a:cubicBezTo>
                  <a:pt x="190120" y="147412"/>
                  <a:pt x="187047" y="149977"/>
                  <a:pt x="174919" y="150829"/>
                </a:cubicBezTo>
                <a:lnTo>
                  <a:pt x="174919" y="153733"/>
                </a:lnTo>
                <a:lnTo>
                  <a:pt x="215231" y="153733"/>
                </a:lnTo>
                <a:lnTo>
                  <a:pt x="215231" y="151343"/>
                </a:lnTo>
                <a:cubicBezTo>
                  <a:pt x="205837" y="149292"/>
                  <a:pt x="204469" y="147926"/>
                  <a:pt x="204469" y="140750"/>
                </a:cubicBezTo>
                <a:lnTo>
                  <a:pt x="204469" y="38649"/>
                </a:lnTo>
                <a:lnTo>
                  <a:pt x="202590" y="38649"/>
                </a:lnTo>
                <a:lnTo>
                  <a:pt x="193368" y="44112"/>
                </a:lnTo>
                <a:moveTo>
                  <a:pt x="190120" y="94978"/>
                </a:moveTo>
                <a:cubicBezTo>
                  <a:pt x="190120" y="99075"/>
                  <a:pt x="189437" y="101293"/>
                  <a:pt x="187730" y="102659"/>
                </a:cubicBezTo>
                <a:cubicBezTo>
                  <a:pt x="183972" y="105901"/>
                  <a:pt x="178334" y="107950"/>
                  <a:pt x="173040" y="107950"/>
                </a:cubicBezTo>
                <a:cubicBezTo>
                  <a:pt x="167744" y="107950"/>
                  <a:pt x="163133" y="106243"/>
                  <a:pt x="159716" y="102828"/>
                </a:cubicBezTo>
                <a:cubicBezTo>
                  <a:pt x="154250" y="97879"/>
                  <a:pt x="150661" y="86785"/>
                  <a:pt x="150661" y="75520"/>
                </a:cubicBezTo>
                <a:cubicBezTo>
                  <a:pt x="150661" y="55377"/>
                  <a:pt x="159716" y="42749"/>
                  <a:pt x="174234" y="42749"/>
                </a:cubicBezTo>
                <a:cubicBezTo>
                  <a:pt x="184826" y="42749"/>
                  <a:pt x="190120" y="48379"/>
                  <a:pt x="190120" y="59816"/>
                </a:cubicBezTo>
                <a:lnTo>
                  <a:pt x="190120" y="94978"/>
                </a:lnTo>
                <a:close/>
                <a:moveTo>
                  <a:pt x="299103" y="108127"/>
                </a:moveTo>
                <a:lnTo>
                  <a:pt x="298251" y="108127"/>
                </a:lnTo>
                <a:cubicBezTo>
                  <a:pt x="290392" y="108127"/>
                  <a:pt x="288513" y="106248"/>
                  <a:pt x="288513" y="98390"/>
                </a:cubicBezTo>
                <a:lnTo>
                  <a:pt x="288513" y="39798"/>
                </a:lnTo>
                <a:lnTo>
                  <a:pt x="261523" y="39798"/>
                </a:lnTo>
                <a:lnTo>
                  <a:pt x="261523" y="42705"/>
                </a:lnTo>
                <a:cubicBezTo>
                  <a:pt x="272116" y="43215"/>
                  <a:pt x="274164" y="44925"/>
                  <a:pt x="274164" y="53464"/>
                </a:cubicBezTo>
                <a:lnTo>
                  <a:pt x="274164" y="93601"/>
                </a:lnTo>
                <a:cubicBezTo>
                  <a:pt x="274164" y="98384"/>
                  <a:pt x="273309" y="100777"/>
                  <a:pt x="270919" y="102654"/>
                </a:cubicBezTo>
                <a:cubicBezTo>
                  <a:pt x="266306" y="106412"/>
                  <a:pt x="261012" y="108461"/>
                  <a:pt x="255888" y="108461"/>
                </a:cubicBezTo>
                <a:cubicBezTo>
                  <a:pt x="249225" y="108461"/>
                  <a:pt x="243760" y="102654"/>
                  <a:pt x="243760" y="95481"/>
                </a:cubicBezTo>
                <a:lnTo>
                  <a:pt x="243760" y="39798"/>
                </a:lnTo>
                <a:lnTo>
                  <a:pt x="218818" y="39798"/>
                </a:lnTo>
                <a:lnTo>
                  <a:pt x="218818" y="42191"/>
                </a:lnTo>
                <a:cubicBezTo>
                  <a:pt x="227018" y="42705"/>
                  <a:pt x="229411" y="45267"/>
                  <a:pt x="229411" y="53123"/>
                </a:cubicBezTo>
                <a:lnTo>
                  <a:pt x="229411" y="96164"/>
                </a:lnTo>
                <a:cubicBezTo>
                  <a:pt x="229411" y="109657"/>
                  <a:pt x="237608" y="118368"/>
                  <a:pt x="250078" y="118368"/>
                </a:cubicBezTo>
                <a:cubicBezTo>
                  <a:pt x="256398" y="118368"/>
                  <a:pt x="263061" y="115637"/>
                  <a:pt x="267674" y="111023"/>
                </a:cubicBezTo>
                <a:lnTo>
                  <a:pt x="275019" y="103681"/>
                </a:lnTo>
                <a:lnTo>
                  <a:pt x="275019" y="117857"/>
                </a:lnTo>
                <a:lnTo>
                  <a:pt x="275702" y="118201"/>
                </a:lnTo>
                <a:cubicBezTo>
                  <a:pt x="284243" y="114787"/>
                  <a:pt x="290392" y="112908"/>
                  <a:pt x="299103" y="110515"/>
                </a:cubicBezTo>
                <a:lnTo>
                  <a:pt x="299103" y="108127"/>
                </a:lnTo>
                <a:close/>
                <a:moveTo>
                  <a:pt x="372385" y="88639"/>
                </a:moveTo>
                <a:cubicBezTo>
                  <a:pt x="364187" y="101627"/>
                  <a:pt x="356840" y="106584"/>
                  <a:pt x="345908" y="106584"/>
                </a:cubicBezTo>
                <a:cubicBezTo>
                  <a:pt x="336173" y="106584"/>
                  <a:pt x="328828" y="101627"/>
                  <a:pt x="323873" y="91886"/>
                </a:cubicBezTo>
                <a:cubicBezTo>
                  <a:pt x="320797" y="85391"/>
                  <a:pt x="319603" y="79751"/>
                  <a:pt x="319262" y="69325"/>
                </a:cubicBezTo>
                <a:lnTo>
                  <a:pt x="371874" y="69325"/>
                </a:lnTo>
                <a:cubicBezTo>
                  <a:pt x="370505" y="58242"/>
                  <a:pt x="368798" y="53305"/>
                  <a:pt x="364529" y="47858"/>
                </a:cubicBezTo>
                <a:cubicBezTo>
                  <a:pt x="359402" y="41719"/>
                  <a:pt x="351546" y="38130"/>
                  <a:pt x="342663" y="38130"/>
                </a:cubicBezTo>
                <a:cubicBezTo>
                  <a:pt x="334121" y="38130"/>
                  <a:pt x="326093" y="41206"/>
                  <a:pt x="319603" y="47005"/>
                </a:cubicBezTo>
                <a:cubicBezTo>
                  <a:pt x="311573" y="53985"/>
                  <a:pt x="306962" y="66080"/>
                  <a:pt x="306962" y="80092"/>
                </a:cubicBezTo>
                <a:cubicBezTo>
                  <a:pt x="306962" y="103678"/>
                  <a:pt x="319262" y="118368"/>
                  <a:pt x="338904" y="118368"/>
                </a:cubicBezTo>
                <a:cubicBezTo>
                  <a:pt x="355132" y="118368"/>
                  <a:pt x="367943" y="108292"/>
                  <a:pt x="375119" y="89835"/>
                </a:cubicBezTo>
                <a:lnTo>
                  <a:pt x="372385" y="88639"/>
                </a:lnTo>
                <a:moveTo>
                  <a:pt x="319603" y="63859"/>
                </a:moveTo>
                <a:cubicBezTo>
                  <a:pt x="321480" y="50581"/>
                  <a:pt x="327290" y="44282"/>
                  <a:pt x="337708" y="44282"/>
                </a:cubicBezTo>
                <a:cubicBezTo>
                  <a:pt x="348129" y="44282"/>
                  <a:pt x="352229" y="49049"/>
                  <a:pt x="354449" y="63859"/>
                </a:cubicBezTo>
                <a:lnTo>
                  <a:pt x="319603" y="63859"/>
                </a:lnTo>
                <a:close/>
                <a:moveTo>
                  <a:pt x="381267" y="48723"/>
                </a:moveTo>
                <a:cubicBezTo>
                  <a:pt x="382291" y="48210"/>
                  <a:pt x="384001" y="48040"/>
                  <a:pt x="385880" y="48040"/>
                </a:cubicBezTo>
                <a:cubicBezTo>
                  <a:pt x="390663" y="48040"/>
                  <a:pt x="392199" y="50602"/>
                  <a:pt x="392199" y="58969"/>
                </a:cubicBezTo>
                <a:lnTo>
                  <a:pt x="392199" y="101330"/>
                </a:lnTo>
                <a:cubicBezTo>
                  <a:pt x="392199" y="111065"/>
                  <a:pt x="390319" y="113455"/>
                  <a:pt x="381608" y="114138"/>
                </a:cubicBezTo>
                <a:lnTo>
                  <a:pt x="381608" y="116700"/>
                </a:lnTo>
                <a:lnTo>
                  <a:pt x="417823" y="116700"/>
                </a:lnTo>
                <a:lnTo>
                  <a:pt x="417823" y="114138"/>
                </a:lnTo>
                <a:cubicBezTo>
                  <a:pt x="409109" y="113455"/>
                  <a:pt x="406547" y="111406"/>
                  <a:pt x="406547" y="105258"/>
                </a:cubicBezTo>
                <a:lnTo>
                  <a:pt x="406547" y="57262"/>
                </a:lnTo>
                <a:cubicBezTo>
                  <a:pt x="414747" y="49575"/>
                  <a:pt x="418506" y="47527"/>
                  <a:pt x="424144" y="47527"/>
                </a:cubicBezTo>
                <a:cubicBezTo>
                  <a:pt x="432513" y="47527"/>
                  <a:pt x="436613" y="52820"/>
                  <a:pt x="436613" y="64093"/>
                </a:cubicBezTo>
                <a:lnTo>
                  <a:pt x="436613" y="99792"/>
                </a:lnTo>
                <a:cubicBezTo>
                  <a:pt x="436613" y="110551"/>
                  <a:pt x="434392" y="113455"/>
                  <a:pt x="425851" y="114138"/>
                </a:cubicBezTo>
                <a:lnTo>
                  <a:pt x="425851" y="116700"/>
                </a:lnTo>
                <a:lnTo>
                  <a:pt x="461382" y="116700"/>
                </a:lnTo>
                <a:lnTo>
                  <a:pt x="461382" y="114138"/>
                </a:lnTo>
                <a:cubicBezTo>
                  <a:pt x="453010" y="113286"/>
                  <a:pt x="450962" y="111234"/>
                  <a:pt x="450962" y="102867"/>
                </a:cubicBezTo>
                <a:lnTo>
                  <a:pt x="450962" y="63752"/>
                </a:lnTo>
                <a:cubicBezTo>
                  <a:pt x="450962" y="47699"/>
                  <a:pt x="443445" y="38130"/>
                  <a:pt x="430806" y="38130"/>
                </a:cubicBezTo>
                <a:cubicBezTo>
                  <a:pt x="422947" y="38130"/>
                  <a:pt x="417651" y="41036"/>
                  <a:pt x="406036" y="51968"/>
                </a:cubicBezTo>
                <a:lnTo>
                  <a:pt x="406036" y="38474"/>
                </a:lnTo>
                <a:lnTo>
                  <a:pt x="404840" y="38130"/>
                </a:lnTo>
                <a:cubicBezTo>
                  <a:pt x="396471" y="41206"/>
                  <a:pt x="390663" y="43085"/>
                  <a:pt x="381267" y="45819"/>
                </a:cubicBezTo>
                <a:lnTo>
                  <a:pt x="381267" y="48723"/>
                </a:lnTo>
                <a:close/>
                <a:moveTo>
                  <a:pt x="531930" y="90025"/>
                </a:moveTo>
                <a:cubicBezTo>
                  <a:pt x="523730" y="101973"/>
                  <a:pt x="517581" y="106071"/>
                  <a:pt x="507843" y="106071"/>
                </a:cubicBezTo>
                <a:cubicBezTo>
                  <a:pt x="492298" y="106071"/>
                  <a:pt x="481366" y="92415"/>
                  <a:pt x="481366" y="72786"/>
                </a:cubicBezTo>
                <a:cubicBezTo>
                  <a:pt x="481366" y="55205"/>
                  <a:pt x="490763" y="43085"/>
                  <a:pt x="504598" y="43085"/>
                </a:cubicBezTo>
                <a:cubicBezTo>
                  <a:pt x="510747" y="43085"/>
                  <a:pt x="512967" y="44962"/>
                  <a:pt x="514677" y="51277"/>
                </a:cubicBezTo>
                <a:lnTo>
                  <a:pt x="515702" y="55033"/>
                </a:lnTo>
                <a:cubicBezTo>
                  <a:pt x="517067" y="59814"/>
                  <a:pt x="520143" y="62887"/>
                  <a:pt x="523730" y="62887"/>
                </a:cubicBezTo>
                <a:cubicBezTo>
                  <a:pt x="528171" y="62887"/>
                  <a:pt x="531930" y="59642"/>
                  <a:pt x="531930" y="55716"/>
                </a:cubicBezTo>
                <a:cubicBezTo>
                  <a:pt x="531930" y="46158"/>
                  <a:pt x="519971" y="38130"/>
                  <a:pt x="505622" y="38130"/>
                </a:cubicBezTo>
                <a:cubicBezTo>
                  <a:pt x="497253" y="38130"/>
                  <a:pt x="488542" y="41547"/>
                  <a:pt x="481538" y="47693"/>
                </a:cubicBezTo>
                <a:cubicBezTo>
                  <a:pt x="472997" y="55205"/>
                  <a:pt x="468214" y="66812"/>
                  <a:pt x="468214" y="80295"/>
                </a:cubicBezTo>
                <a:cubicBezTo>
                  <a:pt x="468214" y="102487"/>
                  <a:pt x="481708" y="118368"/>
                  <a:pt x="500670" y="118368"/>
                </a:cubicBezTo>
                <a:cubicBezTo>
                  <a:pt x="508356" y="118368"/>
                  <a:pt x="515188" y="115637"/>
                  <a:pt x="521339" y="110340"/>
                </a:cubicBezTo>
                <a:cubicBezTo>
                  <a:pt x="525950" y="106240"/>
                  <a:pt x="529195" y="101632"/>
                  <a:pt x="534320" y="91561"/>
                </a:cubicBezTo>
                <a:lnTo>
                  <a:pt x="531930" y="90025"/>
                </a:lnTo>
                <a:close/>
                <a:moveTo>
                  <a:pt x="618363" y="39798"/>
                </a:moveTo>
                <a:lnTo>
                  <a:pt x="595303" y="39798"/>
                </a:lnTo>
                <a:lnTo>
                  <a:pt x="595303" y="42363"/>
                </a:lnTo>
                <a:cubicBezTo>
                  <a:pt x="600769" y="42363"/>
                  <a:pt x="603503" y="43898"/>
                  <a:pt x="603503" y="46633"/>
                </a:cubicBezTo>
                <a:cubicBezTo>
                  <a:pt x="603503" y="47315"/>
                  <a:pt x="603331" y="48340"/>
                  <a:pt x="602818" y="49536"/>
                </a:cubicBezTo>
                <a:lnTo>
                  <a:pt x="586249" y="96680"/>
                </a:lnTo>
                <a:lnTo>
                  <a:pt x="566606" y="53464"/>
                </a:lnTo>
                <a:cubicBezTo>
                  <a:pt x="565579" y="51074"/>
                  <a:pt x="564896" y="48853"/>
                  <a:pt x="564896" y="46974"/>
                </a:cubicBezTo>
                <a:cubicBezTo>
                  <a:pt x="564896" y="43898"/>
                  <a:pt x="567458" y="42705"/>
                  <a:pt x="574803" y="42363"/>
                </a:cubicBezTo>
                <a:lnTo>
                  <a:pt x="574803" y="39798"/>
                </a:lnTo>
                <a:lnTo>
                  <a:pt x="539616" y="39798"/>
                </a:lnTo>
                <a:lnTo>
                  <a:pt x="539616" y="42191"/>
                </a:lnTo>
                <a:cubicBezTo>
                  <a:pt x="544057" y="42874"/>
                  <a:pt x="546961" y="44753"/>
                  <a:pt x="548327" y="47657"/>
                </a:cubicBezTo>
                <a:lnTo>
                  <a:pt x="567800" y="89679"/>
                </a:lnTo>
                <a:lnTo>
                  <a:pt x="568313" y="91044"/>
                </a:lnTo>
                <a:lnTo>
                  <a:pt x="570875" y="96169"/>
                </a:lnTo>
                <a:cubicBezTo>
                  <a:pt x="575658" y="104710"/>
                  <a:pt x="578393" y="110859"/>
                  <a:pt x="578393" y="113421"/>
                </a:cubicBezTo>
                <a:cubicBezTo>
                  <a:pt x="578393" y="115983"/>
                  <a:pt x="574462" y="126743"/>
                  <a:pt x="571558" y="131867"/>
                </a:cubicBezTo>
                <a:cubicBezTo>
                  <a:pt x="569168" y="136309"/>
                  <a:pt x="565410" y="139554"/>
                  <a:pt x="563017" y="139554"/>
                </a:cubicBezTo>
                <a:cubicBezTo>
                  <a:pt x="561993" y="139554"/>
                  <a:pt x="560455" y="139212"/>
                  <a:pt x="558748" y="138360"/>
                </a:cubicBezTo>
                <a:cubicBezTo>
                  <a:pt x="555502" y="137164"/>
                  <a:pt x="552599" y="136481"/>
                  <a:pt x="549695" y="136481"/>
                </a:cubicBezTo>
                <a:cubicBezTo>
                  <a:pt x="545765" y="136481"/>
                  <a:pt x="542350" y="139898"/>
                  <a:pt x="542350" y="143995"/>
                </a:cubicBezTo>
                <a:cubicBezTo>
                  <a:pt x="542350" y="149633"/>
                  <a:pt x="547816" y="153905"/>
                  <a:pt x="554989" y="153905"/>
                </a:cubicBezTo>
                <a:cubicBezTo>
                  <a:pt x="566434" y="153905"/>
                  <a:pt x="574634" y="144339"/>
                  <a:pt x="583858" y="119742"/>
                </a:cubicBezTo>
                <a:lnTo>
                  <a:pt x="610163" y="50050"/>
                </a:lnTo>
                <a:cubicBezTo>
                  <a:pt x="612384" y="44581"/>
                  <a:pt x="614263" y="42874"/>
                  <a:pt x="618363" y="42363"/>
                </a:cubicBezTo>
                <a:lnTo>
                  <a:pt x="618363" y="39798"/>
                </a:lnTo>
                <a:close/>
                <a:moveTo>
                  <a:pt x="666534" y="50089"/>
                </a:moveTo>
                <a:cubicBezTo>
                  <a:pt x="668927" y="49575"/>
                  <a:pt x="670465" y="49403"/>
                  <a:pt x="672514" y="49403"/>
                </a:cubicBezTo>
                <a:cubicBezTo>
                  <a:pt x="676783" y="49403"/>
                  <a:pt x="678321" y="52137"/>
                  <a:pt x="678321" y="59652"/>
                </a:cubicBezTo>
                <a:lnTo>
                  <a:pt x="678321" y="102354"/>
                </a:lnTo>
                <a:cubicBezTo>
                  <a:pt x="678321" y="110893"/>
                  <a:pt x="677125" y="112089"/>
                  <a:pt x="666193" y="114138"/>
                </a:cubicBezTo>
                <a:lnTo>
                  <a:pt x="666193" y="116700"/>
                </a:lnTo>
                <a:lnTo>
                  <a:pt x="707190" y="116700"/>
                </a:lnTo>
                <a:lnTo>
                  <a:pt x="707190" y="114138"/>
                </a:lnTo>
                <a:cubicBezTo>
                  <a:pt x="695573" y="113627"/>
                  <a:pt x="692670" y="111065"/>
                  <a:pt x="692670" y="101330"/>
                </a:cubicBezTo>
                <a:lnTo>
                  <a:pt x="692670" y="62897"/>
                </a:lnTo>
                <a:cubicBezTo>
                  <a:pt x="692670" y="57431"/>
                  <a:pt x="700015" y="48892"/>
                  <a:pt x="704628" y="48892"/>
                </a:cubicBezTo>
                <a:cubicBezTo>
                  <a:pt x="705653" y="48892"/>
                  <a:pt x="707190" y="49747"/>
                  <a:pt x="709070" y="51455"/>
                </a:cubicBezTo>
                <a:cubicBezTo>
                  <a:pt x="711801" y="53845"/>
                  <a:pt x="713680" y="54869"/>
                  <a:pt x="715901" y="54869"/>
                </a:cubicBezTo>
                <a:cubicBezTo>
                  <a:pt x="720001" y="54869"/>
                  <a:pt x="722563" y="51965"/>
                  <a:pt x="722563" y="47185"/>
                </a:cubicBezTo>
                <a:cubicBezTo>
                  <a:pt x="722563" y="41547"/>
                  <a:pt x="718977" y="38130"/>
                  <a:pt x="713170" y="38130"/>
                </a:cubicBezTo>
                <a:cubicBezTo>
                  <a:pt x="705994" y="38130"/>
                  <a:pt x="701042" y="42061"/>
                  <a:pt x="692670" y="54186"/>
                </a:cubicBezTo>
                <a:lnTo>
                  <a:pt x="692670" y="38474"/>
                </a:lnTo>
                <a:lnTo>
                  <a:pt x="691817" y="38130"/>
                </a:lnTo>
                <a:cubicBezTo>
                  <a:pt x="682762" y="41889"/>
                  <a:pt x="676614" y="44110"/>
                  <a:pt x="666534" y="47355"/>
                </a:cubicBezTo>
                <a:lnTo>
                  <a:pt x="666534" y="50089"/>
                </a:lnTo>
                <a:close/>
                <a:moveTo>
                  <a:pt x="797722" y="105391"/>
                </a:moveTo>
                <a:cubicBezTo>
                  <a:pt x="794819" y="107778"/>
                  <a:pt x="792770" y="108633"/>
                  <a:pt x="790208" y="108633"/>
                </a:cubicBezTo>
                <a:cubicBezTo>
                  <a:pt x="786280" y="108633"/>
                  <a:pt x="785083" y="106243"/>
                  <a:pt x="785083" y="98734"/>
                </a:cubicBezTo>
                <a:lnTo>
                  <a:pt x="785083" y="65446"/>
                </a:lnTo>
                <a:cubicBezTo>
                  <a:pt x="785083" y="56569"/>
                  <a:pt x="784229" y="51619"/>
                  <a:pt x="781666" y="47521"/>
                </a:cubicBezTo>
                <a:cubicBezTo>
                  <a:pt x="777908" y="41378"/>
                  <a:pt x="770563" y="38130"/>
                  <a:pt x="760486" y="38130"/>
                </a:cubicBezTo>
                <a:cubicBezTo>
                  <a:pt x="744428" y="38130"/>
                  <a:pt x="731789" y="46497"/>
                  <a:pt x="731789" y="57251"/>
                </a:cubicBezTo>
                <a:cubicBezTo>
                  <a:pt x="731789" y="61179"/>
                  <a:pt x="735203" y="64591"/>
                  <a:pt x="739134" y="64591"/>
                </a:cubicBezTo>
                <a:cubicBezTo>
                  <a:pt x="743231" y="64591"/>
                  <a:pt x="746820" y="61179"/>
                  <a:pt x="746820" y="57423"/>
                </a:cubicBezTo>
                <a:cubicBezTo>
                  <a:pt x="746820" y="56741"/>
                  <a:pt x="746648" y="55886"/>
                  <a:pt x="746479" y="54692"/>
                </a:cubicBezTo>
                <a:cubicBezTo>
                  <a:pt x="746137" y="53157"/>
                  <a:pt x="745965" y="51791"/>
                  <a:pt x="745965" y="50594"/>
                </a:cubicBezTo>
                <a:cubicBezTo>
                  <a:pt x="745965" y="45986"/>
                  <a:pt x="751431" y="42230"/>
                  <a:pt x="758265" y="42230"/>
                </a:cubicBezTo>
                <a:cubicBezTo>
                  <a:pt x="766635" y="42230"/>
                  <a:pt x="771246" y="47180"/>
                  <a:pt x="771246" y="56399"/>
                </a:cubicBezTo>
                <a:lnTo>
                  <a:pt x="771246" y="66812"/>
                </a:lnTo>
                <a:cubicBezTo>
                  <a:pt x="744941" y="77394"/>
                  <a:pt x="742037" y="78760"/>
                  <a:pt x="734692" y="85248"/>
                </a:cubicBezTo>
                <a:cubicBezTo>
                  <a:pt x="730934" y="88662"/>
                  <a:pt x="728541" y="94464"/>
                  <a:pt x="728541" y="100097"/>
                </a:cubicBezTo>
                <a:cubicBezTo>
                  <a:pt x="728541" y="110854"/>
                  <a:pt x="736058" y="118368"/>
                  <a:pt x="746479" y="118368"/>
                </a:cubicBezTo>
                <a:cubicBezTo>
                  <a:pt x="753993" y="118368"/>
                  <a:pt x="760997" y="114782"/>
                  <a:pt x="771418" y="105899"/>
                </a:cubicBezTo>
                <a:cubicBezTo>
                  <a:pt x="772273" y="114782"/>
                  <a:pt x="775346" y="118368"/>
                  <a:pt x="782349" y="118368"/>
                </a:cubicBezTo>
                <a:cubicBezTo>
                  <a:pt x="788157" y="118368"/>
                  <a:pt x="791746" y="116320"/>
                  <a:pt x="797722" y="109829"/>
                </a:cubicBezTo>
                <a:lnTo>
                  <a:pt x="797722" y="105391"/>
                </a:lnTo>
                <a:moveTo>
                  <a:pt x="771246" y="95650"/>
                </a:moveTo>
                <a:cubicBezTo>
                  <a:pt x="771246" y="100946"/>
                  <a:pt x="770393" y="102484"/>
                  <a:pt x="766804" y="104533"/>
                </a:cubicBezTo>
                <a:cubicBezTo>
                  <a:pt x="762707" y="106926"/>
                  <a:pt x="757924" y="108461"/>
                  <a:pt x="754335" y="108461"/>
                </a:cubicBezTo>
                <a:cubicBezTo>
                  <a:pt x="748358" y="108461"/>
                  <a:pt x="743575" y="102654"/>
                  <a:pt x="743575" y="95309"/>
                </a:cubicBezTo>
                <a:lnTo>
                  <a:pt x="743575" y="94626"/>
                </a:lnTo>
                <a:cubicBezTo>
                  <a:pt x="743575" y="84546"/>
                  <a:pt x="750576" y="78398"/>
                  <a:pt x="771246" y="70881"/>
                </a:cubicBezTo>
                <a:lnTo>
                  <a:pt x="771246" y="95650"/>
                </a:lnTo>
                <a:close/>
                <a:moveTo>
                  <a:pt x="800797" y="48723"/>
                </a:moveTo>
                <a:cubicBezTo>
                  <a:pt x="801822" y="48210"/>
                  <a:pt x="803532" y="48040"/>
                  <a:pt x="805411" y="48040"/>
                </a:cubicBezTo>
                <a:cubicBezTo>
                  <a:pt x="810194" y="48040"/>
                  <a:pt x="811729" y="50602"/>
                  <a:pt x="811729" y="58969"/>
                </a:cubicBezTo>
                <a:lnTo>
                  <a:pt x="811729" y="101330"/>
                </a:lnTo>
                <a:cubicBezTo>
                  <a:pt x="811729" y="111065"/>
                  <a:pt x="809850" y="113455"/>
                  <a:pt x="801139" y="114138"/>
                </a:cubicBezTo>
                <a:lnTo>
                  <a:pt x="801139" y="116700"/>
                </a:lnTo>
                <a:lnTo>
                  <a:pt x="837353" y="116700"/>
                </a:lnTo>
                <a:lnTo>
                  <a:pt x="837353" y="114138"/>
                </a:lnTo>
                <a:cubicBezTo>
                  <a:pt x="828640" y="113455"/>
                  <a:pt x="826078" y="111406"/>
                  <a:pt x="826078" y="105258"/>
                </a:cubicBezTo>
                <a:lnTo>
                  <a:pt x="826078" y="57262"/>
                </a:lnTo>
                <a:cubicBezTo>
                  <a:pt x="834278" y="49575"/>
                  <a:pt x="838036" y="47527"/>
                  <a:pt x="843674" y="47527"/>
                </a:cubicBezTo>
                <a:cubicBezTo>
                  <a:pt x="852043" y="47527"/>
                  <a:pt x="856143" y="52820"/>
                  <a:pt x="856143" y="64093"/>
                </a:cubicBezTo>
                <a:lnTo>
                  <a:pt x="856143" y="99792"/>
                </a:lnTo>
                <a:cubicBezTo>
                  <a:pt x="856143" y="110551"/>
                  <a:pt x="853923" y="113455"/>
                  <a:pt x="845381" y="114138"/>
                </a:cubicBezTo>
                <a:lnTo>
                  <a:pt x="845381" y="116700"/>
                </a:lnTo>
                <a:lnTo>
                  <a:pt x="880913" y="116700"/>
                </a:lnTo>
                <a:lnTo>
                  <a:pt x="880913" y="114138"/>
                </a:lnTo>
                <a:cubicBezTo>
                  <a:pt x="872541" y="113286"/>
                  <a:pt x="870492" y="111234"/>
                  <a:pt x="870492" y="102867"/>
                </a:cubicBezTo>
                <a:lnTo>
                  <a:pt x="870492" y="63752"/>
                </a:lnTo>
                <a:cubicBezTo>
                  <a:pt x="870492" y="47699"/>
                  <a:pt x="862975" y="38130"/>
                  <a:pt x="850336" y="38130"/>
                </a:cubicBezTo>
                <a:cubicBezTo>
                  <a:pt x="842478" y="38130"/>
                  <a:pt x="837181" y="41036"/>
                  <a:pt x="825567" y="51968"/>
                </a:cubicBezTo>
                <a:lnTo>
                  <a:pt x="825567" y="38474"/>
                </a:lnTo>
                <a:lnTo>
                  <a:pt x="824370" y="38130"/>
                </a:lnTo>
                <a:cubicBezTo>
                  <a:pt x="816001" y="41206"/>
                  <a:pt x="810194" y="43085"/>
                  <a:pt x="800797" y="45819"/>
                </a:cubicBezTo>
                <a:lnTo>
                  <a:pt x="800797" y="48723"/>
                </a:lnTo>
                <a:close/>
                <a:moveTo>
                  <a:pt x="884669" y="10249"/>
                </a:moveTo>
                <a:cubicBezTo>
                  <a:pt x="886890" y="10077"/>
                  <a:pt x="888428" y="9907"/>
                  <a:pt x="890135" y="9907"/>
                </a:cubicBezTo>
                <a:cubicBezTo>
                  <a:pt x="895773" y="9907"/>
                  <a:pt x="897480" y="12128"/>
                  <a:pt x="897480" y="20325"/>
                </a:cubicBezTo>
                <a:lnTo>
                  <a:pt x="897480" y="102690"/>
                </a:lnTo>
                <a:cubicBezTo>
                  <a:pt x="897480" y="111576"/>
                  <a:pt x="896969" y="112089"/>
                  <a:pt x="884669" y="114138"/>
                </a:cubicBezTo>
                <a:lnTo>
                  <a:pt x="884669" y="116700"/>
                </a:lnTo>
                <a:lnTo>
                  <a:pt x="924642" y="116700"/>
                </a:lnTo>
                <a:lnTo>
                  <a:pt x="924642" y="114138"/>
                </a:lnTo>
                <a:lnTo>
                  <a:pt x="921225" y="113968"/>
                </a:lnTo>
                <a:cubicBezTo>
                  <a:pt x="914393" y="113627"/>
                  <a:pt x="911829" y="111234"/>
                  <a:pt x="911829" y="105252"/>
                </a:cubicBezTo>
                <a:lnTo>
                  <a:pt x="911829" y="73808"/>
                </a:lnTo>
                <a:lnTo>
                  <a:pt x="935746" y="105766"/>
                </a:lnTo>
                <a:lnTo>
                  <a:pt x="936257" y="106449"/>
                </a:lnTo>
                <a:cubicBezTo>
                  <a:pt x="936598" y="106962"/>
                  <a:pt x="936940" y="107473"/>
                  <a:pt x="937453" y="107987"/>
                </a:cubicBezTo>
                <a:cubicBezTo>
                  <a:pt x="938819" y="109696"/>
                  <a:pt x="939332" y="110721"/>
                  <a:pt x="939332" y="111576"/>
                </a:cubicBezTo>
                <a:cubicBezTo>
                  <a:pt x="939332" y="113114"/>
                  <a:pt x="937794" y="114138"/>
                  <a:pt x="935746" y="114138"/>
                </a:cubicBezTo>
                <a:lnTo>
                  <a:pt x="932498" y="114138"/>
                </a:lnTo>
                <a:lnTo>
                  <a:pt x="932498" y="116700"/>
                </a:lnTo>
                <a:lnTo>
                  <a:pt x="969737" y="116700"/>
                </a:lnTo>
                <a:lnTo>
                  <a:pt x="969737" y="114138"/>
                </a:lnTo>
                <a:cubicBezTo>
                  <a:pt x="962222" y="113627"/>
                  <a:pt x="956926" y="110379"/>
                  <a:pt x="949753" y="101663"/>
                </a:cubicBezTo>
                <a:lnTo>
                  <a:pt x="923615" y="68509"/>
                </a:lnTo>
                <a:lnTo>
                  <a:pt x="928570" y="63895"/>
                </a:lnTo>
                <a:cubicBezTo>
                  <a:pt x="940698" y="52617"/>
                  <a:pt x="951288" y="44753"/>
                  <a:pt x="956243" y="43388"/>
                </a:cubicBezTo>
                <a:cubicBezTo>
                  <a:pt x="958805" y="42705"/>
                  <a:pt x="961195" y="42363"/>
                  <a:pt x="964102" y="42363"/>
                </a:cubicBezTo>
                <a:lnTo>
                  <a:pt x="965467" y="42363"/>
                </a:lnTo>
                <a:lnTo>
                  <a:pt x="965467" y="39798"/>
                </a:lnTo>
                <a:lnTo>
                  <a:pt x="930619" y="39798"/>
                </a:lnTo>
                <a:lnTo>
                  <a:pt x="930619" y="42191"/>
                </a:lnTo>
                <a:cubicBezTo>
                  <a:pt x="937281" y="42363"/>
                  <a:pt x="939160" y="43046"/>
                  <a:pt x="939160" y="45439"/>
                </a:cubicBezTo>
                <a:cubicBezTo>
                  <a:pt x="939160" y="46805"/>
                  <a:pt x="937622" y="49197"/>
                  <a:pt x="935232" y="51249"/>
                </a:cubicBezTo>
                <a:lnTo>
                  <a:pt x="911829" y="72098"/>
                </a:lnTo>
                <a:lnTo>
                  <a:pt x="911829" y="341"/>
                </a:lnTo>
                <a:lnTo>
                  <a:pt x="911146" y="0"/>
                </a:lnTo>
                <a:cubicBezTo>
                  <a:pt x="904656" y="2049"/>
                  <a:pt x="899701" y="3414"/>
                  <a:pt x="889793" y="6149"/>
                </a:cubicBezTo>
                <a:lnTo>
                  <a:pt x="884669" y="7514"/>
                </a:lnTo>
                <a:lnTo>
                  <a:pt x="884669" y="1024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5" name="Text Student">
            <a:extLst xmlns:a="http://schemas.openxmlformats.org/drawingml/2006/main">
              <a:ext uri="{FF2B5EF4-FFF2-40B4-BE49-F238E27FC236}">
                <a16:creationId xmlns:a16="http://schemas.microsoft.com/office/drawing/2014/main" id="{CD6F2FA1-52DF-407A-881A-E32973134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647" y="4521327"/>
            <a:ext cx="600850" cy="138828"/>
          </a:xfrm>
          <a:custGeom xmlns:a="http://schemas.openxmlformats.org/drawingml/2006/main">
            <a:pathLst>
              <a:path w="600850" h="138828">
                <a:moveTo>
                  <a:pt x="80711" y="1365"/>
                </a:moveTo>
                <a:lnTo>
                  <a:pt x="76526" y="1365"/>
                </a:lnTo>
                <a:cubicBezTo>
                  <a:pt x="75730" y="5948"/>
                  <a:pt x="73537" y="8140"/>
                  <a:pt x="70150" y="8140"/>
                </a:cubicBezTo>
                <a:cubicBezTo>
                  <a:pt x="68155" y="8140"/>
                  <a:pt x="64767" y="7344"/>
                  <a:pt x="61380" y="5750"/>
                </a:cubicBezTo>
                <a:cubicBezTo>
                  <a:pt x="54006" y="3026"/>
                  <a:pt x="46632" y="1429"/>
                  <a:pt x="40255" y="1429"/>
                </a:cubicBezTo>
                <a:cubicBezTo>
                  <a:pt x="31686" y="1429"/>
                  <a:pt x="22919" y="4820"/>
                  <a:pt x="16342" y="10597"/>
                </a:cubicBezTo>
                <a:cubicBezTo>
                  <a:pt x="9366" y="16770"/>
                  <a:pt x="5781" y="25133"/>
                  <a:pt x="5781" y="35487"/>
                </a:cubicBezTo>
                <a:cubicBezTo>
                  <a:pt x="5781" y="51415"/>
                  <a:pt x="14548" y="62563"/>
                  <a:pt x="36867" y="74313"/>
                </a:cubicBezTo>
                <a:cubicBezTo>
                  <a:pt x="51217" y="81878"/>
                  <a:pt x="61581" y="90040"/>
                  <a:pt x="66562" y="97609"/>
                </a:cubicBezTo>
                <a:cubicBezTo>
                  <a:pt x="68356" y="100197"/>
                  <a:pt x="69353" y="104378"/>
                  <a:pt x="69353" y="109155"/>
                </a:cubicBezTo>
                <a:cubicBezTo>
                  <a:pt x="69353" y="122495"/>
                  <a:pt x="59388" y="131654"/>
                  <a:pt x="44841" y="131654"/>
                </a:cubicBezTo>
                <a:cubicBezTo>
                  <a:pt x="27103" y="131654"/>
                  <a:pt x="14548" y="120704"/>
                  <a:pt x="4583" y="96414"/>
                </a:cubicBezTo>
                <a:lnTo>
                  <a:pt x="0" y="96414"/>
                </a:lnTo>
                <a:lnTo>
                  <a:pt x="5978" y="138630"/>
                </a:lnTo>
                <a:lnTo>
                  <a:pt x="10363" y="138630"/>
                </a:lnTo>
                <a:cubicBezTo>
                  <a:pt x="10561" y="134908"/>
                  <a:pt x="12954" y="132120"/>
                  <a:pt x="15943" y="132120"/>
                </a:cubicBezTo>
                <a:cubicBezTo>
                  <a:pt x="18136" y="132120"/>
                  <a:pt x="21523" y="132916"/>
                  <a:pt x="25309" y="134312"/>
                </a:cubicBezTo>
                <a:cubicBezTo>
                  <a:pt x="32881" y="137234"/>
                  <a:pt x="40854" y="138828"/>
                  <a:pt x="48824" y="138828"/>
                </a:cubicBezTo>
                <a:cubicBezTo>
                  <a:pt x="71743" y="138828"/>
                  <a:pt x="89481" y="123094"/>
                  <a:pt x="89481" y="102584"/>
                </a:cubicBezTo>
                <a:cubicBezTo>
                  <a:pt x="89481" y="86257"/>
                  <a:pt x="78518" y="73315"/>
                  <a:pt x="52212" y="59178"/>
                </a:cubicBezTo>
                <a:cubicBezTo>
                  <a:pt x="31287" y="47632"/>
                  <a:pt x="22919" y="38871"/>
                  <a:pt x="22919" y="28119"/>
                </a:cubicBezTo>
                <a:cubicBezTo>
                  <a:pt x="22919" y="17169"/>
                  <a:pt x="31287" y="9600"/>
                  <a:pt x="43643" y="9600"/>
                </a:cubicBezTo>
                <a:cubicBezTo>
                  <a:pt x="52613" y="9600"/>
                  <a:pt x="60982" y="13386"/>
                  <a:pt x="67957" y="20553"/>
                </a:cubicBezTo>
                <a:cubicBezTo>
                  <a:pt x="74133" y="26924"/>
                  <a:pt x="76925" y="32099"/>
                  <a:pt x="80115" y="43849"/>
                </a:cubicBezTo>
                <a:lnTo>
                  <a:pt x="85096" y="43849"/>
                </a:lnTo>
                <a:lnTo>
                  <a:pt x="80711" y="1365"/>
                </a:lnTo>
                <a:close/>
                <a:moveTo>
                  <a:pt x="153251" y="46385"/>
                </a:moveTo>
                <a:lnTo>
                  <a:pt x="133124" y="46385"/>
                </a:lnTo>
                <a:lnTo>
                  <a:pt x="133124" y="23269"/>
                </a:lnTo>
                <a:cubicBezTo>
                  <a:pt x="133124" y="21277"/>
                  <a:pt x="132926" y="20678"/>
                  <a:pt x="131728" y="20678"/>
                </a:cubicBezTo>
                <a:cubicBezTo>
                  <a:pt x="130335" y="22472"/>
                  <a:pt x="129137" y="24266"/>
                  <a:pt x="127744" y="26258"/>
                </a:cubicBezTo>
                <a:cubicBezTo>
                  <a:pt x="120169" y="37220"/>
                  <a:pt x="111600" y="46787"/>
                  <a:pt x="108413" y="47583"/>
                </a:cubicBezTo>
                <a:cubicBezTo>
                  <a:pt x="106221" y="48976"/>
                  <a:pt x="105023" y="50372"/>
                  <a:pt x="105023" y="51369"/>
                </a:cubicBezTo>
                <a:cubicBezTo>
                  <a:pt x="105023" y="51968"/>
                  <a:pt x="105224" y="52367"/>
                  <a:pt x="105823" y="52765"/>
                </a:cubicBezTo>
                <a:lnTo>
                  <a:pt x="116384" y="52765"/>
                </a:lnTo>
                <a:lnTo>
                  <a:pt x="116384" y="112743"/>
                </a:lnTo>
                <a:cubicBezTo>
                  <a:pt x="116384" y="129480"/>
                  <a:pt x="122362" y="138049"/>
                  <a:pt x="134121" y="138049"/>
                </a:cubicBezTo>
                <a:cubicBezTo>
                  <a:pt x="143885" y="138049"/>
                  <a:pt x="151457" y="133269"/>
                  <a:pt x="158034" y="122906"/>
                </a:cubicBezTo>
                <a:lnTo>
                  <a:pt x="155443" y="120713"/>
                </a:lnTo>
                <a:cubicBezTo>
                  <a:pt x="151259" y="125694"/>
                  <a:pt x="147872" y="127689"/>
                  <a:pt x="143487" y="127689"/>
                </a:cubicBezTo>
                <a:cubicBezTo>
                  <a:pt x="136113" y="127689"/>
                  <a:pt x="133124" y="122307"/>
                  <a:pt x="133124" y="109754"/>
                </a:cubicBezTo>
                <a:lnTo>
                  <a:pt x="133124" y="52765"/>
                </a:lnTo>
                <a:lnTo>
                  <a:pt x="153251" y="52765"/>
                </a:lnTo>
                <a:lnTo>
                  <a:pt x="153251" y="46385"/>
                </a:lnTo>
                <a:close/>
                <a:moveTo>
                  <a:pt x="253294" y="126102"/>
                </a:moveTo>
                <a:lnTo>
                  <a:pt x="252299" y="126102"/>
                </a:lnTo>
                <a:cubicBezTo>
                  <a:pt x="243131" y="126102"/>
                  <a:pt x="240939" y="123909"/>
                  <a:pt x="240939" y="114741"/>
                </a:cubicBezTo>
                <a:lnTo>
                  <a:pt x="240939" y="46385"/>
                </a:lnTo>
                <a:lnTo>
                  <a:pt x="209450" y="46385"/>
                </a:lnTo>
                <a:lnTo>
                  <a:pt x="209450" y="49776"/>
                </a:lnTo>
                <a:cubicBezTo>
                  <a:pt x="221808" y="50372"/>
                  <a:pt x="224199" y="52367"/>
                  <a:pt x="224199" y="62329"/>
                </a:cubicBezTo>
                <a:lnTo>
                  <a:pt x="224199" y="109155"/>
                </a:lnTo>
                <a:cubicBezTo>
                  <a:pt x="224199" y="114735"/>
                  <a:pt x="223201" y="117526"/>
                  <a:pt x="220413" y="119716"/>
                </a:cubicBezTo>
                <a:cubicBezTo>
                  <a:pt x="215030" y="124101"/>
                  <a:pt x="208854" y="126491"/>
                  <a:pt x="202876" y="126491"/>
                </a:cubicBezTo>
                <a:cubicBezTo>
                  <a:pt x="195104" y="126491"/>
                  <a:pt x="188727" y="119716"/>
                  <a:pt x="188727" y="111347"/>
                </a:cubicBezTo>
                <a:lnTo>
                  <a:pt x="188727" y="46385"/>
                </a:lnTo>
                <a:lnTo>
                  <a:pt x="159629" y="46385"/>
                </a:lnTo>
                <a:lnTo>
                  <a:pt x="159629" y="49177"/>
                </a:lnTo>
                <a:cubicBezTo>
                  <a:pt x="169195" y="49776"/>
                  <a:pt x="171987" y="52765"/>
                  <a:pt x="171987" y="61930"/>
                </a:cubicBezTo>
                <a:lnTo>
                  <a:pt x="171987" y="112144"/>
                </a:lnTo>
                <a:cubicBezTo>
                  <a:pt x="171987" y="127887"/>
                  <a:pt x="181550" y="138049"/>
                  <a:pt x="196098" y="138049"/>
                </a:cubicBezTo>
                <a:cubicBezTo>
                  <a:pt x="203472" y="138049"/>
                  <a:pt x="211244" y="134862"/>
                  <a:pt x="216627" y="129480"/>
                </a:cubicBezTo>
                <a:lnTo>
                  <a:pt x="225196" y="120914"/>
                </a:lnTo>
                <a:lnTo>
                  <a:pt x="225196" y="137453"/>
                </a:lnTo>
                <a:lnTo>
                  <a:pt x="225993" y="137855"/>
                </a:lnTo>
                <a:cubicBezTo>
                  <a:pt x="235958" y="133871"/>
                  <a:pt x="243131" y="131679"/>
                  <a:pt x="253294" y="128887"/>
                </a:cubicBezTo>
                <a:lnTo>
                  <a:pt x="253294" y="126102"/>
                </a:lnTo>
                <a:close/>
                <a:moveTo>
                  <a:pt x="326034" y="138049"/>
                </a:moveTo>
                <a:lnTo>
                  <a:pt x="355330" y="127689"/>
                </a:lnTo>
                <a:lnTo>
                  <a:pt x="355330" y="124502"/>
                </a:lnTo>
                <a:cubicBezTo>
                  <a:pt x="351741" y="124700"/>
                  <a:pt x="351343" y="124700"/>
                  <a:pt x="350744" y="124700"/>
                </a:cubicBezTo>
                <a:cubicBezTo>
                  <a:pt x="343570" y="124700"/>
                  <a:pt x="341977" y="122510"/>
                  <a:pt x="341977" y="113348"/>
                </a:cubicBezTo>
                <a:lnTo>
                  <a:pt x="341977" y="398"/>
                </a:lnTo>
                <a:lnTo>
                  <a:pt x="340980" y="0"/>
                </a:lnTo>
                <a:cubicBezTo>
                  <a:pt x="331413" y="3388"/>
                  <a:pt x="324440" y="5379"/>
                  <a:pt x="311684" y="8770"/>
                </a:cubicBezTo>
                <a:lnTo>
                  <a:pt x="311684" y="11957"/>
                </a:lnTo>
                <a:cubicBezTo>
                  <a:pt x="313280" y="11759"/>
                  <a:pt x="314475" y="11759"/>
                  <a:pt x="316069" y="11759"/>
                </a:cubicBezTo>
                <a:cubicBezTo>
                  <a:pt x="323443" y="11759"/>
                  <a:pt x="325237" y="13751"/>
                  <a:pt x="325237" y="21922"/>
                </a:cubicBezTo>
                <a:lnTo>
                  <a:pt x="325237" y="53008"/>
                </a:lnTo>
                <a:cubicBezTo>
                  <a:pt x="317662" y="46632"/>
                  <a:pt x="312283" y="44439"/>
                  <a:pt x="304310" y="44439"/>
                </a:cubicBezTo>
                <a:cubicBezTo>
                  <a:pt x="281394" y="44439"/>
                  <a:pt x="262860" y="66948"/>
                  <a:pt x="262860" y="95228"/>
                </a:cubicBezTo>
                <a:cubicBezTo>
                  <a:pt x="262860" y="120716"/>
                  <a:pt x="277806" y="138049"/>
                  <a:pt x="299727" y="138049"/>
                </a:cubicBezTo>
                <a:cubicBezTo>
                  <a:pt x="310887" y="138049"/>
                  <a:pt x="318462" y="134066"/>
                  <a:pt x="325237" y="124700"/>
                </a:cubicBezTo>
                <a:lnTo>
                  <a:pt x="325237" y="137453"/>
                </a:lnTo>
                <a:lnTo>
                  <a:pt x="326034" y="138049"/>
                </a:lnTo>
                <a:moveTo>
                  <a:pt x="325237" y="115738"/>
                </a:moveTo>
                <a:cubicBezTo>
                  <a:pt x="325237" y="117134"/>
                  <a:pt x="323841" y="119524"/>
                  <a:pt x="321850" y="121714"/>
                </a:cubicBezTo>
                <a:cubicBezTo>
                  <a:pt x="318261" y="125697"/>
                  <a:pt x="313280" y="127689"/>
                  <a:pt x="307500" y="127689"/>
                </a:cubicBezTo>
                <a:cubicBezTo>
                  <a:pt x="290960" y="127689"/>
                  <a:pt x="279998" y="111755"/>
                  <a:pt x="279998" y="87261"/>
                </a:cubicBezTo>
                <a:cubicBezTo>
                  <a:pt x="279998" y="64758"/>
                  <a:pt x="289762" y="50022"/>
                  <a:pt x="304909" y="50022"/>
                </a:cubicBezTo>
                <a:cubicBezTo>
                  <a:pt x="315473" y="50022"/>
                  <a:pt x="325237" y="59379"/>
                  <a:pt x="325237" y="69934"/>
                </a:cubicBezTo>
                <a:lnTo>
                  <a:pt x="325237" y="115738"/>
                </a:lnTo>
                <a:close/>
                <a:moveTo>
                  <a:pt x="438431" y="103365"/>
                </a:moveTo>
                <a:cubicBezTo>
                  <a:pt x="428867" y="118518"/>
                  <a:pt x="420295" y="124302"/>
                  <a:pt x="407542" y="124302"/>
                </a:cubicBezTo>
                <a:cubicBezTo>
                  <a:pt x="396184" y="124302"/>
                  <a:pt x="387615" y="118518"/>
                  <a:pt x="381834" y="107154"/>
                </a:cubicBezTo>
                <a:cubicBezTo>
                  <a:pt x="378246" y="99576"/>
                  <a:pt x="376853" y="92996"/>
                  <a:pt x="376455" y="80832"/>
                </a:cubicBezTo>
                <a:lnTo>
                  <a:pt x="437835" y="80832"/>
                </a:lnTo>
                <a:cubicBezTo>
                  <a:pt x="436238" y="67903"/>
                  <a:pt x="434247" y="62143"/>
                  <a:pt x="429266" y="55788"/>
                </a:cubicBezTo>
                <a:cubicBezTo>
                  <a:pt x="423284" y="48627"/>
                  <a:pt x="414119" y="44439"/>
                  <a:pt x="403756" y="44439"/>
                </a:cubicBezTo>
                <a:cubicBezTo>
                  <a:pt x="393791" y="44439"/>
                  <a:pt x="384425" y="48027"/>
                  <a:pt x="376853" y="54793"/>
                </a:cubicBezTo>
                <a:cubicBezTo>
                  <a:pt x="367484" y="62937"/>
                  <a:pt x="362105" y="77046"/>
                  <a:pt x="362105" y="93394"/>
                </a:cubicBezTo>
                <a:cubicBezTo>
                  <a:pt x="362105" y="120911"/>
                  <a:pt x="376455" y="138049"/>
                  <a:pt x="399371" y="138049"/>
                </a:cubicBezTo>
                <a:cubicBezTo>
                  <a:pt x="418303" y="138049"/>
                  <a:pt x="433249" y="126293"/>
                  <a:pt x="441621" y="104761"/>
                </a:cubicBezTo>
                <a:lnTo>
                  <a:pt x="438431" y="103365"/>
                </a:lnTo>
                <a:moveTo>
                  <a:pt x="376853" y="74456"/>
                </a:moveTo>
                <a:cubicBezTo>
                  <a:pt x="379043" y="58965"/>
                  <a:pt x="385821" y="51616"/>
                  <a:pt x="397975" y="51616"/>
                </a:cubicBezTo>
                <a:cubicBezTo>
                  <a:pt x="410132" y="51616"/>
                  <a:pt x="414916" y="57177"/>
                  <a:pt x="417507" y="74456"/>
                </a:cubicBezTo>
                <a:lnTo>
                  <a:pt x="376853" y="74456"/>
                </a:lnTo>
                <a:close/>
                <a:moveTo>
                  <a:pt x="448794" y="56797"/>
                </a:moveTo>
                <a:cubicBezTo>
                  <a:pt x="449989" y="56198"/>
                  <a:pt x="451984" y="56001"/>
                  <a:pt x="454176" y="56001"/>
                </a:cubicBezTo>
                <a:cubicBezTo>
                  <a:pt x="459756" y="56001"/>
                  <a:pt x="461547" y="58990"/>
                  <a:pt x="461547" y="68751"/>
                </a:cubicBezTo>
                <a:lnTo>
                  <a:pt x="461547" y="118171"/>
                </a:lnTo>
                <a:cubicBezTo>
                  <a:pt x="461547" y="129529"/>
                  <a:pt x="459355" y="132317"/>
                  <a:pt x="449192" y="133114"/>
                </a:cubicBezTo>
                <a:lnTo>
                  <a:pt x="449192" y="136103"/>
                </a:lnTo>
                <a:lnTo>
                  <a:pt x="491442" y="136103"/>
                </a:lnTo>
                <a:lnTo>
                  <a:pt x="491442" y="133114"/>
                </a:lnTo>
                <a:cubicBezTo>
                  <a:pt x="481277" y="132317"/>
                  <a:pt x="478287" y="129927"/>
                  <a:pt x="478287" y="122754"/>
                </a:cubicBezTo>
                <a:lnTo>
                  <a:pt x="478287" y="66759"/>
                </a:lnTo>
                <a:cubicBezTo>
                  <a:pt x="487854" y="57792"/>
                  <a:pt x="492239" y="55402"/>
                  <a:pt x="498816" y="55402"/>
                </a:cubicBezTo>
                <a:cubicBezTo>
                  <a:pt x="508580" y="55402"/>
                  <a:pt x="513364" y="61578"/>
                  <a:pt x="513364" y="74729"/>
                </a:cubicBezTo>
                <a:lnTo>
                  <a:pt x="513364" y="116377"/>
                </a:lnTo>
                <a:cubicBezTo>
                  <a:pt x="513364" y="128930"/>
                  <a:pt x="510773" y="132317"/>
                  <a:pt x="500808" y="133114"/>
                </a:cubicBezTo>
                <a:lnTo>
                  <a:pt x="500808" y="136103"/>
                </a:lnTo>
                <a:lnTo>
                  <a:pt x="542261" y="136103"/>
                </a:lnTo>
                <a:lnTo>
                  <a:pt x="542261" y="133114"/>
                </a:lnTo>
                <a:cubicBezTo>
                  <a:pt x="532494" y="132120"/>
                  <a:pt x="530104" y="129726"/>
                  <a:pt x="530104" y="119965"/>
                </a:cubicBezTo>
                <a:lnTo>
                  <a:pt x="530104" y="74331"/>
                </a:lnTo>
                <a:cubicBezTo>
                  <a:pt x="530104" y="55602"/>
                  <a:pt x="521334" y="44439"/>
                  <a:pt x="506589" y="44439"/>
                </a:cubicBezTo>
                <a:cubicBezTo>
                  <a:pt x="497420" y="44439"/>
                  <a:pt x="491241" y="47830"/>
                  <a:pt x="477691" y="60583"/>
                </a:cubicBezTo>
                <a:lnTo>
                  <a:pt x="477691" y="44841"/>
                </a:lnTo>
                <a:lnTo>
                  <a:pt x="476296" y="44439"/>
                </a:lnTo>
                <a:cubicBezTo>
                  <a:pt x="466531" y="48027"/>
                  <a:pt x="459756" y="50220"/>
                  <a:pt x="448794" y="53410"/>
                </a:cubicBezTo>
                <a:lnTo>
                  <a:pt x="448794" y="56797"/>
                </a:lnTo>
                <a:close/>
                <a:moveTo>
                  <a:pt x="596067" y="46385"/>
                </a:moveTo>
                <a:lnTo>
                  <a:pt x="575939" y="46385"/>
                </a:lnTo>
                <a:lnTo>
                  <a:pt x="575939" y="23269"/>
                </a:lnTo>
                <a:cubicBezTo>
                  <a:pt x="575939" y="21277"/>
                  <a:pt x="575742" y="20678"/>
                  <a:pt x="574544" y="20678"/>
                </a:cubicBezTo>
                <a:cubicBezTo>
                  <a:pt x="573151" y="22472"/>
                  <a:pt x="571953" y="24266"/>
                  <a:pt x="570560" y="26258"/>
                </a:cubicBezTo>
                <a:cubicBezTo>
                  <a:pt x="562985" y="37220"/>
                  <a:pt x="554416" y="46787"/>
                  <a:pt x="551229" y="47583"/>
                </a:cubicBezTo>
                <a:cubicBezTo>
                  <a:pt x="549037" y="48976"/>
                  <a:pt x="547839" y="50372"/>
                  <a:pt x="547839" y="51369"/>
                </a:cubicBezTo>
                <a:cubicBezTo>
                  <a:pt x="547839" y="51968"/>
                  <a:pt x="548039" y="52367"/>
                  <a:pt x="548639" y="52765"/>
                </a:cubicBezTo>
                <a:lnTo>
                  <a:pt x="559199" y="52765"/>
                </a:lnTo>
                <a:lnTo>
                  <a:pt x="559199" y="112743"/>
                </a:lnTo>
                <a:cubicBezTo>
                  <a:pt x="559199" y="129480"/>
                  <a:pt x="565178" y="138049"/>
                  <a:pt x="576937" y="138049"/>
                </a:cubicBezTo>
                <a:cubicBezTo>
                  <a:pt x="586701" y="138049"/>
                  <a:pt x="594273" y="133269"/>
                  <a:pt x="600850" y="122906"/>
                </a:cubicBezTo>
                <a:lnTo>
                  <a:pt x="598259" y="120713"/>
                </a:lnTo>
                <a:cubicBezTo>
                  <a:pt x="594075" y="125694"/>
                  <a:pt x="590688" y="127689"/>
                  <a:pt x="586303" y="127689"/>
                </a:cubicBezTo>
                <a:cubicBezTo>
                  <a:pt x="578929" y="127689"/>
                  <a:pt x="575939" y="122307"/>
                  <a:pt x="575939" y="109754"/>
                </a:cubicBezTo>
                <a:lnTo>
                  <a:pt x="575939" y="52765"/>
                </a:lnTo>
                <a:lnTo>
                  <a:pt x="596067" y="52765"/>
                </a:lnTo>
                <a:lnTo>
                  <a:pt x="596067" y="463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71305C-1E59-4AD8-A5E4-02D6C6E7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54" y="2671082"/>
            <a:ext cx="3037691" cy="1458093"/>
          </a:xfrm>
          <a:custGeom xmlns:a="http://schemas.openxmlformats.org/drawingml/2006/main">
            <a:pathLst>
              <a:path w="3037691" h="1458093">
                <a:moveTo>
                  <a:pt x="2997189" y="0"/>
                </a:moveTo>
                <a:lnTo>
                  <a:pt x="40502" y="0"/>
                </a:lnTo>
                <a:cubicBezTo>
                  <a:pt x="18134" y="0"/>
                  <a:pt x="0" y="18133"/>
                  <a:pt x="0" y="40502"/>
                </a:cubicBezTo>
                <a:lnTo>
                  <a:pt x="0" y="1417591"/>
                </a:lnTo>
                <a:cubicBezTo>
                  <a:pt x="0" y="1439960"/>
                  <a:pt x="18134" y="1458093"/>
                  <a:pt x="40502" y="1458093"/>
                </a:cubicBezTo>
                <a:lnTo>
                  <a:pt x="2997189" y="1458093"/>
                </a:lnTo>
                <a:cubicBezTo>
                  <a:pt x="3019558" y="1458093"/>
                  <a:pt x="3037691" y="1439960"/>
                  <a:pt x="3037691" y="1417591"/>
                </a:cubicBezTo>
                <a:lnTo>
                  <a:pt x="3037691" y="40502"/>
                </a:lnTo>
                <a:cubicBezTo>
                  <a:pt x="3037691" y="18133"/>
                  <a:pt x="3019558" y="0"/>
                  <a:pt x="2997189" y="0"/>
                </a:cubicBezTo>
                <a:close/>
                <a:moveTo>
                  <a:pt x="0" y="1458093"/>
                </a:moveTo>
              </a:path>
            </a:pathLst>
          </a:custGeom>
          <a:solidFill xmlns:a="http://schemas.openxmlformats.org/drawingml/2006/main">
            <a:srgbClr val="FFFC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189CA-5312-4898-85AA-013B1452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0854" y="2671082"/>
            <a:ext cx="3037691" cy="1458093"/>
          </a:xfrm>
          <a:custGeom xmlns:a="http://schemas.openxmlformats.org/drawingml/2006/main">
            <a:pathLst>
              <a:path w="3037691" h="1458093" fill="none">
                <a:moveTo>
                  <a:pt x="2997189" y="0"/>
                </a:moveTo>
                <a:lnTo>
                  <a:pt x="40502" y="0"/>
                </a:lnTo>
                <a:cubicBezTo>
                  <a:pt x="18134" y="0"/>
                  <a:pt x="0" y="18133"/>
                  <a:pt x="0" y="40502"/>
                </a:cubicBezTo>
                <a:lnTo>
                  <a:pt x="0" y="1417591"/>
                </a:lnTo>
                <a:cubicBezTo>
                  <a:pt x="0" y="1439960"/>
                  <a:pt x="18134" y="1458093"/>
                  <a:pt x="40502" y="1458093"/>
                </a:cubicBezTo>
                <a:lnTo>
                  <a:pt x="2997189" y="1458093"/>
                </a:lnTo>
                <a:cubicBezTo>
                  <a:pt x="3019558" y="1458093"/>
                  <a:pt x="3037691" y="1439960"/>
                  <a:pt x="3037691" y="1417591"/>
                </a:cubicBezTo>
                <a:lnTo>
                  <a:pt x="3037691" y="40502"/>
                </a:lnTo>
                <a:cubicBezTo>
                  <a:pt x="3037691" y="18133"/>
                  <a:pt x="3019558" y="0"/>
                  <a:pt x="2997189" y="0"/>
                </a:cubicBezTo>
                <a:close/>
                <a:moveTo>
                  <a:pt x="0" y="1458093"/>
                </a:move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custDash>
              <a:ds d="750020" sp="750020"/>
            </a:custDash>
            <a:miter/>
          </a:ln>
        </p:spPr>
      </p:sp>
      <p:sp>
        <p:nvSpPr>
          <p:cNvPr id="278" name="Text HuBER">
            <a:extLst xmlns:a="http://schemas.openxmlformats.org/drawingml/2006/main">
              <a:ext uri="{FF2B5EF4-FFF2-40B4-BE49-F238E27FC236}">
                <a16:creationId xmlns:a16="http://schemas.microsoft.com/office/drawing/2014/main" id="{F1F031DE-6262-4B1D-9529-26421727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1575" y="3967772"/>
            <a:ext cx="536370" cy="114769"/>
          </a:xfrm>
          <a:custGeom xmlns:a="http://schemas.openxmlformats.org/drawingml/2006/main">
            <a:pathLst>
              <a:path w="536370" h="114769">
                <a:moveTo>
                  <a:pt x="32456" y="51713"/>
                </a:moveTo>
                <a:lnTo>
                  <a:pt x="32456" y="18605"/>
                </a:lnTo>
                <a:cubicBezTo>
                  <a:pt x="32456" y="6318"/>
                  <a:pt x="34333" y="4441"/>
                  <a:pt x="47488" y="3248"/>
                </a:cubicBezTo>
                <a:lnTo>
                  <a:pt x="47488" y="0"/>
                </a:lnTo>
                <a:lnTo>
                  <a:pt x="0" y="0"/>
                </a:lnTo>
                <a:lnTo>
                  <a:pt x="0" y="3248"/>
                </a:lnTo>
                <a:cubicBezTo>
                  <a:pt x="13152" y="4441"/>
                  <a:pt x="15032" y="6318"/>
                  <a:pt x="15032" y="18605"/>
                </a:cubicBezTo>
                <a:lnTo>
                  <a:pt x="15032" y="92582"/>
                </a:lnTo>
                <a:cubicBezTo>
                  <a:pt x="15032" y="106949"/>
                  <a:pt x="13324" y="109001"/>
                  <a:pt x="0" y="109855"/>
                </a:cubicBezTo>
                <a:lnTo>
                  <a:pt x="0" y="113101"/>
                </a:lnTo>
                <a:lnTo>
                  <a:pt x="47488" y="113101"/>
                </a:lnTo>
                <a:lnTo>
                  <a:pt x="47488" y="109855"/>
                </a:lnTo>
                <a:cubicBezTo>
                  <a:pt x="34677" y="108831"/>
                  <a:pt x="32456" y="106608"/>
                  <a:pt x="32456" y="94464"/>
                </a:cubicBezTo>
                <a:lnTo>
                  <a:pt x="32456" y="59230"/>
                </a:lnTo>
                <a:lnTo>
                  <a:pt x="84213" y="59230"/>
                </a:lnTo>
                <a:lnTo>
                  <a:pt x="84213" y="92582"/>
                </a:lnTo>
                <a:cubicBezTo>
                  <a:pt x="84213" y="106949"/>
                  <a:pt x="82506" y="109001"/>
                  <a:pt x="69181" y="109855"/>
                </a:cubicBezTo>
                <a:lnTo>
                  <a:pt x="69181" y="113101"/>
                </a:lnTo>
                <a:lnTo>
                  <a:pt x="116669" y="113101"/>
                </a:lnTo>
                <a:lnTo>
                  <a:pt x="116669" y="109855"/>
                </a:lnTo>
                <a:cubicBezTo>
                  <a:pt x="103858" y="108831"/>
                  <a:pt x="101637" y="106608"/>
                  <a:pt x="101637" y="94464"/>
                </a:cubicBezTo>
                <a:lnTo>
                  <a:pt x="101637" y="18605"/>
                </a:lnTo>
                <a:cubicBezTo>
                  <a:pt x="101637" y="6318"/>
                  <a:pt x="103516" y="4441"/>
                  <a:pt x="116669" y="3248"/>
                </a:cubicBezTo>
                <a:lnTo>
                  <a:pt x="116669" y="0"/>
                </a:lnTo>
                <a:lnTo>
                  <a:pt x="69181" y="0"/>
                </a:lnTo>
                <a:lnTo>
                  <a:pt x="69181" y="3248"/>
                </a:lnTo>
                <a:cubicBezTo>
                  <a:pt x="82334" y="4441"/>
                  <a:pt x="84213" y="6318"/>
                  <a:pt x="84213" y="18605"/>
                </a:cubicBezTo>
                <a:lnTo>
                  <a:pt x="84213" y="51713"/>
                </a:lnTo>
                <a:lnTo>
                  <a:pt x="32456" y="51713"/>
                </a:lnTo>
                <a:close/>
                <a:moveTo>
                  <a:pt x="201906" y="104528"/>
                </a:moveTo>
                <a:lnTo>
                  <a:pt x="201054" y="104528"/>
                </a:lnTo>
                <a:cubicBezTo>
                  <a:pt x="193195" y="104528"/>
                  <a:pt x="191316" y="102649"/>
                  <a:pt x="191316" y="94790"/>
                </a:cubicBezTo>
                <a:lnTo>
                  <a:pt x="191316" y="36199"/>
                </a:lnTo>
                <a:lnTo>
                  <a:pt x="164326" y="36199"/>
                </a:lnTo>
                <a:lnTo>
                  <a:pt x="164326" y="39105"/>
                </a:lnTo>
                <a:cubicBezTo>
                  <a:pt x="174918" y="39616"/>
                  <a:pt x="176967" y="41326"/>
                  <a:pt x="176967" y="49865"/>
                </a:cubicBezTo>
                <a:lnTo>
                  <a:pt x="176967" y="90002"/>
                </a:lnTo>
                <a:cubicBezTo>
                  <a:pt x="176967" y="94785"/>
                  <a:pt x="176112" y="97178"/>
                  <a:pt x="173722" y="99054"/>
                </a:cubicBezTo>
                <a:cubicBezTo>
                  <a:pt x="169108" y="102813"/>
                  <a:pt x="163815" y="104861"/>
                  <a:pt x="158690" y="104861"/>
                </a:cubicBezTo>
                <a:cubicBezTo>
                  <a:pt x="152028" y="104861"/>
                  <a:pt x="146562" y="99054"/>
                  <a:pt x="146562" y="91881"/>
                </a:cubicBezTo>
                <a:lnTo>
                  <a:pt x="146562" y="36199"/>
                </a:lnTo>
                <a:lnTo>
                  <a:pt x="121621" y="36199"/>
                </a:lnTo>
                <a:lnTo>
                  <a:pt x="121621" y="38592"/>
                </a:lnTo>
                <a:cubicBezTo>
                  <a:pt x="129821" y="39105"/>
                  <a:pt x="132214" y="41667"/>
                  <a:pt x="132214" y="49523"/>
                </a:cubicBezTo>
                <a:lnTo>
                  <a:pt x="132214" y="92564"/>
                </a:lnTo>
                <a:cubicBezTo>
                  <a:pt x="132214" y="106058"/>
                  <a:pt x="140411" y="114769"/>
                  <a:pt x="152881" y="114769"/>
                </a:cubicBezTo>
                <a:cubicBezTo>
                  <a:pt x="159201" y="114769"/>
                  <a:pt x="165863" y="112037"/>
                  <a:pt x="170477" y="107424"/>
                </a:cubicBezTo>
                <a:lnTo>
                  <a:pt x="177822" y="100081"/>
                </a:lnTo>
                <a:lnTo>
                  <a:pt x="177822" y="114258"/>
                </a:lnTo>
                <a:lnTo>
                  <a:pt x="178505" y="114602"/>
                </a:lnTo>
                <a:cubicBezTo>
                  <a:pt x="187046" y="111187"/>
                  <a:pt x="193195" y="109308"/>
                  <a:pt x="201906" y="106915"/>
                </a:cubicBezTo>
                <a:lnTo>
                  <a:pt x="201906" y="104528"/>
                </a:lnTo>
                <a:close/>
                <a:moveTo>
                  <a:pt x="208399" y="0"/>
                </a:moveTo>
                <a:lnTo>
                  <a:pt x="208399" y="3248"/>
                </a:lnTo>
                <a:cubicBezTo>
                  <a:pt x="222747" y="4100"/>
                  <a:pt x="224796" y="5979"/>
                  <a:pt x="224796" y="18623"/>
                </a:cubicBezTo>
                <a:lnTo>
                  <a:pt x="224796" y="94480"/>
                </a:lnTo>
                <a:cubicBezTo>
                  <a:pt x="224796" y="107124"/>
                  <a:pt x="222575" y="109345"/>
                  <a:pt x="208399" y="109855"/>
                </a:cubicBezTo>
                <a:lnTo>
                  <a:pt x="208399" y="113101"/>
                </a:lnTo>
                <a:lnTo>
                  <a:pt x="265452" y="113101"/>
                </a:lnTo>
                <a:cubicBezTo>
                  <a:pt x="278776" y="113101"/>
                  <a:pt x="290904" y="109514"/>
                  <a:pt x="297222" y="103707"/>
                </a:cubicBezTo>
                <a:cubicBezTo>
                  <a:pt x="303374" y="98238"/>
                  <a:pt x="306788" y="90552"/>
                  <a:pt x="306788" y="82349"/>
                </a:cubicBezTo>
                <a:cubicBezTo>
                  <a:pt x="306788" y="74832"/>
                  <a:pt x="303715" y="67998"/>
                  <a:pt x="298419" y="63043"/>
                </a:cubicBezTo>
                <a:cubicBezTo>
                  <a:pt x="293294" y="58432"/>
                  <a:pt x="288684" y="56381"/>
                  <a:pt x="277580" y="53647"/>
                </a:cubicBezTo>
                <a:cubicBezTo>
                  <a:pt x="286463" y="51426"/>
                  <a:pt x="290049" y="49719"/>
                  <a:pt x="294149" y="46130"/>
                </a:cubicBezTo>
                <a:cubicBezTo>
                  <a:pt x="298419" y="42371"/>
                  <a:pt x="300981" y="36050"/>
                  <a:pt x="300981" y="29044"/>
                </a:cubicBezTo>
                <a:cubicBezTo>
                  <a:pt x="300981" y="9910"/>
                  <a:pt x="285777" y="0"/>
                  <a:pt x="256228" y="0"/>
                </a:cubicBezTo>
                <a:lnTo>
                  <a:pt x="208399" y="0"/>
                </a:lnTo>
                <a:moveTo>
                  <a:pt x="242220" y="57405"/>
                </a:moveTo>
                <a:cubicBezTo>
                  <a:pt x="258790" y="57405"/>
                  <a:pt x="266646" y="58260"/>
                  <a:pt x="272797" y="60822"/>
                </a:cubicBezTo>
                <a:cubicBezTo>
                  <a:pt x="282532" y="64922"/>
                  <a:pt x="287146" y="71756"/>
                  <a:pt x="287146" y="82521"/>
                </a:cubicBezTo>
                <a:cubicBezTo>
                  <a:pt x="287146" y="91746"/>
                  <a:pt x="283559" y="98410"/>
                  <a:pt x="276725" y="102338"/>
                </a:cubicBezTo>
                <a:cubicBezTo>
                  <a:pt x="271259" y="105414"/>
                  <a:pt x="264256" y="106782"/>
                  <a:pt x="252983" y="106782"/>
                </a:cubicBezTo>
                <a:cubicBezTo>
                  <a:pt x="244611" y="106782"/>
                  <a:pt x="242220" y="105245"/>
                  <a:pt x="242220" y="99776"/>
                </a:cubicBezTo>
                <a:lnTo>
                  <a:pt x="242220" y="57405"/>
                </a:lnTo>
                <a:moveTo>
                  <a:pt x="242220" y="50571"/>
                </a:moveTo>
                <a:lnTo>
                  <a:pt x="242220" y="11448"/>
                </a:lnTo>
                <a:cubicBezTo>
                  <a:pt x="242220" y="7859"/>
                  <a:pt x="243417" y="6321"/>
                  <a:pt x="245979" y="6321"/>
                </a:cubicBezTo>
                <a:lnTo>
                  <a:pt x="253493" y="6321"/>
                </a:lnTo>
                <a:cubicBezTo>
                  <a:pt x="273138" y="6321"/>
                  <a:pt x="283559" y="14523"/>
                  <a:pt x="283559" y="29730"/>
                </a:cubicBezTo>
                <a:cubicBezTo>
                  <a:pt x="283559" y="43054"/>
                  <a:pt x="274504" y="50571"/>
                  <a:pt x="258448" y="50571"/>
                </a:cubicBezTo>
                <a:lnTo>
                  <a:pt x="242220" y="50571"/>
                </a:lnTo>
                <a:close/>
                <a:moveTo>
                  <a:pt x="421410" y="84223"/>
                </a:moveTo>
                <a:lnTo>
                  <a:pt x="416627" y="84223"/>
                </a:lnTo>
                <a:cubicBezTo>
                  <a:pt x="408086" y="102680"/>
                  <a:pt x="400740" y="106782"/>
                  <a:pt x="376313" y="106782"/>
                </a:cubicBezTo>
                <a:lnTo>
                  <a:pt x="371702" y="106782"/>
                </a:lnTo>
                <a:cubicBezTo>
                  <a:pt x="363330" y="106782"/>
                  <a:pt x="356157" y="105927"/>
                  <a:pt x="354960" y="104731"/>
                </a:cubicBezTo>
                <a:cubicBezTo>
                  <a:pt x="354105" y="104218"/>
                  <a:pt x="353764" y="102338"/>
                  <a:pt x="353764" y="99432"/>
                </a:cubicBezTo>
                <a:lnTo>
                  <a:pt x="353764" y="57218"/>
                </a:lnTo>
                <a:lnTo>
                  <a:pt x="380071" y="57218"/>
                </a:lnTo>
                <a:cubicBezTo>
                  <a:pt x="394078" y="57218"/>
                  <a:pt x="396640" y="59441"/>
                  <a:pt x="398861" y="73625"/>
                </a:cubicBezTo>
                <a:lnTo>
                  <a:pt x="402789" y="73625"/>
                </a:lnTo>
                <a:lnTo>
                  <a:pt x="402789" y="33991"/>
                </a:lnTo>
                <a:lnTo>
                  <a:pt x="398861" y="33991"/>
                </a:lnTo>
                <a:cubicBezTo>
                  <a:pt x="397665" y="40992"/>
                  <a:pt x="396982" y="43554"/>
                  <a:pt x="395103" y="45944"/>
                </a:cubicBezTo>
                <a:cubicBezTo>
                  <a:pt x="392882" y="48848"/>
                  <a:pt x="388099" y="50217"/>
                  <a:pt x="380071" y="50217"/>
                </a:cubicBezTo>
                <a:lnTo>
                  <a:pt x="353764" y="50217"/>
                </a:lnTo>
                <a:lnTo>
                  <a:pt x="353764" y="12300"/>
                </a:lnTo>
                <a:cubicBezTo>
                  <a:pt x="353764" y="7517"/>
                  <a:pt x="354788" y="6493"/>
                  <a:pt x="359402" y="6493"/>
                </a:cubicBezTo>
                <a:lnTo>
                  <a:pt x="382461" y="6493"/>
                </a:lnTo>
                <a:cubicBezTo>
                  <a:pt x="401765" y="6493"/>
                  <a:pt x="405523" y="9055"/>
                  <a:pt x="408427" y="24425"/>
                </a:cubicBezTo>
                <a:lnTo>
                  <a:pt x="412696" y="24425"/>
                </a:lnTo>
                <a:lnTo>
                  <a:pt x="412186" y="0"/>
                </a:lnTo>
                <a:lnTo>
                  <a:pt x="321480" y="0"/>
                </a:lnTo>
                <a:lnTo>
                  <a:pt x="321480" y="3248"/>
                </a:lnTo>
                <a:cubicBezTo>
                  <a:pt x="334121" y="4272"/>
                  <a:pt x="336342" y="6662"/>
                  <a:pt x="336342" y="18623"/>
                </a:cubicBezTo>
                <a:lnTo>
                  <a:pt x="336342" y="94480"/>
                </a:lnTo>
                <a:cubicBezTo>
                  <a:pt x="336342" y="106438"/>
                  <a:pt x="333949" y="109003"/>
                  <a:pt x="321480" y="109855"/>
                </a:cubicBezTo>
                <a:lnTo>
                  <a:pt x="321480" y="113101"/>
                </a:lnTo>
                <a:lnTo>
                  <a:pt x="413721" y="113101"/>
                </a:lnTo>
                <a:lnTo>
                  <a:pt x="421410" y="84223"/>
                </a:lnTo>
                <a:close/>
                <a:moveTo>
                  <a:pt x="536370" y="109855"/>
                </a:moveTo>
                <a:cubicBezTo>
                  <a:pt x="529877" y="109345"/>
                  <a:pt x="526463" y="107635"/>
                  <a:pt x="521508" y="101827"/>
                </a:cubicBezTo>
                <a:lnTo>
                  <a:pt x="486321" y="58602"/>
                </a:lnTo>
                <a:cubicBezTo>
                  <a:pt x="497766" y="56381"/>
                  <a:pt x="502890" y="54330"/>
                  <a:pt x="508525" y="49716"/>
                </a:cubicBezTo>
                <a:cubicBezTo>
                  <a:pt x="513994" y="45275"/>
                  <a:pt x="517239" y="38099"/>
                  <a:pt x="517239" y="30068"/>
                </a:cubicBezTo>
                <a:cubicBezTo>
                  <a:pt x="517239" y="22723"/>
                  <a:pt x="515018" y="16403"/>
                  <a:pt x="510576" y="11448"/>
                </a:cubicBezTo>
                <a:cubicBezTo>
                  <a:pt x="504084" y="4441"/>
                  <a:pt x="489907" y="0"/>
                  <a:pt x="473851" y="0"/>
                </a:cubicBezTo>
                <a:lnTo>
                  <a:pt x="426705" y="0"/>
                </a:lnTo>
                <a:lnTo>
                  <a:pt x="426705" y="3248"/>
                </a:lnTo>
                <a:cubicBezTo>
                  <a:pt x="439516" y="4613"/>
                  <a:pt x="441223" y="6493"/>
                  <a:pt x="441223" y="18623"/>
                </a:cubicBezTo>
                <a:lnTo>
                  <a:pt x="441223" y="92601"/>
                </a:lnTo>
                <a:cubicBezTo>
                  <a:pt x="441223" y="106780"/>
                  <a:pt x="439516" y="108831"/>
                  <a:pt x="426705" y="109855"/>
                </a:cubicBezTo>
                <a:lnTo>
                  <a:pt x="426705" y="113101"/>
                </a:lnTo>
                <a:lnTo>
                  <a:pt x="474021" y="113101"/>
                </a:lnTo>
                <a:lnTo>
                  <a:pt x="474021" y="109855"/>
                </a:lnTo>
                <a:cubicBezTo>
                  <a:pt x="460868" y="109003"/>
                  <a:pt x="458648" y="106780"/>
                  <a:pt x="458648" y="94480"/>
                </a:cubicBezTo>
                <a:lnTo>
                  <a:pt x="458648" y="60822"/>
                </a:lnTo>
                <a:lnTo>
                  <a:pt x="468213" y="60481"/>
                </a:lnTo>
                <a:lnTo>
                  <a:pt x="508867" y="113101"/>
                </a:lnTo>
                <a:lnTo>
                  <a:pt x="536370" y="113101"/>
                </a:lnTo>
                <a:lnTo>
                  <a:pt x="536370" y="109855"/>
                </a:lnTo>
                <a:moveTo>
                  <a:pt x="458648" y="12472"/>
                </a:moveTo>
                <a:cubicBezTo>
                  <a:pt x="458648" y="7689"/>
                  <a:pt x="460527" y="6321"/>
                  <a:pt x="467358" y="6321"/>
                </a:cubicBezTo>
                <a:cubicBezTo>
                  <a:pt x="488711" y="6321"/>
                  <a:pt x="498618" y="13666"/>
                  <a:pt x="498618" y="29724"/>
                </a:cubicBezTo>
                <a:cubicBezTo>
                  <a:pt x="498618" y="38266"/>
                  <a:pt x="495031" y="45439"/>
                  <a:pt x="488883" y="48684"/>
                </a:cubicBezTo>
                <a:cubicBezTo>
                  <a:pt x="481024" y="53125"/>
                  <a:pt x="475045" y="54150"/>
                  <a:pt x="458648" y="54494"/>
                </a:cubicBezTo>
                <a:lnTo>
                  <a:pt x="458648" y="12472"/>
                </a:lnTo>
                <a:close/>
              </a:path>
            </a:pathLst>
          </a:custGeom>
          <a:solidFill xmlns:a="http://schemas.openxmlformats.org/drawingml/2006/main">
            <a:srgbClr val="7F8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Text T">
            <a:extLst xmlns:a="http://schemas.openxmlformats.org/drawingml/2006/main">
              <a:ext uri="{FF2B5EF4-FFF2-40B4-BE49-F238E27FC236}">
                <a16:creationId xmlns:a16="http://schemas.microsoft.com/office/drawing/2014/main" id="{96182335-51C3-47D4-BA2C-707DB2B9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1968" y="3967772"/>
            <a:ext cx="98390" cy="113101"/>
          </a:xfrm>
          <a:custGeom xmlns:a="http://schemas.openxmlformats.org/drawingml/2006/main">
            <a:pathLst>
              <a:path w="98390" h="113101">
                <a:moveTo>
                  <a:pt x="40484" y="7176"/>
                </a:moveTo>
                <a:lnTo>
                  <a:pt x="40484" y="92601"/>
                </a:lnTo>
                <a:cubicBezTo>
                  <a:pt x="40484" y="107124"/>
                  <a:pt x="38605" y="109003"/>
                  <a:pt x="24425" y="109855"/>
                </a:cubicBezTo>
                <a:lnTo>
                  <a:pt x="24425" y="113101"/>
                </a:lnTo>
                <a:lnTo>
                  <a:pt x="74306" y="113101"/>
                </a:lnTo>
                <a:lnTo>
                  <a:pt x="74306" y="109855"/>
                </a:lnTo>
                <a:cubicBezTo>
                  <a:pt x="60298" y="109173"/>
                  <a:pt x="57906" y="106952"/>
                  <a:pt x="57906" y="94480"/>
                </a:cubicBezTo>
                <a:lnTo>
                  <a:pt x="57906" y="7176"/>
                </a:lnTo>
                <a:lnTo>
                  <a:pt x="67130" y="7176"/>
                </a:lnTo>
                <a:cubicBezTo>
                  <a:pt x="86603" y="7176"/>
                  <a:pt x="90362" y="10251"/>
                  <a:pt x="94292" y="29044"/>
                </a:cubicBezTo>
                <a:lnTo>
                  <a:pt x="98390" y="29044"/>
                </a:lnTo>
                <a:lnTo>
                  <a:pt x="97365" y="0"/>
                </a:lnTo>
                <a:lnTo>
                  <a:pt x="1024" y="0"/>
                </a:lnTo>
                <a:lnTo>
                  <a:pt x="0" y="29044"/>
                </a:lnTo>
                <a:lnTo>
                  <a:pt x="4097" y="29044"/>
                </a:lnTo>
                <a:cubicBezTo>
                  <a:pt x="8197" y="10421"/>
                  <a:pt x="12128" y="7176"/>
                  <a:pt x="31260" y="7176"/>
                </a:cubicBezTo>
                <a:lnTo>
                  <a:pt x="40484" y="7176"/>
                </a:lnTo>
                <a:close/>
              </a:path>
            </a:pathLst>
          </a:custGeom>
          <a:solidFill xmlns:a="http://schemas.openxmlformats.org/drawingml/2006/main">
            <a:srgbClr val="7F8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Text -base">
            <a:extLst xmlns:a="http://schemas.openxmlformats.org/drawingml/2006/main">
              <a:ext uri="{FF2B5EF4-FFF2-40B4-BE49-F238E27FC236}">
                <a16:creationId xmlns:a16="http://schemas.microsoft.com/office/drawing/2014/main" id="{7A74F4D1-6BAF-4941-8B7C-DF97E189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4379" y="3964212"/>
            <a:ext cx="350350" cy="118329"/>
          </a:xfrm>
          <a:custGeom xmlns:a="http://schemas.openxmlformats.org/drawingml/2006/main">
            <a:pathLst>
              <a:path w="350350" h="118329">
                <a:moveTo>
                  <a:pt x="0" y="72789"/>
                </a:moveTo>
                <a:lnTo>
                  <a:pt x="0" y="83551"/>
                </a:lnTo>
                <a:lnTo>
                  <a:pt x="42022" y="83551"/>
                </a:lnTo>
                <a:lnTo>
                  <a:pt x="42022" y="72789"/>
                </a:lnTo>
                <a:lnTo>
                  <a:pt x="0" y="72789"/>
                </a:lnTo>
                <a:close/>
                <a:moveTo>
                  <a:pt x="76358" y="341"/>
                </a:moveTo>
                <a:lnTo>
                  <a:pt x="75503" y="0"/>
                </a:lnTo>
                <a:cubicBezTo>
                  <a:pt x="68327" y="2562"/>
                  <a:pt x="63716" y="3928"/>
                  <a:pt x="55688" y="6149"/>
                </a:cubicBezTo>
                <a:lnTo>
                  <a:pt x="50734" y="7517"/>
                </a:lnTo>
                <a:lnTo>
                  <a:pt x="50734" y="10249"/>
                </a:lnTo>
                <a:cubicBezTo>
                  <a:pt x="51758" y="10079"/>
                  <a:pt x="52441" y="10079"/>
                  <a:pt x="53637" y="10079"/>
                </a:cubicBezTo>
                <a:cubicBezTo>
                  <a:pt x="60471" y="10079"/>
                  <a:pt x="62007" y="11614"/>
                  <a:pt x="62007" y="18790"/>
                </a:cubicBezTo>
                <a:lnTo>
                  <a:pt x="62007" y="107403"/>
                </a:lnTo>
                <a:cubicBezTo>
                  <a:pt x="62007" y="112694"/>
                  <a:pt x="76527" y="118329"/>
                  <a:pt x="90193" y="118329"/>
                </a:cubicBezTo>
                <a:cubicBezTo>
                  <a:pt x="112742" y="118329"/>
                  <a:pt x="130164" y="99549"/>
                  <a:pt x="130164" y="75140"/>
                </a:cubicBezTo>
                <a:cubicBezTo>
                  <a:pt x="130164" y="54144"/>
                  <a:pt x="117183" y="38091"/>
                  <a:pt x="100100" y="38091"/>
                </a:cubicBezTo>
                <a:cubicBezTo>
                  <a:pt x="89680" y="38091"/>
                  <a:pt x="79772" y="44242"/>
                  <a:pt x="76358" y="52609"/>
                </a:cubicBezTo>
                <a:lnTo>
                  <a:pt x="76358" y="341"/>
                </a:lnTo>
                <a:moveTo>
                  <a:pt x="76358" y="61656"/>
                </a:moveTo>
                <a:cubicBezTo>
                  <a:pt x="76358" y="54999"/>
                  <a:pt x="84386" y="48853"/>
                  <a:pt x="93269" y="48853"/>
                </a:cubicBezTo>
                <a:cubicBezTo>
                  <a:pt x="106590" y="48853"/>
                  <a:pt x="115132" y="62167"/>
                  <a:pt x="115132" y="82993"/>
                </a:cubicBezTo>
                <a:cubicBezTo>
                  <a:pt x="115132" y="101940"/>
                  <a:pt x="106932" y="112863"/>
                  <a:pt x="92927" y="112863"/>
                </a:cubicBezTo>
                <a:cubicBezTo>
                  <a:pt x="84044" y="112863"/>
                  <a:pt x="76358" y="108938"/>
                  <a:pt x="76358" y="104671"/>
                </a:cubicBezTo>
                <a:lnTo>
                  <a:pt x="76358" y="61656"/>
                </a:lnTo>
                <a:close/>
                <a:moveTo>
                  <a:pt x="211131" y="105351"/>
                </a:moveTo>
                <a:cubicBezTo>
                  <a:pt x="208228" y="107739"/>
                  <a:pt x="206179" y="108594"/>
                  <a:pt x="203617" y="108594"/>
                </a:cubicBezTo>
                <a:cubicBezTo>
                  <a:pt x="199689" y="108594"/>
                  <a:pt x="198492" y="106204"/>
                  <a:pt x="198492" y="98694"/>
                </a:cubicBezTo>
                <a:lnTo>
                  <a:pt x="198492" y="65407"/>
                </a:lnTo>
                <a:cubicBezTo>
                  <a:pt x="198492" y="56529"/>
                  <a:pt x="197638" y="51580"/>
                  <a:pt x="195075" y="47482"/>
                </a:cubicBezTo>
                <a:cubicBezTo>
                  <a:pt x="191317" y="41339"/>
                  <a:pt x="183972" y="38091"/>
                  <a:pt x="173895" y="38091"/>
                </a:cubicBezTo>
                <a:cubicBezTo>
                  <a:pt x="157837" y="38091"/>
                  <a:pt x="145198" y="46458"/>
                  <a:pt x="145198" y="57212"/>
                </a:cubicBezTo>
                <a:cubicBezTo>
                  <a:pt x="145198" y="61140"/>
                  <a:pt x="148612" y="64552"/>
                  <a:pt x="152543" y="64552"/>
                </a:cubicBezTo>
                <a:cubicBezTo>
                  <a:pt x="156640" y="64552"/>
                  <a:pt x="160229" y="61140"/>
                  <a:pt x="160229" y="57384"/>
                </a:cubicBezTo>
                <a:cubicBezTo>
                  <a:pt x="160229" y="56701"/>
                  <a:pt x="160057" y="55847"/>
                  <a:pt x="159888" y="54653"/>
                </a:cubicBezTo>
                <a:cubicBezTo>
                  <a:pt x="159546" y="53118"/>
                  <a:pt x="159374" y="51752"/>
                  <a:pt x="159374" y="50555"/>
                </a:cubicBezTo>
                <a:cubicBezTo>
                  <a:pt x="159374" y="45947"/>
                  <a:pt x="164840" y="42191"/>
                  <a:pt x="171674" y="42191"/>
                </a:cubicBezTo>
                <a:cubicBezTo>
                  <a:pt x="180044" y="42191"/>
                  <a:pt x="184655" y="47141"/>
                  <a:pt x="184655" y="56360"/>
                </a:cubicBezTo>
                <a:lnTo>
                  <a:pt x="184655" y="66773"/>
                </a:lnTo>
                <a:cubicBezTo>
                  <a:pt x="158350" y="77355"/>
                  <a:pt x="155446" y="78721"/>
                  <a:pt x="148101" y="85209"/>
                </a:cubicBezTo>
                <a:cubicBezTo>
                  <a:pt x="144343" y="88623"/>
                  <a:pt x="141950" y="94425"/>
                  <a:pt x="141950" y="100058"/>
                </a:cubicBezTo>
                <a:cubicBezTo>
                  <a:pt x="141950" y="110815"/>
                  <a:pt x="149467" y="118329"/>
                  <a:pt x="159888" y="118329"/>
                </a:cubicBezTo>
                <a:cubicBezTo>
                  <a:pt x="167402" y="118329"/>
                  <a:pt x="174406" y="114743"/>
                  <a:pt x="184827" y="105860"/>
                </a:cubicBezTo>
                <a:cubicBezTo>
                  <a:pt x="185682" y="114743"/>
                  <a:pt x="188755" y="118329"/>
                  <a:pt x="195758" y="118329"/>
                </a:cubicBezTo>
                <a:cubicBezTo>
                  <a:pt x="201566" y="118329"/>
                  <a:pt x="205155" y="116280"/>
                  <a:pt x="211131" y="109790"/>
                </a:cubicBezTo>
                <a:lnTo>
                  <a:pt x="211131" y="105351"/>
                </a:lnTo>
                <a:moveTo>
                  <a:pt x="184655" y="95611"/>
                </a:moveTo>
                <a:cubicBezTo>
                  <a:pt x="184655" y="100907"/>
                  <a:pt x="183802" y="102445"/>
                  <a:pt x="180213" y="104494"/>
                </a:cubicBezTo>
                <a:cubicBezTo>
                  <a:pt x="176116" y="106887"/>
                  <a:pt x="171333" y="108422"/>
                  <a:pt x="167744" y="108422"/>
                </a:cubicBezTo>
                <a:cubicBezTo>
                  <a:pt x="161767" y="108422"/>
                  <a:pt x="156984" y="102615"/>
                  <a:pt x="156984" y="95270"/>
                </a:cubicBezTo>
                <a:lnTo>
                  <a:pt x="156984" y="94587"/>
                </a:lnTo>
                <a:cubicBezTo>
                  <a:pt x="156984" y="84507"/>
                  <a:pt x="163985" y="78359"/>
                  <a:pt x="184655" y="70842"/>
                </a:cubicBezTo>
                <a:lnTo>
                  <a:pt x="184655" y="95611"/>
                </a:lnTo>
                <a:close/>
                <a:moveTo>
                  <a:pt x="265281" y="62991"/>
                </a:moveTo>
                <a:lnTo>
                  <a:pt x="264598" y="39759"/>
                </a:lnTo>
                <a:lnTo>
                  <a:pt x="262719" y="39759"/>
                </a:lnTo>
                <a:lnTo>
                  <a:pt x="262377" y="40103"/>
                </a:lnTo>
                <a:cubicBezTo>
                  <a:pt x="260839" y="41297"/>
                  <a:pt x="260670" y="41469"/>
                  <a:pt x="259987" y="41469"/>
                </a:cubicBezTo>
                <a:cubicBezTo>
                  <a:pt x="258963" y="41469"/>
                  <a:pt x="257253" y="41128"/>
                  <a:pt x="255374" y="40273"/>
                </a:cubicBezTo>
                <a:cubicBezTo>
                  <a:pt x="251615" y="38943"/>
                  <a:pt x="247859" y="38258"/>
                  <a:pt x="243418" y="38258"/>
                </a:cubicBezTo>
                <a:cubicBezTo>
                  <a:pt x="229921" y="38258"/>
                  <a:pt x="220186" y="46969"/>
                  <a:pt x="220186" y="59261"/>
                </a:cubicBezTo>
                <a:cubicBezTo>
                  <a:pt x="220186" y="68819"/>
                  <a:pt x="225652" y="75648"/>
                  <a:pt x="240173" y="83843"/>
                </a:cubicBezTo>
                <a:lnTo>
                  <a:pt x="250080" y="89478"/>
                </a:lnTo>
                <a:cubicBezTo>
                  <a:pt x="256056" y="92892"/>
                  <a:pt x="258963" y="96990"/>
                  <a:pt x="258963" y="102281"/>
                </a:cubicBezTo>
                <a:cubicBezTo>
                  <a:pt x="258963" y="109793"/>
                  <a:pt x="253494" y="114573"/>
                  <a:pt x="244783" y="114573"/>
                </a:cubicBezTo>
                <a:cubicBezTo>
                  <a:pt x="238976" y="114573"/>
                  <a:pt x="233680" y="112352"/>
                  <a:pt x="230435" y="108597"/>
                </a:cubicBezTo>
                <a:cubicBezTo>
                  <a:pt x="226848" y="104330"/>
                  <a:pt x="225310" y="100402"/>
                  <a:pt x="223090" y="90672"/>
                </a:cubicBezTo>
                <a:lnTo>
                  <a:pt x="220355" y="90672"/>
                </a:lnTo>
                <a:lnTo>
                  <a:pt x="220355" y="117305"/>
                </a:lnTo>
                <a:lnTo>
                  <a:pt x="222576" y="117305"/>
                </a:lnTo>
                <a:cubicBezTo>
                  <a:pt x="223773" y="115598"/>
                  <a:pt x="224455" y="115256"/>
                  <a:pt x="226507" y="115256"/>
                </a:cubicBezTo>
                <a:cubicBezTo>
                  <a:pt x="228045" y="115295"/>
                  <a:pt x="230435" y="115637"/>
                  <a:pt x="234363" y="116661"/>
                </a:cubicBezTo>
                <a:cubicBezTo>
                  <a:pt x="239146" y="117646"/>
                  <a:pt x="243759" y="118329"/>
                  <a:pt x="246832" y="118329"/>
                </a:cubicBezTo>
                <a:cubicBezTo>
                  <a:pt x="259987" y="118329"/>
                  <a:pt x="270919" y="108427"/>
                  <a:pt x="270919" y="96476"/>
                </a:cubicBezTo>
                <a:cubicBezTo>
                  <a:pt x="270919" y="87940"/>
                  <a:pt x="266819" y="82308"/>
                  <a:pt x="256570" y="76161"/>
                </a:cubicBezTo>
                <a:lnTo>
                  <a:pt x="238121" y="65235"/>
                </a:lnTo>
                <a:cubicBezTo>
                  <a:pt x="233338" y="62503"/>
                  <a:pt x="230776" y="58237"/>
                  <a:pt x="230776" y="53626"/>
                </a:cubicBezTo>
                <a:cubicBezTo>
                  <a:pt x="230776" y="46797"/>
                  <a:pt x="236073" y="42017"/>
                  <a:pt x="243928" y="42017"/>
                </a:cubicBezTo>
                <a:cubicBezTo>
                  <a:pt x="253666" y="42017"/>
                  <a:pt x="258791" y="47821"/>
                  <a:pt x="262719" y="63017"/>
                </a:cubicBezTo>
                <a:lnTo>
                  <a:pt x="265281" y="62991"/>
                </a:lnTo>
                <a:close/>
                <a:moveTo>
                  <a:pt x="347616" y="88600"/>
                </a:moveTo>
                <a:cubicBezTo>
                  <a:pt x="339418" y="101588"/>
                  <a:pt x="332071" y="106545"/>
                  <a:pt x="321139" y="106545"/>
                </a:cubicBezTo>
                <a:cubicBezTo>
                  <a:pt x="311404" y="106545"/>
                  <a:pt x="304059" y="101588"/>
                  <a:pt x="299104" y="91847"/>
                </a:cubicBezTo>
                <a:cubicBezTo>
                  <a:pt x="296028" y="85352"/>
                  <a:pt x="294835" y="79711"/>
                  <a:pt x="294493" y="69286"/>
                </a:cubicBezTo>
                <a:lnTo>
                  <a:pt x="347105" y="69286"/>
                </a:lnTo>
                <a:cubicBezTo>
                  <a:pt x="345737" y="58203"/>
                  <a:pt x="344029" y="53266"/>
                  <a:pt x="339760" y="47819"/>
                </a:cubicBezTo>
                <a:cubicBezTo>
                  <a:pt x="334633" y="41680"/>
                  <a:pt x="326777" y="38091"/>
                  <a:pt x="317894" y="38091"/>
                </a:cubicBezTo>
                <a:cubicBezTo>
                  <a:pt x="309353" y="38091"/>
                  <a:pt x="301325" y="41167"/>
                  <a:pt x="294835" y="46966"/>
                </a:cubicBezTo>
                <a:cubicBezTo>
                  <a:pt x="286804" y="53946"/>
                  <a:pt x="282193" y="66040"/>
                  <a:pt x="282193" y="80053"/>
                </a:cubicBezTo>
                <a:cubicBezTo>
                  <a:pt x="282193" y="103639"/>
                  <a:pt x="294493" y="118329"/>
                  <a:pt x="314136" y="118329"/>
                </a:cubicBezTo>
                <a:cubicBezTo>
                  <a:pt x="330364" y="118329"/>
                  <a:pt x="343174" y="108252"/>
                  <a:pt x="350350" y="89796"/>
                </a:cubicBezTo>
                <a:lnTo>
                  <a:pt x="347616" y="88600"/>
                </a:lnTo>
                <a:moveTo>
                  <a:pt x="294835" y="63820"/>
                </a:moveTo>
                <a:cubicBezTo>
                  <a:pt x="296711" y="50542"/>
                  <a:pt x="302521" y="44242"/>
                  <a:pt x="312939" y="44242"/>
                </a:cubicBezTo>
                <a:cubicBezTo>
                  <a:pt x="323360" y="44242"/>
                  <a:pt x="327460" y="49010"/>
                  <a:pt x="329681" y="63820"/>
                </a:cubicBezTo>
                <a:lnTo>
                  <a:pt x="294835" y="63820"/>
                </a:lnTo>
                <a:close/>
              </a:path>
            </a:pathLst>
          </a:custGeom>
          <a:solidFill xmlns:a="http://schemas.openxmlformats.org/drawingml/2006/main">
            <a:srgbClr val="7F80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AAD298-806A-451C-AF09-34FDA912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111" y="2904017"/>
            <a:ext cx="405024" cy="992224"/>
          </a:xfrm>
          <a:custGeom xmlns:a="http://schemas.openxmlformats.org/drawingml/2006/main">
            <a:pathLst>
              <a:path w="405024" h="992224">
                <a:moveTo>
                  <a:pt x="370280" y="779753"/>
                </a:moveTo>
                <a:lnTo>
                  <a:pt x="34744" y="980731"/>
                </a:lnTo>
                <a:cubicBezTo>
                  <a:pt x="15556" y="992224"/>
                  <a:pt x="0" y="983408"/>
                  <a:pt x="0" y="961040"/>
                </a:cubicBezTo>
                <a:lnTo>
                  <a:pt x="0" y="31185"/>
                </a:lnTo>
                <a:cubicBezTo>
                  <a:pt x="0" y="8816"/>
                  <a:pt x="15556" y="0"/>
                  <a:pt x="34744" y="11494"/>
                </a:cubicBezTo>
                <a:lnTo>
                  <a:pt x="370280" y="212471"/>
                </a:lnTo>
                <a:cubicBezTo>
                  <a:pt x="389469" y="223965"/>
                  <a:pt x="405024" y="251416"/>
                  <a:pt x="405024" y="273785"/>
                </a:cubicBezTo>
                <a:lnTo>
                  <a:pt x="405024" y="718440"/>
                </a:lnTo>
                <a:cubicBezTo>
                  <a:pt x="405024" y="740808"/>
                  <a:pt x="389469" y="768259"/>
                  <a:pt x="370280" y="779753"/>
                </a:cubicBezTo>
                <a:close/>
              </a:path>
            </a:pathLst>
          </a:custGeom>
          <a:solidFill xmlns:a="http://schemas.openxmlformats.org/drawingml/2006/main">
            <a:srgbClr val="ECECE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042456-CBAB-4A19-B002-D2CB3EC6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6111" y="2904017"/>
            <a:ext cx="405024" cy="992224"/>
          </a:xfrm>
          <a:custGeom xmlns:a="http://schemas.openxmlformats.org/drawingml/2006/main">
            <a:pathLst>
              <a:path w="405024" h="992224" fill="none">
                <a:moveTo>
                  <a:pt x="370280" y="779753"/>
                </a:moveTo>
                <a:lnTo>
                  <a:pt x="34744" y="980731"/>
                </a:lnTo>
                <a:cubicBezTo>
                  <a:pt x="15556" y="992224"/>
                  <a:pt x="0" y="983408"/>
                  <a:pt x="0" y="961040"/>
                </a:cubicBezTo>
                <a:lnTo>
                  <a:pt x="0" y="31185"/>
                </a:lnTo>
                <a:cubicBezTo>
                  <a:pt x="0" y="8816"/>
                  <a:pt x="15556" y="0"/>
                  <a:pt x="34744" y="11494"/>
                </a:cubicBezTo>
                <a:lnTo>
                  <a:pt x="370280" y="212471"/>
                </a:lnTo>
                <a:cubicBezTo>
                  <a:pt x="389469" y="223965"/>
                  <a:pt x="405024" y="251416"/>
                  <a:pt x="405024" y="273785"/>
                </a:cubicBezTo>
                <a:lnTo>
                  <a:pt x="405024" y="718440"/>
                </a:lnTo>
                <a:cubicBezTo>
                  <a:pt x="405024" y="740808"/>
                  <a:pt x="389469" y="768259"/>
                  <a:pt x="370280" y="779753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83" name="Text F">
            <a:extLst xmlns:a="http://schemas.openxmlformats.org/drawingml/2006/main">
              <a:ext uri="{FF2B5EF4-FFF2-40B4-BE49-F238E27FC236}">
                <a16:creationId xmlns:a16="http://schemas.microsoft.com/office/drawing/2014/main" id="{B928A063-F3CC-440E-A771-E279D555C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013" y="3406505"/>
            <a:ext cx="113101" cy="91216"/>
          </a:xfrm>
          <a:custGeom xmlns:a="http://schemas.openxmlformats.org/drawingml/2006/main">
            <a:pathLst>
              <a:path w="113101" h="91216">
                <a:moveTo>
                  <a:pt x="73618" y="11445"/>
                </a:moveTo>
                <a:lnTo>
                  <a:pt x="33991" y="11445"/>
                </a:lnTo>
                <a:lnTo>
                  <a:pt x="33991" y="15373"/>
                </a:lnTo>
                <a:cubicBezTo>
                  <a:pt x="47654" y="17422"/>
                  <a:pt x="50217" y="20497"/>
                  <a:pt x="50217" y="34163"/>
                </a:cubicBezTo>
                <a:lnTo>
                  <a:pt x="50217" y="58933"/>
                </a:lnTo>
                <a:lnTo>
                  <a:pt x="12300" y="58933"/>
                </a:lnTo>
                <a:cubicBezTo>
                  <a:pt x="7517" y="58933"/>
                  <a:pt x="6493" y="58078"/>
                  <a:pt x="6493" y="53467"/>
                </a:cubicBezTo>
                <a:lnTo>
                  <a:pt x="6493" y="30235"/>
                </a:lnTo>
                <a:cubicBezTo>
                  <a:pt x="6493" y="10932"/>
                  <a:pt x="9055" y="7173"/>
                  <a:pt x="24425" y="4269"/>
                </a:cubicBezTo>
                <a:lnTo>
                  <a:pt x="24425" y="0"/>
                </a:lnTo>
                <a:lnTo>
                  <a:pt x="0" y="511"/>
                </a:lnTo>
                <a:lnTo>
                  <a:pt x="0" y="91216"/>
                </a:lnTo>
                <a:lnTo>
                  <a:pt x="3248" y="91216"/>
                </a:lnTo>
                <a:cubicBezTo>
                  <a:pt x="4272" y="78575"/>
                  <a:pt x="6662" y="76354"/>
                  <a:pt x="18618" y="76354"/>
                </a:cubicBezTo>
                <a:lnTo>
                  <a:pt x="92595" y="76354"/>
                </a:lnTo>
                <a:cubicBezTo>
                  <a:pt x="106780" y="76354"/>
                  <a:pt x="109001" y="78234"/>
                  <a:pt x="109855" y="91216"/>
                </a:cubicBezTo>
                <a:lnTo>
                  <a:pt x="113101" y="91216"/>
                </a:lnTo>
                <a:lnTo>
                  <a:pt x="113101" y="43388"/>
                </a:lnTo>
                <a:lnTo>
                  <a:pt x="109855" y="43388"/>
                </a:lnTo>
                <a:cubicBezTo>
                  <a:pt x="109173" y="56540"/>
                  <a:pt x="106780" y="58933"/>
                  <a:pt x="94475" y="58933"/>
                </a:cubicBezTo>
                <a:lnTo>
                  <a:pt x="57218" y="58933"/>
                </a:lnTo>
                <a:lnTo>
                  <a:pt x="57218" y="34163"/>
                </a:lnTo>
                <a:cubicBezTo>
                  <a:pt x="57218" y="20328"/>
                  <a:pt x="59782" y="17422"/>
                  <a:pt x="73625" y="15373"/>
                </a:cubicBezTo>
                <a:lnTo>
                  <a:pt x="73618" y="114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Text E">
            <a:extLst xmlns:a="http://schemas.openxmlformats.org/drawingml/2006/main">
              <a:ext uri="{FF2B5EF4-FFF2-40B4-BE49-F238E27FC236}">
                <a16:creationId xmlns:a16="http://schemas.microsoft.com/office/drawing/2014/main" id="{7E3A5DA8-A26E-45F0-8D6D-B0BE2FD3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1013" y="3302816"/>
            <a:ext cx="113101" cy="99930"/>
          </a:xfrm>
          <a:custGeom xmlns:a="http://schemas.openxmlformats.org/drawingml/2006/main">
            <a:pathLst>
              <a:path w="113101" h="99930">
                <a:moveTo>
                  <a:pt x="84223" y="0"/>
                </a:moveTo>
                <a:lnTo>
                  <a:pt x="84223" y="4783"/>
                </a:lnTo>
                <a:cubicBezTo>
                  <a:pt x="102680" y="13324"/>
                  <a:pt x="106782" y="20669"/>
                  <a:pt x="106782" y="45097"/>
                </a:cubicBezTo>
                <a:lnTo>
                  <a:pt x="106782" y="49708"/>
                </a:lnTo>
                <a:cubicBezTo>
                  <a:pt x="106782" y="58080"/>
                  <a:pt x="105927" y="65253"/>
                  <a:pt x="104731" y="66450"/>
                </a:cubicBezTo>
                <a:cubicBezTo>
                  <a:pt x="104218" y="67305"/>
                  <a:pt x="102338" y="67646"/>
                  <a:pt x="99432" y="67646"/>
                </a:cubicBezTo>
                <a:lnTo>
                  <a:pt x="57218" y="67646"/>
                </a:lnTo>
                <a:lnTo>
                  <a:pt x="57218" y="41339"/>
                </a:lnTo>
                <a:cubicBezTo>
                  <a:pt x="57218" y="27332"/>
                  <a:pt x="59441" y="24769"/>
                  <a:pt x="73625" y="22549"/>
                </a:cubicBezTo>
                <a:lnTo>
                  <a:pt x="73625" y="18621"/>
                </a:lnTo>
                <a:lnTo>
                  <a:pt x="33991" y="18621"/>
                </a:lnTo>
                <a:lnTo>
                  <a:pt x="33991" y="22549"/>
                </a:lnTo>
                <a:cubicBezTo>
                  <a:pt x="40992" y="23745"/>
                  <a:pt x="43554" y="24428"/>
                  <a:pt x="45944" y="26307"/>
                </a:cubicBezTo>
                <a:cubicBezTo>
                  <a:pt x="48848" y="28528"/>
                  <a:pt x="50217" y="33311"/>
                  <a:pt x="50217" y="41339"/>
                </a:cubicBezTo>
                <a:lnTo>
                  <a:pt x="50217" y="67646"/>
                </a:lnTo>
                <a:lnTo>
                  <a:pt x="12300" y="67646"/>
                </a:lnTo>
                <a:cubicBezTo>
                  <a:pt x="7517" y="67646"/>
                  <a:pt x="6493" y="66622"/>
                  <a:pt x="6493" y="62008"/>
                </a:cubicBezTo>
                <a:lnTo>
                  <a:pt x="6493" y="38949"/>
                </a:lnTo>
                <a:cubicBezTo>
                  <a:pt x="6493" y="19645"/>
                  <a:pt x="9055" y="15887"/>
                  <a:pt x="24425" y="12983"/>
                </a:cubicBezTo>
                <a:lnTo>
                  <a:pt x="24425" y="8713"/>
                </a:lnTo>
                <a:lnTo>
                  <a:pt x="0" y="9224"/>
                </a:lnTo>
                <a:lnTo>
                  <a:pt x="0" y="99930"/>
                </a:lnTo>
                <a:lnTo>
                  <a:pt x="3248" y="99930"/>
                </a:lnTo>
                <a:cubicBezTo>
                  <a:pt x="4272" y="87288"/>
                  <a:pt x="6662" y="85068"/>
                  <a:pt x="18623" y="85068"/>
                </a:cubicBezTo>
                <a:lnTo>
                  <a:pt x="94480" y="85068"/>
                </a:lnTo>
                <a:cubicBezTo>
                  <a:pt x="106438" y="85068"/>
                  <a:pt x="109003" y="87461"/>
                  <a:pt x="109855" y="99930"/>
                </a:cubicBezTo>
                <a:lnTo>
                  <a:pt x="113101" y="99930"/>
                </a:lnTo>
                <a:lnTo>
                  <a:pt x="113101" y="7689"/>
                </a:lnTo>
                <a:lnTo>
                  <a:pt x="84223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99169eaed4411"/>
          <a:stretch xmlns:a="http://schemas.openxmlformats.org/drawingml/2006/main"/>
        </p:blipFill>
        <p:spPr>
          <a:xfrm xmlns:a="http://schemas.openxmlformats.org/drawingml/2006/main">
            <a:off x="9164535" y="3085890"/>
            <a:ext cx="174696" cy="174696"/>
          </a:xfrm>
          <a:prstGeom xmlns:a="http://schemas.openxmlformats.org/drawingml/2006/main" prst="rect">
            <a:avLst/>
          </a:prstGeom>
        </p:spPr>
      </p:pic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FC9B78-ECDE-470B-8695-6117BDEE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148" y="2995104"/>
            <a:ext cx="243017" cy="810050"/>
          </a:xfrm>
          <a:custGeom xmlns:a="http://schemas.openxmlformats.org/drawingml/2006/main">
            <a:pathLst>
              <a:path w="243017" h="810050">
                <a:moveTo>
                  <a:pt x="0" y="810050"/>
                </a:moveTo>
                <a:lnTo>
                  <a:pt x="243017" y="810050"/>
                </a:lnTo>
                <a:lnTo>
                  <a:pt x="243017" y="0"/>
                </a:lnTo>
                <a:lnTo>
                  <a:pt x="0" y="0"/>
                </a:lnTo>
                <a:lnTo>
                  <a:pt x="0" y="810050"/>
                </a:lnTo>
                <a:close/>
              </a:path>
            </a:pathLst>
          </a:custGeom>
          <a:solidFill xmlns:a="http://schemas.openxmlformats.org/drawingml/2006/main">
            <a:srgbClr val="99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37E716-CA7C-40B6-B26E-B1712A4A2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4148" y="2995104"/>
            <a:ext cx="243017" cy="810050"/>
          </a:xfrm>
          <a:custGeom xmlns:a="http://schemas.openxmlformats.org/drawingml/2006/main">
            <a:pathLst>
              <a:path w="243017" h="810050" fill="none">
                <a:moveTo>
                  <a:pt x="0" y="810050"/>
                </a:moveTo>
                <a:lnTo>
                  <a:pt x="243017" y="810050"/>
                </a:lnTo>
                <a:lnTo>
                  <a:pt x="243017" y="0"/>
                </a:lnTo>
                <a:lnTo>
                  <a:pt x="0" y="0"/>
                </a:lnTo>
                <a:lnTo>
                  <a:pt x="0" y="810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88" name="Text x">
            <a:extLst xmlns:a="http://schemas.openxmlformats.org/drawingml/2006/main">
              <a:ext uri="{FF2B5EF4-FFF2-40B4-BE49-F238E27FC236}">
                <a16:creationId xmlns:a16="http://schemas.microsoft.com/office/drawing/2014/main" id="{4E5C39FD-42B9-416A-97FD-FDA9C2D7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06" y="2788798"/>
            <a:ext cx="122164" cy="88550"/>
          </a:xfrm>
          <a:custGeom xmlns:a="http://schemas.openxmlformats.org/drawingml/2006/main">
            <a:pathLst>
              <a:path w="122164" h="88550">
                <a:moveTo>
                  <a:pt x="71743" y="40285"/>
                </a:moveTo>
                <a:lnTo>
                  <a:pt x="99245" y="12559"/>
                </a:lnTo>
                <a:cubicBezTo>
                  <a:pt x="104028" y="11163"/>
                  <a:pt x="109210" y="11163"/>
                  <a:pt x="117779" y="11163"/>
                </a:cubicBezTo>
                <a:lnTo>
                  <a:pt x="117779" y="0"/>
                </a:lnTo>
                <a:cubicBezTo>
                  <a:pt x="111402" y="599"/>
                  <a:pt x="104825" y="800"/>
                  <a:pt x="98448" y="800"/>
                </a:cubicBezTo>
                <a:cubicBezTo>
                  <a:pt x="91673" y="800"/>
                  <a:pt x="77922" y="201"/>
                  <a:pt x="76329" y="0"/>
                </a:cubicBezTo>
                <a:lnTo>
                  <a:pt x="76329" y="11163"/>
                </a:lnTo>
                <a:cubicBezTo>
                  <a:pt x="78920" y="11163"/>
                  <a:pt x="80312" y="11561"/>
                  <a:pt x="81708" y="12358"/>
                </a:cubicBezTo>
                <a:lnTo>
                  <a:pt x="62976" y="31309"/>
                </a:lnTo>
                <a:lnTo>
                  <a:pt x="43646" y="11163"/>
                </a:lnTo>
                <a:lnTo>
                  <a:pt x="49025" y="11163"/>
                </a:lnTo>
                <a:lnTo>
                  <a:pt x="49025" y="0"/>
                </a:lnTo>
                <a:cubicBezTo>
                  <a:pt x="47830" y="0"/>
                  <a:pt x="32087" y="800"/>
                  <a:pt x="23716" y="800"/>
                </a:cubicBezTo>
                <a:cubicBezTo>
                  <a:pt x="16144" y="800"/>
                  <a:pt x="8770" y="599"/>
                  <a:pt x="1195" y="0"/>
                </a:cubicBezTo>
                <a:lnTo>
                  <a:pt x="1195" y="11163"/>
                </a:lnTo>
                <a:lnTo>
                  <a:pt x="16144" y="11163"/>
                </a:lnTo>
                <a:lnTo>
                  <a:pt x="48827" y="45272"/>
                </a:lnTo>
                <a:lnTo>
                  <a:pt x="20128" y="74200"/>
                </a:lnTo>
                <a:cubicBezTo>
                  <a:pt x="17537" y="76593"/>
                  <a:pt x="17339" y="76794"/>
                  <a:pt x="11160" y="77192"/>
                </a:cubicBezTo>
                <a:cubicBezTo>
                  <a:pt x="7973" y="77390"/>
                  <a:pt x="997" y="77390"/>
                  <a:pt x="0" y="77390"/>
                </a:cubicBezTo>
                <a:lnTo>
                  <a:pt x="0" y="88550"/>
                </a:lnTo>
                <a:cubicBezTo>
                  <a:pt x="6377" y="87954"/>
                  <a:pt x="12954" y="87753"/>
                  <a:pt x="19331" y="87753"/>
                </a:cubicBezTo>
                <a:cubicBezTo>
                  <a:pt x="24713" y="87753"/>
                  <a:pt x="38862" y="88352"/>
                  <a:pt x="41453" y="88550"/>
                </a:cubicBezTo>
                <a:lnTo>
                  <a:pt x="41453" y="77390"/>
                </a:lnTo>
                <a:cubicBezTo>
                  <a:pt x="38263" y="77390"/>
                  <a:pt x="37467" y="76992"/>
                  <a:pt x="36071" y="75994"/>
                </a:cubicBezTo>
                <a:lnTo>
                  <a:pt x="57594" y="54450"/>
                </a:lnTo>
                <a:lnTo>
                  <a:pt x="79716" y="77390"/>
                </a:lnTo>
                <a:lnTo>
                  <a:pt x="74535" y="77390"/>
                </a:lnTo>
                <a:lnTo>
                  <a:pt x="74535" y="88550"/>
                </a:lnTo>
                <a:cubicBezTo>
                  <a:pt x="74732" y="88550"/>
                  <a:pt x="90676" y="87753"/>
                  <a:pt x="99844" y="87753"/>
                </a:cubicBezTo>
                <a:cubicBezTo>
                  <a:pt x="107218" y="87753"/>
                  <a:pt x="114790" y="87954"/>
                  <a:pt x="122164" y="88550"/>
                </a:cubicBezTo>
                <a:lnTo>
                  <a:pt x="122164" y="77390"/>
                </a:lnTo>
                <a:lnTo>
                  <a:pt x="107416" y="77390"/>
                </a:lnTo>
                <a:lnTo>
                  <a:pt x="71743" y="402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0B5102-B60A-4AA4-B2AD-B450D015E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180" y="2995104"/>
            <a:ext cx="243017" cy="810050"/>
          </a:xfrm>
          <a:custGeom xmlns:a="http://schemas.openxmlformats.org/drawingml/2006/main">
            <a:pathLst>
              <a:path w="243017" h="810050">
                <a:moveTo>
                  <a:pt x="0" y="810050"/>
                </a:moveTo>
                <a:lnTo>
                  <a:pt x="243017" y="810050"/>
                </a:lnTo>
                <a:lnTo>
                  <a:pt x="243017" y="0"/>
                </a:lnTo>
                <a:lnTo>
                  <a:pt x="0" y="0"/>
                </a:lnTo>
                <a:lnTo>
                  <a:pt x="0" y="810050"/>
                </a:lnTo>
                <a:close/>
              </a:path>
            </a:pathLst>
          </a:custGeom>
          <a:solidFill xmlns:a="http://schemas.openxmlformats.org/drawingml/2006/main">
            <a:srgbClr val="99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0D299-B148-42B9-8CE8-B362CD9F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1180" y="2995104"/>
            <a:ext cx="243017" cy="810050"/>
          </a:xfrm>
          <a:custGeom xmlns:a="http://schemas.openxmlformats.org/drawingml/2006/main">
            <a:pathLst>
              <a:path w="243017" h="810050" fill="none">
                <a:moveTo>
                  <a:pt x="0" y="810050"/>
                </a:moveTo>
                <a:lnTo>
                  <a:pt x="243017" y="810050"/>
                </a:lnTo>
                <a:lnTo>
                  <a:pt x="243017" y="0"/>
                </a:lnTo>
                <a:lnTo>
                  <a:pt x="0" y="0"/>
                </a:lnTo>
                <a:lnTo>
                  <a:pt x="0" y="8100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91" name="Text ˜">
            <a:extLst xmlns:a="http://schemas.openxmlformats.org/drawingml/2006/main">
              <a:ext uri="{FF2B5EF4-FFF2-40B4-BE49-F238E27FC236}">
                <a16:creationId xmlns:a16="http://schemas.microsoft.com/office/drawing/2014/main" id="{C5837131-C7E6-4F9C-9199-7B9D92FC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0208" y="2741233"/>
            <a:ext cx="84497" cy="26307"/>
          </a:xfrm>
          <a:custGeom xmlns:a="http://schemas.openxmlformats.org/drawingml/2006/main">
            <a:pathLst>
              <a:path w="84497" h="26307">
                <a:moveTo>
                  <a:pt x="78120" y="0"/>
                </a:moveTo>
                <a:cubicBezTo>
                  <a:pt x="74732" y="3391"/>
                  <a:pt x="68155" y="8770"/>
                  <a:pt x="59984" y="8770"/>
                </a:cubicBezTo>
                <a:cubicBezTo>
                  <a:pt x="55204" y="8770"/>
                  <a:pt x="51217" y="7374"/>
                  <a:pt x="44041" y="4187"/>
                </a:cubicBezTo>
                <a:cubicBezTo>
                  <a:pt x="39261" y="1995"/>
                  <a:pt x="34477" y="0"/>
                  <a:pt x="29095" y="0"/>
                </a:cubicBezTo>
                <a:cubicBezTo>
                  <a:pt x="20328" y="0"/>
                  <a:pt x="17138" y="2992"/>
                  <a:pt x="0" y="19732"/>
                </a:cubicBezTo>
                <a:lnTo>
                  <a:pt x="6377" y="26307"/>
                </a:lnTo>
                <a:cubicBezTo>
                  <a:pt x="9764" y="22919"/>
                  <a:pt x="16342" y="17540"/>
                  <a:pt x="24512" y="17540"/>
                </a:cubicBezTo>
                <a:cubicBezTo>
                  <a:pt x="29296" y="17540"/>
                  <a:pt x="33282" y="18932"/>
                  <a:pt x="40456" y="22122"/>
                </a:cubicBezTo>
                <a:cubicBezTo>
                  <a:pt x="45239" y="24315"/>
                  <a:pt x="50022" y="26307"/>
                  <a:pt x="55402" y="26307"/>
                </a:cubicBezTo>
                <a:cubicBezTo>
                  <a:pt x="64171" y="26307"/>
                  <a:pt x="67358" y="23317"/>
                  <a:pt x="84497" y="6577"/>
                </a:cubicBezTo>
                <a:lnTo>
                  <a:pt x="781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Text x">
            <a:extLst xmlns:a="http://schemas.openxmlformats.org/drawingml/2006/main">
              <a:ext uri="{FF2B5EF4-FFF2-40B4-BE49-F238E27FC236}">
                <a16:creationId xmlns:a16="http://schemas.microsoft.com/office/drawing/2014/main" id="{C0A415CF-1F25-4736-A1EB-615F5972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1475" y="2791054"/>
            <a:ext cx="122164" cy="88550"/>
          </a:xfrm>
          <a:custGeom xmlns:a="http://schemas.openxmlformats.org/drawingml/2006/main">
            <a:pathLst>
              <a:path w="122164" h="88550">
                <a:moveTo>
                  <a:pt x="71743" y="40285"/>
                </a:moveTo>
                <a:lnTo>
                  <a:pt x="99245" y="12559"/>
                </a:lnTo>
                <a:cubicBezTo>
                  <a:pt x="104028" y="11163"/>
                  <a:pt x="109210" y="11163"/>
                  <a:pt x="117779" y="11163"/>
                </a:cubicBezTo>
                <a:lnTo>
                  <a:pt x="117779" y="0"/>
                </a:lnTo>
                <a:cubicBezTo>
                  <a:pt x="111402" y="599"/>
                  <a:pt x="104825" y="800"/>
                  <a:pt x="98448" y="800"/>
                </a:cubicBezTo>
                <a:cubicBezTo>
                  <a:pt x="91673" y="800"/>
                  <a:pt x="77922" y="201"/>
                  <a:pt x="76329" y="0"/>
                </a:cubicBezTo>
                <a:lnTo>
                  <a:pt x="76329" y="11163"/>
                </a:lnTo>
                <a:cubicBezTo>
                  <a:pt x="78920" y="11163"/>
                  <a:pt x="80312" y="11561"/>
                  <a:pt x="81708" y="12358"/>
                </a:cubicBezTo>
                <a:lnTo>
                  <a:pt x="62976" y="31309"/>
                </a:lnTo>
                <a:lnTo>
                  <a:pt x="43646" y="11163"/>
                </a:lnTo>
                <a:lnTo>
                  <a:pt x="49025" y="11163"/>
                </a:lnTo>
                <a:lnTo>
                  <a:pt x="49025" y="0"/>
                </a:lnTo>
                <a:cubicBezTo>
                  <a:pt x="47830" y="0"/>
                  <a:pt x="32087" y="800"/>
                  <a:pt x="23716" y="800"/>
                </a:cubicBezTo>
                <a:cubicBezTo>
                  <a:pt x="16144" y="800"/>
                  <a:pt x="8770" y="599"/>
                  <a:pt x="1195" y="0"/>
                </a:cubicBezTo>
                <a:lnTo>
                  <a:pt x="1195" y="11163"/>
                </a:lnTo>
                <a:lnTo>
                  <a:pt x="16144" y="11163"/>
                </a:lnTo>
                <a:lnTo>
                  <a:pt x="48827" y="45272"/>
                </a:lnTo>
                <a:lnTo>
                  <a:pt x="20128" y="74200"/>
                </a:lnTo>
                <a:cubicBezTo>
                  <a:pt x="17537" y="76593"/>
                  <a:pt x="17339" y="76794"/>
                  <a:pt x="11160" y="77192"/>
                </a:cubicBezTo>
                <a:cubicBezTo>
                  <a:pt x="7973" y="77390"/>
                  <a:pt x="997" y="77390"/>
                  <a:pt x="0" y="77390"/>
                </a:cubicBezTo>
                <a:lnTo>
                  <a:pt x="0" y="88550"/>
                </a:lnTo>
                <a:cubicBezTo>
                  <a:pt x="6377" y="87954"/>
                  <a:pt x="12954" y="87753"/>
                  <a:pt x="19331" y="87753"/>
                </a:cubicBezTo>
                <a:cubicBezTo>
                  <a:pt x="24713" y="87753"/>
                  <a:pt x="38862" y="88352"/>
                  <a:pt x="41453" y="88550"/>
                </a:cubicBezTo>
                <a:lnTo>
                  <a:pt x="41453" y="77390"/>
                </a:lnTo>
                <a:cubicBezTo>
                  <a:pt x="38263" y="77390"/>
                  <a:pt x="37467" y="76992"/>
                  <a:pt x="36071" y="75994"/>
                </a:cubicBezTo>
                <a:lnTo>
                  <a:pt x="57594" y="54450"/>
                </a:lnTo>
                <a:lnTo>
                  <a:pt x="79716" y="77390"/>
                </a:lnTo>
                <a:lnTo>
                  <a:pt x="74535" y="77390"/>
                </a:lnTo>
                <a:lnTo>
                  <a:pt x="74535" y="88550"/>
                </a:lnTo>
                <a:cubicBezTo>
                  <a:pt x="74732" y="88550"/>
                  <a:pt x="90676" y="87753"/>
                  <a:pt x="99844" y="87753"/>
                </a:cubicBezTo>
                <a:cubicBezTo>
                  <a:pt x="107218" y="87753"/>
                  <a:pt x="114790" y="87954"/>
                  <a:pt x="122164" y="88550"/>
                </a:cubicBezTo>
                <a:lnTo>
                  <a:pt x="122164" y="77390"/>
                </a:lnTo>
                <a:lnTo>
                  <a:pt x="107416" y="77390"/>
                </a:lnTo>
                <a:lnTo>
                  <a:pt x="71743" y="402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ABEFE0-7188-4015-AD30-C9EC07A97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031561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5EB9BC-2CF7-4E11-A74C-1D9610004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042904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3A799-C847-4F70-8105-051B0A1D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099602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5DFCC8-1815-4F1B-9FDD-183BEEFA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110945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DA904-2FFE-42BE-B126-86DD5062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122289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20F026-ABA9-46A3-A265-5C3A5A5A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144966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B3B89-B5EF-4389-B0B4-4E441F74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156309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66B91-C653-4E74-BBC8-B5B50433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213007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DFA53-D86C-4DB2-967A-031F51BAE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235694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E2C18B-ADB8-4578-A18D-1E504CCE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247028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3C47BF-90BB-4FE1-9114-BDD5034FB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258370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E80C28-05EE-40BB-890E-01F60085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269714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76205F-5C53-4590-ACD9-2C486E72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281057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76727C-61E0-46CB-AA16-57E11E27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326420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D41656-8F6F-4FA0-8BE9-1FF4891E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343431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DB256-C33F-4209-92D1-0041A431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366108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D597AF-C5B9-4E1E-B04D-F6139FF27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377452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D2EB8-F51E-49AE-AB66-C18B2FF8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411472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055287-E865-4E27-AC94-1C03D41E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439825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4C9D5-38C3-4F9F-8757-FECE79CF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451160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0AA60D-28A9-491F-9AF0-A9BEEA18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462503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B9BBDB-B7C2-486C-A8EF-508D297C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473846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94FE17-A307-47EF-85A4-A37FA979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485189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24C0B5-72AF-4048-B497-08BE4BC9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496523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01C82-E884-45C7-A1F0-791D62A93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524877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C9376E-D748-44EE-A75C-243CAF0C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536220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528920-8415-49F9-9F39-BBEB5D5A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553230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CEDDE-17F8-4977-A38D-30421A86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575908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539E0-9CE6-47CC-A8E7-67FDA4CD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609937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7D294A-51BE-4C67-BB73-98B35B7F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649625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31DD15-3F03-4CE0-AD9A-1C2E9A92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660968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32CC6D-4259-481A-AD95-40A756C8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672302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D675F2-134A-4917-A24B-18053B53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700656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38BF6B-00E6-4124-B059-49521CA27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711999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849A48-C3CE-44F6-8DE7-6C095583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729009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A02963-BA49-41D1-A571-E07D210FF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757363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D6BB06-83AB-4558-916C-1180CEE1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941" y="3768706"/>
            <a:ext cx="249496" cy="10"/>
          </a:xfrm>
          <a:custGeom xmlns:a="http://schemas.openxmlformats.org/drawingml/2006/main">
            <a:pathLst>
              <a:path w="249496" h="1" fill="none">
                <a:moveTo>
                  <a:pt x="0" y="0"/>
                </a:moveTo>
                <a:lnTo>
                  <a:pt x="2494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84376-85F8-4CDA-88CA-1DD193295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2148" y="3116612"/>
            <a:ext cx="1055579" cy="567033"/>
          </a:xfrm>
          <a:custGeom xmlns:a="http://schemas.openxmlformats.org/drawingml/2006/main">
            <a:pathLst>
              <a:path w="1055579" h="567033">
                <a:moveTo>
                  <a:pt x="1015077" y="0"/>
                </a:moveTo>
                <a:lnTo>
                  <a:pt x="40502" y="0"/>
                </a:lnTo>
                <a:cubicBezTo>
                  <a:pt x="18133" y="0"/>
                  <a:pt x="0" y="18134"/>
                  <a:pt x="0" y="40502"/>
                </a:cubicBezTo>
                <a:lnTo>
                  <a:pt x="0" y="526531"/>
                </a:lnTo>
                <a:cubicBezTo>
                  <a:pt x="0" y="548900"/>
                  <a:pt x="18133" y="567033"/>
                  <a:pt x="40502" y="567033"/>
                </a:cubicBezTo>
                <a:lnTo>
                  <a:pt x="1015077" y="567033"/>
                </a:lnTo>
                <a:cubicBezTo>
                  <a:pt x="1037445" y="567033"/>
                  <a:pt x="1055579" y="548900"/>
                  <a:pt x="1055579" y="526531"/>
                </a:cubicBezTo>
                <a:lnTo>
                  <a:pt x="1055579" y="40502"/>
                </a:lnTo>
                <a:cubicBezTo>
                  <a:pt x="1055579" y="18134"/>
                  <a:pt x="1037445" y="0"/>
                  <a:pt x="1015077" y="0"/>
                </a:cubicBezTo>
                <a:close/>
                <a:moveTo>
                  <a:pt x="0" y="567033"/>
                </a:moveTo>
              </a:path>
            </a:pathLst>
          </a:custGeom>
          <a:solidFill xmlns:a="http://schemas.openxmlformats.org/drawingml/2006/main">
            <a:srgbClr val="CCCC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8764A4-D0C3-4AEA-AF3F-BF2368CFE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2148" y="3116612"/>
            <a:ext cx="1055579" cy="567033"/>
          </a:xfrm>
          <a:custGeom xmlns:a="http://schemas.openxmlformats.org/drawingml/2006/main">
            <a:pathLst>
              <a:path w="1055579" h="567033" fill="none">
                <a:moveTo>
                  <a:pt x="1015077" y="0"/>
                </a:moveTo>
                <a:lnTo>
                  <a:pt x="40502" y="0"/>
                </a:lnTo>
                <a:cubicBezTo>
                  <a:pt x="18133" y="0"/>
                  <a:pt x="0" y="18134"/>
                  <a:pt x="0" y="40502"/>
                </a:cubicBezTo>
                <a:lnTo>
                  <a:pt x="0" y="526531"/>
                </a:lnTo>
                <a:cubicBezTo>
                  <a:pt x="0" y="548900"/>
                  <a:pt x="18133" y="567033"/>
                  <a:pt x="40502" y="567033"/>
                </a:cubicBezTo>
                <a:lnTo>
                  <a:pt x="1015077" y="567033"/>
                </a:lnTo>
                <a:cubicBezTo>
                  <a:pt x="1037445" y="567033"/>
                  <a:pt x="1055579" y="548900"/>
                  <a:pt x="1055579" y="526531"/>
                </a:cubicBezTo>
                <a:lnTo>
                  <a:pt x="1055579" y="40502"/>
                </a:lnTo>
                <a:cubicBezTo>
                  <a:pt x="1055579" y="18134"/>
                  <a:pt x="1037445" y="0"/>
                  <a:pt x="1015077" y="0"/>
                </a:cubicBezTo>
                <a:close/>
                <a:moveTo>
                  <a:pt x="0" y="567033"/>
                </a:move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32" name="Text Transformer">
            <a:extLst xmlns:a="http://schemas.openxmlformats.org/drawingml/2006/main">
              <a:ext uri="{FF2B5EF4-FFF2-40B4-BE49-F238E27FC236}">
                <a16:creationId xmlns:a16="http://schemas.microsoft.com/office/drawing/2014/main" id="{C333C9E1-CBEA-41D2-9C0E-7631465F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8832" y="3340560"/>
            <a:ext cx="845208" cy="118272"/>
          </a:xfrm>
          <a:custGeom xmlns:a="http://schemas.openxmlformats.org/drawingml/2006/main">
            <a:pathLst>
              <a:path w="845208" h="118272">
                <a:moveTo>
                  <a:pt x="40484" y="10679"/>
                </a:moveTo>
                <a:lnTo>
                  <a:pt x="40484" y="96104"/>
                </a:lnTo>
                <a:cubicBezTo>
                  <a:pt x="40484" y="110627"/>
                  <a:pt x="38605" y="112506"/>
                  <a:pt x="24425" y="113359"/>
                </a:cubicBezTo>
                <a:lnTo>
                  <a:pt x="24425" y="116604"/>
                </a:lnTo>
                <a:lnTo>
                  <a:pt x="74306" y="116604"/>
                </a:lnTo>
                <a:lnTo>
                  <a:pt x="74306" y="113359"/>
                </a:lnTo>
                <a:cubicBezTo>
                  <a:pt x="60298" y="112676"/>
                  <a:pt x="57906" y="110455"/>
                  <a:pt x="57906" y="97983"/>
                </a:cubicBezTo>
                <a:lnTo>
                  <a:pt x="57906" y="10679"/>
                </a:lnTo>
                <a:lnTo>
                  <a:pt x="67130" y="10679"/>
                </a:lnTo>
                <a:cubicBezTo>
                  <a:pt x="86603" y="10679"/>
                  <a:pt x="90362" y="13754"/>
                  <a:pt x="94292" y="32547"/>
                </a:cubicBezTo>
                <a:lnTo>
                  <a:pt x="98390" y="32547"/>
                </a:lnTo>
                <a:lnTo>
                  <a:pt x="97365" y="3503"/>
                </a:lnTo>
                <a:lnTo>
                  <a:pt x="1024" y="3503"/>
                </a:lnTo>
                <a:lnTo>
                  <a:pt x="0" y="32547"/>
                </a:lnTo>
                <a:lnTo>
                  <a:pt x="4097" y="32547"/>
                </a:lnTo>
                <a:cubicBezTo>
                  <a:pt x="8197" y="13924"/>
                  <a:pt x="12128" y="10679"/>
                  <a:pt x="31260" y="10679"/>
                </a:cubicBezTo>
                <a:lnTo>
                  <a:pt x="40484" y="10679"/>
                </a:lnTo>
                <a:close/>
                <a:moveTo>
                  <a:pt x="96681" y="49992"/>
                </a:moveTo>
                <a:cubicBezTo>
                  <a:pt x="99073" y="49479"/>
                  <a:pt x="100611" y="49307"/>
                  <a:pt x="102660" y="49307"/>
                </a:cubicBezTo>
                <a:cubicBezTo>
                  <a:pt x="106929" y="49307"/>
                  <a:pt x="108467" y="52041"/>
                  <a:pt x="108467" y="59556"/>
                </a:cubicBezTo>
                <a:lnTo>
                  <a:pt x="108467" y="102258"/>
                </a:lnTo>
                <a:cubicBezTo>
                  <a:pt x="108467" y="110796"/>
                  <a:pt x="107271" y="111993"/>
                  <a:pt x="96339" y="114041"/>
                </a:cubicBezTo>
                <a:lnTo>
                  <a:pt x="96339" y="116604"/>
                </a:lnTo>
                <a:lnTo>
                  <a:pt x="137337" y="116604"/>
                </a:lnTo>
                <a:lnTo>
                  <a:pt x="137337" y="114041"/>
                </a:lnTo>
                <a:cubicBezTo>
                  <a:pt x="125720" y="113531"/>
                  <a:pt x="122816" y="110968"/>
                  <a:pt x="122816" y="101233"/>
                </a:cubicBezTo>
                <a:lnTo>
                  <a:pt x="122816" y="62801"/>
                </a:lnTo>
                <a:cubicBezTo>
                  <a:pt x="122816" y="57335"/>
                  <a:pt x="130161" y="48796"/>
                  <a:pt x="134774" y="48796"/>
                </a:cubicBezTo>
                <a:cubicBezTo>
                  <a:pt x="135799" y="48796"/>
                  <a:pt x="137337" y="49651"/>
                  <a:pt x="139216" y="51358"/>
                </a:cubicBezTo>
                <a:cubicBezTo>
                  <a:pt x="141948" y="53748"/>
                  <a:pt x="143827" y="54773"/>
                  <a:pt x="146048" y="54773"/>
                </a:cubicBezTo>
                <a:cubicBezTo>
                  <a:pt x="150148" y="54773"/>
                  <a:pt x="152710" y="51869"/>
                  <a:pt x="152710" y="47089"/>
                </a:cubicBezTo>
                <a:cubicBezTo>
                  <a:pt x="152710" y="41451"/>
                  <a:pt x="149123" y="38034"/>
                  <a:pt x="143316" y="38034"/>
                </a:cubicBezTo>
                <a:cubicBezTo>
                  <a:pt x="136140" y="38034"/>
                  <a:pt x="131188" y="41964"/>
                  <a:pt x="122816" y="54090"/>
                </a:cubicBezTo>
                <a:lnTo>
                  <a:pt x="122816" y="38378"/>
                </a:lnTo>
                <a:lnTo>
                  <a:pt x="121964" y="38034"/>
                </a:lnTo>
                <a:cubicBezTo>
                  <a:pt x="112909" y="41792"/>
                  <a:pt x="106760" y="44013"/>
                  <a:pt x="96681" y="47258"/>
                </a:cubicBezTo>
                <a:lnTo>
                  <a:pt x="96681" y="49992"/>
                </a:lnTo>
                <a:close/>
                <a:moveTo>
                  <a:pt x="227869" y="105294"/>
                </a:moveTo>
                <a:cubicBezTo>
                  <a:pt x="224966" y="107682"/>
                  <a:pt x="222917" y="108537"/>
                  <a:pt x="220355" y="108537"/>
                </a:cubicBezTo>
                <a:cubicBezTo>
                  <a:pt x="216427" y="108537"/>
                  <a:pt x="215231" y="106146"/>
                  <a:pt x="215231" y="98637"/>
                </a:cubicBezTo>
                <a:lnTo>
                  <a:pt x="215231" y="65350"/>
                </a:lnTo>
                <a:cubicBezTo>
                  <a:pt x="215231" y="56472"/>
                  <a:pt x="214376" y="51522"/>
                  <a:pt x="211814" y="47425"/>
                </a:cubicBezTo>
                <a:cubicBezTo>
                  <a:pt x="208055" y="41281"/>
                  <a:pt x="200710" y="38034"/>
                  <a:pt x="190633" y="38034"/>
                </a:cubicBezTo>
                <a:cubicBezTo>
                  <a:pt x="174575" y="38034"/>
                  <a:pt x="161936" y="46401"/>
                  <a:pt x="161936" y="57155"/>
                </a:cubicBezTo>
                <a:cubicBezTo>
                  <a:pt x="161936" y="61083"/>
                  <a:pt x="165350" y="64495"/>
                  <a:pt x="169281" y="64495"/>
                </a:cubicBezTo>
                <a:cubicBezTo>
                  <a:pt x="173378" y="64495"/>
                  <a:pt x="176967" y="61083"/>
                  <a:pt x="176967" y="57327"/>
                </a:cubicBezTo>
                <a:cubicBezTo>
                  <a:pt x="176967" y="56644"/>
                  <a:pt x="176795" y="55789"/>
                  <a:pt x="176626" y="54595"/>
                </a:cubicBezTo>
                <a:cubicBezTo>
                  <a:pt x="176285" y="53060"/>
                  <a:pt x="176113" y="51694"/>
                  <a:pt x="176113" y="50498"/>
                </a:cubicBezTo>
                <a:cubicBezTo>
                  <a:pt x="176113" y="45890"/>
                  <a:pt x="181578" y="42134"/>
                  <a:pt x="188413" y="42134"/>
                </a:cubicBezTo>
                <a:cubicBezTo>
                  <a:pt x="196782" y="42134"/>
                  <a:pt x="201393" y="47084"/>
                  <a:pt x="201393" y="56303"/>
                </a:cubicBezTo>
                <a:lnTo>
                  <a:pt x="201393" y="66716"/>
                </a:lnTo>
                <a:cubicBezTo>
                  <a:pt x="175088" y="77298"/>
                  <a:pt x="172185" y="78664"/>
                  <a:pt x="164839" y="85151"/>
                </a:cubicBezTo>
                <a:cubicBezTo>
                  <a:pt x="161081" y="88566"/>
                  <a:pt x="158688" y="94368"/>
                  <a:pt x="158688" y="100000"/>
                </a:cubicBezTo>
                <a:cubicBezTo>
                  <a:pt x="158688" y="110757"/>
                  <a:pt x="166205" y="118272"/>
                  <a:pt x="176626" y="118272"/>
                </a:cubicBezTo>
                <a:cubicBezTo>
                  <a:pt x="184140" y="118272"/>
                  <a:pt x="191144" y="114685"/>
                  <a:pt x="201565" y="105802"/>
                </a:cubicBezTo>
                <a:cubicBezTo>
                  <a:pt x="202420" y="114685"/>
                  <a:pt x="205493" y="118272"/>
                  <a:pt x="212496" y="118272"/>
                </a:cubicBezTo>
                <a:cubicBezTo>
                  <a:pt x="218304" y="118272"/>
                  <a:pt x="221893" y="116223"/>
                  <a:pt x="227869" y="109733"/>
                </a:cubicBezTo>
                <a:lnTo>
                  <a:pt x="227869" y="105294"/>
                </a:lnTo>
                <a:moveTo>
                  <a:pt x="201393" y="95554"/>
                </a:moveTo>
                <a:cubicBezTo>
                  <a:pt x="201393" y="100850"/>
                  <a:pt x="200540" y="102388"/>
                  <a:pt x="196951" y="104437"/>
                </a:cubicBezTo>
                <a:cubicBezTo>
                  <a:pt x="192854" y="106829"/>
                  <a:pt x="188071" y="108365"/>
                  <a:pt x="184482" y="108365"/>
                </a:cubicBezTo>
                <a:cubicBezTo>
                  <a:pt x="178505" y="108365"/>
                  <a:pt x="173722" y="102557"/>
                  <a:pt x="173722" y="95212"/>
                </a:cubicBezTo>
                <a:lnTo>
                  <a:pt x="173722" y="94529"/>
                </a:lnTo>
                <a:cubicBezTo>
                  <a:pt x="173722" y="84450"/>
                  <a:pt x="180723" y="78301"/>
                  <a:pt x="201393" y="70784"/>
                </a:cubicBezTo>
                <a:lnTo>
                  <a:pt x="201393" y="95554"/>
                </a:lnTo>
                <a:close/>
                <a:moveTo>
                  <a:pt x="230945" y="48627"/>
                </a:moveTo>
                <a:cubicBezTo>
                  <a:pt x="231969" y="48113"/>
                  <a:pt x="233679" y="47944"/>
                  <a:pt x="235558" y="47944"/>
                </a:cubicBezTo>
                <a:cubicBezTo>
                  <a:pt x="240341" y="47944"/>
                  <a:pt x="241876" y="50506"/>
                  <a:pt x="241876" y="58873"/>
                </a:cubicBezTo>
                <a:lnTo>
                  <a:pt x="241876" y="101233"/>
                </a:lnTo>
                <a:cubicBezTo>
                  <a:pt x="241876" y="110968"/>
                  <a:pt x="239997" y="113359"/>
                  <a:pt x="231286" y="114041"/>
                </a:cubicBezTo>
                <a:lnTo>
                  <a:pt x="231286" y="116604"/>
                </a:lnTo>
                <a:lnTo>
                  <a:pt x="267500" y="116604"/>
                </a:lnTo>
                <a:lnTo>
                  <a:pt x="267500" y="114041"/>
                </a:lnTo>
                <a:cubicBezTo>
                  <a:pt x="258787" y="113359"/>
                  <a:pt x="256225" y="111310"/>
                  <a:pt x="256225" y="105161"/>
                </a:cubicBezTo>
                <a:lnTo>
                  <a:pt x="256225" y="57165"/>
                </a:lnTo>
                <a:cubicBezTo>
                  <a:pt x="264425" y="49479"/>
                  <a:pt x="268183" y="47430"/>
                  <a:pt x="273821" y="47430"/>
                </a:cubicBezTo>
                <a:cubicBezTo>
                  <a:pt x="282191" y="47430"/>
                  <a:pt x="286291" y="52724"/>
                  <a:pt x="286291" y="63997"/>
                </a:cubicBezTo>
                <a:lnTo>
                  <a:pt x="286291" y="99695"/>
                </a:lnTo>
                <a:cubicBezTo>
                  <a:pt x="286291" y="110455"/>
                  <a:pt x="284070" y="113359"/>
                  <a:pt x="275528" y="114041"/>
                </a:cubicBezTo>
                <a:lnTo>
                  <a:pt x="275528" y="116604"/>
                </a:lnTo>
                <a:lnTo>
                  <a:pt x="311060" y="116604"/>
                </a:lnTo>
                <a:lnTo>
                  <a:pt x="311060" y="114041"/>
                </a:lnTo>
                <a:cubicBezTo>
                  <a:pt x="302688" y="113189"/>
                  <a:pt x="300639" y="111138"/>
                  <a:pt x="300639" y="102771"/>
                </a:cubicBezTo>
                <a:lnTo>
                  <a:pt x="300639" y="63656"/>
                </a:lnTo>
                <a:cubicBezTo>
                  <a:pt x="300639" y="47602"/>
                  <a:pt x="293122" y="38034"/>
                  <a:pt x="280483" y="38034"/>
                </a:cubicBezTo>
                <a:cubicBezTo>
                  <a:pt x="272625" y="38034"/>
                  <a:pt x="267328" y="40940"/>
                  <a:pt x="255714" y="51872"/>
                </a:cubicBezTo>
                <a:lnTo>
                  <a:pt x="255714" y="38378"/>
                </a:lnTo>
                <a:lnTo>
                  <a:pt x="254518" y="38034"/>
                </a:lnTo>
                <a:cubicBezTo>
                  <a:pt x="246148" y="41109"/>
                  <a:pt x="240341" y="42989"/>
                  <a:pt x="230945" y="45723"/>
                </a:cubicBezTo>
                <a:lnTo>
                  <a:pt x="230945" y="48627"/>
                </a:lnTo>
                <a:close/>
                <a:moveTo>
                  <a:pt x="367428" y="62934"/>
                </a:moveTo>
                <a:lnTo>
                  <a:pt x="366745" y="39702"/>
                </a:lnTo>
                <a:lnTo>
                  <a:pt x="364865" y="39702"/>
                </a:lnTo>
                <a:lnTo>
                  <a:pt x="364524" y="40046"/>
                </a:lnTo>
                <a:cubicBezTo>
                  <a:pt x="362986" y="41240"/>
                  <a:pt x="362817" y="41412"/>
                  <a:pt x="362134" y="41412"/>
                </a:cubicBezTo>
                <a:cubicBezTo>
                  <a:pt x="361109" y="41412"/>
                  <a:pt x="359400" y="41070"/>
                  <a:pt x="357520" y="40215"/>
                </a:cubicBezTo>
                <a:cubicBezTo>
                  <a:pt x="353762" y="38886"/>
                  <a:pt x="350006" y="38201"/>
                  <a:pt x="345564" y="38201"/>
                </a:cubicBezTo>
                <a:cubicBezTo>
                  <a:pt x="332068" y="38201"/>
                  <a:pt x="322333" y="46911"/>
                  <a:pt x="322333" y="59204"/>
                </a:cubicBezTo>
                <a:cubicBezTo>
                  <a:pt x="322333" y="68762"/>
                  <a:pt x="327799" y="75591"/>
                  <a:pt x="342319" y="83785"/>
                </a:cubicBezTo>
                <a:lnTo>
                  <a:pt x="352227" y="89421"/>
                </a:lnTo>
                <a:cubicBezTo>
                  <a:pt x="358203" y="92835"/>
                  <a:pt x="361109" y="96932"/>
                  <a:pt x="361109" y="102224"/>
                </a:cubicBezTo>
                <a:cubicBezTo>
                  <a:pt x="361109" y="109736"/>
                  <a:pt x="355641" y="114516"/>
                  <a:pt x="346930" y="114516"/>
                </a:cubicBezTo>
                <a:cubicBezTo>
                  <a:pt x="341123" y="114516"/>
                  <a:pt x="335827" y="112295"/>
                  <a:pt x="332581" y="108539"/>
                </a:cubicBezTo>
                <a:cubicBezTo>
                  <a:pt x="328995" y="104272"/>
                  <a:pt x="327457" y="100344"/>
                  <a:pt x="325236" y="90614"/>
                </a:cubicBezTo>
                <a:lnTo>
                  <a:pt x="322502" y="90614"/>
                </a:lnTo>
                <a:lnTo>
                  <a:pt x="322502" y="117247"/>
                </a:lnTo>
                <a:lnTo>
                  <a:pt x="324723" y="117247"/>
                </a:lnTo>
                <a:cubicBezTo>
                  <a:pt x="325919" y="115540"/>
                  <a:pt x="326602" y="115199"/>
                  <a:pt x="328654" y="115199"/>
                </a:cubicBezTo>
                <a:cubicBezTo>
                  <a:pt x="330191" y="115238"/>
                  <a:pt x="332581" y="115579"/>
                  <a:pt x="336509" y="116604"/>
                </a:cubicBezTo>
                <a:cubicBezTo>
                  <a:pt x="341292" y="117589"/>
                  <a:pt x="345906" y="118272"/>
                  <a:pt x="348979" y="118272"/>
                </a:cubicBezTo>
                <a:cubicBezTo>
                  <a:pt x="362134" y="118272"/>
                  <a:pt x="373065" y="108370"/>
                  <a:pt x="373065" y="96419"/>
                </a:cubicBezTo>
                <a:cubicBezTo>
                  <a:pt x="373065" y="87883"/>
                  <a:pt x="368965" y="82250"/>
                  <a:pt x="358717" y="76104"/>
                </a:cubicBezTo>
                <a:lnTo>
                  <a:pt x="340268" y="65178"/>
                </a:lnTo>
                <a:cubicBezTo>
                  <a:pt x="335485" y="62446"/>
                  <a:pt x="332923" y="58179"/>
                  <a:pt x="332923" y="53568"/>
                </a:cubicBezTo>
                <a:cubicBezTo>
                  <a:pt x="332923" y="46739"/>
                  <a:pt x="338219" y="41959"/>
                  <a:pt x="346075" y="41959"/>
                </a:cubicBezTo>
                <a:cubicBezTo>
                  <a:pt x="355813" y="41959"/>
                  <a:pt x="360937" y="47764"/>
                  <a:pt x="364865" y="62960"/>
                </a:cubicBezTo>
                <a:lnTo>
                  <a:pt x="367428" y="62934"/>
                </a:lnTo>
                <a:close/>
                <a:moveTo>
                  <a:pt x="432852" y="39702"/>
                </a:moveTo>
                <a:lnTo>
                  <a:pt x="411842" y="39702"/>
                </a:lnTo>
                <a:lnTo>
                  <a:pt x="411842" y="19945"/>
                </a:lnTo>
                <a:cubicBezTo>
                  <a:pt x="411842" y="10064"/>
                  <a:pt x="415087" y="4785"/>
                  <a:pt x="421579" y="4785"/>
                </a:cubicBezTo>
                <a:cubicBezTo>
                  <a:pt x="425166" y="4785"/>
                  <a:pt x="427559" y="6488"/>
                  <a:pt x="430632" y="11427"/>
                </a:cubicBezTo>
                <a:cubicBezTo>
                  <a:pt x="433366" y="15855"/>
                  <a:pt x="435415" y="17560"/>
                  <a:pt x="438318" y="17560"/>
                </a:cubicBezTo>
                <a:cubicBezTo>
                  <a:pt x="442249" y="17560"/>
                  <a:pt x="445494" y="14492"/>
                  <a:pt x="445494" y="10574"/>
                </a:cubicBezTo>
                <a:cubicBezTo>
                  <a:pt x="445494" y="4441"/>
                  <a:pt x="437977" y="0"/>
                  <a:pt x="427728" y="0"/>
                </a:cubicBezTo>
                <a:cubicBezTo>
                  <a:pt x="417138" y="0"/>
                  <a:pt x="408083" y="4613"/>
                  <a:pt x="403642" y="12449"/>
                </a:cubicBezTo>
                <a:cubicBezTo>
                  <a:pt x="399203" y="19945"/>
                  <a:pt x="397834" y="26075"/>
                  <a:pt x="397665" y="39702"/>
                </a:cubicBezTo>
                <a:lnTo>
                  <a:pt x="383658" y="39702"/>
                </a:lnTo>
                <a:lnTo>
                  <a:pt x="383658" y="45170"/>
                </a:lnTo>
                <a:lnTo>
                  <a:pt x="397665" y="45170"/>
                </a:lnTo>
                <a:lnTo>
                  <a:pt x="397665" y="98833"/>
                </a:lnTo>
                <a:cubicBezTo>
                  <a:pt x="397665" y="111307"/>
                  <a:pt x="395786" y="113359"/>
                  <a:pt x="383486" y="114041"/>
                </a:cubicBezTo>
                <a:lnTo>
                  <a:pt x="383486" y="116604"/>
                </a:lnTo>
                <a:lnTo>
                  <a:pt x="427900" y="116604"/>
                </a:lnTo>
                <a:lnTo>
                  <a:pt x="427900" y="114041"/>
                </a:lnTo>
                <a:cubicBezTo>
                  <a:pt x="413893" y="113531"/>
                  <a:pt x="412014" y="111651"/>
                  <a:pt x="412014" y="98833"/>
                </a:cubicBezTo>
                <a:lnTo>
                  <a:pt x="412014" y="45170"/>
                </a:lnTo>
                <a:lnTo>
                  <a:pt x="432852" y="45170"/>
                </a:lnTo>
                <a:lnTo>
                  <a:pt x="432852" y="39702"/>
                </a:lnTo>
                <a:close/>
                <a:moveTo>
                  <a:pt x="479658" y="38034"/>
                </a:moveTo>
                <a:cubicBezTo>
                  <a:pt x="457451" y="38034"/>
                  <a:pt x="441906" y="54426"/>
                  <a:pt x="441906" y="77983"/>
                </a:cubicBezTo>
                <a:cubicBezTo>
                  <a:pt x="441906" y="101027"/>
                  <a:pt x="457792" y="118272"/>
                  <a:pt x="479314" y="118272"/>
                </a:cubicBezTo>
                <a:cubicBezTo>
                  <a:pt x="500838" y="118272"/>
                  <a:pt x="517236" y="100175"/>
                  <a:pt x="517236" y="76618"/>
                </a:cubicBezTo>
                <a:cubicBezTo>
                  <a:pt x="517236" y="54254"/>
                  <a:pt x="501521" y="38034"/>
                  <a:pt x="479658" y="38034"/>
                </a:cubicBezTo>
                <a:moveTo>
                  <a:pt x="477437" y="42819"/>
                </a:moveTo>
                <a:cubicBezTo>
                  <a:pt x="491786" y="42819"/>
                  <a:pt x="501863" y="59206"/>
                  <a:pt x="501863" y="82592"/>
                </a:cubicBezTo>
                <a:cubicBezTo>
                  <a:pt x="501863" y="101882"/>
                  <a:pt x="494176" y="113489"/>
                  <a:pt x="481365" y="113489"/>
                </a:cubicBezTo>
                <a:cubicBezTo>
                  <a:pt x="474703" y="113489"/>
                  <a:pt x="468382" y="109394"/>
                  <a:pt x="464796" y="102565"/>
                </a:cubicBezTo>
                <a:cubicBezTo>
                  <a:pt x="460013" y="93687"/>
                  <a:pt x="457279" y="81739"/>
                  <a:pt x="457279" y="69619"/>
                </a:cubicBezTo>
                <a:cubicBezTo>
                  <a:pt x="457279" y="53402"/>
                  <a:pt x="465307" y="42819"/>
                  <a:pt x="477437" y="42819"/>
                </a:cubicBezTo>
                <a:close/>
                <a:moveTo>
                  <a:pt x="523556" y="49992"/>
                </a:moveTo>
                <a:cubicBezTo>
                  <a:pt x="525949" y="49479"/>
                  <a:pt x="527487" y="49307"/>
                  <a:pt x="529535" y="49307"/>
                </a:cubicBezTo>
                <a:cubicBezTo>
                  <a:pt x="533805" y="49307"/>
                  <a:pt x="535343" y="52041"/>
                  <a:pt x="535343" y="59556"/>
                </a:cubicBezTo>
                <a:lnTo>
                  <a:pt x="535343" y="102258"/>
                </a:lnTo>
                <a:cubicBezTo>
                  <a:pt x="535343" y="110796"/>
                  <a:pt x="534146" y="111993"/>
                  <a:pt x="523215" y="114041"/>
                </a:cubicBezTo>
                <a:lnTo>
                  <a:pt x="523215" y="116604"/>
                </a:lnTo>
                <a:lnTo>
                  <a:pt x="564212" y="116604"/>
                </a:lnTo>
                <a:lnTo>
                  <a:pt x="564212" y="114041"/>
                </a:lnTo>
                <a:cubicBezTo>
                  <a:pt x="552595" y="113531"/>
                  <a:pt x="549691" y="110968"/>
                  <a:pt x="549691" y="101233"/>
                </a:cubicBezTo>
                <a:lnTo>
                  <a:pt x="549691" y="62801"/>
                </a:lnTo>
                <a:cubicBezTo>
                  <a:pt x="549691" y="57335"/>
                  <a:pt x="557036" y="48796"/>
                  <a:pt x="561650" y="48796"/>
                </a:cubicBezTo>
                <a:cubicBezTo>
                  <a:pt x="562674" y="48796"/>
                  <a:pt x="564212" y="49651"/>
                  <a:pt x="566091" y="51358"/>
                </a:cubicBezTo>
                <a:cubicBezTo>
                  <a:pt x="568823" y="53748"/>
                  <a:pt x="570702" y="54773"/>
                  <a:pt x="572923" y="54773"/>
                </a:cubicBezTo>
                <a:cubicBezTo>
                  <a:pt x="577023" y="54773"/>
                  <a:pt x="579585" y="51869"/>
                  <a:pt x="579585" y="47089"/>
                </a:cubicBezTo>
                <a:cubicBezTo>
                  <a:pt x="579585" y="41451"/>
                  <a:pt x="575999" y="38034"/>
                  <a:pt x="570191" y="38034"/>
                </a:cubicBezTo>
                <a:cubicBezTo>
                  <a:pt x="563016" y="38034"/>
                  <a:pt x="558063" y="41964"/>
                  <a:pt x="549691" y="54090"/>
                </a:cubicBezTo>
                <a:lnTo>
                  <a:pt x="549691" y="38378"/>
                </a:lnTo>
                <a:lnTo>
                  <a:pt x="548839" y="38034"/>
                </a:lnTo>
                <a:cubicBezTo>
                  <a:pt x="539784" y="41792"/>
                  <a:pt x="533635" y="44013"/>
                  <a:pt x="523556" y="47258"/>
                </a:cubicBezTo>
                <a:lnTo>
                  <a:pt x="523556" y="49992"/>
                </a:lnTo>
                <a:close/>
                <a:moveTo>
                  <a:pt x="582490" y="48627"/>
                </a:moveTo>
                <a:cubicBezTo>
                  <a:pt x="584711" y="48113"/>
                  <a:pt x="586076" y="47944"/>
                  <a:pt x="587956" y="47944"/>
                </a:cubicBezTo>
                <a:cubicBezTo>
                  <a:pt x="592397" y="47944"/>
                  <a:pt x="593935" y="50675"/>
                  <a:pt x="593935" y="58873"/>
                </a:cubicBezTo>
                <a:lnTo>
                  <a:pt x="593935" y="102086"/>
                </a:lnTo>
                <a:cubicBezTo>
                  <a:pt x="593935" y="111310"/>
                  <a:pt x="591542" y="113872"/>
                  <a:pt x="581976" y="114041"/>
                </a:cubicBezTo>
                <a:lnTo>
                  <a:pt x="581976" y="116604"/>
                </a:lnTo>
                <a:lnTo>
                  <a:pt x="619898" y="116604"/>
                </a:lnTo>
                <a:lnTo>
                  <a:pt x="619898" y="114041"/>
                </a:lnTo>
                <a:cubicBezTo>
                  <a:pt x="610846" y="113700"/>
                  <a:pt x="608284" y="111823"/>
                  <a:pt x="608284" y="105161"/>
                </a:cubicBezTo>
                <a:lnTo>
                  <a:pt x="608284" y="56996"/>
                </a:lnTo>
                <a:cubicBezTo>
                  <a:pt x="608284" y="56655"/>
                  <a:pt x="609649" y="54945"/>
                  <a:pt x="610846" y="53751"/>
                </a:cubicBezTo>
                <a:cubicBezTo>
                  <a:pt x="615115" y="49820"/>
                  <a:pt x="622460" y="46917"/>
                  <a:pt x="628440" y="46917"/>
                </a:cubicBezTo>
                <a:cubicBezTo>
                  <a:pt x="635954" y="46917"/>
                  <a:pt x="639713" y="52896"/>
                  <a:pt x="639713" y="64852"/>
                </a:cubicBezTo>
                <a:lnTo>
                  <a:pt x="639713" y="101916"/>
                </a:lnTo>
                <a:cubicBezTo>
                  <a:pt x="639713" y="111482"/>
                  <a:pt x="637833" y="113359"/>
                  <a:pt x="628098" y="114041"/>
                </a:cubicBezTo>
                <a:lnTo>
                  <a:pt x="628098" y="116604"/>
                </a:lnTo>
                <a:lnTo>
                  <a:pt x="666361" y="116604"/>
                </a:lnTo>
                <a:lnTo>
                  <a:pt x="666361" y="114041"/>
                </a:lnTo>
                <a:cubicBezTo>
                  <a:pt x="656624" y="113872"/>
                  <a:pt x="654061" y="110968"/>
                  <a:pt x="654061" y="100378"/>
                </a:cubicBezTo>
                <a:lnTo>
                  <a:pt x="654061" y="57337"/>
                </a:lnTo>
                <a:cubicBezTo>
                  <a:pt x="659186" y="49992"/>
                  <a:pt x="664823" y="46917"/>
                  <a:pt x="672682" y="46917"/>
                </a:cubicBezTo>
                <a:cubicBezTo>
                  <a:pt x="682417" y="46917"/>
                  <a:pt x="685493" y="51530"/>
                  <a:pt x="685493" y="65707"/>
                </a:cubicBezTo>
                <a:lnTo>
                  <a:pt x="685493" y="101744"/>
                </a:lnTo>
                <a:cubicBezTo>
                  <a:pt x="685493" y="111482"/>
                  <a:pt x="684127" y="112848"/>
                  <a:pt x="674220" y="114041"/>
                </a:cubicBezTo>
                <a:lnTo>
                  <a:pt x="674220" y="116604"/>
                </a:lnTo>
                <a:lnTo>
                  <a:pt x="711628" y="116604"/>
                </a:lnTo>
                <a:lnTo>
                  <a:pt x="711628" y="114041"/>
                </a:lnTo>
                <a:lnTo>
                  <a:pt x="707187" y="113700"/>
                </a:lnTo>
                <a:cubicBezTo>
                  <a:pt x="702062" y="113359"/>
                  <a:pt x="699842" y="110286"/>
                  <a:pt x="699842" y="103623"/>
                </a:cubicBezTo>
                <a:lnTo>
                  <a:pt x="699842" y="68438"/>
                </a:lnTo>
                <a:cubicBezTo>
                  <a:pt x="699842" y="48285"/>
                  <a:pt x="693179" y="38034"/>
                  <a:pt x="680027" y="38034"/>
                </a:cubicBezTo>
                <a:cubicBezTo>
                  <a:pt x="670120" y="38034"/>
                  <a:pt x="661406" y="42475"/>
                  <a:pt x="652182" y="52382"/>
                </a:cubicBezTo>
                <a:cubicBezTo>
                  <a:pt x="649109" y="42647"/>
                  <a:pt x="643302" y="38034"/>
                  <a:pt x="634077" y="38034"/>
                </a:cubicBezTo>
                <a:cubicBezTo>
                  <a:pt x="626560" y="38034"/>
                  <a:pt x="621777" y="40427"/>
                  <a:pt x="607598" y="51189"/>
                </a:cubicBezTo>
                <a:lnTo>
                  <a:pt x="607598" y="38378"/>
                </a:lnTo>
                <a:lnTo>
                  <a:pt x="606404" y="38034"/>
                </a:lnTo>
                <a:cubicBezTo>
                  <a:pt x="597691" y="41281"/>
                  <a:pt x="591884" y="43161"/>
                  <a:pt x="582490" y="45723"/>
                </a:cubicBezTo>
                <a:lnTo>
                  <a:pt x="582490" y="48627"/>
                </a:lnTo>
                <a:close/>
                <a:moveTo>
                  <a:pt x="781834" y="88542"/>
                </a:moveTo>
                <a:cubicBezTo>
                  <a:pt x="773637" y="101530"/>
                  <a:pt x="766289" y="106488"/>
                  <a:pt x="755358" y="106488"/>
                </a:cubicBezTo>
                <a:cubicBezTo>
                  <a:pt x="745622" y="106488"/>
                  <a:pt x="738277" y="101530"/>
                  <a:pt x="733322" y="91790"/>
                </a:cubicBezTo>
                <a:cubicBezTo>
                  <a:pt x="730247" y="85295"/>
                  <a:pt x="729053" y="79654"/>
                  <a:pt x="728711" y="69228"/>
                </a:cubicBezTo>
                <a:lnTo>
                  <a:pt x="781323" y="69228"/>
                </a:lnTo>
                <a:cubicBezTo>
                  <a:pt x="779955" y="58145"/>
                  <a:pt x="778248" y="53209"/>
                  <a:pt x="773978" y="47761"/>
                </a:cubicBezTo>
                <a:cubicBezTo>
                  <a:pt x="768851" y="41623"/>
                  <a:pt x="760995" y="38034"/>
                  <a:pt x="752112" y="38034"/>
                </a:cubicBezTo>
                <a:cubicBezTo>
                  <a:pt x="743571" y="38034"/>
                  <a:pt x="735543" y="41109"/>
                  <a:pt x="729053" y="46909"/>
                </a:cubicBezTo>
                <a:cubicBezTo>
                  <a:pt x="721022" y="53889"/>
                  <a:pt x="716411" y="65983"/>
                  <a:pt x="716411" y="79996"/>
                </a:cubicBezTo>
                <a:cubicBezTo>
                  <a:pt x="716411" y="103582"/>
                  <a:pt x="728711" y="118272"/>
                  <a:pt x="748354" y="118272"/>
                </a:cubicBezTo>
                <a:cubicBezTo>
                  <a:pt x="764582" y="118272"/>
                  <a:pt x="777393" y="108195"/>
                  <a:pt x="784568" y="89739"/>
                </a:cubicBezTo>
                <a:lnTo>
                  <a:pt x="781834" y="88542"/>
                </a:lnTo>
                <a:moveTo>
                  <a:pt x="729053" y="63762"/>
                </a:moveTo>
                <a:cubicBezTo>
                  <a:pt x="730930" y="50485"/>
                  <a:pt x="736739" y="44185"/>
                  <a:pt x="747158" y="44185"/>
                </a:cubicBezTo>
                <a:cubicBezTo>
                  <a:pt x="757578" y="44185"/>
                  <a:pt x="761678" y="48952"/>
                  <a:pt x="763899" y="63762"/>
                </a:cubicBezTo>
                <a:lnTo>
                  <a:pt x="729053" y="63762"/>
                </a:lnTo>
                <a:close/>
                <a:moveTo>
                  <a:pt x="789179" y="49992"/>
                </a:moveTo>
                <a:cubicBezTo>
                  <a:pt x="791571" y="49479"/>
                  <a:pt x="793109" y="49307"/>
                  <a:pt x="795158" y="49307"/>
                </a:cubicBezTo>
                <a:cubicBezTo>
                  <a:pt x="799427" y="49307"/>
                  <a:pt x="800965" y="52041"/>
                  <a:pt x="800965" y="59556"/>
                </a:cubicBezTo>
                <a:lnTo>
                  <a:pt x="800965" y="102258"/>
                </a:lnTo>
                <a:cubicBezTo>
                  <a:pt x="800965" y="110796"/>
                  <a:pt x="799769" y="111993"/>
                  <a:pt x="788837" y="114041"/>
                </a:cubicBezTo>
                <a:lnTo>
                  <a:pt x="788837" y="116604"/>
                </a:lnTo>
                <a:lnTo>
                  <a:pt x="829835" y="116604"/>
                </a:lnTo>
                <a:lnTo>
                  <a:pt x="829835" y="114041"/>
                </a:lnTo>
                <a:cubicBezTo>
                  <a:pt x="818218" y="113531"/>
                  <a:pt x="815314" y="110968"/>
                  <a:pt x="815314" y="101233"/>
                </a:cubicBezTo>
                <a:lnTo>
                  <a:pt x="815314" y="62801"/>
                </a:lnTo>
                <a:cubicBezTo>
                  <a:pt x="815314" y="57335"/>
                  <a:pt x="822659" y="48796"/>
                  <a:pt x="827272" y="48796"/>
                </a:cubicBezTo>
                <a:cubicBezTo>
                  <a:pt x="828297" y="48796"/>
                  <a:pt x="829835" y="49651"/>
                  <a:pt x="831714" y="51358"/>
                </a:cubicBezTo>
                <a:cubicBezTo>
                  <a:pt x="834445" y="53748"/>
                  <a:pt x="836325" y="54773"/>
                  <a:pt x="838545" y="54773"/>
                </a:cubicBezTo>
                <a:cubicBezTo>
                  <a:pt x="842645" y="54773"/>
                  <a:pt x="845208" y="51869"/>
                  <a:pt x="845208" y="47089"/>
                </a:cubicBezTo>
                <a:cubicBezTo>
                  <a:pt x="845208" y="41451"/>
                  <a:pt x="841621" y="38034"/>
                  <a:pt x="835814" y="38034"/>
                </a:cubicBezTo>
                <a:cubicBezTo>
                  <a:pt x="828638" y="38034"/>
                  <a:pt x="823686" y="41964"/>
                  <a:pt x="815314" y="54090"/>
                </a:cubicBezTo>
                <a:lnTo>
                  <a:pt x="815314" y="38378"/>
                </a:lnTo>
                <a:lnTo>
                  <a:pt x="814462" y="38034"/>
                </a:lnTo>
                <a:cubicBezTo>
                  <a:pt x="805407" y="41792"/>
                  <a:pt x="799258" y="44013"/>
                  <a:pt x="789179" y="47258"/>
                </a:cubicBezTo>
                <a:lnTo>
                  <a:pt x="789179" y="499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8f8392ecee4d58"/>
          <a:stretch xmlns:a="http://schemas.openxmlformats.org/drawingml/2006/main"/>
        </p:blipFill>
        <p:spPr>
          <a:xfrm xmlns:a="http://schemas.openxmlformats.org/drawingml/2006/main">
            <a:off x="11659429" y="3142586"/>
            <a:ext cx="174696" cy="174696"/>
          </a:xfrm>
          <a:prstGeom xmlns:a="http://schemas.openxmlformats.org/drawingml/2006/main" prst="rect">
            <a:avLst/>
          </a:prstGeom>
        </p:spPr>
      </p:pic>
      <p:sp>
        <p:nvSpPr>
          <p:cNvPr id="334" name="Text ˜">
            <a:extLst xmlns:a="http://schemas.openxmlformats.org/drawingml/2006/main">
              <a:ext uri="{FF2B5EF4-FFF2-40B4-BE49-F238E27FC236}">
                <a16:creationId xmlns:a16="http://schemas.microsoft.com/office/drawing/2014/main" id="{EAB2089D-CF5B-49FE-A804-33EFE2C19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4697" y="3330936"/>
            <a:ext cx="84497" cy="26307"/>
          </a:xfrm>
          <a:custGeom xmlns:a="http://schemas.openxmlformats.org/drawingml/2006/main">
            <a:pathLst>
              <a:path w="84497" h="26307">
                <a:moveTo>
                  <a:pt x="78120" y="0"/>
                </a:moveTo>
                <a:cubicBezTo>
                  <a:pt x="74732" y="3391"/>
                  <a:pt x="68155" y="8770"/>
                  <a:pt x="59984" y="8770"/>
                </a:cubicBezTo>
                <a:cubicBezTo>
                  <a:pt x="55204" y="8770"/>
                  <a:pt x="51217" y="7374"/>
                  <a:pt x="44041" y="4187"/>
                </a:cubicBezTo>
                <a:cubicBezTo>
                  <a:pt x="39261" y="1995"/>
                  <a:pt x="34477" y="0"/>
                  <a:pt x="29095" y="0"/>
                </a:cubicBezTo>
                <a:cubicBezTo>
                  <a:pt x="20328" y="0"/>
                  <a:pt x="17138" y="2992"/>
                  <a:pt x="0" y="19732"/>
                </a:cubicBezTo>
                <a:lnTo>
                  <a:pt x="6377" y="26307"/>
                </a:lnTo>
                <a:cubicBezTo>
                  <a:pt x="9764" y="22919"/>
                  <a:pt x="16342" y="17540"/>
                  <a:pt x="24512" y="17540"/>
                </a:cubicBezTo>
                <a:cubicBezTo>
                  <a:pt x="29296" y="17540"/>
                  <a:pt x="33282" y="18932"/>
                  <a:pt x="40456" y="22122"/>
                </a:cubicBezTo>
                <a:cubicBezTo>
                  <a:pt x="45239" y="24315"/>
                  <a:pt x="50022" y="26307"/>
                  <a:pt x="55402" y="26307"/>
                </a:cubicBezTo>
                <a:cubicBezTo>
                  <a:pt x="64171" y="26307"/>
                  <a:pt x="67358" y="23317"/>
                  <a:pt x="84497" y="6577"/>
                </a:cubicBezTo>
                <a:lnTo>
                  <a:pt x="7812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Text z">
            <a:extLst xmlns:a="http://schemas.openxmlformats.org/drawingml/2006/main">
              <a:ext uri="{FF2B5EF4-FFF2-40B4-BE49-F238E27FC236}">
                <a16:creationId xmlns:a16="http://schemas.microsoft.com/office/drawing/2014/main" id="{C9D97D76-B43E-4246-81A6-CC17EAE3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07523" y="3380757"/>
            <a:ext cx="95258" cy="88550"/>
          </a:xfrm>
          <a:custGeom xmlns:a="http://schemas.openxmlformats.org/drawingml/2006/main">
            <a:pathLst>
              <a:path w="95258" h="88550">
                <a:moveTo>
                  <a:pt x="92470" y="10166"/>
                </a:moveTo>
                <a:cubicBezTo>
                  <a:pt x="94462" y="7973"/>
                  <a:pt x="94462" y="6778"/>
                  <a:pt x="94462" y="5182"/>
                </a:cubicBezTo>
                <a:cubicBezTo>
                  <a:pt x="94462" y="0"/>
                  <a:pt x="91074" y="0"/>
                  <a:pt x="87486" y="0"/>
                </a:cubicBezTo>
                <a:lnTo>
                  <a:pt x="6179" y="0"/>
                </a:lnTo>
                <a:lnTo>
                  <a:pt x="3388" y="35101"/>
                </a:lnTo>
                <a:lnTo>
                  <a:pt x="15943" y="35101"/>
                </a:lnTo>
                <a:cubicBezTo>
                  <a:pt x="17537" y="13556"/>
                  <a:pt x="26705" y="9168"/>
                  <a:pt x="45239" y="9168"/>
                </a:cubicBezTo>
                <a:lnTo>
                  <a:pt x="61778" y="9168"/>
                </a:lnTo>
                <a:lnTo>
                  <a:pt x="2390" y="77591"/>
                </a:lnTo>
                <a:cubicBezTo>
                  <a:pt x="0" y="80182"/>
                  <a:pt x="0" y="80580"/>
                  <a:pt x="0" y="82970"/>
                </a:cubicBezTo>
                <a:cubicBezTo>
                  <a:pt x="0" y="88550"/>
                  <a:pt x="3190" y="88550"/>
                  <a:pt x="6976" y="88550"/>
                </a:cubicBezTo>
                <a:lnTo>
                  <a:pt x="91272" y="88550"/>
                </a:lnTo>
                <a:lnTo>
                  <a:pt x="95258" y="48067"/>
                </a:lnTo>
                <a:lnTo>
                  <a:pt x="82702" y="48067"/>
                </a:lnTo>
                <a:cubicBezTo>
                  <a:pt x="80711" y="69612"/>
                  <a:pt x="74334" y="78387"/>
                  <a:pt x="50819" y="78387"/>
                </a:cubicBezTo>
                <a:lnTo>
                  <a:pt x="32881" y="78387"/>
                </a:lnTo>
                <a:lnTo>
                  <a:pt x="92470" y="101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Text Cross-entropy">
            <a:extLst xmlns:a="http://schemas.openxmlformats.org/drawingml/2006/main">
              <a:ext uri="{FF2B5EF4-FFF2-40B4-BE49-F238E27FC236}">
                <a16:creationId xmlns:a16="http://schemas.microsoft.com/office/drawing/2014/main" id="{4C034675-D1A0-41A2-B8DE-5CADD2E6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92165" y="4344732"/>
            <a:ext cx="957094" cy="152641"/>
          </a:xfrm>
          <a:custGeom xmlns:a="http://schemas.openxmlformats.org/drawingml/2006/main">
            <a:pathLst>
              <a:path w="957094" h="152641">
                <a:moveTo>
                  <a:pt x="101124" y="38579"/>
                </a:moveTo>
                <a:lnTo>
                  <a:pt x="99586" y="0"/>
                </a:lnTo>
                <a:lnTo>
                  <a:pt x="95999" y="0"/>
                </a:lnTo>
                <a:cubicBezTo>
                  <a:pt x="94975" y="3589"/>
                  <a:pt x="92241" y="5638"/>
                  <a:pt x="88824" y="5638"/>
                </a:cubicBezTo>
                <a:cubicBezTo>
                  <a:pt x="87286" y="5638"/>
                  <a:pt x="84724" y="5127"/>
                  <a:pt x="82162" y="4100"/>
                </a:cubicBezTo>
                <a:cubicBezTo>
                  <a:pt x="73792" y="1368"/>
                  <a:pt x="65251" y="0"/>
                  <a:pt x="57223" y="0"/>
                </a:cubicBezTo>
                <a:cubicBezTo>
                  <a:pt x="43215" y="0"/>
                  <a:pt x="29039" y="5296"/>
                  <a:pt x="18446" y="14685"/>
                </a:cubicBezTo>
                <a:cubicBezTo>
                  <a:pt x="6490" y="25267"/>
                  <a:pt x="0" y="41138"/>
                  <a:pt x="0" y="59910"/>
                </a:cubicBezTo>
                <a:cubicBezTo>
                  <a:pt x="0" y="75783"/>
                  <a:pt x="5124" y="90461"/>
                  <a:pt x="13835" y="100188"/>
                </a:cubicBezTo>
                <a:cubicBezTo>
                  <a:pt x="24084" y="111281"/>
                  <a:pt x="39798" y="117771"/>
                  <a:pt x="56712" y="117771"/>
                </a:cubicBezTo>
                <a:cubicBezTo>
                  <a:pt x="76013" y="117771"/>
                  <a:pt x="92924" y="109915"/>
                  <a:pt x="103344" y="96091"/>
                </a:cubicBezTo>
                <a:lnTo>
                  <a:pt x="100269" y="93020"/>
                </a:lnTo>
                <a:cubicBezTo>
                  <a:pt x="87630" y="105138"/>
                  <a:pt x="76354" y="110257"/>
                  <a:pt x="62178" y="110257"/>
                </a:cubicBezTo>
                <a:cubicBezTo>
                  <a:pt x="51415" y="110257"/>
                  <a:pt x="41850" y="106842"/>
                  <a:pt x="34505" y="100357"/>
                </a:cubicBezTo>
                <a:cubicBezTo>
                  <a:pt x="25108" y="91996"/>
                  <a:pt x="19814" y="76636"/>
                  <a:pt x="19814" y="57692"/>
                </a:cubicBezTo>
                <a:cubicBezTo>
                  <a:pt x="19814" y="26802"/>
                  <a:pt x="35701" y="6834"/>
                  <a:pt x="60468" y="6834"/>
                </a:cubicBezTo>
                <a:cubicBezTo>
                  <a:pt x="70206" y="6834"/>
                  <a:pt x="79089" y="10418"/>
                  <a:pt x="85920" y="17244"/>
                </a:cubicBezTo>
                <a:cubicBezTo>
                  <a:pt x="91386" y="22705"/>
                  <a:pt x="93948" y="27485"/>
                  <a:pt x="97196" y="38579"/>
                </a:cubicBezTo>
                <a:lnTo>
                  <a:pt x="101124" y="38579"/>
                </a:lnTo>
                <a:close/>
                <a:moveTo>
                  <a:pt x="110346" y="48825"/>
                </a:moveTo>
                <a:cubicBezTo>
                  <a:pt x="112739" y="48311"/>
                  <a:pt x="114277" y="48139"/>
                  <a:pt x="116326" y="48139"/>
                </a:cubicBezTo>
                <a:cubicBezTo>
                  <a:pt x="120595" y="48139"/>
                  <a:pt x="122133" y="50873"/>
                  <a:pt x="122133" y="58388"/>
                </a:cubicBezTo>
                <a:lnTo>
                  <a:pt x="122133" y="101090"/>
                </a:lnTo>
                <a:cubicBezTo>
                  <a:pt x="122133" y="109629"/>
                  <a:pt x="120936" y="110825"/>
                  <a:pt x="110005" y="112874"/>
                </a:cubicBezTo>
                <a:lnTo>
                  <a:pt x="110005" y="115436"/>
                </a:lnTo>
                <a:lnTo>
                  <a:pt x="151002" y="115436"/>
                </a:lnTo>
                <a:lnTo>
                  <a:pt x="151002" y="112874"/>
                </a:lnTo>
                <a:cubicBezTo>
                  <a:pt x="139385" y="112363"/>
                  <a:pt x="136481" y="109801"/>
                  <a:pt x="136481" y="100065"/>
                </a:cubicBezTo>
                <a:lnTo>
                  <a:pt x="136481" y="61633"/>
                </a:lnTo>
                <a:cubicBezTo>
                  <a:pt x="136481" y="56167"/>
                  <a:pt x="143827" y="47628"/>
                  <a:pt x="148440" y="47628"/>
                </a:cubicBezTo>
                <a:cubicBezTo>
                  <a:pt x="149464" y="47628"/>
                  <a:pt x="151002" y="48483"/>
                  <a:pt x="152881" y="50190"/>
                </a:cubicBezTo>
                <a:cubicBezTo>
                  <a:pt x="155613" y="52581"/>
                  <a:pt x="157492" y="53605"/>
                  <a:pt x="159713" y="53605"/>
                </a:cubicBezTo>
                <a:cubicBezTo>
                  <a:pt x="163813" y="53605"/>
                  <a:pt x="166375" y="50701"/>
                  <a:pt x="166375" y="45921"/>
                </a:cubicBezTo>
                <a:cubicBezTo>
                  <a:pt x="166375" y="40283"/>
                  <a:pt x="162789" y="36866"/>
                  <a:pt x="156981" y="36866"/>
                </a:cubicBezTo>
                <a:cubicBezTo>
                  <a:pt x="149806" y="36866"/>
                  <a:pt x="144853" y="40797"/>
                  <a:pt x="136481" y="52922"/>
                </a:cubicBezTo>
                <a:lnTo>
                  <a:pt x="136481" y="37210"/>
                </a:lnTo>
                <a:lnTo>
                  <a:pt x="135629" y="36866"/>
                </a:lnTo>
                <a:cubicBezTo>
                  <a:pt x="126574" y="40625"/>
                  <a:pt x="120426" y="42845"/>
                  <a:pt x="110346" y="46090"/>
                </a:cubicBezTo>
                <a:lnTo>
                  <a:pt x="110346" y="48825"/>
                </a:lnTo>
                <a:close/>
                <a:moveTo>
                  <a:pt x="208739" y="36866"/>
                </a:moveTo>
                <a:cubicBezTo>
                  <a:pt x="186532" y="36866"/>
                  <a:pt x="170987" y="53258"/>
                  <a:pt x="170987" y="76816"/>
                </a:cubicBezTo>
                <a:cubicBezTo>
                  <a:pt x="170987" y="99860"/>
                  <a:pt x="186874" y="117104"/>
                  <a:pt x="208395" y="117104"/>
                </a:cubicBezTo>
                <a:cubicBezTo>
                  <a:pt x="229920" y="117104"/>
                  <a:pt x="246317" y="99007"/>
                  <a:pt x="246317" y="75450"/>
                </a:cubicBezTo>
                <a:cubicBezTo>
                  <a:pt x="246317" y="53086"/>
                  <a:pt x="230603" y="36866"/>
                  <a:pt x="208739" y="36866"/>
                </a:cubicBezTo>
                <a:moveTo>
                  <a:pt x="206519" y="41652"/>
                </a:moveTo>
                <a:cubicBezTo>
                  <a:pt x="220867" y="41652"/>
                  <a:pt x="230944" y="58039"/>
                  <a:pt x="230944" y="81424"/>
                </a:cubicBezTo>
                <a:cubicBezTo>
                  <a:pt x="230944" y="100714"/>
                  <a:pt x="223257" y="112321"/>
                  <a:pt x="210447" y="112321"/>
                </a:cubicBezTo>
                <a:cubicBezTo>
                  <a:pt x="203784" y="112321"/>
                  <a:pt x="197464" y="108226"/>
                  <a:pt x="193877" y="101397"/>
                </a:cubicBezTo>
                <a:cubicBezTo>
                  <a:pt x="189094" y="92520"/>
                  <a:pt x="186360" y="80572"/>
                  <a:pt x="186360" y="68451"/>
                </a:cubicBezTo>
                <a:cubicBezTo>
                  <a:pt x="186360" y="52234"/>
                  <a:pt x="194388" y="41652"/>
                  <a:pt x="206519" y="41652"/>
                </a:cubicBezTo>
                <a:close/>
                <a:moveTo>
                  <a:pt x="305250" y="61766"/>
                </a:moveTo>
                <a:lnTo>
                  <a:pt x="304567" y="38534"/>
                </a:lnTo>
                <a:lnTo>
                  <a:pt x="302688" y="38534"/>
                </a:lnTo>
                <a:lnTo>
                  <a:pt x="302346" y="38878"/>
                </a:lnTo>
                <a:cubicBezTo>
                  <a:pt x="300808" y="40072"/>
                  <a:pt x="300639" y="40244"/>
                  <a:pt x="299956" y="40244"/>
                </a:cubicBezTo>
                <a:cubicBezTo>
                  <a:pt x="298932" y="40244"/>
                  <a:pt x="297222" y="39903"/>
                  <a:pt x="295343" y="39048"/>
                </a:cubicBezTo>
                <a:cubicBezTo>
                  <a:pt x="291584" y="37718"/>
                  <a:pt x="287828" y="37033"/>
                  <a:pt x="283387" y="37033"/>
                </a:cubicBezTo>
                <a:cubicBezTo>
                  <a:pt x="269890" y="37033"/>
                  <a:pt x="260155" y="45744"/>
                  <a:pt x="260155" y="58036"/>
                </a:cubicBezTo>
                <a:cubicBezTo>
                  <a:pt x="260155" y="67594"/>
                  <a:pt x="265621" y="74423"/>
                  <a:pt x="280142" y="82618"/>
                </a:cubicBezTo>
                <a:lnTo>
                  <a:pt x="290049" y="88253"/>
                </a:lnTo>
                <a:cubicBezTo>
                  <a:pt x="296026" y="91667"/>
                  <a:pt x="298932" y="95765"/>
                  <a:pt x="298932" y="101056"/>
                </a:cubicBezTo>
                <a:cubicBezTo>
                  <a:pt x="298932" y="108568"/>
                  <a:pt x="293463" y="113348"/>
                  <a:pt x="284753" y="113348"/>
                </a:cubicBezTo>
                <a:cubicBezTo>
                  <a:pt x="278945" y="113348"/>
                  <a:pt x="273649" y="111127"/>
                  <a:pt x="270404" y="107371"/>
                </a:cubicBezTo>
                <a:cubicBezTo>
                  <a:pt x="266817" y="103105"/>
                  <a:pt x="265279" y="99177"/>
                  <a:pt x="263059" y="89447"/>
                </a:cubicBezTo>
                <a:lnTo>
                  <a:pt x="260325" y="89447"/>
                </a:lnTo>
                <a:lnTo>
                  <a:pt x="260325" y="116080"/>
                </a:lnTo>
                <a:lnTo>
                  <a:pt x="262545" y="116080"/>
                </a:lnTo>
                <a:cubicBezTo>
                  <a:pt x="263742" y="114372"/>
                  <a:pt x="264425" y="114031"/>
                  <a:pt x="266476" y="114031"/>
                </a:cubicBezTo>
                <a:cubicBezTo>
                  <a:pt x="268014" y="114070"/>
                  <a:pt x="270404" y="114412"/>
                  <a:pt x="274332" y="115436"/>
                </a:cubicBezTo>
                <a:cubicBezTo>
                  <a:pt x="279115" y="116421"/>
                  <a:pt x="283728" y="117104"/>
                  <a:pt x="286801" y="117104"/>
                </a:cubicBezTo>
                <a:cubicBezTo>
                  <a:pt x="299956" y="117104"/>
                  <a:pt x="310888" y="107202"/>
                  <a:pt x="310888" y="95251"/>
                </a:cubicBezTo>
                <a:cubicBezTo>
                  <a:pt x="310888" y="86715"/>
                  <a:pt x="306788" y="81082"/>
                  <a:pt x="296539" y="74936"/>
                </a:cubicBezTo>
                <a:lnTo>
                  <a:pt x="278090" y="64010"/>
                </a:lnTo>
                <a:cubicBezTo>
                  <a:pt x="273307" y="61278"/>
                  <a:pt x="270745" y="57012"/>
                  <a:pt x="270745" y="52401"/>
                </a:cubicBezTo>
                <a:cubicBezTo>
                  <a:pt x="270745" y="45572"/>
                  <a:pt x="276042" y="40791"/>
                  <a:pt x="283898" y="40791"/>
                </a:cubicBezTo>
                <a:cubicBezTo>
                  <a:pt x="293635" y="40791"/>
                  <a:pt x="298760" y="46596"/>
                  <a:pt x="302688" y="61792"/>
                </a:cubicBezTo>
                <a:lnTo>
                  <a:pt x="305250" y="61766"/>
                </a:lnTo>
                <a:close/>
                <a:moveTo>
                  <a:pt x="371698" y="61766"/>
                </a:moveTo>
                <a:lnTo>
                  <a:pt x="371015" y="38534"/>
                </a:lnTo>
                <a:lnTo>
                  <a:pt x="369136" y="38534"/>
                </a:lnTo>
                <a:lnTo>
                  <a:pt x="368795" y="38878"/>
                </a:lnTo>
                <a:cubicBezTo>
                  <a:pt x="367257" y="40072"/>
                  <a:pt x="367087" y="40244"/>
                  <a:pt x="366404" y="40244"/>
                </a:cubicBezTo>
                <a:cubicBezTo>
                  <a:pt x="365380" y="40244"/>
                  <a:pt x="363670" y="39903"/>
                  <a:pt x="361791" y="39048"/>
                </a:cubicBezTo>
                <a:cubicBezTo>
                  <a:pt x="358032" y="37718"/>
                  <a:pt x="354276" y="37033"/>
                  <a:pt x="349835" y="37033"/>
                </a:cubicBezTo>
                <a:cubicBezTo>
                  <a:pt x="336339" y="37033"/>
                  <a:pt x="326603" y="45744"/>
                  <a:pt x="326603" y="58036"/>
                </a:cubicBezTo>
                <a:cubicBezTo>
                  <a:pt x="326603" y="67594"/>
                  <a:pt x="332069" y="74423"/>
                  <a:pt x="346590" y="82618"/>
                </a:cubicBezTo>
                <a:lnTo>
                  <a:pt x="356497" y="88253"/>
                </a:lnTo>
                <a:cubicBezTo>
                  <a:pt x="362474" y="91667"/>
                  <a:pt x="365380" y="95765"/>
                  <a:pt x="365380" y="101056"/>
                </a:cubicBezTo>
                <a:cubicBezTo>
                  <a:pt x="365380" y="108568"/>
                  <a:pt x="359912" y="113348"/>
                  <a:pt x="351201" y="113348"/>
                </a:cubicBezTo>
                <a:cubicBezTo>
                  <a:pt x="345394" y="113348"/>
                  <a:pt x="340097" y="111127"/>
                  <a:pt x="336852" y="107371"/>
                </a:cubicBezTo>
                <a:cubicBezTo>
                  <a:pt x="333266" y="103105"/>
                  <a:pt x="331728" y="99177"/>
                  <a:pt x="329507" y="89447"/>
                </a:cubicBezTo>
                <a:lnTo>
                  <a:pt x="326773" y="89447"/>
                </a:lnTo>
                <a:lnTo>
                  <a:pt x="326773" y="116080"/>
                </a:lnTo>
                <a:lnTo>
                  <a:pt x="328994" y="116080"/>
                </a:lnTo>
                <a:cubicBezTo>
                  <a:pt x="330190" y="114372"/>
                  <a:pt x="330873" y="114031"/>
                  <a:pt x="332924" y="114031"/>
                </a:cubicBezTo>
                <a:cubicBezTo>
                  <a:pt x="334462" y="114070"/>
                  <a:pt x="336852" y="114412"/>
                  <a:pt x="340780" y="115436"/>
                </a:cubicBezTo>
                <a:cubicBezTo>
                  <a:pt x="345563" y="116421"/>
                  <a:pt x="350176" y="117104"/>
                  <a:pt x="353250" y="117104"/>
                </a:cubicBezTo>
                <a:cubicBezTo>
                  <a:pt x="366404" y="117104"/>
                  <a:pt x="377336" y="107202"/>
                  <a:pt x="377336" y="95251"/>
                </a:cubicBezTo>
                <a:cubicBezTo>
                  <a:pt x="377336" y="86715"/>
                  <a:pt x="373236" y="81082"/>
                  <a:pt x="362987" y="74936"/>
                </a:cubicBezTo>
                <a:lnTo>
                  <a:pt x="344539" y="64010"/>
                </a:lnTo>
                <a:cubicBezTo>
                  <a:pt x="339756" y="61278"/>
                  <a:pt x="337194" y="57012"/>
                  <a:pt x="337194" y="52401"/>
                </a:cubicBezTo>
                <a:cubicBezTo>
                  <a:pt x="337194" y="45572"/>
                  <a:pt x="342490" y="40791"/>
                  <a:pt x="350346" y="40791"/>
                </a:cubicBezTo>
                <a:cubicBezTo>
                  <a:pt x="360084" y="40791"/>
                  <a:pt x="365208" y="46596"/>
                  <a:pt x="369136" y="61792"/>
                </a:cubicBezTo>
                <a:lnTo>
                  <a:pt x="371698" y="61766"/>
                </a:lnTo>
                <a:close/>
                <a:moveTo>
                  <a:pt x="391001" y="71564"/>
                </a:moveTo>
                <a:lnTo>
                  <a:pt x="391001" y="82326"/>
                </a:lnTo>
                <a:lnTo>
                  <a:pt x="433022" y="82326"/>
                </a:lnTo>
                <a:lnTo>
                  <a:pt x="433022" y="71564"/>
                </a:lnTo>
                <a:lnTo>
                  <a:pt x="391001" y="71564"/>
                </a:lnTo>
                <a:close/>
                <a:moveTo>
                  <a:pt x="510916" y="87375"/>
                </a:moveTo>
                <a:cubicBezTo>
                  <a:pt x="502718" y="100363"/>
                  <a:pt x="495370" y="105320"/>
                  <a:pt x="484439" y="105320"/>
                </a:cubicBezTo>
                <a:cubicBezTo>
                  <a:pt x="474704" y="105320"/>
                  <a:pt x="467359" y="100363"/>
                  <a:pt x="462404" y="90622"/>
                </a:cubicBezTo>
                <a:cubicBezTo>
                  <a:pt x="459328" y="84127"/>
                  <a:pt x="458134" y="78486"/>
                  <a:pt x="457793" y="68060"/>
                </a:cubicBezTo>
                <a:lnTo>
                  <a:pt x="510405" y="68060"/>
                </a:lnTo>
                <a:cubicBezTo>
                  <a:pt x="509036" y="56978"/>
                  <a:pt x="507329" y="52041"/>
                  <a:pt x="503060" y="46593"/>
                </a:cubicBezTo>
                <a:cubicBezTo>
                  <a:pt x="497933" y="40455"/>
                  <a:pt x="490077" y="36866"/>
                  <a:pt x="481194" y="36866"/>
                </a:cubicBezTo>
                <a:cubicBezTo>
                  <a:pt x="472652" y="36866"/>
                  <a:pt x="464624" y="39942"/>
                  <a:pt x="458134" y="45741"/>
                </a:cubicBezTo>
                <a:cubicBezTo>
                  <a:pt x="450104" y="52721"/>
                  <a:pt x="445493" y="64815"/>
                  <a:pt x="445493" y="78828"/>
                </a:cubicBezTo>
                <a:cubicBezTo>
                  <a:pt x="445493" y="102414"/>
                  <a:pt x="457793" y="117104"/>
                  <a:pt x="477435" y="117104"/>
                </a:cubicBezTo>
                <a:cubicBezTo>
                  <a:pt x="493663" y="117104"/>
                  <a:pt x="506474" y="107027"/>
                  <a:pt x="513650" y="88571"/>
                </a:cubicBezTo>
                <a:lnTo>
                  <a:pt x="510916" y="87375"/>
                </a:lnTo>
                <a:moveTo>
                  <a:pt x="458134" y="62595"/>
                </a:moveTo>
                <a:cubicBezTo>
                  <a:pt x="460011" y="49317"/>
                  <a:pt x="465821" y="43017"/>
                  <a:pt x="476239" y="43017"/>
                </a:cubicBezTo>
                <a:cubicBezTo>
                  <a:pt x="486660" y="43017"/>
                  <a:pt x="490760" y="47785"/>
                  <a:pt x="492980" y="62595"/>
                </a:cubicBezTo>
                <a:lnTo>
                  <a:pt x="458134" y="62595"/>
                </a:lnTo>
                <a:close/>
                <a:moveTo>
                  <a:pt x="519799" y="47459"/>
                </a:moveTo>
                <a:cubicBezTo>
                  <a:pt x="520823" y="46945"/>
                  <a:pt x="522533" y="46776"/>
                  <a:pt x="524413" y="46776"/>
                </a:cubicBezTo>
                <a:cubicBezTo>
                  <a:pt x="529195" y="46776"/>
                  <a:pt x="530731" y="49338"/>
                  <a:pt x="530731" y="57705"/>
                </a:cubicBezTo>
                <a:lnTo>
                  <a:pt x="530731" y="100065"/>
                </a:lnTo>
                <a:cubicBezTo>
                  <a:pt x="530731" y="109801"/>
                  <a:pt x="528851" y="112191"/>
                  <a:pt x="520141" y="112874"/>
                </a:cubicBezTo>
                <a:lnTo>
                  <a:pt x="520141" y="115436"/>
                </a:lnTo>
                <a:lnTo>
                  <a:pt x="556355" y="115436"/>
                </a:lnTo>
                <a:lnTo>
                  <a:pt x="556355" y="112874"/>
                </a:lnTo>
                <a:cubicBezTo>
                  <a:pt x="547642" y="112191"/>
                  <a:pt x="545079" y="110142"/>
                  <a:pt x="545079" y="103993"/>
                </a:cubicBezTo>
                <a:lnTo>
                  <a:pt x="545079" y="55998"/>
                </a:lnTo>
                <a:cubicBezTo>
                  <a:pt x="553279" y="48311"/>
                  <a:pt x="557038" y="46262"/>
                  <a:pt x="562676" y="46262"/>
                </a:cubicBezTo>
                <a:cubicBezTo>
                  <a:pt x="571045" y="46262"/>
                  <a:pt x="575145" y="51556"/>
                  <a:pt x="575145" y="62829"/>
                </a:cubicBezTo>
                <a:lnTo>
                  <a:pt x="575145" y="98528"/>
                </a:lnTo>
                <a:cubicBezTo>
                  <a:pt x="575145" y="109287"/>
                  <a:pt x="572924" y="112191"/>
                  <a:pt x="564383" y="112874"/>
                </a:cubicBezTo>
                <a:lnTo>
                  <a:pt x="564383" y="115436"/>
                </a:lnTo>
                <a:lnTo>
                  <a:pt x="599915" y="115436"/>
                </a:lnTo>
                <a:lnTo>
                  <a:pt x="599915" y="112874"/>
                </a:lnTo>
                <a:cubicBezTo>
                  <a:pt x="591543" y="112021"/>
                  <a:pt x="589494" y="109970"/>
                  <a:pt x="589494" y="101603"/>
                </a:cubicBezTo>
                <a:lnTo>
                  <a:pt x="589494" y="62488"/>
                </a:lnTo>
                <a:cubicBezTo>
                  <a:pt x="589494" y="46434"/>
                  <a:pt x="581977" y="36866"/>
                  <a:pt x="569338" y="36866"/>
                </a:cubicBezTo>
                <a:cubicBezTo>
                  <a:pt x="561479" y="36866"/>
                  <a:pt x="556183" y="39772"/>
                  <a:pt x="544568" y="50704"/>
                </a:cubicBezTo>
                <a:lnTo>
                  <a:pt x="544568" y="37210"/>
                </a:lnTo>
                <a:lnTo>
                  <a:pt x="543372" y="36866"/>
                </a:lnTo>
                <a:cubicBezTo>
                  <a:pt x="535003" y="39942"/>
                  <a:pt x="529195" y="41821"/>
                  <a:pt x="519799" y="44555"/>
                </a:cubicBezTo>
                <a:lnTo>
                  <a:pt x="519799" y="47459"/>
                </a:lnTo>
                <a:close/>
                <a:moveTo>
                  <a:pt x="646033" y="38534"/>
                </a:moveTo>
                <a:lnTo>
                  <a:pt x="628780" y="38534"/>
                </a:lnTo>
                <a:lnTo>
                  <a:pt x="628780" y="18720"/>
                </a:lnTo>
                <a:cubicBezTo>
                  <a:pt x="628780" y="17013"/>
                  <a:pt x="628611" y="16499"/>
                  <a:pt x="627584" y="16499"/>
                </a:cubicBezTo>
                <a:cubicBezTo>
                  <a:pt x="626390" y="18037"/>
                  <a:pt x="625363" y="19575"/>
                  <a:pt x="624170" y="21282"/>
                </a:cubicBezTo>
                <a:cubicBezTo>
                  <a:pt x="617677" y="30678"/>
                  <a:pt x="610332" y="38878"/>
                  <a:pt x="607600" y="39561"/>
                </a:cubicBezTo>
                <a:cubicBezTo>
                  <a:pt x="605721" y="40755"/>
                  <a:pt x="604694" y="41951"/>
                  <a:pt x="604694" y="42806"/>
                </a:cubicBezTo>
                <a:cubicBezTo>
                  <a:pt x="604694" y="43320"/>
                  <a:pt x="604866" y="43661"/>
                  <a:pt x="605379" y="44003"/>
                </a:cubicBezTo>
                <a:lnTo>
                  <a:pt x="614432" y="44003"/>
                </a:lnTo>
                <a:lnTo>
                  <a:pt x="614432" y="95413"/>
                </a:lnTo>
                <a:cubicBezTo>
                  <a:pt x="614432" y="109759"/>
                  <a:pt x="619556" y="117104"/>
                  <a:pt x="629635" y="117104"/>
                </a:cubicBezTo>
                <a:cubicBezTo>
                  <a:pt x="638005" y="117104"/>
                  <a:pt x="644495" y="113007"/>
                  <a:pt x="650133" y="104124"/>
                </a:cubicBezTo>
                <a:lnTo>
                  <a:pt x="647912" y="102245"/>
                </a:lnTo>
                <a:cubicBezTo>
                  <a:pt x="644326" y="106514"/>
                  <a:pt x="641422" y="108224"/>
                  <a:pt x="637663" y="108224"/>
                </a:cubicBezTo>
                <a:cubicBezTo>
                  <a:pt x="631343" y="108224"/>
                  <a:pt x="628780" y="103610"/>
                  <a:pt x="628780" y="92851"/>
                </a:cubicBezTo>
                <a:lnTo>
                  <a:pt x="628780" y="44003"/>
                </a:lnTo>
                <a:lnTo>
                  <a:pt x="646033" y="44003"/>
                </a:lnTo>
                <a:lnTo>
                  <a:pt x="646033" y="38534"/>
                </a:lnTo>
                <a:close/>
                <a:moveTo>
                  <a:pt x="651158" y="48825"/>
                </a:moveTo>
                <a:cubicBezTo>
                  <a:pt x="653550" y="48311"/>
                  <a:pt x="655088" y="48139"/>
                  <a:pt x="657137" y="48139"/>
                </a:cubicBezTo>
                <a:cubicBezTo>
                  <a:pt x="661406" y="48139"/>
                  <a:pt x="662944" y="50873"/>
                  <a:pt x="662944" y="58388"/>
                </a:cubicBezTo>
                <a:lnTo>
                  <a:pt x="662944" y="101090"/>
                </a:lnTo>
                <a:cubicBezTo>
                  <a:pt x="662944" y="109629"/>
                  <a:pt x="661748" y="110825"/>
                  <a:pt x="650816" y="112874"/>
                </a:cubicBezTo>
                <a:lnTo>
                  <a:pt x="650816" y="115436"/>
                </a:lnTo>
                <a:lnTo>
                  <a:pt x="691813" y="115436"/>
                </a:lnTo>
                <a:lnTo>
                  <a:pt x="691813" y="112874"/>
                </a:lnTo>
                <a:cubicBezTo>
                  <a:pt x="680196" y="112363"/>
                  <a:pt x="677293" y="109801"/>
                  <a:pt x="677293" y="100065"/>
                </a:cubicBezTo>
                <a:lnTo>
                  <a:pt x="677293" y="61633"/>
                </a:lnTo>
                <a:cubicBezTo>
                  <a:pt x="677293" y="56167"/>
                  <a:pt x="684638" y="47628"/>
                  <a:pt x="689251" y="47628"/>
                </a:cubicBezTo>
                <a:cubicBezTo>
                  <a:pt x="690276" y="47628"/>
                  <a:pt x="691813" y="48483"/>
                  <a:pt x="693693" y="50190"/>
                </a:cubicBezTo>
                <a:cubicBezTo>
                  <a:pt x="696424" y="52581"/>
                  <a:pt x="698304" y="53605"/>
                  <a:pt x="700524" y="53605"/>
                </a:cubicBezTo>
                <a:cubicBezTo>
                  <a:pt x="704624" y="53605"/>
                  <a:pt x="707187" y="50701"/>
                  <a:pt x="707187" y="45921"/>
                </a:cubicBezTo>
                <a:cubicBezTo>
                  <a:pt x="707187" y="40283"/>
                  <a:pt x="703600" y="36866"/>
                  <a:pt x="697793" y="36866"/>
                </a:cubicBezTo>
                <a:cubicBezTo>
                  <a:pt x="690617" y="36866"/>
                  <a:pt x="685665" y="40797"/>
                  <a:pt x="677293" y="52922"/>
                </a:cubicBezTo>
                <a:lnTo>
                  <a:pt x="677293" y="37210"/>
                </a:lnTo>
                <a:lnTo>
                  <a:pt x="676440" y="36866"/>
                </a:lnTo>
                <a:cubicBezTo>
                  <a:pt x="667386" y="40625"/>
                  <a:pt x="661237" y="42845"/>
                  <a:pt x="651158" y="46090"/>
                </a:cubicBezTo>
                <a:lnTo>
                  <a:pt x="651158" y="48825"/>
                </a:lnTo>
                <a:close/>
                <a:moveTo>
                  <a:pt x="749552" y="36866"/>
                </a:moveTo>
                <a:cubicBezTo>
                  <a:pt x="727345" y="36866"/>
                  <a:pt x="711800" y="53258"/>
                  <a:pt x="711800" y="76816"/>
                </a:cubicBezTo>
                <a:cubicBezTo>
                  <a:pt x="711800" y="99860"/>
                  <a:pt x="727686" y="117104"/>
                  <a:pt x="749208" y="117104"/>
                </a:cubicBezTo>
                <a:cubicBezTo>
                  <a:pt x="770732" y="117104"/>
                  <a:pt x="787129" y="99007"/>
                  <a:pt x="787129" y="75450"/>
                </a:cubicBezTo>
                <a:cubicBezTo>
                  <a:pt x="787129" y="53086"/>
                  <a:pt x="771415" y="36866"/>
                  <a:pt x="749552" y="36866"/>
                </a:cubicBezTo>
                <a:moveTo>
                  <a:pt x="747331" y="41652"/>
                </a:moveTo>
                <a:cubicBezTo>
                  <a:pt x="761680" y="41652"/>
                  <a:pt x="771756" y="58039"/>
                  <a:pt x="771756" y="81424"/>
                </a:cubicBezTo>
                <a:cubicBezTo>
                  <a:pt x="771756" y="100714"/>
                  <a:pt x="764070" y="112321"/>
                  <a:pt x="751259" y="112321"/>
                </a:cubicBezTo>
                <a:cubicBezTo>
                  <a:pt x="744597" y="112321"/>
                  <a:pt x="738276" y="108226"/>
                  <a:pt x="734690" y="101397"/>
                </a:cubicBezTo>
                <a:cubicBezTo>
                  <a:pt x="729907" y="92520"/>
                  <a:pt x="727173" y="80572"/>
                  <a:pt x="727173" y="68451"/>
                </a:cubicBezTo>
                <a:cubicBezTo>
                  <a:pt x="727173" y="52234"/>
                  <a:pt x="735201" y="41652"/>
                  <a:pt x="747331" y="41652"/>
                </a:cubicBezTo>
                <a:close/>
                <a:moveTo>
                  <a:pt x="793790" y="48269"/>
                </a:moveTo>
                <a:cubicBezTo>
                  <a:pt x="795328" y="48100"/>
                  <a:pt x="796524" y="48100"/>
                  <a:pt x="798062" y="48100"/>
                </a:cubicBezTo>
                <a:cubicBezTo>
                  <a:pt x="803869" y="48100"/>
                  <a:pt x="805066" y="49807"/>
                  <a:pt x="805066" y="57835"/>
                </a:cubicBezTo>
                <a:lnTo>
                  <a:pt x="805066" y="137779"/>
                </a:lnTo>
                <a:cubicBezTo>
                  <a:pt x="805066" y="146662"/>
                  <a:pt x="803187" y="148541"/>
                  <a:pt x="793107" y="149565"/>
                </a:cubicBezTo>
                <a:lnTo>
                  <a:pt x="793107" y="152469"/>
                </a:lnTo>
                <a:lnTo>
                  <a:pt x="834446" y="152469"/>
                </a:lnTo>
                <a:lnTo>
                  <a:pt x="834446" y="149396"/>
                </a:lnTo>
                <a:cubicBezTo>
                  <a:pt x="821635" y="149224"/>
                  <a:pt x="819415" y="147344"/>
                  <a:pt x="819415" y="136582"/>
                </a:cubicBezTo>
                <a:lnTo>
                  <a:pt x="819415" y="109762"/>
                </a:lnTo>
                <a:cubicBezTo>
                  <a:pt x="825394" y="115397"/>
                  <a:pt x="829491" y="117104"/>
                  <a:pt x="836667" y="117104"/>
                </a:cubicBezTo>
                <a:cubicBezTo>
                  <a:pt x="856823" y="117104"/>
                  <a:pt x="872537" y="97983"/>
                  <a:pt x="872537" y="73232"/>
                </a:cubicBezTo>
                <a:cubicBezTo>
                  <a:pt x="872537" y="52067"/>
                  <a:pt x="860581" y="36866"/>
                  <a:pt x="844012" y="36866"/>
                </a:cubicBezTo>
                <a:cubicBezTo>
                  <a:pt x="834446" y="36866"/>
                  <a:pt x="826929" y="41138"/>
                  <a:pt x="819415" y="50360"/>
                </a:cubicBezTo>
                <a:lnTo>
                  <a:pt x="819415" y="37210"/>
                </a:lnTo>
                <a:lnTo>
                  <a:pt x="818390" y="36866"/>
                </a:lnTo>
                <a:cubicBezTo>
                  <a:pt x="809166" y="40455"/>
                  <a:pt x="803187" y="42676"/>
                  <a:pt x="793790" y="45580"/>
                </a:cubicBezTo>
                <a:lnTo>
                  <a:pt x="793790" y="48269"/>
                </a:lnTo>
                <a:moveTo>
                  <a:pt x="819415" y="58383"/>
                </a:moveTo>
                <a:cubicBezTo>
                  <a:pt x="819415" y="53261"/>
                  <a:pt x="828980" y="47117"/>
                  <a:pt x="836836" y="47117"/>
                </a:cubicBezTo>
                <a:cubicBezTo>
                  <a:pt x="849478" y="47117"/>
                  <a:pt x="857847" y="60090"/>
                  <a:pt x="857847" y="79891"/>
                </a:cubicBezTo>
                <a:cubicBezTo>
                  <a:pt x="857847" y="98838"/>
                  <a:pt x="849478" y="111638"/>
                  <a:pt x="837180" y="111638"/>
                </a:cubicBezTo>
                <a:cubicBezTo>
                  <a:pt x="829150" y="111638"/>
                  <a:pt x="819415" y="105495"/>
                  <a:pt x="819415" y="100373"/>
                </a:cubicBezTo>
                <a:lnTo>
                  <a:pt x="819415" y="58383"/>
                </a:lnTo>
                <a:close/>
                <a:moveTo>
                  <a:pt x="957094" y="38534"/>
                </a:moveTo>
                <a:lnTo>
                  <a:pt x="934035" y="38534"/>
                </a:lnTo>
                <a:lnTo>
                  <a:pt x="934035" y="41099"/>
                </a:lnTo>
                <a:cubicBezTo>
                  <a:pt x="939500" y="41099"/>
                  <a:pt x="942235" y="42634"/>
                  <a:pt x="942235" y="45368"/>
                </a:cubicBezTo>
                <a:cubicBezTo>
                  <a:pt x="942235" y="46051"/>
                  <a:pt x="942063" y="47076"/>
                  <a:pt x="941549" y="48272"/>
                </a:cubicBezTo>
                <a:lnTo>
                  <a:pt x="924980" y="95416"/>
                </a:lnTo>
                <a:lnTo>
                  <a:pt x="905337" y="52200"/>
                </a:lnTo>
                <a:cubicBezTo>
                  <a:pt x="904310" y="49810"/>
                  <a:pt x="903627" y="47589"/>
                  <a:pt x="903627" y="45710"/>
                </a:cubicBezTo>
                <a:cubicBezTo>
                  <a:pt x="903627" y="42634"/>
                  <a:pt x="906189" y="41440"/>
                  <a:pt x="913535" y="41099"/>
                </a:cubicBezTo>
                <a:lnTo>
                  <a:pt x="913535" y="38534"/>
                </a:lnTo>
                <a:lnTo>
                  <a:pt x="878347" y="38534"/>
                </a:lnTo>
                <a:lnTo>
                  <a:pt x="878347" y="40927"/>
                </a:lnTo>
                <a:cubicBezTo>
                  <a:pt x="882788" y="41610"/>
                  <a:pt x="885692" y="43489"/>
                  <a:pt x="887058" y="46393"/>
                </a:cubicBezTo>
                <a:lnTo>
                  <a:pt x="906531" y="88415"/>
                </a:lnTo>
                <a:lnTo>
                  <a:pt x="907044" y="89780"/>
                </a:lnTo>
                <a:lnTo>
                  <a:pt x="909607" y="94905"/>
                </a:lnTo>
                <a:cubicBezTo>
                  <a:pt x="914389" y="103446"/>
                  <a:pt x="917124" y="109595"/>
                  <a:pt x="917124" y="112157"/>
                </a:cubicBezTo>
                <a:cubicBezTo>
                  <a:pt x="917124" y="114719"/>
                  <a:pt x="913193" y="125479"/>
                  <a:pt x="910289" y="130603"/>
                </a:cubicBezTo>
                <a:cubicBezTo>
                  <a:pt x="907899" y="135044"/>
                  <a:pt x="904141" y="138290"/>
                  <a:pt x="901748" y="138290"/>
                </a:cubicBezTo>
                <a:cubicBezTo>
                  <a:pt x="900724" y="138290"/>
                  <a:pt x="899186" y="137948"/>
                  <a:pt x="897479" y="137096"/>
                </a:cubicBezTo>
                <a:cubicBezTo>
                  <a:pt x="894234" y="135899"/>
                  <a:pt x="891330" y="135217"/>
                  <a:pt x="888426" y="135217"/>
                </a:cubicBezTo>
                <a:cubicBezTo>
                  <a:pt x="884496" y="135217"/>
                  <a:pt x="881081" y="138634"/>
                  <a:pt x="881081" y="142731"/>
                </a:cubicBezTo>
                <a:cubicBezTo>
                  <a:pt x="881081" y="148369"/>
                  <a:pt x="886547" y="152641"/>
                  <a:pt x="893720" y="152641"/>
                </a:cubicBezTo>
                <a:cubicBezTo>
                  <a:pt x="905165" y="152641"/>
                  <a:pt x="913365" y="143075"/>
                  <a:pt x="922589" y="118478"/>
                </a:cubicBezTo>
                <a:lnTo>
                  <a:pt x="948894" y="48786"/>
                </a:lnTo>
                <a:cubicBezTo>
                  <a:pt x="951115" y="43317"/>
                  <a:pt x="952994" y="41610"/>
                  <a:pt x="957094" y="41099"/>
                </a:cubicBezTo>
                <a:lnTo>
                  <a:pt x="957094" y="385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4177AE-98F0-4C89-B785-75EF2029E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4995" y="3400129"/>
            <a:ext cx="171931" cy="10"/>
          </a:xfrm>
          <a:custGeom xmlns:a="http://schemas.openxmlformats.org/drawingml/2006/main">
            <a:pathLst>
              <a:path w="171931" h="8" fill="none">
                <a:moveTo>
                  <a:pt x="0" y="0"/>
                </a:moveTo>
                <a:lnTo>
                  <a:pt x="171931" y="8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91D094-C8BA-4558-9A26-D6CF44AD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101" y="3377599"/>
            <a:ext cx="59203" cy="45075"/>
          </a:xfrm>
          <a:custGeom xmlns:a="http://schemas.openxmlformats.org/drawingml/2006/main">
            <a:pathLst>
              <a:path w="59203" h="45075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E91BC3-8A64-42CA-9286-4EDD1B32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2101" y="3377599"/>
            <a:ext cx="59203" cy="45075"/>
          </a:xfrm>
          <a:custGeom xmlns:a="http://schemas.openxmlformats.org/drawingml/2006/main">
            <a:pathLst>
              <a:path w="59203" h="45075" fill="none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4E527F-D0EB-48D8-BD10-115B4C591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6995" y="3400137"/>
            <a:ext cx="158027" cy="20"/>
          </a:xfrm>
          <a:custGeom xmlns:a="http://schemas.openxmlformats.org/drawingml/2006/main">
            <a:pathLst>
              <a:path w="158027" h="20" fill="none">
                <a:moveTo>
                  <a:pt x="0" y="0"/>
                </a:moveTo>
                <a:lnTo>
                  <a:pt x="158027" y="2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C781BB-ED62-4564-9D92-E3B564FBB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199" y="3377620"/>
            <a:ext cx="59203" cy="45075"/>
          </a:xfrm>
          <a:custGeom xmlns:a="http://schemas.openxmlformats.org/drawingml/2006/main">
            <a:pathLst>
              <a:path w="59203" h="45075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C70A2B-E692-4AC5-BE70-67EB6DDF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199" y="3377620"/>
            <a:ext cx="59203" cy="45075"/>
          </a:xfrm>
          <a:custGeom xmlns:a="http://schemas.openxmlformats.org/drawingml/2006/main">
            <a:pathLst>
              <a:path w="59203" h="45075" fill="none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94F64-BD99-4096-A9F4-03791FA7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3009" y="3400157"/>
            <a:ext cx="239056" cy="10"/>
          </a:xfrm>
          <a:custGeom xmlns:a="http://schemas.openxmlformats.org/drawingml/2006/main">
            <a:pathLst>
              <a:path w="239056" h="1" fill="none">
                <a:moveTo>
                  <a:pt x="0" y="0"/>
                </a:moveTo>
                <a:lnTo>
                  <a:pt x="239056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C9221A-DC6B-486C-BE28-316FB3B0A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241" y="3377620"/>
            <a:ext cx="59203" cy="45075"/>
          </a:xfrm>
          <a:custGeom xmlns:a="http://schemas.openxmlformats.org/drawingml/2006/main">
            <a:pathLst>
              <a:path w="59203" h="45075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4D552F-4173-4FE9-B197-41AB9B7F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7241" y="3377620"/>
            <a:ext cx="59203" cy="45075"/>
          </a:xfrm>
          <a:custGeom xmlns:a="http://schemas.openxmlformats.org/drawingml/2006/main">
            <a:pathLst>
              <a:path w="59203" h="45075" fill="none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2A97FE-408C-4CC2-B82F-23BF576C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052" y="3400157"/>
            <a:ext cx="172989" cy="10"/>
          </a:xfrm>
          <a:custGeom xmlns:a="http://schemas.openxmlformats.org/drawingml/2006/main">
            <a:pathLst>
              <a:path w="172989" h="1" fill="none">
                <a:moveTo>
                  <a:pt x="0" y="0"/>
                </a:moveTo>
                <a:lnTo>
                  <a:pt x="17298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B94BFA-0346-4C78-9054-FA5C3A1B2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217" y="3377620"/>
            <a:ext cx="59203" cy="45075"/>
          </a:xfrm>
          <a:custGeom xmlns:a="http://schemas.openxmlformats.org/drawingml/2006/main">
            <a:pathLst>
              <a:path w="59203" h="45075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74FB61-C733-4936-9C7E-3B0D0027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217" y="3377620"/>
            <a:ext cx="59203" cy="45075"/>
          </a:xfrm>
          <a:custGeom xmlns:a="http://schemas.openxmlformats.org/drawingml/2006/main">
            <a:pathLst>
              <a:path w="59203" h="45075" fill="none">
                <a:moveTo>
                  <a:pt x="59203" y="22537"/>
                </a:moveTo>
                <a:lnTo>
                  <a:pt x="0" y="0"/>
                </a:lnTo>
                <a:lnTo>
                  <a:pt x="19949" y="22537"/>
                </a:lnTo>
                <a:lnTo>
                  <a:pt x="0" y="45075"/>
                </a:lnTo>
                <a:lnTo>
                  <a:pt x="59203" y="2253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8F4C0-627A-4025-9176-730DF3F5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3606" y="3400157"/>
            <a:ext cx="206765" cy="10"/>
          </a:xfrm>
          <a:custGeom xmlns:a="http://schemas.openxmlformats.org/drawingml/2006/main">
            <a:pathLst>
              <a:path w="206765" h="1" fill="none">
                <a:moveTo>
                  <a:pt x="0" y="0"/>
                </a:moveTo>
                <a:lnTo>
                  <a:pt x="2067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B50910-06D2-43C9-8825-279F3C14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7212" y="3578956"/>
            <a:ext cx="172" cy="598146"/>
          </a:xfrm>
          <a:custGeom xmlns:a="http://schemas.openxmlformats.org/drawingml/2006/main">
            <a:pathLst>
              <a:path w="172" h="598146" fill="none">
                <a:moveTo>
                  <a:pt x="172" y="0"/>
                </a:moveTo>
                <a:lnTo>
                  <a:pt x="0" y="598146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C1B49D-7FE4-411E-86EE-9491B215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679" y="4162272"/>
            <a:ext cx="45074" cy="59208"/>
          </a:xfrm>
          <a:custGeom xmlns:a="http://schemas.openxmlformats.org/drawingml/2006/main">
            <a:pathLst>
              <a:path w="45074" h="59208">
                <a:moveTo>
                  <a:pt x="22522" y="59208"/>
                </a:moveTo>
                <a:lnTo>
                  <a:pt x="45074" y="12"/>
                </a:lnTo>
                <a:lnTo>
                  <a:pt x="22532" y="19955"/>
                </a:lnTo>
                <a:lnTo>
                  <a:pt x="0" y="0"/>
                </a:lnTo>
                <a:lnTo>
                  <a:pt x="22522" y="5920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5AF0B7-549F-400A-AB2A-95B3AD43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4679" y="4162272"/>
            <a:ext cx="45074" cy="59208"/>
          </a:xfrm>
          <a:custGeom xmlns:a="http://schemas.openxmlformats.org/drawingml/2006/main">
            <a:pathLst>
              <a:path w="45074" h="59208" fill="none">
                <a:moveTo>
                  <a:pt x="22522" y="59208"/>
                </a:moveTo>
                <a:lnTo>
                  <a:pt x="45074" y="12"/>
                </a:lnTo>
                <a:lnTo>
                  <a:pt x="22532" y="19955"/>
                </a:lnTo>
                <a:lnTo>
                  <a:pt x="0" y="0"/>
                </a:lnTo>
                <a:lnTo>
                  <a:pt x="22522" y="592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144F5-54D5-4E7A-A9EE-B0C5CF30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0709" y="1075300"/>
            <a:ext cx="10" cy="3101800"/>
          </a:xfrm>
          <a:custGeom xmlns:a="http://schemas.openxmlformats.org/drawingml/2006/main">
            <a:pathLst>
              <a:path w="1" h="3101800" fill="none">
                <a:moveTo>
                  <a:pt x="0" y="0"/>
                </a:moveTo>
                <a:lnTo>
                  <a:pt x="0" y="3101800"/>
                </a:lnTo>
              </a:path>
            </a:pathLst>
          </a:custGeom>
          <a:noFill xmlns:a="http://schemas.openxmlformats.org/drawingml/2006/main"/>
          <a:ln xmlns:a="http://schemas.openxmlformats.org/drawingml/2006/main" w="22776" cap="flat">
            <a:solidFill>
              <a:srgbClr val="000000"/>
            </a:solidFill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D3885-B5CB-4FC5-83E3-FC150D91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8171" y="4162277"/>
            <a:ext cx="45075" cy="59203"/>
          </a:xfrm>
          <a:custGeom xmlns:a="http://schemas.openxmlformats.org/drawingml/2006/main">
            <a:pathLst>
              <a:path w="45075" h="59203">
                <a:moveTo>
                  <a:pt x="22537" y="59203"/>
                </a:moveTo>
                <a:lnTo>
                  <a:pt x="45075" y="0"/>
                </a:lnTo>
                <a:lnTo>
                  <a:pt x="22537" y="19949"/>
                </a:lnTo>
                <a:lnTo>
                  <a:pt x="0" y="0"/>
                </a:lnTo>
                <a:lnTo>
                  <a:pt x="22537" y="5920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044F1-B2E3-405F-8AD9-4E98D585A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8171" y="4162277"/>
            <a:ext cx="45075" cy="59203"/>
          </a:xfrm>
          <a:custGeom xmlns:a="http://schemas.openxmlformats.org/drawingml/2006/main">
            <a:pathLst>
              <a:path w="45075" h="59203" fill="none">
                <a:moveTo>
                  <a:pt x="22537" y="59203"/>
                </a:moveTo>
                <a:lnTo>
                  <a:pt x="45075" y="0"/>
                </a:lnTo>
                <a:lnTo>
                  <a:pt x="22537" y="19949"/>
                </a:lnTo>
                <a:lnTo>
                  <a:pt x="0" y="0"/>
                </a:lnTo>
                <a:lnTo>
                  <a:pt x="22537" y="5920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0504" cap="flat">
            <a:solidFill>
              <a:srgbClr val="000000"/>
            </a:solidFill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F837E-CEB3-43C5-BA0B-480EDAFC6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019" y="1302110"/>
            <a:ext cx="1371267" cy="10"/>
          </a:xfrm>
          <a:custGeom xmlns:a="http://schemas.openxmlformats.org/drawingml/2006/main">
            <a:pathLst>
              <a:path w="1371267" h="1" fill="none">
                <a:moveTo>
                  <a:pt x="0" y="0"/>
                </a:moveTo>
                <a:lnTo>
                  <a:pt x="137126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D97823-8BA4-4BA9-9656-1F27FF2C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019" y="497819"/>
            <a:ext cx="10" cy="804291"/>
          </a:xfrm>
          <a:custGeom xmlns:a="http://schemas.openxmlformats.org/drawingml/2006/main">
            <a:pathLst>
              <a:path w="1" h="804291" fill="none">
                <a:moveTo>
                  <a:pt x="0" y="804291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88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226580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2026-09-05T18:19:55.5050000Z</dcterms:created>
  <dcterms:modified xsi:type="dcterms:W3CDTF">2026-09-05T18:19:55.5050000Z</dcterms:modified>
</coreProperties>
</file>