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e47183f8244c9" /><Relationship Type="http://schemas.openxmlformats.org/officeDocument/2006/relationships/extended-properties" Target="/docProps/app.xml" Id="Re0f94886c46a48c3" /><Relationship Type="http://schemas.openxmlformats.org/officeDocument/2006/relationships/officeDocument" Target="/ppt/presentation.xml" Id="R12998583627449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35421f72cc4c47"/>
  </p:sldMasterIdLst>
  <p:notesMasterIdLst>
    <p:notesMasterId xmlns:r="http://schemas.openxmlformats.org/officeDocument/2006/relationships" r:id="Rb741b2445783471d"/>
  </p:notesMasterIdLst>
  <p:sldIdLst>
    <p:sldId xmlns:r="http://schemas.openxmlformats.org/officeDocument/2006/relationships" id="256" r:id="Rd73164ac884c4623"/>
  </p:sldIdLst>
  <p:sldSz cx="14316075" cy="5629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a03bf3cf944817" /><Relationship Type="http://schemas.openxmlformats.org/officeDocument/2006/relationships/slideMaster" Target="/ppt/slideMasters/slideMaster1.xml" Id="R9535421f72cc4c47" /><Relationship Type="http://schemas.openxmlformats.org/officeDocument/2006/relationships/notesMaster" Target="/ppt/notesMasters/notesMaster1.xml" Id="Rb741b2445783471d" /><Relationship Type="http://schemas.openxmlformats.org/officeDocument/2006/relationships/presProps" Target="/ppt/presProps.xml" Id="R3dcaad9906294ee4" /><Relationship Type="http://schemas.openxmlformats.org/officeDocument/2006/relationships/tableStyles" Target="/ppt/tableStyles.xml" Id="R65f82d614fc342f5" /><Relationship Type="http://schemas.openxmlformats.org/officeDocument/2006/relationships/slide" Target="/ppt/slides/slide1.xml" Id="Rd73164ac884c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01c969225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303c2136ec4f0c" /><Relationship Type="http://schemas.openxmlformats.org/officeDocument/2006/relationships/notesMaster" Target="/ppt/notesMasters/notesMaster1.xml" Id="Rdcd8008e285e4c5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素材ID：AI-085</ns1:t>
            </ns1:r>
          </ns1:p>
          <ns1:p>
            <ns1:r>
              <ns1:t>论文：Generalizable Slum Detection from Satellite Imagery with Mixture-of-Experts</ns1:t>
            </ns1:r>
          </ns1:p>
          <ns1:p>
            <ns1:r>
              <ns1:t>会议：AAAI 2026</ns1:t>
            </ns1:r>
          </ns1:p>
          <ns1:p>
            <ns1:r>
              <ns1:t>奖项：Best Paper – AI for Social Impact Track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借鉴点：输入不同城市样本，每层共享主干和区域专家并行，并用分割/国家分类/信息约束共同训练。</ns1:t>
            </ns1:r>
          </ns1:p>
          <ns1:p>
            <ns1:r>
              <ns1:t>论文URL：https://ojs.aaai.org/index.php/AAAI/article/view/41227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3652db566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8f40344da4ccf" /><Relationship Type="http://schemas.openxmlformats.org/officeDocument/2006/relationships/slideLayout" Target="/ppt/slideLayouts/slideLayout1.xml" Id="R8a84ce5be2ad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84ce5be2ad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30430f2b6424e" /><Relationship Type="http://schemas.openxmlformats.org/officeDocument/2006/relationships/image" Target="/ppt/media/image.png" Id="R0427388b01e8427a" /><Relationship Type="http://schemas.openxmlformats.org/officeDocument/2006/relationships/image" Target="/ppt/media/image2.png" Id="R12d3906b21214188" /><Relationship Type="http://schemas.openxmlformats.org/officeDocument/2006/relationships/image" Target="/ppt/media/image3.png" Id="Rdb292dfd302f47ac" /><Relationship Type="http://schemas.openxmlformats.org/officeDocument/2006/relationships/notesSlide" Target="/ppt/notesSlides/notesSlide1.xml" Id="R4383a3259b974f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AI-085-1">
            <a:extLst xmlns:a="http://schemas.openxmlformats.org/drawingml/2006/main">
              <a:ext uri="{FF2B5EF4-FFF2-40B4-BE49-F238E27FC236}">
                <a16:creationId xmlns:a16="http://schemas.microsoft.com/office/drawing/2014/main" id="{2F49B750-08E4-48D4-B625-17817F6E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42900"/>
            <a:ext cx="1362075" cy="4676775"/>
          </a:xfrm>
          <a:prstGeom xmlns:a="http://schemas.openxmlformats.org/drawingml/2006/main" prst="roundRect">
            <a:avLst>
              <a:gd name="adj" fmla="val 12587"/>
            </a:avLst>
          </a:prstGeom>
          <a:solidFill xmlns:a="http://schemas.openxmlformats.org/drawingml/2006/main">
            <a:srgbClr val="ECF8FC"/>
          </a:solidFill>
          <a:ln xmlns:a="http://schemas.openxmlformats.org/drawingml/2006/main" w="22860">
            <a:solidFill>
              <a:srgbClr val="153846"/>
            </a:solidFill>
          </a:ln>
        </p:spPr>
      </p:sp>
      <p:sp>
        <p:nvSpPr>
          <p:cNvPr id="2" name="AI-085-2">
            <a:extLst xmlns:a="http://schemas.openxmlformats.org/drawingml/2006/main">
              <a:ext uri="{FF2B5EF4-FFF2-40B4-BE49-F238E27FC236}">
                <a16:creationId xmlns:a16="http://schemas.microsoft.com/office/drawing/2014/main" id="{46F61A63-4265-4158-8814-08FB18F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90525"/>
            <a:ext cx="1362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Egypt</a:t>
            </a:r>
          </a:p>
        </p:txBody>
      </p:sp>
      <p:sp>
        <p:nvSpPr>
          <p:cNvPr id="3" name="AI-085-3">
            <a:extLst xmlns:a="http://schemas.openxmlformats.org/drawingml/2006/main">
              <a:ext uri="{FF2B5EF4-FFF2-40B4-BE49-F238E27FC236}">
                <a16:creationId xmlns:a16="http://schemas.microsoft.com/office/drawing/2014/main" id="{1649D3E5-CBB9-4868-9314-6D12393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1790700"/>
            <a:ext cx="1362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Kenya</a:t>
            </a:r>
          </a:p>
        </p:txBody>
      </p:sp>
      <p:sp>
        <p:nvSpPr>
          <p:cNvPr id="4" name="AI-085-4">
            <a:extLst xmlns:a="http://schemas.openxmlformats.org/drawingml/2006/main">
              <a:ext uri="{FF2B5EF4-FFF2-40B4-BE49-F238E27FC236}">
                <a16:creationId xmlns:a16="http://schemas.microsoft.com/office/drawing/2014/main" id="{C856744D-4410-4C6B-BBDD-9696A9C8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552825"/>
            <a:ext cx="1362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Colombo</a:t>
            </a:r>
          </a:p>
        </p:txBody>
      </p:sp>
      <p:sp>
        <p:nvSpPr>
          <p:cNvPr id="5" name="AI-085-5">
            <a:extLst xmlns:a="http://schemas.openxmlformats.org/drawingml/2006/main">
              <a:ext uri="{FF2B5EF4-FFF2-40B4-BE49-F238E27FC236}">
                <a16:creationId xmlns:a16="http://schemas.microsoft.com/office/drawing/2014/main" id="{2ACBB667-0449-4AE2-A859-DFA64F6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19450"/>
            <a:ext cx="333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6" name="AI-085-6">
            <a:extLst xmlns:a="http://schemas.openxmlformats.org/drawingml/2006/main">
              <a:ext uri="{FF2B5EF4-FFF2-40B4-BE49-F238E27FC236}">
                <a16:creationId xmlns:a16="http://schemas.microsoft.com/office/drawing/2014/main" id="{C2125DAE-6164-4EF2-ADB5-1F89E82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704850"/>
            <a:ext cx="9810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9C6"/>
            </a:solidFill>
          </a:ln>
        </p:spPr>
      </p:sp>
      <p:sp>
        <p:nvSpPr>
          <p:cNvPr id="7" name="AI-085-7">
            <a:extLst xmlns:a="http://schemas.openxmlformats.org/drawingml/2006/main">
              <a:ext uri="{FF2B5EF4-FFF2-40B4-BE49-F238E27FC236}">
                <a16:creationId xmlns:a16="http://schemas.microsoft.com/office/drawing/2014/main" id="{EFF84BBA-4581-48F1-8B22-9F81B671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2105025"/>
            <a:ext cx="9810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FC000"/>
            </a:solidFill>
          </a:ln>
        </p:spPr>
      </p:sp>
      <p:sp>
        <p:nvSpPr>
          <p:cNvPr id="8" name="AI-085-8">
            <a:extLst xmlns:a="http://schemas.openxmlformats.org/drawingml/2006/main">
              <a:ext uri="{FF2B5EF4-FFF2-40B4-BE49-F238E27FC236}">
                <a16:creationId xmlns:a16="http://schemas.microsoft.com/office/drawing/2014/main" id="{A6CF4F4E-0C16-4C37-9863-901874B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3848100"/>
            <a:ext cx="9810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99CF56"/>
            </a:solidFill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7388b01e8427a"/>
          <a:stretch xmlns:a="http://schemas.openxmlformats.org/drawingml/2006/main"/>
        </p:blipFill>
        <p:spPr>
          <a:xfrm xmlns:a="http://schemas.openxmlformats.org/drawingml/2006/main">
            <a:off x="304800" y="762000"/>
            <a:ext cx="866775" cy="88582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3906b21214188"/>
          <a:stretch xmlns:a="http://schemas.openxmlformats.org/drawingml/2006/main"/>
        </p:blipFill>
        <p:spPr>
          <a:xfrm xmlns:a="http://schemas.openxmlformats.org/drawingml/2006/main">
            <a:off x="314325" y="2162175"/>
            <a:ext cx="857250" cy="895350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2dfd302f47ac"/>
          <a:stretch xmlns:a="http://schemas.openxmlformats.org/drawingml/2006/main"/>
        </p:blipFill>
        <p:spPr>
          <a:xfrm xmlns:a="http://schemas.openxmlformats.org/drawingml/2006/main">
            <a:off x="314325" y="3895725"/>
            <a:ext cx="866775" cy="885825"/>
          </a:xfrm>
          <a:prstGeom xmlns:a="http://schemas.openxmlformats.org/drawingml/2006/main" prst="rect">
            <a:avLst/>
          </a:prstGeom>
        </p:spPr>
      </p:pic>
      <p:sp>
        <p:nvSpPr>
          <p:cNvPr id="12" name="line-9">
            <a:extLst xmlns:a="http://schemas.openxmlformats.org/drawingml/2006/main">
              <a:ext uri="{FF2B5EF4-FFF2-40B4-BE49-F238E27FC236}">
                <a16:creationId xmlns:a16="http://schemas.microsoft.com/office/drawing/2014/main" id="{5E196D67-61D1-44E8-A98B-B1868C3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667000"/>
            <a:ext cx="1123950" cy="10"/>
          </a:xfrm>
          <a:custGeom xmlns:a="http://schemas.openxmlformats.org/drawingml/2006/main">
            <a:pathLst>
              <a:path w="1123950" h="10">
                <a:moveTo>
                  <a:pt x="0" y="0"/>
                </a:moveTo>
                <a:lnTo>
                  <a:pt x="1123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3" name="line-10">
            <a:extLst xmlns:a="http://schemas.openxmlformats.org/drawingml/2006/main">
              <a:ext uri="{FF2B5EF4-FFF2-40B4-BE49-F238E27FC236}">
                <a16:creationId xmlns:a16="http://schemas.microsoft.com/office/drawing/2014/main" id="{23C5DDA6-FD6F-4F69-AA76-E0C20918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209550" cy="10"/>
          </a:xfrm>
          <a:custGeom xmlns:a="http://schemas.openxmlformats.org/drawingml/2006/main">
            <a:pathLst>
              <a:path w="209550" h="10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4" name="line-11">
            <a:extLst xmlns:a="http://schemas.openxmlformats.org/drawingml/2006/main">
              <a:ext uri="{FF2B5EF4-FFF2-40B4-BE49-F238E27FC236}">
                <a16:creationId xmlns:a16="http://schemas.microsoft.com/office/drawing/2014/main" id="{3C64F681-AF71-4DCA-8528-59A44DD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200025" cy="10"/>
          </a:xfrm>
          <a:custGeom xmlns:a="http://schemas.openxmlformats.org/drawingml/2006/main">
            <a:pathLst>
              <a:path w="200025" h="10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5" name="line-12">
            <a:extLst xmlns:a="http://schemas.openxmlformats.org/drawingml/2006/main">
              <a:ext uri="{FF2B5EF4-FFF2-40B4-BE49-F238E27FC236}">
                <a16:creationId xmlns:a16="http://schemas.microsoft.com/office/drawing/2014/main" id="{FB516ADD-E704-4CFF-867E-8F3918F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0"/>
            <a:ext cx="276225" cy="10"/>
          </a:xfrm>
          <a:custGeom xmlns:a="http://schemas.openxmlformats.org/drawingml/2006/main">
            <a:pathLst>
              <a:path w="276225" h="10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6" name="AI-085-13">
            <a:extLst xmlns:a="http://schemas.openxmlformats.org/drawingml/2006/main">
              <a:ext uri="{FF2B5EF4-FFF2-40B4-BE49-F238E27FC236}">
                <a16:creationId xmlns:a16="http://schemas.microsoft.com/office/drawing/2014/main" id="{A63CD7BA-C6DB-4C75-BBD9-CFCD2353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352425"/>
            <a:ext cx="704850" cy="4676775"/>
          </a:xfrm>
          <a:prstGeom xmlns:a="http://schemas.openxmlformats.org/drawingml/2006/main" prst="roundRect">
            <a:avLst>
              <a:gd name="adj" fmla="val 18919"/>
            </a:avLst>
          </a:prstGeom>
          <a:gradFill xmlns:a="http://schemas.openxmlformats.org/drawingml/2006/main">
            <a:gsLst>
              <a:gs pos="0">
                <a:srgbClr val="236E8E"/>
              </a:gs>
              <a:gs pos="100000">
                <a:srgbClr val="175470"/>
              </a:gs>
            </a:gsLst>
            <a:lin ang="0"/>
          </a:gradFill>
          <a:ln xmlns:a="http://schemas.openxmlformats.org/drawingml/2006/main" w="22860">
            <a:solidFill>
              <a:srgbClr val="163E50"/>
            </a:solidFill>
          </a:ln>
        </p:spPr>
      </p:sp>
      <p:sp>
        <p:nvSpPr>
          <p:cNvPr id="17" name="AI-085-14">
            <a:extLst xmlns:a="http://schemas.openxmlformats.org/drawingml/2006/main">
              <a:ext uri="{FF2B5EF4-FFF2-40B4-BE49-F238E27FC236}">
                <a16:creationId xmlns:a16="http://schemas.microsoft.com/office/drawing/2014/main" id="{C234CB62-971F-4765-9184-CBA1699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104775" y="2505075"/>
            <a:ext cx="416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Backbone</a:t>
            </a:r>
          </a:p>
        </p:txBody>
      </p:sp>
      <p:sp>
        <p:nvSpPr>
          <p:cNvPr id="18" name="AI-085-15">
            <a:extLst xmlns:a="http://schemas.openxmlformats.org/drawingml/2006/main">
              <a:ext uri="{FF2B5EF4-FFF2-40B4-BE49-F238E27FC236}">
                <a16:creationId xmlns:a16="http://schemas.microsoft.com/office/drawing/2014/main" id="{452CC873-73F9-47FB-8B2A-CFFBB49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352425"/>
            <a:ext cx="704850" cy="4676775"/>
          </a:xfrm>
          <a:prstGeom xmlns:a="http://schemas.openxmlformats.org/drawingml/2006/main" prst="roundRect">
            <a:avLst>
              <a:gd name="adj" fmla="val 18919"/>
            </a:avLst>
          </a:prstGeom>
          <a:gradFill xmlns:a="http://schemas.openxmlformats.org/drawingml/2006/main">
            <a:gsLst>
              <a:gs pos="0">
                <a:srgbClr val="236E8E"/>
              </a:gs>
              <a:gs pos="100000">
                <a:srgbClr val="175470"/>
              </a:gs>
            </a:gsLst>
            <a:lin ang="0"/>
          </a:gradFill>
          <a:ln xmlns:a="http://schemas.openxmlformats.org/drawingml/2006/main" w="22860">
            <a:solidFill>
              <a:srgbClr val="163E50"/>
            </a:solidFill>
          </a:ln>
        </p:spPr>
      </p:sp>
      <p:sp>
        <p:nvSpPr>
          <p:cNvPr id="19" name="AI-085-16">
            <a:extLst xmlns:a="http://schemas.openxmlformats.org/drawingml/2006/main">
              <a:ext uri="{FF2B5EF4-FFF2-40B4-BE49-F238E27FC236}">
                <a16:creationId xmlns:a16="http://schemas.microsoft.com/office/drawing/2014/main" id="{216AF013-D3DB-4DA8-B95D-9B50E74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29100" y="2505075"/>
            <a:ext cx="416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Backbone</a:t>
            </a:r>
          </a:p>
        </p:txBody>
      </p:sp>
      <p:sp>
        <p:nvSpPr>
          <p:cNvPr id="20" name="AI-085-17">
            <a:extLst xmlns:a="http://schemas.openxmlformats.org/drawingml/2006/main">
              <a:ext uri="{FF2B5EF4-FFF2-40B4-BE49-F238E27FC236}">
                <a16:creationId xmlns:a16="http://schemas.microsoft.com/office/drawing/2014/main" id="{66338AE2-B0D8-4491-ABCA-872C4BE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352425"/>
            <a:ext cx="704850" cy="4676775"/>
          </a:xfrm>
          <a:prstGeom xmlns:a="http://schemas.openxmlformats.org/drawingml/2006/main" prst="roundRect">
            <a:avLst>
              <a:gd name="adj" fmla="val 18919"/>
            </a:avLst>
          </a:prstGeom>
          <a:gradFill xmlns:a="http://schemas.openxmlformats.org/drawingml/2006/main">
            <a:gsLst>
              <a:gs pos="0">
                <a:srgbClr val="236E8E"/>
              </a:gs>
              <a:gs pos="100000">
                <a:srgbClr val="175470"/>
              </a:gs>
            </a:gsLst>
            <a:lin ang="0"/>
          </a:gradFill>
          <a:ln xmlns:a="http://schemas.openxmlformats.org/drawingml/2006/main" w="22860">
            <a:solidFill>
              <a:srgbClr val="163E50"/>
            </a:solidFill>
          </a:ln>
        </p:spPr>
      </p:sp>
      <p:sp>
        <p:nvSpPr>
          <p:cNvPr id="21" name="AI-085-18">
            <a:extLst xmlns:a="http://schemas.openxmlformats.org/drawingml/2006/main">
              <a:ext uri="{FF2B5EF4-FFF2-40B4-BE49-F238E27FC236}">
                <a16:creationId xmlns:a16="http://schemas.microsoft.com/office/drawing/2014/main" id="{6E36A29E-6875-4E28-8339-C0DD5E1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24475" y="2505075"/>
            <a:ext cx="416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Backbone</a:t>
            </a:r>
          </a:p>
        </p:txBody>
      </p:sp>
      <p:sp>
        <p:nvSpPr>
          <p:cNvPr id="22" name="AI-085-19">
            <a:extLst xmlns:a="http://schemas.openxmlformats.org/drawingml/2006/main">
              <a:ext uri="{FF2B5EF4-FFF2-40B4-BE49-F238E27FC236}">
                <a16:creationId xmlns:a16="http://schemas.microsoft.com/office/drawing/2014/main" id="{36AFE7E0-8AAF-4E9E-BF33-4CAFE894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9525" y="352425"/>
            <a:ext cx="704850" cy="4676775"/>
          </a:xfrm>
          <a:prstGeom xmlns:a="http://schemas.openxmlformats.org/drawingml/2006/main" prst="roundRect">
            <a:avLst>
              <a:gd name="adj" fmla="val 18919"/>
            </a:avLst>
          </a:prstGeom>
          <a:gradFill xmlns:a="http://schemas.openxmlformats.org/drawingml/2006/main">
            <a:gsLst>
              <a:gs pos="0">
                <a:srgbClr val="236E8E"/>
              </a:gs>
              <a:gs pos="100000">
                <a:srgbClr val="175470"/>
              </a:gs>
            </a:gsLst>
            <a:lin ang="0"/>
          </a:gradFill>
          <a:ln xmlns:a="http://schemas.openxmlformats.org/drawingml/2006/main" w="22860">
            <a:solidFill>
              <a:srgbClr val="163E50"/>
            </a:solidFill>
          </a:ln>
        </p:spPr>
      </p:sp>
      <p:sp>
        <p:nvSpPr>
          <p:cNvPr id="23" name="AI-085-20">
            <a:extLst xmlns:a="http://schemas.openxmlformats.org/drawingml/2006/main">
              <a:ext uri="{FF2B5EF4-FFF2-40B4-BE49-F238E27FC236}">
                <a16:creationId xmlns:a16="http://schemas.microsoft.com/office/drawing/2014/main" id="{02A87718-8CBC-48AF-BF4D-FA7745AB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05975" y="2505075"/>
            <a:ext cx="416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Backbone</a:t>
            </a:r>
          </a:p>
        </p:txBody>
      </p:sp>
      <p:sp>
        <p:nvSpPr>
          <p:cNvPr id="24" name="AI-085-21">
            <a:extLst xmlns:a="http://schemas.openxmlformats.org/drawingml/2006/main">
              <a:ext uri="{FF2B5EF4-FFF2-40B4-BE49-F238E27FC236}">
                <a16:creationId xmlns:a16="http://schemas.microsoft.com/office/drawing/2014/main" id="{B67612FF-E884-4A26-9275-40B0D91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175" y="352425"/>
            <a:ext cx="3209925" cy="4657725"/>
          </a:xfrm>
          <a:prstGeom xmlns:a="http://schemas.openxmlformats.org/drawingml/2006/main" prst="roundRect">
            <a:avLst>
              <a:gd name="adj" fmla="val 13056"/>
            </a:avLst>
          </a:prstGeom>
          <a:gradFill xmlns:a="http://schemas.openxmlformats.org/drawingml/2006/main">
            <a:gsLst>
              <a:gs pos="0">
                <a:srgbClr val="FBE9D3"/>
              </a:gs>
              <a:gs pos="100000">
                <a:srgbClr val="FCE2C3"/>
              </a:gs>
            </a:gsLst>
            <a:lin ang="1200000"/>
          </a:gradFill>
          <a:ln xmlns:a="http://schemas.openxmlformats.org/drawingml/2006/main" w="22860">
            <a:solidFill>
              <a:srgbClr val="1C3F4D"/>
            </a:solidFill>
          </a:ln>
        </p:spPr>
      </p:sp>
      <p:sp>
        <p:nvSpPr>
          <p:cNvPr id="25" name="AI-085-22">
            <a:extLst xmlns:a="http://schemas.openxmlformats.org/drawingml/2006/main">
              <a:ext uri="{FF2B5EF4-FFF2-40B4-BE49-F238E27FC236}">
                <a16:creationId xmlns:a16="http://schemas.microsoft.com/office/drawing/2014/main" id="{DE5AA0F8-6605-44AB-A367-0A1B1C23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0"/>
            <a:ext cx="2962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1st MOE block F₁</a:t>
            </a:r>
          </a:p>
        </p:txBody>
      </p:sp>
      <p:sp>
        <p:nvSpPr>
          <p:cNvPr id="26" name="AI-085-23">
            <a:extLst xmlns:a="http://schemas.openxmlformats.org/drawingml/2006/main">
              <a:ext uri="{FF2B5EF4-FFF2-40B4-BE49-F238E27FC236}">
                <a16:creationId xmlns:a16="http://schemas.microsoft.com/office/drawing/2014/main" id="{60D637D6-DC69-457E-8AF6-CEC68BC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1885950"/>
            <a:ext cx="742950" cy="15906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27" name="AI-085-24">
            <a:extLst xmlns:a="http://schemas.openxmlformats.org/drawingml/2006/main">
              <a:ext uri="{FF2B5EF4-FFF2-40B4-BE49-F238E27FC236}">
                <a16:creationId xmlns:a16="http://schemas.microsoft.com/office/drawing/2014/main" id="{55C8ABBB-89FB-47AC-964B-007F1632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38400" y="2409825"/>
            <a:ext cx="1466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Adaptive</a:t>
            </a:r>
          </a:p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28" name="AI-085-25">
            <a:extLst xmlns:a="http://schemas.openxmlformats.org/drawingml/2006/main">
              <a:ext uri="{FF2B5EF4-FFF2-40B4-BE49-F238E27FC236}">
                <a16:creationId xmlns:a16="http://schemas.microsoft.com/office/drawing/2014/main" id="{F4786A42-6013-4FC7-A48C-45B43085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476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 MLP experts</a:t>
            </a:r>
          </a:p>
        </p:txBody>
      </p:sp>
      <p:sp>
        <p:nvSpPr>
          <p:cNvPr id="29" name="AI-085-26">
            <a:extLst xmlns:a="http://schemas.openxmlformats.org/drawingml/2006/main">
              <a:ext uri="{FF2B5EF4-FFF2-40B4-BE49-F238E27FC236}">
                <a16:creationId xmlns:a16="http://schemas.microsoft.com/office/drawing/2014/main" id="{0644E574-D0DF-4782-9EFC-FF63E04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819150"/>
            <a:ext cx="1724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0079C6"/>
            </a:solidFill>
          </a:ln>
        </p:spPr>
      </p:sp>
      <p:sp>
        <p:nvSpPr>
          <p:cNvPr id="30" name="AI-085-27">
            <a:extLst xmlns:a="http://schemas.openxmlformats.org/drawingml/2006/main">
              <a:ext uri="{FF2B5EF4-FFF2-40B4-BE49-F238E27FC236}">
                <a16:creationId xmlns:a16="http://schemas.microsoft.com/office/drawing/2014/main" id="{B82E19E2-C92D-4CBF-9E27-A2B332A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9048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Experts</a:t>
            </a:r>
          </a:p>
        </p:txBody>
      </p:sp>
      <p:sp>
        <p:nvSpPr>
          <p:cNvPr id="31" name="AI-085-28">
            <a:extLst xmlns:a="http://schemas.openxmlformats.org/drawingml/2006/main">
              <a:ext uri="{FF2B5EF4-FFF2-40B4-BE49-F238E27FC236}">
                <a16:creationId xmlns:a16="http://schemas.microsoft.com/office/drawing/2014/main" id="{CD396A77-B9C1-4839-A02E-C8FB8BC3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32" name="AI-085-29">
            <a:extLst xmlns:a="http://schemas.openxmlformats.org/drawingml/2006/main">
              <a:ext uri="{FF2B5EF4-FFF2-40B4-BE49-F238E27FC236}">
                <a16:creationId xmlns:a16="http://schemas.microsoft.com/office/drawing/2014/main" id="{E17AACC1-0557-49AF-B04A-1B1428D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6"/>
          </a:solidFill>
          <a:ln xmlns:a="http://schemas.openxmlformats.org/drawingml/2006/main" w="0">
            <a:noFill/>
          </a:ln>
        </p:spPr>
      </p:sp>
      <p:sp>
        <p:nvSpPr>
          <p:cNvPr id="33" name="AI-085-30">
            <a:extLst xmlns:a="http://schemas.openxmlformats.org/drawingml/2006/main">
              <a:ext uri="{FF2B5EF4-FFF2-40B4-BE49-F238E27FC236}">
                <a16:creationId xmlns:a16="http://schemas.microsoft.com/office/drawing/2014/main" id="{F20B53EA-4BD9-408A-9376-F07EF3C5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34" name="AI-085-31">
            <a:extLst xmlns:a="http://schemas.openxmlformats.org/drawingml/2006/main">
              <a:ext uri="{FF2B5EF4-FFF2-40B4-BE49-F238E27FC236}">
                <a16:creationId xmlns:a16="http://schemas.microsoft.com/office/drawing/2014/main" id="{60EBC036-F133-4383-BCAC-0BF83F1E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6"/>
          </a:solidFill>
          <a:ln xmlns:a="http://schemas.openxmlformats.org/drawingml/2006/main" w="0">
            <a:noFill/>
          </a:ln>
        </p:spPr>
      </p:sp>
      <p:sp>
        <p:nvSpPr>
          <p:cNvPr id="35" name="AI-085-32">
            <a:extLst xmlns:a="http://schemas.openxmlformats.org/drawingml/2006/main">
              <a:ext uri="{FF2B5EF4-FFF2-40B4-BE49-F238E27FC236}">
                <a16:creationId xmlns:a16="http://schemas.microsoft.com/office/drawing/2014/main" id="{DD8D94DD-AA08-4A12-80D7-C09E2A1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1152525"/>
            <a:ext cx="200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6" name="path-33">
            <a:extLst xmlns:a="http://schemas.openxmlformats.org/drawingml/2006/main">
              <a:ext uri="{FF2B5EF4-FFF2-40B4-BE49-F238E27FC236}">
                <a16:creationId xmlns:a16="http://schemas.microsoft.com/office/drawing/2014/main" id="{9F157C40-5B43-46FC-A303-13DBB63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219200"/>
            <a:ext cx="685800" cy="666750"/>
          </a:xfrm>
          <a:custGeom xmlns:a="http://schemas.openxmlformats.org/drawingml/2006/main">
            <a:pathLst>
              <a:path w="685800" h="666750">
                <a:moveTo>
                  <a:pt x="0" y="666750"/>
                </a:moveTo>
                <a:lnTo>
                  <a:pt x="0" y="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9C6"/>
            </a:solidFill>
            <a:prstDash val="dash"/>
          </a:ln>
        </p:spPr>
      </p:sp>
      <p:sp>
        <p:nvSpPr>
          <p:cNvPr id="37" name="AI-085-34">
            <a:extLst xmlns:a="http://schemas.openxmlformats.org/drawingml/2006/main">
              <a:ext uri="{FF2B5EF4-FFF2-40B4-BE49-F238E27FC236}">
                <a16:creationId xmlns:a16="http://schemas.microsoft.com/office/drawing/2014/main" id="{A999F5B3-41F6-4BFC-BD69-429E3AD6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19145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 MLP experts</a:t>
            </a:r>
          </a:p>
        </p:txBody>
      </p:sp>
      <p:sp>
        <p:nvSpPr>
          <p:cNvPr id="38" name="AI-085-35">
            <a:extLst xmlns:a="http://schemas.openxmlformats.org/drawingml/2006/main">
              <a:ext uri="{FF2B5EF4-FFF2-40B4-BE49-F238E27FC236}">
                <a16:creationId xmlns:a16="http://schemas.microsoft.com/office/drawing/2014/main" id="{311B4392-FCDC-4F6D-936C-164C3A1D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2286000"/>
            <a:ext cx="1724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FFC000"/>
            </a:solidFill>
          </a:ln>
        </p:spPr>
      </p:sp>
      <p:sp>
        <p:nvSpPr>
          <p:cNvPr id="39" name="AI-085-36">
            <a:extLst xmlns:a="http://schemas.openxmlformats.org/drawingml/2006/main">
              <a:ext uri="{FF2B5EF4-FFF2-40B4-BE49-F238E27FC236}">
                <a16:creationId xmlns:a16="http://schemas.microsoft.com/office/drawing/2014/main" id="{2D7A5525-5EC9-48CD-B53E-44397EE8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237172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Experts</a:t>
            </a:r>
          </a:p>
        </p:txBody>
      </p:sp>
      <p:sp>
        <p:nvSpPr>
          <p:cNvPr id="40" name="AI-085-37">
            <a:extLst xmlns:a="http://schemas.openxmlformats.org/drawingml/2006/main">
              <a:ext uri="{FF2B5EF4-FFF2-40B4-BE49-F238E27FC236}">
                <a16:creationId xmlns:a16="http://schemas.microsoft.com/office/drawing/2014/main" id="{48779F48-65FF-414B-A3BB-95D0575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</a:ln>
        </p:spPr>
      </p:sp>
      <p:sp>
        <p:nvSpPr>
          <p:cNvPr id="41" name="AI-085-38">
            <a:extLst xmlns:a="http://schemas.openxmlformats.org/drawingml/2006/main">
              <a:ext uri="{FF2B5EF4-FFF2-40B4-BE49-F238E27FC236}">
                <a16:creationId xmlns:a16="http://schemas.microsoft.com/office/drawing/2014/main" id="{0506527D-172D-4ADD-A231-AC28BC5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</a:ln>
        </p:spPr>
      </p:sp>
      <p:sp>
        <p:nvSpPr>
          <p:cNvPr id="42" name="AI-085-39">
            <a:extLst xmlns:a="http://schemas.openxmlformats.org/drawingml/2006/main">
              <a:ext uri="{FF2B5EF4-FFF2-40B4-BE49-F238E27FC236}">
                <a16:creationId xmlns:a16="http://schemas.microsoft.com/office/drawing/2014/main" id="{6F59A569-21E8-46A7-B39C-E898ADAA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43" name="AI-085-40">
            <a:extLst xmlns:a="http://schemas.openxmlformats.org/drawingml/2006/main">
              <a:ext uri="{FF2B5EF4-FFF2-40B4-BE49-F238E27FC236}">
                <a16:creationId xmlns:a16="http://schemas.microsoft.com/office/drawing/2014/main" id="{39560191-0584-444C-BBA3-B8A59C9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44" name="AI-085-41">
            <a:extLst xmlns:a="http://schemas.openxmlformats.org/drawingml/2006/main">
              <a:ext uri="{FF2B5EF4-FFF2-40B4-BE49-F238E27FC236}">
                <a16:creationId xmlns:a16="http://schemas.microsoft.com/office/drawing/2014/main" id="{B4837CA0-5735-40F7-BD5D-9435D911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2619375"/>
            <a:ext cx="200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45" name="path-42">
            <a:extLst xmlns:a="http://schemas.openxmlformats.org/drawingml/2006/main">
              <a:ext uri="{FF2B5EF4-FFF2-40B4-BE49-F238E27FC236}">
                <a16:creationId xmlns:a16="http://schemas.microsoft.com/office/drawing/2014/main" id="{329DA1EA-2CE0-4052-9C2D-E17D03FB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67000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C000"/>
            </a:solidFill>
            <a:prstDash val="dash"/>
          </a:ln>
        </p:spPr>
      </p:sp>
      <p:sp>
        <p:nvSpPr>
          <p:cNvPr id="46" name="AI-085-43">
            <a:extLst xmlns:a="http://schemas.openxmlformats.org/drawingml/2006/main">
              <a:ext uri="{FF2B5EF4-FFF2-40B4-BE49-F238E27FC236}">
                <a16:creationId xmlns:a16="http://schemas.microsoft.com/office/drawing/2014/main" id="{A8C733AC-EEE5-4DA6-9532-A20A4A9C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3813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 MLP experts</a:t>
            </a:r>
          </a:p>
        </p:txBody>
      </p:sp>
      <p:sp>
        <p:nvSpPr>
          <p:cNvPr id="47" name="AI-085-44">
            <a:extLst xmlns:a="http://schemas.openxmlformats.org/drawingml/2006/main">
              <a:ext uri="{FF2B5EF4-FFF2-40B4-BE49-F238E27FC236}">
                <a16:creationId xmlns:a16="http://schemas.microsoft.com/office/drawing/2014/main" id="{DBA2D497-4252-4321-8B54-3F7A3094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3752850"/>
            <a:ext cx="1724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9CF56"/>
            </a:solidFill>
          </a:ln>
        </p:spPr>
      </p:sp>
      <p:sp>
        <p:nvSpPr>
          <p:cNvPr id="48" name="AI-085-45">
            <a:extLst xmlns:a="http://schemas.openxmlformats.org/drawingml/2006/main">
              <a:ext uri="{FF2B5EF4-FFF2-40B4-BE49-F238E27FC236}">
                <a16:creationId xmlns:a16="http://schemas.microsoft.com/office/drawing/2014/main" id="{C0CDC5D4-3D5E-4CDF-82B2-3C14482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38385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Experts</a:t>
            </a:r>
          </a:p>
        </p:txBody>
      </p:sp>
      <p:sp>
        <p:nvSpPr>
          <p:cNvPr id="49" name="AI-085-46">
            <a:extLst xmlns:a="http://schemas.openxmlformats.org/drawingml/2006/main">
              <a:ext uri="{FF2B5EF4-FFF2-40B4-BE49-F238E27FC236}">
                <a16:creationId xmlns:a16="http://schemas.microsoft.com/office/drawing/2014/main" id="{2A511DC8-B41F-4FD9-9418-CEA1FC0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50" name="AI-085-47">
            <a:extLst xmlns:a="http://schemas.openxmlformats.org/drawingml/2006/main">
              <a:ext uri="{FF2B5EF4-FFF2-40B4-BE49-F238E27FC236}">
                <a16:creationId xmlns:a16="http://schemas.microsoft.com/office/drawing/2014/main" id="{1E5E5F18-81B3-4A7A-AC47-1F2ADD5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F56"/>
          </a:solidFill>
          <a:ln xmlns:a="http://schemas.openxmlformats.org/drawingml/2006/main" w="0">
            <a:noFill/>
          </a:ln>
        </p:spPr>
      </p:sp>
      <p:sp>
        <p:nvSpPr>
          <p:cNvPr id="51" name="AI-085-48">
            <a:extLst xmlns:a="http://schemas.openxmlformats.org/drawingml/2006/main">
              <a:ext uri="{FF2B5EF4-FFF2-40B4-BE49-F238E27FC236}">
                <a16:creationId xmlns:a16="http://schemas.microsoft.com/office/drawing/2014/main" id="{24C1530A-8857-47CF-83FB-3A62B6F6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F56"/>
          </a:solidFill>
          <a:ln xmlns:a="http://schemas.openxmlformats.org/drawingml/2006/main" w="0">
            <a:noFill/>
          </a:ln>
        </p:spPr>
      </p:sp>
      <p:sp>
        <p:nvSpPr>
          <p:cNvPr id="52" name="AI-085-49">
            <a:extLst xmlns:a="http://schemas.openxmlformats.org/drawingml/2006/main">
              <a:ext uri="{FF2B5EF4-FFF2-40B4-BE49-F238E27FC236}">
                <a16:creationId xmlns:a16="http://schemas.microsoft.com/office/drawing/2014/main" id="{C1621474-A060-4B35-B9E7-F1DB9D35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53" name="AI-085-50">
            <a:extLst xmlns:a="http://schemas.openxmlformats.org/drawingml/2006/main">
              <a:ext uri="{FF2B5EF4-FFF2-40B4-BE49-F238E27FC236}">
                <a16:creationId xmlns:a16="http://schemas.microsoft.com/office/drawing/2014/main" id="{D9630538-6F75-4FF6-82EB-81C015E5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4086225"/>
            <a:ext cx="200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54" name="path-51">
            <a:extLst xmlns:a="http://schemas.openxmlformats.org/drawingml/2006/main">
              <a:ext uri="{FF2B5EF4-FFF2-40B4-BE49-F238E27FC236}">
                <a16:creationId xmlns:a16="http://schemas.microsoft.com/office/drawing/2014/main" id="{5FC37607-F82C-4975-8EDF-40CDFEA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685800" cy="676275"/>
          </a:xfrm>
          <a:custGeom xmlns:a="http://schemas.openxmlformats.org/drawingml/2006/main">
            <a:pathLst>
              <a:path w="685800" h="676275">
                <a:moveTo>
                  <a:pt x="0" y="0"/>
                </a:moveTo>
                <a:lnTo>
                  <a:pt x="0" y="676275"/>
                </a:lnTo>
                <a:lnTo>
                  <a:pt x="685800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9CF56"/>
            </a:solidFill>
            <a:prstDash val="dash"/>
          </a:ln>
        </p:spPr>
      </p:sp>
      <p:sp>
        <p:nvSpPr>
          <p:cNvPr id="55" name="AI-085-52">
            <a:extLst xmlns:a="http://schemas.openxmlformats.org/drawingml/2006/main">
              <a:ext uri="{FF2B5EF4-FFF2-40B4-BE49-F238E27FC236}">
                <a16:creationId xmlns:a16="http://schemas.microsoft.com/office/drawing/2014/main" id="{323A9320-2391-426D-B317-E4DB2CBF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352425"/>
            <a:ext cx="3209925" cy="4657725"/>
          </a:xfrm>
          <a:prstGeom xmlns:a="http://schemas.openxmlformats.org/drawingml/2006/main" prst="roundRect">
            <a:avLst>
              <a:gd name="adj" fmla="val 13056"/>
            </a:avLst>
          </a:prstGeom>
          <a:gradFill xmlns:a="http://schemas.openxmlformats.org/drawingml/2006/main">
            <a:gsLst>
              <a:gs pos="0">
                <a:srgbClr val="FBE9D3"/>
              </a:gs>
              <a:gs pos="100000">
                <a:srgbClr val="FCE2C3"/>
              </a:gs>
            </a:gsLst>
            <a:lin ang="1200000"/>
          </a:gradFill>
          <a:ln xmlns:a="http://schemas.openxmlformats.org/drawingml/2006/main" w="22860">
            <a:solidFill>
              <a:srgbClr val="1C3F4D"/>
            </a:solidFill>
          </a:ln>
        </p:spPr>
      </p:sp>
      <p:sp>
        <p:nvSpPr>
          <p:cNvPr id="56" name="AI-085-53">
            <a:extLst xmlns:a="http://schemas.openxmlformats.org/drawingml/2006/main">
              <a:ext uri="{FF2B5EF4-FFF2-40B4-BE49-F238E27FC236}">
                <a16:creationId xmlns:a16="http://schemas.microsoft.com/office/drawing/2014/main" id="{24A9180C-316C-4E89-A003-18879632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 th MOE block</a:t>
            </a:r>
          </a:p>
        </p:txBody>
      </p:sp>
      <p:sp>
        <p:nvSpPr>
          <p:cNvPr id="57" name="AI-085-54">
            <a:extLst xmlns:a="http://schemas.openxmlformats.org/drawingml/2006/main">
              <a:ext uri="{FF2B5EF4-FFF2-40B4-BE49-F238E27FC236}">
                <a16:creationId xmlns:a16="http://schemas.microsoft.com/office/drawing/2014/main" id="{CAF06382-0E31-49BE-9D7C-91C048F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58" name="AI-085-55">
            <a:extLst xmlns:a="http://schemas.openxmlformats.org/drawingml/2006/main">
              <a:ext uri="{FF2B5EF4-FFF2-40B4-BE49-F238E27FC236}">
                <a16:creationId xmlns:a16="http://schemas.microsoft.com/office/drawing/2014/main" id="{F525E10E-6D10-4437-92DA-83C0B393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725" y="1428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59" name="AI-085-56">
            <a:extLst xmlns:a="http://schemas.openxmlformats.org/drawingml/2006/main">
              <a:ext uri="{FF2B5EF4-FFF2-40B4-BE49-F238E27FC236}">
                <a16:creationId xmlns:a16="http://schemas.microsoft.com/office/drawing/2014/main" id="{CE4BD98F-2365-4CD8-BE62-11C509A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1885950"/>
            <a:ext cx="742950" cy="15906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60" name="AI-085-57">
            <a:extLst xmlns:a="http://schemas.openxmlformats.org/drawingml/2006/main">
              <a:ext uri="{FF2B5EF4-FFF2-40B4-BE49-F238E27FC236}">
                <a16:creationId xmlns:a16="http://schemas.microsoft.com/office/drawing/2014/main" id="{49EAC0F4-20F3-4B31-A83C-B8DFC37F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48600" y="2409825"/>
            <a:ext cx="1466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Adaptive</a:t>
            </a:r>
          </a:p>
          <a:p xmlns:a="http://schemas.openxmlformats.org/drawingml/2006/main">
            <a:pPr algn="ctr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61" name="AI-085-58">
            <a:extLst xmlns:a="http://schemas.openxmlformats.org/drawingml/2006/main">
              <a:ext uri="{FF2B5EF4-FFF2-40B4-BE49-F238E27FC236}">
                <a16:creationId xmlns:a16="http://schemas.microsoft.com/office/drawing/2014/main" id="{D2F07D82-4669-4017-9532-1FF440D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4476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 MLP experts</a:t>
            </a:r>
          </a:p>
        </p:txBody>
      </p:sp>
      <p:sp>
        <p:nvSpPr>
          <p:cNvPr id="62" name="AI-085-59">
            <a:extLst xmlns:a="http://schemas.openxmlformats.org/drawingml/2006/main">
              <a:ext uri="{FF2B5EF4-FFF2-40B4-BE49-F238E27FC236}">
                <a16:creationId xmlns:a16="http://schemas.microsoft.com/office/drawing/2014/main" id="{5DCF9E41-EAF6-4514-A0BF-53B1317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819150"/>
            <a:ext cx="1724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0079C6"/>
            </a:solidFill>
          </a:ln>
        </p:spPr>
      </p:sp>
      <p:sp>
        <p:nvSpPr>
          <p:cNvPr id="63" name="AI-085-60">
            <a:extLst xmlns:a="http://schemas.openxmlformats.org/drawingml/2006/main">
              <a:ext uri="{FF2B5EF4-FFF2-40B4-BE49-F238E27FC236}">
                <a16:creationId xmlns:a16="http://schemas.microsoft.com/office/drawing/2014/main" id="{55FC83D1-869C-44CB-A551-916403C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925" y="9048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Experts</a:t>
            </a:r>
          </a:p>
        </p:txBody>
      </p:sp>
      <p:sp>
        <p:nvSpPr>
          <p:cNvPr id="64" name="AI-085-61">
            <a:extLst xmlns:a="http://schemas.openxmlformats.org/drawingml/2006/main">
              <a:ext uri="{FF2B5EF4-FFF2-40B4-BE49-F238E27FC236}">
                <a16:creationId xmlns:a16="http://schemas.microsoft.com/office/drawing/2014/main" id="{5FA557CA-165B-4DA3-8483-FFF497D0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6"/>
          </a:solidFill>
          <a:ln xmlns:a="http://schemas.openxmlformats.org/drawingml/2006/main" w="0">
            <a:noFill/>
          </a:ln>
        </p:spPr>
      </p:sp>
      <p:sp>
        <p:nvSpPr>
          <p:cNvPr id="65" name="AI-085-62">
            <a:extLst xmlns:a="http://schemas.openxmlformats.org/drawingml/2006/main">
              <a:ext uri="{FF2B5EF4-FFF2-40B4-BE49-F238E27FC236}">
                <a16:creationId xmlns:a16="http://schemas.microsoft.com/office/drawing/2014/main" id="{43DA711B-C92B-42F0-A972-ABFD487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66" name="AI-085-63">
            <a:extLst xmlns:a="http://schemas.openxmlformats.org/drawingml/2006/main">
              <a:ext uri="{FF2B5EF4-FFF2-40B4-BE49-F238E27FC236}">
                <a16:creationId xmlns:a16="http://schemas.microsoft.com/office/drawing/2014/main" id="{4A80658A-9F96-4103-8DEA-EF7CAEC8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67" name="AI-085-64">
            <a:extLst xmlns:a="http://schemas.openxmlformats.org/drawingml/2006/main">
              <a:ext uri="{FF2B5EF4-FFF2-40B4-BE49-F238E27FC236}">
                <a16:creationId xmlns:a16="http://schemas.microsoft.com/office/drawing/2014/main" id="{2F3BC7FE-9C1C-4893-A784-446A270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1266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C6"/>
          </a:solidFill>
          <a:ln xmlns:a="http://schemas.openxmlformats.org/drawingml/2006/main" w="0">
            <a:noFill/>
          </a:ln>
        </p:spPr>
      </p:sp>
      <p:sp>
        <p:nvSpPr>
          <p:cNvPr id="68" name="AI-085-65">
            <a:extLst xmlns:a="http://schemas.openxmlformats.org/drawingml/2006/main">
              <a:ext uri="{FF2B5EF4-FFF2-40B4-BE49-F238E27FC236}">
                <a16:creationId xmlns:a16="http://schemas.microsoft.com/office/drawing/2014/main" id="{40DDF26A-20B6-4E7E-BF13-EADAB10B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1152525"/>
            <a:ext cx="200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69" name="path-66">
            <a:extLst xmlns:a="http://schemas.openxmlformats.org/drawingml/2006/main">
              <a:ext uri="{FF2B5EF4-FFF2-40B4-BE49-F238E27FC236}">
                <a16:creationId xmlns:a16="http://schemas.microsoft.com/office/drawing/2014/main" id="{99013996-42DF-4A37-A80D-EAB5ABF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685800" cy="666750"/>
          </a:xfrm>
          <a:custGeom xmlns:a="http://schemas.openxmlformats.org/drawingml/2006/main">
            <a:pathLst>
              <a:path w="685800" h="666750">
                <a:moveTo>
                  <a:pt x="0" y="666750"/>
                </a:moveTo>
                <a:lnTo>
                  <a:pt x="0" y="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9C6"/>
            </a:solidFill>
            <a:prstDash val="dash"/>
          </a:ln>
        </p:spPr>
      </p:sp>
      <p:sp>
        <p:nvSpPr>
          <p:cNvPr id="70" name="AI-085-67">
            <a:extLst xmlns:a="http://schemas.openxmlformats.org/drawingml/2006/main">
              <a:ext uri="{FF2B5EF4-FFF2-40B4-BE49-F238E27FC236}">
                <a16:creationId xmlns:a16="http://schemas.microsoft.com/office/drawing/2014/main" id="{E3282F4F-95BC-4FF7-834C-AC52EE8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19145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 MLP experts</a:t>
            </a:r>
          </a:p>
        </p:txBody>
      </p:sp>
      <p:sp>
        <p:nvSpPr>
          <p:cNvPr id="71" name="AI-085-68">
            <a:extLst xmlns:a="http://schemas.openxmlformats.org/drawingml/2006/main">
              <a:ext uri="{FF2B5EF4-FFF2-40B4-BE49-F238E27FC236}">
                <a16:creationId xmlns:a16="http://schemas.microsoft.com/office/drawing/2014/main" id="{13D094C1-A387-4CD1-A07A-B153D188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2286000"/>
            <a:ext cx="1724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FFC000"/>
            </a:solidFill>
          </a:ln>
        </p:spPr>
      </p:sp>
      <p:sp>
        <p:nvSpPr>
          <p:cNvPr id="72" name="AI-085-69">
            <a:extLst xmlns:a="http://schemas.openxmlformats.org/drawingml/2006/main">
              <a:ext uri="{FF2B5EF4-FFF2-40B4-BE49-F238E27FC236}">
                <a16:creationId xmlns:a16="http://schemas.microsoft.com/office/drawing/2014/main" id="{6F0A8556-F1D0-43B7-9EDE-9CAC7078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925" y="237172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Experts</a:t>
            </a:r>
          </a:p>
        </p:txBody>
      </p:sp>
      <p:sp>
        <p:nvSpPr>
          <p:cNvPr id="73" name="AI-085-70">
            <a:extLst xmlns:a="http://schemas.openxmlformats.org/drawingml/2006/main">
              <a:ext uri="{FF2B5EF4-FFF2-40B4-BE49-F238E27FC236}">
                <a16:creationId xmlns:a16="http://schemas.microsoft.com/office/drawing/2014/main" id="{81C8C8A6-6FE5-4924-BB29-46C16EA2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</a:ln>
        </p:spPr>
      </p:sp>
      <p:sp>
        <p:nvSpPr>
          <p:cNvPr id="74" name="AI-085-71">
            <a:extLst xmlns:a="http://schemas.openxmlformats.org/drawingml/2006/main">
              <a:ext uri="{FF2B5EF4-FFF2-40B4-BE49-F238E27FC236}">
                <a16:creationId xmlns:a16="http://schemas.microsoft.com/office/drawing/2014/main" id="{6EE426A8-D021-4FBC-9B0D-697A3EC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75" name="AI-085-72">
            <a:extLst xmlns:a="http://schemas.openxmlformats.org/drawingml/2006/main">
              <a:ext uri="{FF2B5EF4-FFF2-40B4-BE49-F238E27FC236}">
                <a16:creationId xmlns:a16="http://schemas.microsoft.com/office/drawing/2014/main" id="{D29EFB34-A0D6-40B3-92D9-7F5AFE7B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</a:ln>
        </p:spPr>
      </p:sp>
      <p:sp>
        <p:nvSpPr>
          <p:cNvPr id="76" name="AI-085-73">
            <a:extLst xmlns:a="http://schemas.openxmlformats.org/drawingml/2006/main">
              <a:ext uri="{FF2B5EF4-FFF2-40B4-BE49-F238E27FC236}">
                <a16:creationId xmlns:a16="http://schemas.microsoft.com/office/drawing/2014/main" id="{FF030AE8-B0D7-4054-92FA-2483CC2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2733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77" name="AI-085-74">
            <a:extLst xmlns:a="http://schemas.openxmlformats.org/drawingml/2006/main">
              <a:ext uri="{FF2B5EF4-FFF2-40B4-BE49-F238E27FC236}">
                <a16:creationId xmlns:a16="http://schemas.microsoft.com/office/drawing/2014/main" id="{B78596AC-FAD8-486E-800B-938194D3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2619375"/>
            <a:ext cx="200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78" name="path-75">
            <a:extLst xmlns:a="http://schemas.openxmlformats.org/drawingml/2006/main">
              <a:ext uri="{FF2B5EF4-FFF2-40B4-BE49-F238E27FC236}">
                <a16:creationId xmlns:a16="http://schemas.microsoft.com/office/drawing/2014/main" id="{56608BD4-4DCD-45BB-BA0D-21608A50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67000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C000"/>
            </a:solidFill>
            <a:prstDash val="dash"/>
          </a:ln>
        </p:spPr>
      </p:sp>
      <p:sp>
        <p:nvSpPr>
          <p:cNvPr id="79" name="AI-085-76">
            <a:extLst xmlns:a="http://schemas.openxmlformats.org/drawingml/2006/main">
              <a:ext uri="{FF2B5EF4-FFF2-40B4-BE49-F238E27FC236}">
                <a16:creationId xmlns:a16="http://schemas.microsoft.com/office/drawing/2014/main" id="{E9151D53-C5F0-4EF2-B486-0E37B48D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33813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 MLP experts</a:t>
            </a:r>
          </a:p>
        </p:txBody>
      </p:sp>
      <p:sp>
        <p:nvSpPr>
          <p:cNvPr id="80" name="AI-085-77">
            <a:extLst xmlns:a="http://schemas.openxmlformats.org/drawingml/2006/main">
              <a:ext uri="{FF2B5EF4-FFF2-40B4-BE49-F238E27FC236}">
                <a16:creationId xmlns:a16="http://schemas.microsoft.com/office/drawing/2014/main" id="{051F97A7-3845-44FC-8321-4A444A2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3752850"/>
            <a:ext cx="1724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99CF56"/>
            </a:solidFill>
          </a:ln>
        </p:spPr>
      </p:sp>
      <p:sp>
        <p:nvSpPr>
          <p:cNvPr id="81" name="AI-085-78">
            <a:extLst xmlns:a="http://schemas.openxmlformats.org/drawingml/2006/main">
              <a:ext uri="{FF2B5EF4-FFF2-40B4-BE49-F238E27FC236}">
                <a16:creationId xmlns:a16="http://schemas.microsoft.com/office/drawing/2014/main" id="{1911ED4F-FFB8-4A08-AC93-BBBEEEB5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925" y="3838575"/>
            <a:ext cx="1628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Experts</a:t>
            </a:r>
          </a:p>
        </p:txBody>
      </p:sp>
      <p:sp>
        <p:nvSpPr>
          <p:cNvPr id="82" name="AI-085-79">
            <a:extLst xmlns:a="http://schemas.openxmlformats.org/drawingml/2006/main">
              <a:ext uri="{FF2B5EF4-FFF2-40B4-BE49-F238E27FC236}">
                <a16:creationId xmlns:a16="http://schemas.microsoft.com/office/drawing/2014/main" id="{E4BD7691-24C7-4536-AFAD-35BC945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83" name="AI-085-80">
            <a:extLst xmlns:a="http://schemas.openxmlformats.org/drawingml/2006/main">
              <a:ext uri="{FF2B5EF4-FFF2-40B4-BE49-F238E27FC236}">
                <a16:creationId xmlns:a16="http://schemas.microsoft.com/office/drawing/2014/main" id="{C82A3A6A-6BDC-4BA7-9D06-A75DAE4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</a:ln>
        </p:spPr>
      </p:sp>
      <p:sp>
        <p:nvSpPr>
          <p:cNvPr id="84" name="AI-085-81">
            <a:extLst xmlns:a="http://schemas.openxmlformats.org/drawingml/2006/main">
              <a:ext uri="{FF2B5EF4-FFF2-40B4-BE49-F238E27FC236}">
                <a16:creationId xmlns:a16="http://schemas.microsoft.com/office/drawing/2014/main" id="{DC359E71-E53A-4CD9-852C-87D05D21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F56"/>
          </a:solidFill>
          <a:ln xmlns:a="http://schemas.openxmlformats.org/drawingml/2006/main" w="0">
            <a:noFill/>
          </a:ln>
        </p:spPr>
      </p:sp>
      <p:sp>
        <p:nvSpPr>
          <p:cNvPr id="85" name="AI-085-82">
            <a:extLst xmlns:a="http://schemas.openxmlformats.org/drawingml/2006/main">
              <a:ext uri="{FF2B5EF4-FFF2-40B4-BE49-F238E27FC236}">
                <a16:creationId xmlns:a16="http://schemas.microsoft.com/office/drawing/2014/main" id="{A110E705-AF91-4229-9AD8-0FA2E54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4200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F56"/>
          </a:solidFill>
          <a:ln xmlns:a="http://schemas.openxmlformats.org/drawingml/2006/main" w="0">
            <a:noFill/>
          </a:ln>
        </p:spPr>
      </p:sp>
      <p:sp>
        <p:nvSpPr>
          <p:cNvPr id="86" name="AI-085-83">
            <a:extLst xmlns:a="http://schemas.openxmlformats.org/drawingml/2006/main">
              <a:ext uri="{FF2B5EF4-FFF2-40B4-BE49-F238E27FC236}">
                <a16:creationId xmlns:a16="http://schemas.microsoft.com/office/drawing/2014/main" id="{D3D5CE62-A30E-40D0-A508-4F1CEB60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4086225"/>
            <a:ext cx="200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87" name="path-84">
            <a:extLst xmlns:a="http://schemas.openxmlformats.org/drawingml/2006/main">
              <a:ext uri="{FF2B5EF4-FFF2-40B4-BE49-F238E27FC236}">
                <a16:creationId xmlns:a16="http://schemas.microsoft.com/office/drawing/2014/main" id="{8FAD5A1D-508A-41C5-AD97-4806B974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685800" cy="676275"/>
          </a:xfrm>
          <a:custGeom xmlns:a="http://schemas.openxmlformats.org/drawingml/2006/main">
            <a:pathLst>
              <a:path w="685800" h="676275">
                <a:moveTo>
                  <a:pt x="0" y="0"/>
                </a:moveTo>
                <a:lnTo>
                  <a:pt x="0" y="676275"/>
                </a:lnTo>
                <a:lnTo>
                  <a:pt x="685800" y="6762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99CF56"/>
            </a:solidFill>
            <a:prstDash val="dash"/>
          </a:ln>
        </p:spPr>
      </p:sp>
      <p:sp>
        <p:nvSpPr>
          <p:cNvPr id="88" name="AI-085-85">
            <a:extLst xmlns:a="http://schemas.openxmlformats.org/drawingml/2006/main">
              <a:ext uri="{FF2B5EF4-FFF2-40B4-BE49-F238E27FC236}">
                <a16:creationId xmlns:a16="http://schemas.microsoft.com/office/drawing/2014/main" id="{EDCF3F7C-4DEB-4CE5-8097-70D2CC7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525" y="3133725"/>
            <a:ext cx="371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89" name="AI-085-86">
            <a:extLst xmlns:a="http://schemas.openxmlformats.org/drawingml/2006/main">
              <a:ext uri="{FF2B5EF4-FFF2-40B4-BE49-F238E27FC236}">
                <a16:creationId xmlns:a16="http://schemas.microsoft.com/office/drawing/2014/main" id="{E81815B1-F920-45C2-B965-8572B177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2343150"/>
            <a:ext cx="44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90" name="path-87">
            <a:extLst xmlns:a="http://schemas.openxmlformats.org/drawingml/2006/main">
              <a:ext uri="{FF2B5EF4-FFF2-40B4-BE49-F238E27FC236}">
                <a16:creationId xmlns:a16="http://schemas.microsoft.com/office/drawing/2014/main" id="{6C2AA768-6593-4238-80EF-BE0E0B34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1533525"/>
            <a:ext cx="304800" cy="1133475"/>
          </a:xfrm>
          <a:custGeom xmlns:a="http://schemas.openxmlformats.org/drawingml/2006/main">
            <a:pathLst>
              <a:path w="304800" h="1133475">
                <a:moveTo>
                  <a:pt x="0" y="1133475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91" name="path-88">
            <a:extLst xmlns:a="http://schemas.openxmlformats.org/drawingml/2006/main">
              <a:ext uri="{FF2B5EF4-FFF2-40B4-BE49-F238E27FC236}">
                <a16:creationId xmlns:a16="http://schemas.microsoft.com/office/drawing/2014/main" id="{720EEF3A-4EA2-4D62-94A4-D857A862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667000"/>
            <a:ext cx="304800" cy="1133475"/>
          </a:xfrm>
          <a:custGeom xmlns:a="http://schemas.openxmlformats.org/drawingml/2006/main">
            <a:pathLst>
              <a:path w="304800" h="1133475">
                <a:moveTo>
                  <a:pt x="0" y="0"/>
                </a:moveTo>
                <a:lnTo>
                  <a:pt x="304800" y="11334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92" name="AI-085-89">
            <a:extLst xmlns:a="http://schemas.openxmlformats.org/drawingml/2006/main">
              <a:ext uri="{FF2B5EF4-FFF2-40B4-BE49-F238E27FC236}">
                <a16:creationId xmlns:a16="http://schemas.microsoft.com/office/drawing/2014/main" id="{D7FEF8EF-79B5-473C-902E-6B155078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175" y="609600"/>
            <a:ext cx="723900" cy="1866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9FD8D1"/>
          </a:solidFill>
          <a:ln xmlns:a="http://schemas.openxmlformats.org/drawingml/2006/main" w="22860">
            <a:solidFill>
              <a:srgbClr val="173842"/>
            </a:solidFill>
          </a:ln>
        </p:spPr>
      </p:sp>
      <p:sp>
        <p:nvSpPr>
          <p:cNvPr id="93" name="AI-085-90">
            <a:extLst xmlns:a="http://schemas.openxmlformats.org/drawingml/2006/main">
              <a:ext uri="{FF2B5EF4-FFF2-40B4-BE49-F238E27FC236}">
                <a16:creationId xmlns:a16="http://schemas.microsoft.com/office/drawing/2014/main" id="{9325827D-06C5-4664-813B-59F555F9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9175" y="2876550"/>
            <a:ext cx="723900" cy="1866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9FD8D1"/>
          </a:solidFill>
          <a:ln xmlns:a="http://schemas.openxmlformats.org/drawingml/2006/main" w="22860">
            <a:solidFill>
              <a:srgbClr val="173842"/>
            </a:solidFill>
          </a:ln>
        </p:spPr>
      </p:sp>
      <p:sp>
        <p:nvSpPr>
          <p:cNvPr id="94" name="AI-085-91">
            <a:extLst xmlns:a="http://schemas.openxmlformats.org/drawingml/2006/main">
              <a:ext uri="{FF2B5EF4-FFF2-40B4-BE49-F238E27FC236}">
                <a16:creationId xmlns:a16="http://schemas.microsoft.com/office/drawing/2014/main" id="{EA5E7D8B-63CE-490F-BD7D-1A546FCD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982450" y="1257300"/>
            <a:ext cx="1676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Segmentation</a:t>
            </a:r>
          </a:p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Head hₛ</a:t>
            </a:r>
          </a:p>
        </p:txBody>
      </p:sp>
      <p:sp>
        <p:nvSpPr>
          <p:cNvPr id="95" name="AI-085-92">
            <a:extLst xmlns:a="http://schemas.openxmlformats.org/drawingml/2006/main">
              <a:ext uri="{FF2B5EF4-FFF2-40B4-BE49-F238E27FC236}">
                <a16:creationId xmlns:a16="http://schemas.microsoft.com/office/drawing/2014/main" id="{D8E0EBF0-C0A7-4C54-B9EA-8D49224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163425" y="36671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Country</a:t>
            </a:r>
          </a:p>
        </p:txBody>
      </p:sp>
      <p:sp>
        <p:nvSpPr>
          <p:cNvPr id="96" name="AI-085-93">
            <a:extLst xmlns:a="http://schemas.openxmlformats.org/drawingml/2006/main">
              <a:ext uri="{FF2B5EF4-FFF2-40B4-BE49-F238E27FC236}">
                <a16:creationId xmlns:a16="http://schemas.microsoft.com/office/drawing/2014/main" id="{F9F8B72D-0F72-48A2-BE5A-F8F205C0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906250" y="350520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97" name="AI-085-94">
            <a:extLst xmlns:a="http://schemas.openxmlformats.org/drawingml/2006/main">
              <a:ext uri="{FF2B5EF4-FFF2-40B4-BE49-F238E27FC236}">
                <a16:creationId xmlns:a16="http://schemas.microsoft.com/office/drawing/2014/main" id="{7608133F-143E-4B4C-9B0F-D7794D41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534900" y="43243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98" name="AI-085-95">
            <a:extLst xmlns:a="http://schemas.openxmlformats.org/drawingml/2006/main">
              <a:ext uri="{FF2B5EF4-FFF2-40B4-BE49-F238E27FC236}">
                <a16:creationId xmlns:a16="http://schemas.microsoft.com/office/drawing/2014/main" id="{771AE8AF-1B89-46A4-A34B-E2584861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468225" y="44862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99" name="line-96">
            <a:extLst xmlns:a="http://schemas.openxmlformats.org/drawingml/2006/main">
              <a:ext uri="{FF2B5EF4-FFF2-40B4-BE49-F238E27FC236}">
                <a16:creationId xmlns:a16="http://schemas.microsoft.com/office/drawing/2014/main" id="{45482BED-E612-4067-9150-9E523619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1543050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100" name="path-97">
            <a:extLst xmlns:a="http://schemas.openxmlformats.org/drawingml/2006/main">
              <a:ext uri="{FF2B5EF4-FFF2-40B4-BE49-F238E27FC236}">
                <a16:creationId xmlns:a16="http://schemas.microsoft.com/office/drawing/2014/main" id="{4AA191FA-1671-4516-9956-5ADEE08C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88" y="1499372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101" name="line-98">
            <a:extLst xmlns:a="http://schemas.openxmlformats.org/drawingml/2006/main">
              <a:ext uri="{FF2B5EF4-FFF2-40B4-BE49-F238E27FC236}">
                <a16:creationId xmlns:a16="http://schemas.microsoft.com/office/drawing/2014/main" id="{81C90BC6-14F1-46C1-AEA1-6272E5B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3800475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102" name="path-99">
            <a:extLst xmlns:a="http://schemas.openxmlformats.org/drawingml/2006/main">
              <a:ext uri="{FF2B5EF4-FFF2-40B4-BE49-F238E27FC236}">
                <a16:creationId xmlns:a16="http://schemas.microsoft.com/office/drawing/2014/main" id="{527350FD-1C85-4F08-9BD2-62BA59C1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88" y="375679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5718">
            <a:solidFill>
              <a:srgbClr val="111111"/>
            </a:solidFill>
          </a:ln>
        </p:spPr>
      </p:sp>
      <p:sp>
        <p:nvSpPr>
          <p:cNvPr id="103" name="AI-085-100">
            <a:extLst xmlns:a="http://schemas.openxmlformats.org/drawingml/2006/main">
              <a:ext uri="{FF2B5EF4-FFF2-40B4-BE49-F238E27FC236}">
                <a16:creationId xmlns:a16="http://schemas.microsoft.com/office/drawing/2014/main" id="{436EFB6D-202F-44CC-8777-8FF18D4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1285875"/>
            <a:ext cx="409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ℒ</a:t>
            </a:r>
          </a:p>
        </p:txBody>
      </p:sp>
      <p:sp>
        <p:nvSpPr>
          <p:cNvPr id="104" name="AI-085-101">
            <a:extLst xmlns:a="http://schemas.openxmlformats.org/drawingml/2006/main">
              <a:ext uri="{FF2B5EF4-FFF2-40B4-BE49-F238E27FC236}">
                <a16:creationId xmlns:a16="http://schemas.microsoft.com/office/drawing/2014/main" id="{2B862339-C6BB-4DCC-A3F6-3EC6C241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7450" y="1466850"/>
            <a:ext cx="409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seg</a:t>
            </a:r>
          </a:p>
        </p:txBody>
      </p:sp>
      <p:sp>
        <p:nvSpPr>
          <p:cNvPr id="105" name="AI-085-102">
            <a:extLst xmlns:a="http://schemas.openxmlformats.org/drawingml/2006/main">
              <a:ext uri="{FF2B5EF4-FFF2-40B4-BE49-F238E27FC236}">
                <a16:creationId xmlns:a16="http://schemas.microsoft.com/office/drawing/2014/main" id="{3DFE4C98-381F-48DC-9103-F6502A23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3552825"/>
            <a:ext cx="409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ℒ</a:t>
            </a:r>
          </a:p>
        </p:txBody>
      </p:sp>
      <p:sp>
        <p:nvSpPr>
          <p:cNvPr id="106" name="AI-085-103">
            <a:extLst xmlns:a="http://schemas.openxmlformats.org/drawingml/2006/main">
              <a:ext uri="{FF2B5EF4-FFF2-40B4-BE49-F238E27FC236}">
                <a16:creationId xmlns:a16="http://schemas.microsoft.com/office/drawing/2014/main" id="{B6E63B11-8696-4FEB-B4E5-9622F97E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9350" y="3733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dom</a:t>
            </a:r>
          </a:p>
        </p:txBody>
      </p:sp>
      <p:sp>
        <p:nvSpPr>
          <p:cNvPr id="107" name="path-104">
            <a:extLst xmlns:a="http://schemas.openxmlformats.org/drawingml/2006/main">
              <a:ext uri="{FF2B5EF4-FFF2-40B4-BE49-F238E27FC236}">
                <a16:creationId xmlns:a16="http://schemas.microsoft.com/office/drawing/2014/main" id="{6C761497-2E19-4B31-82C8-3B3AF10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10150"/>
            <a:ext cx="9315450" cy="381000"/>
          </a:xfrm>
          <a:custGeom xmlns:a="http://schemas.openxmlformats.org/drawingml/2006/main">
            <a:pathLst>
              <a:path w="9315450" h="381000">
                <a:moveTo>
                  <a:pt x="0" y="0"/>
                </a:moveTo>
                <a:lnTo>
                  <a:pt x="0" y="381000"/>
                </a:lnTo>
                <a:lnTo>
                  <a:pt x="931545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08" name="line-105">
            <a:extLst xmlns:a="http://schemas.openxmlformats.org/drawingml/2006/main">
              <a:ext uri="{FF2B5EF4-FFF2-40B4-BE49-F238E27FC236}">
                <a16:creationId xmlns:a16="http://schemas.microsoft.com/office/drawing/2014/main" id="{1F47FCC0-D355-4BB4-8D07-DECE94B7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10150"/>
            <a:ext cx="10" cy="381000"/>
          </a:xfrm>
          <a:custGeom xmlns:a="http://schemas.openxmlformats.org/drawingml/2006/main">
            <a:pathLst>
              <a:path w="1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09" name="line-106">
            <a:extLst xmlns:a="http://schemas.openxmlformats.org/drawingml/2006/main">
              <a:ext uri="{FF2B5EF4-FFF2-40B4-BE49-F238E27FC236}">
                <a16:creationId xmlns:a16="http://schemas.microsoft.com/office/drawing/2014/main" id="{FCD4284E-9234-47D7-A854-01CD7811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10150"/>
            <a:ext cx="10" cy="381000"/>
          </a:xfrm>
          <a:custGeom xmlns:a="http://schemas.openxmlformats.org/drawingml/2006/main">
            <a:pathLst>
              <a:path w="1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0" name="path-107">
            <a:extLst xmlns:a="http://schemas.openxmlformats.org/drawingml/2006/main">
              <a:ext uri="{FF2B5EF4-FFF2-40B4-BE49-F238E27FC236}">
                <a16:creationId xmlns:a16="http://schemas.microsoft.com/office/drawing/2014/main" id="{83516BB7-FEF3-4B1B-95E4-C8EFBF1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5324475"/>
            <a:ext cx="85725" cy="133350"/>
          </a:xfrm>
          <a:custGeom xmlns:a="http://schemas.openxmlformats.org/drawingml/2006/main">
            <a:pathLst>
              <a:path w="85725" h="133350">
                <a:moveTo>
                  <a:pt x="0" y="0"/>
                </a:moveTo>
                <a:lnTo>
                  <a:pt x="85725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111" name="AI-085-108">
            <a:extLst xmlns:a="http://schemas.openxmlformats.org/drawingml/2006/main">
              <a:ext uri="{FF2B5EF4-FFF2-40B4-BE49-F238E27FC236}">
                <a16:creationId xmlns:a16="http://schemas.microsoft.com/office/drawing/2014/main" id="{85F26F38-C538-4BD7-B154-8E618E80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5143500"/>
            <a:ext cx="409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ℒ</a:t>
            </a:r>
          </a:p>
        </p:txBody>
      </p:sp>
      <p:sp>
        <p:nvSpPr>
          <p:cNvPr id="112" name="AI-085-109">
            <a:extLst xmlns:a="http://schemas.openxmlformats.org/drawingml/2006/main">
              <a:ext uri="{FF2B5EF4-FFF2-40B4-BE49-F238E27FC236}">
                <a16:creationId xmlns:a16="http://schemas.microsoft.com/office/drawing/2014/main" id="{25FBA782-585A-4811-BEDD-53DFCD29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7450" y="5334000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</a:t>
            </a:r>
          </a:p>
        </p:txBody>
      </p:sp>
    </p:spTree>
    <p:extLst>
      <p:ext uri="{BB962C8B-B14F-4D97-AF65-F5344CB8AC3E}">
        <p14:creationId xmlns:p14="http://schemas.microsoft.com/office/powerpoint/2010/main" val="21475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2026-09-08T03:40:40.0100000Z</dcterms:created>
  <dcterms:modified xsi:type="dcterms:W3CDTF">2026-09-08T03:40:40.0100000Z</dcterms:modified>
</coreProperties>
</file>