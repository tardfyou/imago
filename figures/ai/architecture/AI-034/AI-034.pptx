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e6b7ab868c4d84" /><Relationship Type="http://schemas.openxmlformats.org/officeDocument/2006/relationships/extended-properties" Target="/docProps/app.xml" Id="R9b84536daa7d4e8b" /><Relationship Type="http://schemas.openxmlformats.org/officeDocument/2006/relationships/officeDocument" Target="/ppt/presentation.xml" Id="R4bf922318cc443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68fcafd0854527"/>
  </p:sldMasterIdLst>
  <p:notesMasterIdLst>
    <p:notesMasterId xmlns:r="http://schemas.openxmlformats.org/officeDocument/2006/relationships" r:id="Rfc2b52dcb7c54179"/>
  </p:notesMasterIdLst>
  <p:sldIdLst>
    <p:sldId xmlns:r="http://schemas.openxmlformats.org/officeDocument/2006/relationships" id="256" r:id="R279630ef8d4e4bdb"/>
  </p:sldIdLst>
  <p:sldSz cx="13058775" cy="60293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222640644a4f42" /><Relationship Type="http://schemas.openxmlformats.org/officeDocument/2006/relationships/slideMaster" Target="/ppt/slideMasters/slideMaster1.xml" Id="Rb968fcafd0854527" /><Relationship Type="http://schemas.openxmlformats.org/officeDocument/2006/relationships/notesMaster" Target="/ppt/notesMasters/notesMaster1.xml" Id="Rfc2b52dcb7c54179" /><Relationship Type="http://schemas.openxmlformats.org/officeDocument/2006/relationships/presProps" Target="/ppt/presProps.xml" Id="Rbe9cf82e06ef42f3" /><Relationship Type="http://schemas.openxmlformats.org/officeDocument/2006/relationships/tableStyles" Target="/ppt/tableStyles.xml" Id="R385d9ec4dc2044c2" /><Relationship Type="http://schemas.openxmlformats.org/officeDocument/2006/relationships/slide" Target="/ppt/slides/slide1.xml" Id="R279630ef8d4e4b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6ab74b7ab448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9eb8b3e14b4b1d" /><Relationship Type="http://schemas.openxmlformats.org/officeDocument/2006/relationships/notesMaster" Target="/ppt/notesMasters/notesMaster1.xml" Id="R61934ad5ae7c45e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素材ID：AI-034</ns1:t>
            </ns1:r>
          </ns1:p>
          <ns1:p>
            <ns1:r>
              <ns1:t>论文：CURE: Critique-Driven Unified Reinforcement Learning for Test-Time Self-Improvement</ns1:t>
            </ns1:r>
          </ns1:p>
          <ns1:p>
            <ns1:r>
              <ns1:t>会议：ACL 2026</ns1:t>
            </ns1:r>
          </ns1:p>
          <ns1:p>
            <ns1:r>
              <ns1:t>奖项：Outstanding Paper</ns1:t>
            </ns1:r>
          </ns1:p>
          <ns1:p>
            <ns1:r>
              <ns1:t>图号：Figure 1，PDF第3页</ns1:t>
            </ns1:r>
          </ns1:p>
          <ns1:p>
            <ns1:r>
              <ns1:t>类型：系统架构</ns1:t>
            </ns1:r>
          </ns1:p>
          <ns1:p>
            <ns1:r>
              <ns1:t>借鉴点：响应集合、批评集合和再探索集合通过同一策略学习联结，右侧展开三个优化环节。</ns1:t>
            </ns1:r>
          </ns1:p>
          <ns1:p>
            <ns1:r>
              <ns1:t>论文URL：https://aclanthology.org/2026.acl-long.1321/</ns1:t>
            </ns1:r>
          </ns1:p>
          <ns1:p>
            <ns1:r>
              <ns1:t>官方获奖URL：https://2026.aclweb.org/program/best_papers/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1a0ac79804d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7be33f5cb14ff3" /><Relationship Type="http://schemas.openxmlformats.org/officeDocument/2006/relationships/slideLayout" Target="/ppt/slideLayouts/slideLayout1.xml" Id="R687a6a1a07c34e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7a6a1a07c34e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5d14aa0af4522" /><Relationship Type="http://schemas.openxmlformats.org/officeDocument/2006/relationships/image" Target="/ppt/media/image.png" Id="Rb65b64918c694931" /><Relationship Type="http://schemas.openxmlformats.org/officeDocument/2006/relationships/image" Target="/ppt/media/image2.png" Id="Re5ad0dca6d6d47cd" /><Relationship Type="http://schemas.openxmlformats.org/officeDocument/2006/relationships/image" Target="/ppt/media/image3.png" Id="R89ade7495a7542ea" /><Relationship Type="http://schemas.openxmlformats.org/officeDocument/2006/relationships/image" Target="/ppt/media/image4.png" Id="R3f99f905618943b9" /><Relationship Type="http://schemas.openxmlformats.org/officeDocument/2006/relationships/image" Target="/ppt/media/image5.png" Id="Rf3310e43d3b3447a" /><Relationship Type="http://schemas.openxmlformats.org/officeDocument/2006/relationships/image" Target="/ppt/media/image6.png" Id="R5f2af64d40fb4519" /><Relationship Type="http://schemas.openxmlformats.org/officeDocument/2006/relationships/image" Target="/ppt/media/image7.png" Id="Rec0e71c149ab486d" /><Relationship Type="http://schemas.openxmlformats.org/officeDocument/2006/relationships/image" Target="/ppt/media/image8.png" Id="R9d6a80f5e88c448f" /><Relationship Type="http://schemas.openxmlformats.org/officeDocument/2006/relationships/image" Target="/ppt/media/image9.png" Id="R4f3a5d56b1ba4bff" /><Relationship Type="http://schemas.openxmlformats.org/officeDocument/2006/relationships/image" Target="/ppt/media/image10.png" Id="R010d68763cbb4876" /><Relationship Type="http://schemas.openxmlformats.org/officeDocument/2006/relationships/notesSlide" Target="/ppt/notesSlides/notesSlide1.xml" Id="R63620fc6de0848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705D59-D563-46B6-9548-4E22C8AA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02" y="24204"/>
            <a:ext cx="12701317" cy="5992434"/>
          </a:xfrm>
          <a:custGeom xmlns:a="http://schemas.openxmlformats.org/drawingml/2006/main">
            <a:pathLst>
              <a:path w="12701317" h="5992434">
                <a:moveTo>
                  <a:pt x="12701317" y="5992434"/>
                </a:moveTo>
                <a:lnTo>
                  <a:pt x="0" y="5992434"/>
                </a:lnTo>
                <a:lnTo>
                  <a:pt x="0" y="0"/>
                </a:lnTo>
                <a:lnTo>
                  <a:pt x="12701317" y="0"/>
                </a:lnTo>
                <a:lnTo>
                  <a:pt x="12701317" y="59924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4AE08E-1D58-499A-8DD3-4777C22F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94" y="93280"/>
            <a:ext cx="12604757" cy="5865945"/>
          </a:xfrm>
          <a:custGeom xmlns:a="http://schemas.openxmlformats.org/drawingml/2006/main">
            <a:pathLst>
              <a:path w="12604757" h="5865945">
                <a:moveTo>
                  <a:pt x="0" y="243285"/>
                </a:moveTo>
                <a:cubicBezTo>
                  <a:pt x="559" y="109059"/>
                  <a:pt x="109618" y="0"/>
                  <a:pt x="244682" y="279"/>
                </a:cubicBezTo>
                <a:lnTo>
                  <a:pt x="12361472" y="279"/>
                </a:lnTo>
                <a:cubicBezTo>
                  <a:pt x="12495698" y="0"/>
                  <a:pt x="12604757" y="109059"/>
                  <a:pt x="12604478" y="243285"/>
                </a:cubicBezTo>
                <a:lnTo>
                  <a:pt x="12604478" y="5621263"/>
                </a:lnTo>
                <a:cubicBezTo>
                  <a:pt x="12604757" y="5756606"/>
                  <a:pt x="12495698" y="5865666"/>
                  <a:pt x="12361472" y="5865945"/>
                </a:cubicBezTo>
                <a:lnTo>
                  <a:pt x="244682" y="5865945"/>
                </a:lnTo>
                <a:cubicBezTo>
                  <a:pt x="109618" y="5865666"/>
                  <a:pt x="559" y="5756606"/>
                  <a:pt x="0" y="5621263"/>
                </a:cubicBezTo>
                <a:lnTo>
                  <a:pt x="0" y="243285"/>
                </a:lnTo>
              </a:path>
            </a:pathLst>
          </a:custGeom>
          <a:solidFill xmlns:a="http://schemas.openxmlformats.org/drawingml/2006/main">
            <a:srgbClr val="F8FCFE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51A578-B6C7-4A42-BD90-9296D5E6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69" y="86297"/>
            <a:ext cx="12618165" cy="5879632"/>
          </a:xfrm>
          <a:custGeom xmlns:a="http://schemas.openxmlformats.org/drawingml/2006/main">
            <a:pathLst>
              <a:path w="12618165" h="5879632">
                <a:moveTo>
                  <a:pt x="1299" y="5654656"/>
                </a:moveTo>
                <a:lnTo>
                  <a:pt x="2011" y="5660954"/>
                </a:lnTo>
                <a:lnTo>
                  <a:pt x="2891" y="5667197"/>
                </a:lnTo>
                <a:lnTo>
                  <a:pt x="3910" y="5673398"/>
                </a:lnTo>
                <a:lnTo>
                  <a:pt x="5098" y="5679585"/>
                </a:lnTo>
                <a:lnTo>
                  <a:pt x="7891" y="5691665"/>
                </a:lnTo>
                <a:lnTo>
                  <a:pt x="11270" y="5703564"/>
                </a:lnTo>
                <a:lnTo>
                  <a:pt x="15209" y="5715212"/>
                </a:lnTo>
                <a:lnTo>
                  <a:pt x="19692" y="5726594"/>
                </a:lnTo>
                <a:lnTo>
                  <a:pt x="24706" y="5737697"/>
                </a:lnTo>
                <a:lnTo>
                  <a:pt x="30250" y="5748492"/>
                </a:lnTo>
                <a:lnTo>
                  <a:pt x="36283" y="5758995"/>
                </a:lnTo>
                <a:lnTo>
                  <a:pt x="42791" y="5769162"/>
                </a:lnTo>
                <a:lnTo>
                  <a:pt x="49788" y="5778980"/>
                </a:lnTo>
                <a:lnTo>
                  <a:pt x="57218" y="5788449"/>
                </a:lnTo>
                <a:lnTo>
                  <a:pt x="65095" y="5797540"/>
                </a:lnTo>
                <a:lnTo>
                  <a:pt x="73391" y="5806241"/>
                </a:lnTo>
                <a:lnTo>
                  <a:pt x="82091" y="5814537"/>
                </a:lnTo>
                <a:lnTo>
                  <a:pt x="91183" y="5822414"/>
                </a:lnTo>
                <a:lnTo>
                  <a:pt x="100652" y="5829843"/>
                </a:lnTo>
                <a:lnTo>
                  <a:pt x="110470" y="5836826"/>
                </a:lnTo>
                <a:lnTo>
                  <a:pt x="120637" y="5843348"/>
                </a:lnTo>
                <a:lnTo>
                  <a:pt x="131140" y="5849382"/>
                </a:lnTo>
                <a:lnTo>
                  <a:pt x="141935" y="5854926"/>
                </a:lnTo>
                <a:lnTo>
                  <a:pt x="153038" y="5859940"/>
                </a:lnTo>
                <a:lnTo>
                  <a:pt x="164420" y="5864423"/>
                </a:lnTo>
                <a:lnTo>
                  <a:pt x="176068" y="5868361"/>
                </a:lnTo>
                <a:lnTo>
                  <a:pt x="187967" y="5871741"/>
                </a:lnTo>
                <a:lnTo>
                  <a:pt x="200047" y="5874534"/>
                </a:lnTo>
                <a:lnTo>
                  <a:pt x="206234" y="5875721"/>
                </a:lnTo>
                <a:lnTo>
                  <a:pt x="212435" y="5876741"/>
                </a:lnTo>
                <a:lnTo>
                  <a:pt x="218678" y="5877621"/>
                </a:lnTo>
                <a:lnTo>
                  <a:pt x="224976" y="5878333"/>
                </a:lnTo>
                <a:lnTo>
                  <a:pt x="231317" y="5878906"/>
                </a:lnTo>
                <a:lnTo>
                  <a:pt x="237699" y="5879311"/>
                </a:lnTo>
                <a:lnTo>
                  <a:pt x="244123" y="5879548"/>
                </a:lnTo>
                <a:lnTo>
                  <a:pt x="250534" y="5879632"/>
                </a:lnTo>
                <a:lnTo>
                  <a:pt x="12367617" y="5879632"/>
                </a:lnTo>
                <a:lnTo>
                  <a:pt x="12374041" y="5879548"/>
                </a:lnTo>
                <a:lnTo>
                  <a:pt x="12380466" y="5879311"/>
                </a:lnTo>
                <a:lnTo>
                  <a:pt x="12386848" y="5878906"/>
                </a:lnTo>
                <a:lnTo>
                  <a:pt x="12393188" y="5878333"/>
                </a:lnTo>
                <a:lnTo>
                  <a:pt x="12399487" y="5877621"/>
                </a:lnTo>
                <a:lnTo>
                  <a:pt x="12405730" y="5876741"/>
                </a:lnTo>
                <a:lnTo>
                  <a:pt x="12411931" y="5875721"/>
                </a:lnTo>
                <a:lnTo>
                  <a:pt x="12418118" y="5874534"/>
                </a:lnTo>
                <a:lnTo>
                  <a:pt x="12430198" y="5871741"/>
                </a:lnTo>
                <a:lnTo>
                  <a:pt x="12442097" y="5868361"/>
                </a:lnTo>
                <a:lnTo>
                  <a:pt x="12453744" y="5864423"/>
                </a:lnTo>
                <a:lnTo>
                  <a:pt x="12465127" y="5859940"/>
                </a:lnTo>
                <a:lnTo>
                  <a:pt x="12476216" y="5854926"/>
                </a:lnTo>
                <a:lnTo>
                  <a:pt x="12487025" y="5849382"/>
                </a:lnTo>
                <a:lnTo>
                  <a:pt x="12497527" y="5843348"/>
                </a:lnTo>
                <a:lnTo>
                  <a:pt x="12507695" y="5836826"/>
                </a:lnTo>
                <a:lnTo>
                  <a:pt x="12517513" y="5829843"/>
                </a:lnTo>
                <a:lnTo>
                  <a:pt x="12526981" y="5822414"/>
                </a:lnTo>
                <a:lnTo>
                  <a:pt x="12536073" y="5814537"/>
                </a:lnTo>
                <a:lnTo>
                  <a:pt x="12544774" y="5806241"/>
                </a:lnTo>
                <a:lnTo>
                  <a:pt x="12553070" y="5797540"/>
                </a:lnTo>
                <a:lnTo>
                  <a:pt x="12560946" y="5788449"/>
                </a:lnTo>
                <a:lnTo>
                  <a:pt x="12568376" y="5778980"/>
                </a:lnTo>
                <a:lnTo>
                  <a:pt x="12575359" y="5769162"/>
                </a:lnTo>
                <a:lnTo>
                  <a:pt x="12581881" y="5758995"/>
                </a:lnTo>
                <a:lnTo>
                  <a:pt x="12587915" y="5748492"/>
                </a:lnTo>
                <a:lnTo>
                  <a:pt x="12593459" y="5737697"/>
                </a:lnTo>
                <a:lnTo>
                  <a:pt x="12598473" y="5726594"/>
                </a:lnTo>
                <a:lnTo>
                  <a:pt x="12602956" y="5715212"/>
                </a:lnTo>
                <a:lnTo>
                  <a:pt x="12606894" y="5703564"/>
                </a:lnTo>
                <a:lnTo>
                  <a:pt x="12610274" y="5691665"/>
                </a:lnTo>
                <a:lnTo>
                  <a:pt x="12613067" y="5679585"/>
                </a:lnTo>
                <a:lnTo>
                  <a:pt x="12614254" y="5673398"/>
                </a:lnTo>
                <a:lnTo>
                  <a:pt x="12615274" y="5667197"/>
                </a:lnTo>
                <a:lnTo>
                  <a:pt x="12616154" y="5660954"/>
                </a:lnTo>
                <a:lnTo>
                  <a:pt x="12616866" y="5654656"/>
                </a:lnTo>
                <a:lnTo>
                  <a:pt x="12617438" y="5648315"/>
                </a:lnTo>
                <a:lnTo>
                  <a:pt x="12617843" y="5641933"/>
                </a:lnTo>
                <a:lnTo>
                  <a:pt x="12618081" y="5635508"/>
                </a:lnTo>
                <a:lnTo>
                  <a:pt x="12618165" y="5629098"/>
                </a:lnTo>
                <a:lnTo>
                  <a:pt x="12618165" y="250534"/>
                </a:lnTo>
                <a:lnTo>
                  <a:pt x="12618081" y="244123"/>
                </a:lnTo>
                <a:lnTo>
                  <a:pt x="12617843" y="237699"/>
                </a:lnTo>
                <a:lnTo>
                  <a:pt x="12617438" y="231317"/>
                </a:lnTo>
                <a:lnTo>
                  <a:pt x="12616866" y="224976"/>
                </a:lnTo>
                <a:lnTo>
                  <a:pt x="12616154" y="218678"/>
                </a:lnTo>
                <a:lnTo>
                  <a:pt x="12615274" y="212435"/>
                </a:lnTo>
                <a:lnTo>
                  <a:pt x="12614254" y="206234"/>
                </a:lnTo>
                <a:lnTo>
                  <a:pt x="12613067" y="200047"/>
                </a:lnTo>
                <a:lnTo>
                  <a:pt x="12610274" y="187967"/>
                </a:lnTo>
                <a:lnTo>
                  <a:pt x="12606894" y="176068"/>
                </a:lnTo>
                <a:lnTo>
                  <a:pt x="12602956" y="164420"/>
                </a:lnTo>
                <a:lnTo>
                  <a:pt x="12598473" y="153038"/>
                </a:lnTo>
                <a:lnTo>
                  <a:pt x="12593459" y="141935"/>
                </a:lnTo>
                <a:lnTo>
                  <a:pt x="12587915" y="131140"/>
                </a:lnTo>
                <a:lnTo>
                  <a:pt x="12581881" y="120637"/>
                </a:lnTo>
                <a:lnTo>
                  <a:pt x="12575359" y="110470"/>
                </a:lnTo>
                <a:lnTo>
                  <a:pt x="12568376" y="100652"/>
                </a:lnTo>
                <a:lnTo>
                  <a:pt x="12560946" y="91183"/>
                </a:lnTo>
                <a:lnTo>
                  <a:pt x="12553070" y="82091"/>
                </a:lnTo>
                <a:lnTo>
                  <a:pt x="12544774" y="73391"/>
                </a:lnTo>
                <a:lnTo>
                  <a:pt x="12536073" y="65095"/>
                </a:lnTo>
                <a:lnTo>
                  <a:pt x="12526981" y="57218"/>
                </a:lnTo>
                <a:lnTo>
                  <a:pt x="12517513" y="49788"/>
                </a:lnTo>
                <a:lnTo>
                  <a:pt x="12507695" y="42791"/>
                </a:lnTo>
                <a:lnTo>
                  <a:pt x="12497527" y="36283"/>
                </a:lnTo>
                <a:lnTo>
                  <a:pt x="12487025" y="30250"/>
                </a:lnTo>
                <a:lnTo>
                  <a:pt x="12476216" y="24706"/>
                </a:lnTo>
                <a:lnTo>
                  <a:pt x="12465127" y="19692"/>
                </a:lnTo>
                <a:lnTo>
                  <a:pt x="12453744" y="15209"/>
                </a:lnTo>
                <a:lnTo>
                  <a:pt x="12442097" y="11270"/>
                </a:lnTo>
                <a:lnTo>
                  <a:pt x="12430198" y="7891"/>
                </a:lnTo>
                <a:lnTo>
                  <a:pt x="12418118" y="5098"/>
                </a:lnTo>
                <a:lnTo>
                  <a:pt x="12411931" y="3910"/>
                </a:lnTo>
                <a:lnTo>
                  <a:pt x="12405730" y="2891"/>
                </a:lnTo>
                <a:lnTo>
                  <a:pt x="12399487" y="2011"/>
                </a:lnTo>
                <a:lnTo>
                  <a:pt x="12393188" y="1299"/>
                </a:lnTo>
                <a:lnTo>
                  <a:pt x="12386848" y="726"/>
                </a:lnTo>
                <a:lnTo>
                  <a:pt x="12380466" y="321"/>
                </a:lnTo>
                <a:lnTo>
                  <a:pt x="12374041" y="84"/>
                </a:lnTo>
                <a:lnTo>
                  <a:pt x="12367617" y="0"/>
                </a:lnTo>
                <a:lnTo>
                  <a:pt x="250534" y="0"/>
                </a:lnTo>
                <a:lnTo>
                  <a:pt x="244123" y="84"/>
                </a:lnTo>
                <a:lnTo>
                  <a:pt x="237699" y="321"/>
                </a:lnTo>
                <a:lnTo>
                  <a:pt x="231317" y="726"/>
                </a:lnTo>
                <a:lnTo>
                  <a:pt x="224976" y="1299"/>
                </a:lnTo>
                <a:lnTo>
                  <a:pt x="218678" y="2011"/>
                </a:lnTo>
                <a:lnTo>
                  <a:pt x="212435" y="2891"/>
                </a:lnTo>
                <a:lnTo>
                  <a:pt x="206234" y="3910"/>
                </a:lnTo>
                <a:lnTo>
                  <a:pt x="200047" y="5098"/>
                </a:lnTo>
                <a:lnTo>
                  <a:pt x="187967" y="7891"/>
                </a:lnTo>
                <a:lnTo>
                  <a:pt x="176068" y="11270"/>
                </a:lnTo>
                <a:lnTo>
                  <a:pt x="164420" y="15209"/>
                </a:lnTo>
                <a:lnTo>
                  <a:pt x="153038" y="19692"/>
                </a:lnTo>
                <a:lnTo>
                  <a:pt x="141935" y="24706"/>
                </a:lnTo>
                <a:lnTo>
                  <a:pt x="131140" y="30250"/>
                </a:lnTo>
                <a:lnTo>
                  <a:pt x="120637" y="36283"/>
                </a:lnTo>
                <a:lnTo>
                  <a:pt x="110470" y="42791"/>
                </a:lnTo>
                <a:lnTo>
                  <a:pt x="100652" y="49788"/>
                </a:lnTo>
                <a:lnTo>
                  <a:pt x="91183" y="57218"/>
                </a:lnTo>
                <a:lnTo>
                  <a:pt x="82091" y="65095"/>
                </a:lnTo>
                <a:lnTo>
                  <a:pt x="73391" y="73391"/>
                </a:lnTo>
                <a:lnTo>
                  <a:pt x="65095" y="82091"/>
                </a:lnTo>
                <a:lnTo>
                  <a:pt x="57218" y="91183"/>
                </a:lnTo>
                <a:lnTo>
                  <a:pt x="49788" y="100652"/>
                </a:lnTo>
                <a:lnTo>
                  <a:pt x="42791" y="110470"/>
                </a:lnTo>
                <a:lnTo>
                  <a:pt x="36283" y="120637"/>
                </a:lnTo>
                <a:lnTo>
                  <a:pt x="30250" y="131140"/>
                </a:lnTo>
                <a:lnTo>
                  <a:pt x="24706" y="141935"/>
                </a:lnTo>
                <a:lnTo>
                  <a:pt x="19692" y="153038"/>
                </a:lnTo>
                <a:lnTo>
                  <a:pt x="15209" y="164420"/>
                </a:lnTo>
                <a:lnTo>
                  <a:pt x="11270" y="176068"/>
                </a:lnTo>
                <a:lnTo>
                  <a:pt x="7891" y="187967"/>
                </a:lnTo>
                <a:lnTo>
                  <a:pt x="5098" y="200047"/>
                </a:lnTo>
                <a:lnTo>
                  <a:pt x="3910" y="206234"/>
                </a:lnTo>
                <a:lnTo>
                  <a:pt x="2891" y="212435"/>
                </a:lnTo>
                <a:lnTo>
                  <a:pt x="2011" y="218678"/>
                </a:lnTo>
                <a:lnTo>
                  <a:pt x="1299" y="224976"/>
                </a:lnTo>
                <a:lnTo>
                  <a:pt x="726" y="231317"/>
                </a:lnTo>
                <a:lnTo>
                  <a:pt x="321" y="237699"/>
                </a:lnTo>
                <a:lnTo>
                  <a:pt x="84" y="244123"/>
                </a:lnTo>
                <a:lnTo>
                  <a:pt x="0" y="250534"/>
                </a:lnTo>
                <a:lnTo>
                  <a:pt x="0" y="5629098"/>
                </a:lnTo>
                <a:lnTo>
                  <a:pt x="84" y="5635508"/>
                </a:lnTo>
                <a:lnTo>
                  <a:pt x="321" y="5641933"/>
                </a:lnTo>
                <a:lnTo>
                  <a:pt x="726" y="5648315"/>
                </a:lnTo>
                <a:lnTo>
                  <a:pt x="1299" y="5654656"/>
                </a:lnTo>
                <a:close/>
                <a:moveTo>
                  <a:pt x="14659" y="232362"/>
                </a:moveTo>
                <a:lnTo>
                  <a:pt x="15195" y="226289"/>
                </a:lnTo>
                <a:lnTo>
                  <a:pt x="15181" y="226471"/>
                </a:lnTo>
                <a:lnTo>
                  <a:pt x="15879" y="220354"/>
                </a:lnTo>
                <a:lnTo>
                  <a:pt x="15851" y="220521"/>
                </a:lnTo>
                <a:lnTo>
                  <a:pt x="16703" y="214462"/>
                </a:lnTo>
                <a:lnTo>
                  <a:pt x="17681" y="208608"/>
                </a:lnTo>
                <a:lnTo>
                  <a:pt x="17653" y="208776"/>
                </a:lnTo>
                <a:lnTo>
                  <a:pt x="18784" y="202798"/>
                </a:lnTo>
                <a:lnTo>
                  <a:pt x="18742" y="203064"/>
                </a:lnTo>
                <a:lnTo>
                  <a:pt x="21403" y="191487"/>
                </a:lnTo>
                <a:lnTo>
                  <a:pt x="24568" y="180335"/>
                </a:lnTo>
                <a:lnTo>
                  <a:pt x="28289" y="169337"/>
                </a:lnTo>
                <a:lnTo>
                  <a:pt x="32624" y="158331"/>
                </a:lnTo>
                <a:lnTo>
                  <a:pt x="32485" y="158638"/>
                </a:lnTo>
                <a:lnTo>
                  <a:pt x="37345" y="147905"/>
                </a:lnTo>
                <a:lnTo>
                  <a:pt x="42596" y="137648"/>
                </a:lnTo>
                <a:lnTo>
                  <a:pt x="42442" y="137955"/>
                </a:lnTo>
                <a:lnTo>
                  <a:pt x="48252" y="127843"/>
                </a:lnTo>
                <a:lnTo>
                  <a:pt x="54437" y="118199"/>
                </a:lnTo>
                <a:lnTo>
                  <a:pt x="61073" y="108878"/>
                </a:lnTo>
                <a:lnTo>
                  <a:pt x="60863" y="109143"/>
                </a:lnTo>
                <a:lnTo>
                  <a:pt x="67898" y="100194"/>
                </a:lnTo>
                <a:lnTo>
                  <a:pt x="75381" y="91550"/>
                </a:lnTo>
                <a:lnTo>
                  <a:pt x="83274" y="83274"/>
                </a:lnTo>
                <a:lnTo>
                  <a:pt x="91550" y="75381"/>
                </a:lnTo>
                <a:lnTo>
                  <a:pt x="100194" y="67898"/>
                </a:lnTo>
                <a:lnTo>
                  <a:pt x="109143" y="60863"/>
                </a:lnTo>
                <a:lnTo>
                  <a:pt x="108878" y="61073"/>
                </a:lnTo>
                <a:lnTo>
                  <a:pt x="118199" y="54437"/>
                </a:lnTo>
                <a:lnTo>
                  <a:pt x="127843" y="48252"/>
                </a:lnTo>
                <a:lnTo>
                  <a:pt x="137955" y="42442"/>
                </a:lnTo>
                <a:lnTo>
                  <a:pt x="137648" y="42596"/>
                </a:lnTo>
                <a:lnTo>
                  <a:pt x="147905" y="37345"/>
                </a:lnTo>
                <a:lnTo>
                  <a:pt x="158638" y="32485"/>
                </a:lnTo>
                <a:lnTo>
                  <a:pt x="158331" y="32624"/>
                </a:lnTo>
                <a:lnTo>
                  <a:pt x="169337" y="28289"/>
                </a:lnTo>
                <a:lnTo>
                  <a:pt x="180335" y="24568"/>
                </a:lnTo>
                <a:lnTo>
                  <a:pt x="191487" y="21403"/>
                </a:lnTo>
                <a:lnTo>
                  <a:pt x="203064" y="18742"/>
                </a:lnTo>
                <a:lnTo>
                  <a:pt x="202798" y="18784"/>
                </a:lnTo>
                <a:lnTo>
                  <a:pt x="208776" y="17653"/>
                </a:lnTo>
                <a:lnTo>
                  <a:pt x="208608" y="17681"/>
                </a:lnTo>
                <a:lnTo>
                  <a:pt x="214462" y="16703"/>
                </a:lnTo>
                <a:lnTo>
                  <a:pt x="220521" y="15851"/>
                </a:lnTo>
                <a:lnTo>
                  <a:pt x="220354" y="15879"/>
                </a:lnTo>
                <a:lnTo>
                  <a:pt x="226471" y="15181"/>
                </a:lnTo>
                <a:lnTo>
                  <a:pt x="226289" y="15195"/>
                </a:lnTo>
                <a:lnTo>
                  <a:pt x="232362" y="14659"/>
                </a:lnTo>
                <a:lnTo>
                  <a:pt x="238495" y="14273"/>
                </a:lnTo>
                <a:lnTo>
                  <a:pt x="238314" y="14273"/>
                </a:lnTo>
                <a:lnTo>
                  <a:pt x="244556" y="14036"/>
                </a:lnTo>
                <a:lnTo>
                  <a:pt x="244389" y="14050"/>
                </a:lnTo>
                <a:lnTo>
                  <a:pt x="250673" y="13966"/>
                </a:lnTo>
                <a:lnTo>
                  <a:pt x="12367491" y="13966"/>
                </a:lnTo>
                <a:lnTo>
                  <a:pt x="12373776" y="14050"/>
                </a:lnTo>
                <a:lnTo>
                  <a:pt x="12373608" y="14036"/>
                </a:lnTo>
                <a:lnTo>
                  <a:pt x="12379851" y="14273"/>
                </a:lnTo>
                <a:lnTo>
                  <a:pt x="12379669" y="14273"/>
                </a:lnTo>
                <a:lnTo>
                  <a:pt x="12385802" y="14659"/>
                </a:lnTo>
                <a:lnTo>
                  <a:pt x="12391862" y="15195"/>
                </a:lnTo>
                <a:lnTo>
                  <a:pt x="12391694" y="15181"/>
                </a:lnTo>
                <a:lnTo>
                  <a:pt x="12397811" y="15879"/>
                </a:lnTo>
                <a:lnTo>
                  <a:pt x="12397644" y="15851"/>
                </a:lnTo>
                <a:lnTo>
                  <a:pt x="12403702" y="16703"/>
                </a:lnTo>
                <a:lnTo>
                  <a:pt x="12409556" y="17681"/>
                </a:lnTo>
                <a:lnTo>
                  <a:pt x="12409389" y="17653"/>
                </a:lnTo>
                <a:lnTo>
                  <a:pt x="12415366" y="18784"/>
                </a:lnTo>
                <a:lnTo>
                  <a:pt x="12415101" y="18742"/>
                </a:lnTo>
                <a:lnTo>
                  <a:pt x="12426678" y="21403"/>
                </a:lnTo>
                <a:lnTo>
                  <a:pt x="12437830" y="24568"/>
                </a:lnTo>
                <a:lnTo>
                  <a:pt x="12448828" y="28289"/>
                </a:lnTo>
                <a:lnTo>
                  <a:pt x="12459834" y="32624"/>
                </a:lnTo>
                <a:lnTo>
                  <a:pt x="12459526" y="32485"/>
                </a:lnTo>
                <a:lnTo>
                  <a:pt x="12470308" y="37373"/>
                </a:lnTo>
                <a:lnTo>
                  <a:pt x="12470015" y="37219"/>
                </a:lnTo>
                <a:lnTo>
                  <a:pt x="12480517" y="42596"/>
                </a:lnTo>
                <a:lnTo>
                  <a:pt x="12480210" y="42442"/>
                </a:lnTo>
                <a:lnTo>
                  <a:pt x="12490321" y="48252"/>
                </a:lnTo>
                <a:lnTo>
                  <a:pt x="12499966" y="54437"/>
                </a:lnTo>
                <a:lnTo>
                  <a:pt x="12509287" y="61073"/>
                </a:lnTo>
                <a:lnTo>
                  <a:pt x="12509021" y="60863"/>
                </a:lnTo>
                <a:lnTo>
                  <a:pt x="12518107" y="68016"/>
                </a:lnTo>
                <a:lnTo>
                  <a:pt x="12526615" y="75381"/>
                </a:lnTo>
                <a:lnTo>
                  <a:pt x="12534890" y="83274"/>
                </a:lnTo>
                <a:lnTo>
                  <a:pt x="12542784" y="91550"/>
                </a:lnTo>
                <a:lnTo>
                  <a:pt x="12550267" y="100194"/>
                </a:lnTo>
                <a:lnTo>
                  <a:pt x="12557301" y="109143"/>
                </a:lnTo>
                <a:lnTo>
                  <a:pt x="12557092" y="108878"/>
                </a:lnTo>
                <a:lnTo>
                  <a:pt x="12563728" y="118199"/>
                </a:lnTo>
                <a:lnTo>
                  <a:pt x="12569913" y="127843"/>
                </a:lnTo>
                <a:lnTo>
                  <a:pt x="12575722" y="137955"/>
                </a:lnTo>
                <a:lnTo>
                  <a:pt x="12575569" y="137648"/>
                </a:lnTo>
                <a:lnTo>
                  <a:pt x="12580820" y="147905"/>
                </a:lnTo>
                <a:lnTo>
                  <a:pt x="12585680" y="158638"/>
                </a:lnTo>
                <a:lnTo>
                  <a:pt x="12585540" y="158331"/>
                </a:lnTo>
                <a:lnTo>
                  <a:pt x="12589876" y="169337"/>
                </a:lnTo>
                <a:lnTo>
                  <a:pt x="12593596" y="180335"/>
                </a:lnTo>
                <a:lnTo>
                  <a:pt x="12596761" y="191487"/>
                </a:lnTo>
                <a:lnTo>
                  <a:pt x="12599422" y="203064"/>
                </a:lnTo>
                <a:lnTo>
                  <a:pt x="12599381" y="202798"/>
                </a:lnTo>
                <a:lnTo>
                  <a:pt x="12600512" y="208776"/>
                </a:lnTo>
                <a:lnTo>
                  <a:pt x="12600484" y="208608"/>
                </a:lnTo>
                <a:lnTo>
                  <a:pt x="12601462" y="214462"/>
                </a:lnTo>
                <a:lnTo>
                  <a:pt x="12602313" y="220521"/>
                </a:lnTo>
                <a:lnTo>
                  <a:pt x="12602285" y="220354"/>
                </a:lnTo>
                <a:lnTo>
                  <a:pt x="12602984" y="226471"/>
                </a:lnTo>
                <a:lnTo>
                  <a:pt x="12602970" y="226289"/>
                </a:lnTo>
                <a:lnTo>
                  <a:pt x="12603506" y="232362"/>
                </a:lnTo>
                <a:lnTo>
                  <a:pt x="12603892" y="238495"/>
                </a:lnTo>
                <a:lnTo>
                  <a:pt x="12603892" y="238314"/>
                </a:lnTo>
                <a:lnTo>
                  <a:pt x="12604129" y="244556"/>
                </a:lnTo>
                <a:lnTo>
                  <a:pt x="12604115" y="244389"/>
                </a:lnTo>
                <a:lnTo>
                  <a:pt x="12604199" y="250673"/>
                </a:lnTo>
                <a:lnTo>
                  <a:pt x="12604199" y="5628958"/>
                </a:lnTo>
                <a:lnTo>
                  <a:pt x="12604115" y="5635243"/>
                </a:lnTo>
                <a:lnTo>
                  <a:pt x="12604129" y="5635075"/>
                </a:lnTo>
                <a:lnTo>
                  <a:pt x="12603892" y="5641318"/>
                </a:lnTo>
                <a:lnTo>
                  <a:pt x="12603892" y="5641137"/>
                </a:lnTo>
                <a:lnTo>
                  <a:pt x="12603506" y="5647270"/>
                </a:lnTo>
                <a:lnTo>
                  <a:pt x="12602970" y="5653343"/>
                </a:lnTo>
                <a:lnTo>
                  <a:pt x="12602984" y="5653161"/>
                </a:lnTo>
                <a:lnTo>
                  <a:pt x="12602285" y="5659278"/>
                </a:lnTo>
                <a:lnTo>
                  <a:pt x="12602313" y="5659111"/>
                </a:lnTo>
                <a:lnTo>
                  <a:pt x="12601462" y="5665169"/>
                </a:lnTo>
                <a:lnTo>
                  <a:pt x="12600484" y="5671024"/>
                </a:lnTo>
                <a:lnTo>
                  <a:pt x="12600512" y="5670856"/>
                </a:lnTo>
                <a:lnTo>
                  <a:pt x="12599381" y="5676833"/>
                </a:lnTo>
                <a:lnTo>
                  <a:pt x="12599422" y="5676568"/>
                </a:lnTo>
                <a:lnTo>
                  <a:pt x="12596761" y="5688145"/>
                </a:lnTo>
                <a:lnTo>
                  <a:pt x="12593596" y="5699297"/>
                </a:lnTo>
                <a:lnTo>
                  <a:pt x="12589876" y="5710295"/>
                </a:lnTo>
                <a:lnTo>
                  <a:pt x="12585540" y="5721301"/>
                </a:lnTo>
                <a:lnTo>
                  <a:pt x="12585680" y="5720993"/>
                </a:lnTo>
                <a:lnTo>
                  <a:pt x="12580820" y="5731727"/>
                </a:lnTo>
                <a:lnTo>
                  <a:pt x="12575569" y="5741984"/>
                </a:lnTo>
                <a:lnTo>
                  <a:pt x="12575722" y="5741677"/>
                </a:lnTo>
                <a:lnTo>
                  <a:pt x="12569913" y="5751788"/>
                </a:lnTo>
                <a:lnTo>
                  <a:pt x="12563728" y="5761433"/>
                </a:lnTo>
                <a:lnTo>
                  <a:pt x="12557092" y="5770754"/>
                </a:lnTo>
                <a:lnTo>
                  <a:pt x="12557301" y="5770489"/>
                </a:lnTo>
                <a:lnTo>
                  <a:pt x="12550267" y="5779438"/>
                </a:lnTo>
                <a:lnTo>
                  <a:pt x="12542784" y="5788082"/>
                </a:lnTo>
                <a:lnTo>
                  <a:pt x="12534890" y="5796357"/>
                </a:lnTo>
                <a:lnTo>
                  <a:pt x="12526615" y="5804251"/>
                </a:lnTo>
                <a:lnTo>
                  <a:pt x="12518107" y="5811616"/>
                </a:lnTo>
                <a:lnTo>
                  <a:pt x="12509021" y="5818769"/>
                </a:lnTo>
                <a:lnTo>
                  <a:pt x="12509287" y="5818559"/>
                </a:lnTo>
                <a:lnTo>
                  <a:pt x="12499966" y="5825195"/>
                </a:lnTo>
                <a:lnTo>
                  <a:pt x="12490321" y="5831380"/>
                </a:lnTo>
                <a:lnTo>
                  <a:pt x="12480210" y="5837190"/>
                </a:lnTo>
                <a:lnTo>
                  <a:pt x="12480517" y="5837036"/>
                </a:lnTo>
                <a:lnTo>
                  <a:pt x="12470015" y="5842413"/>
                </a:lnTo>
                <a:lnTo>
                  <a:pt x="12470308" y="5842259"/>
                </a:lnTo>
                <a:lnTo>
                  <a:pt x="12459526" y="5847147"/>
                </a:lnTo>
                <a:lnTo>
                  <a:pt x="12459834" y="5847008"/>
                </a:lnTo>
                <a:lnTo>
                  <a:pt x="12448828" y="5851343"/>
                </a:lnTo>
                <a:lnTo>
                  <a:pt x="12437830" y="5855063"/>
                </a:lnTo>
                <a:lnTo>
                  <a:pt x="12426678" y="5858228"/>
                </a:lnTo>
                <a:lnTo>
                  <a:pt x="12415101" y="5860890"/>
                </a:lnTo>
                <a:lnTo>
                  <a:pt x="12415366" y="5860848"/>
                </a:lnTo>
                <a:lnTo>
                  <a:pt x="12409389" y="5861979"/>
                </a:lnTo>
                <a:lnTo>
                  <a:pt x="12409556" y="5861951"/>
                </a:lnTo>
                <a:lnTo>
                  <a:pt x="12403702" y="5862929"/>
                </a:lnTo>
                <a:lnTo>
                  <a:pt x="12397644" y="5863781"/>
                </a:lnTo>
                <a:lnTo>
                  <a:pt x="12397811" y="5863753"/>
                </a:lnTo>
                <a:lnTo>
                  <a:pt x="12391694" y="5864451"/>
                </a:lnTo>
                <a:lnTo>
                  <a:pt x="12391862" y="5864437"/>
                </a:lnTo>
                <a:lnTo>
                  <a:pt x="12385802" y="5864973"/>
                </a:lnTo>
                <a:lnTo>
                  <a:pt x="12379669" y="5865359"/>
                </a:lnTo>
                <a:lnTo>
                  <a:pt x="12379851" y="5865359"/>
                </a:lnTo>
                <a:lnTo>
                  <a:pt x="12373608" y="5865596"/>
                </a:lnTo>
                <a:lnTo>
                  <a:pt x="12373776" y="5865582"/>
                </a:lnTo>
                <a:lnTo>
                  <a:pt x="12367491" y="5865666"/>
                </a:lnTo>
                <a:lnTo>
                  <a:pt x="250673" y="5865666"/>
                </a:lnTo>
                <a:lnTo>
                  <a:pt x="244389" y="5865582"/>
                </a:lnTo>
                <a:lnTo>
                  <a:pt x="244556" y="5865596"/>
                </a:lnTo>
                <a:lnTo>
                  <a:pt x="238314" y="5865359"/>
                </a:lnTo>
                <a:lnTo>
                  <a:pt x="238495" y="5865359"/>
                </a:lnTo>
                <a:lnTo>
                  <a:pt x="232362" y="5864973"/>
                </a:lnTo>
                <a:lnTo>
                  <a:pt x="226289" y="5864437"/>
                </a:lnTo>
                <a:lnTo>
                  <a:pt x="226471" y="5864451"/>
                </a:lnTo>
                <a:lnTo>
                  <a:pt x="220354" y="5863753"/>
                </a:lnTo>
                <a:lnTo>
                  <a:pt x="220521" y="5863781"/>
                </a:lnTo>
                <a:lnTo>
                  <a:pt x="214462" y="5862929"/>
                </a:lnTo>
                <a:lnTo>
                  <a:pt x="208608" y="5861951"/>
                </a:lnTo>
                <a:lnTo>
                  <a:pt x="208776" y="5861979"/>
                </a:lnTo>
                <a:lnTo>
                  <a:pt x="202798" y="5860848"/>
                </a:lnTo>
                <a:lnTo>
                  <a:pt x="203064" y="5860890"/>
                </a:lnTo>
                <a:lnTo>
                  <a:pt x="191487" y="5858228"/>
                </a:lnTo>
                <a:lnTo>
                  <a:pt x="180335" y="5855063"/>
                </a:lnTo>
                <a:lnTo>
                  <a:pt x="169337" y="5851343"/>
                </a:lnTo>
                <a:lnTo>
                  <a:pt x="158331" y="5847008"/>
                </a:lnTo>
                <a:lnTo>
                  <a:pt x="158638" y="5847147"/>
                </a:lnTo>
                <a:lnTo>
                  <a:pt x="147905" y="5842287"/>
                </a:lnTo>
                <a:lnTo>
                  <a:pt x="137648" y="5837036"/>
                </a:lnTo>
                <a:lnTo>
                  <a:pt x="137955" y="5837190"/>
                </a:lnTo>
                <a:lnTo>
                  <a:pt x="127843" y="5831380"/>
                </a:lnTo>
                <a:lnTo>
                  <a:pt x="118199" y="5825195"/>
                </a:lnTo>
                <a:lnTo>
                  <a:pt x="108878" y="5818559"/>
                </a:lnTo>
                <a:lnTo>
                  <a:pt x="109143" y="5818769"/>
                </a:lnTo>
                <a:lnTo>
                  <a:pt x="100194" y="5811734"/>
                </a:lnTo>
                <a:lnTo>
                  <a:pt x="91550" y="5804251"/>
                </a:lnTo>
                <a:lnTo>
                  <a:pt x="83274" y="5796357"/>
                </a:lnTo>
                <a:lnTo>
                  <a:pt x="75381" y="5788082"/>
                </a:lnTo>
                <a:lnTo>
                  <a:pt x="67898" y="5779438"/>
                </a:lnTo>
                <a:lnTo>
                  <a:pt x="60863" y="5770489"/>
                </a:lnTo>
                <a:lnTo>
                  <a:pt x="61073" y="5770754"/>
                </a:lnTo>
                <a:lnTo>
                  <a:pt x="54437" y="5761433"/>
                </a:lnTo>
                <a:lnTo>
                  <a:pt x="48252" y="5751788"/>
                </a:lnTo>
                <a:lnTo>
                  <a:pt x="42442" y="5741677"/>
                </a:lnTo>
                <a:lnTo>
                  <a:pt x="42596" y="5741984"/>
                </a:lnTo>
                <a:lnTo>
                  <a:pt x="37345" y="5731727"/>
                </a:lnTo>
                <a:lnTo>
                  <a:pt x="32485" y="5720993"/>
                </a:lnTo>
                <a:lnTo>
                  <a:pt x="32624" y="5721301"/>
                </a:lnTo>
                <a:lnTo>
                  <a:pt x="28289" y="5710295"/>
                </a:lnTo>
                <a:lnTo>
                  <a:pt x="24568" y="5699297"/>
                </a:lnTo>
                <a:lnTo>
                  <a:pt x="21403" y="5688145"/>
                </a:lnTo>
                <a:lnTo>
                  <a:pt x="18742" y="5676568"/>
                </a:lnTo>
                <a:lnTo>
                  <a:pt x="18784" y="5676833"/>
                </a:lnTo>
                <a:lnTo>
                  <a:pt x="17653" y="5670856"/>
                </a:lnTo>
                <a:lnTo>
                  <a:pt x="17681" y="5671024"/>
                </a:lnTo>
                <a:lnTo>
                  <a:pt x="16703" y="5665169"/>
                </a:lnTo>
                <a:lnTo>
                  <a:pt x="15851" y="5659111"/>
                </a:lnTo>
                <a:lnTo>
                  <a:pt x="15879" y="5659278"/>
                </a:lnTo>
                <a:lnTo>
                  <a:pt x="15181" y="5653161"/>
                </a:lnTo>
                <a:lnTo>
                  <a:pt x="15195" y="5653343"/>
                </a:lnTo>
                <a:lnTo>
                  <a:pt x="14659" y="5647270"/>
                </a:lnTo>
                <a:lnTo>
                  <a:pt x="14273" y="5641137"/>
                </a:lnTo>
                <a:lnTo>
                  <a:pt x="14273" y="5641318"/>
                </a:lnTo>
                <a:lnTo>
                  <a:pt x="14036" y="5635075"/>
                </a:lnTo>
                <a:lnTo>
                  <a:pt x="14050" y="5635243"/>
                </a:lnTo>
                <a:lnTo>
                  <a:pt x="13966" y="5628958"/>
                </a:lnTo>
                <a:lnTo>
                  <a:pt x="13966" y="250673"/>
                </a:lnTo>
                <a:lnTo>
                  <a:pt x="14050" y="244389"/>
                </a:lnTo>
                <a:lnTo>
                  <a:pt x="14036" y="244556"/>
                </a:lnTo>
                <a:lnTo>
                  <a:pt x="14273" y="238314"/>
                </a:lnTo>
                <a:lnTo>
                  <a:pt x="14273" y="238495"/>
                </a:lnTo>
                <a:lnTo>
                  <a:pt x="14659" y="232362"/>
                </a:lnTo>
                <a:close/>
              </a:path>
            </a:pathLst>
          </a:custGeom>
          <a:solidFill xmlns:a="http://schemas.openxmlformats.org/drawingml/2006/main">
            <a:srgbClr val="D9ED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06CA71-8BB9-4633-A8C9-4065B80B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108" y="357235"/>
            <a:ext cx="4045913" cy="4293807"/>
          </a:xfrm>
          <a:custGeom xmlns:a="http://schemas.openxmlformats.org/drawingml/2006/main">
            <a:pathLst>
              <a:path w="4045913" h="4293807">
                <a:moveTo>
                  <a:pt x="22932" y="131712"/>
                </a:moveTo>
                <a:lnTo>
                  <a:pt x="18267" y="142019"/>
                </a:lnTo>
                <a:lnTo>
                  <a:pt x="14106" y="152577"/>
                </a:lnTo>
                <a:lnTo>
                  <a:pt x="10446" y="163387"/>
                </a:lnTo>
                <a:lnTo>
                  <a:pt x="7318" y="174420"/>
                </a:lnTo>
                <a:lnTo>
                  <a:pt x="4720" y="185676"/>
                </a:lnTo>
                <a:lnTo>
                  <a:pt x="2681" y="197128"/>
                </a:lnTo>
                <a:lnTo>
                  <a:pt x="1201" y="208720"/>
                </a:lnTo>
                <a:lnTo>
                  <a:pt x="670" y="214641"/>
                </a:lnTo>
                <a:lnTo>
                  <a:pt x="321" y="220228"/>
                </a:lnTo>
                <a:lnTo>
                  <a:pt x="14259" y="221108"/>
                </a:lnTo>
                <a:lnTo>
                  <a:pt x="14603" y="215702"/>
                </a:lnTo>
                <a:lnTo>
                  <a:pt x="15084" y="210238"/>
                </a:lnTo>
                <a:lnTo>
                  <a:pt x="16492" y="199182"/>
                </a:lnTo>
                <a:lnTo>
                  <a:pt x="18398" y="188510"/>
                </a:lnTo>
                <a:lnTo>
                  <a:pt x="20893" y="177730"/>
                </a:lnTo>
                <a:lnTo>
                  <a:pt x="20795" y="178065"/>
                </a:lnTo>
                <a:lnTo>
                  <a:pt x="23757" y="167658"/>
                </a:lnTo>
                <a:lnTo>
                  <a:pt x="27284" y="157231"/>
                </a:lnTo>
                <a:lnTo>
                  <a:pt x="31200" y="147298"/>
                </a:lnTo>
                <a:lnTo>
                  <a:pt x="31074" y="147619"/>
                </a:lnTo>
                <a:lnTo>
                  <a:pt x="35454" y="137909"/>
                </a:lnTo>
                <a:lnTo>
                  <a:pt x="40296" y="128444"/>
                </a:lnTo>
                <a:lnTo>
                  <a:pt x="45696" y="119059"/>
                </a:lnTo>
                <a:lnTo>
                  <a:pt x="45515" y="119338"/>
                </a:lnTo>
                <a:lnTo>
                  <a:pt x="45864" y="118794"/>
                </a:lnTo>
                <a:lnTo>
                  <a:pt x="34105" y="111266"/>
                </a:lnTo>
                <a:lnTo>
                  <a:pt x="33672" y="111950"/>
                </a:lnTo>
                <a:lnTo>
                  <a:pt x="28071" y="121685"/>
                </a:lnTo>
                <a:lnTo>
                  <a:pt x="22932" y="131712"/>
                </a:lnTo>
                <a:close/>
                <a:moveTo>
                  <a:pt x="0" y="262558"/>
                </a:moveTo>
                <a:lnTo>
                  <a:pt x="0" y="374285"/>
                </a:lnTo>
                <a:lnTo>
                  <a:pt x="13966" y="374285"/>
                </a:lnTo>
                <a:lnTo>
                  <a:pt x="13966" y="262558"/>
                </a:lnTo>
                <a:lnTo>
                  <a:pt x="0" y="262558"/>
                </a:lnTo>
                <a:close/>
                <a:moveTo>
                  <a:pt x="0" y="527910"/>
                </a:moveTo>
                <a:lnTo>
                  <a:pt x="13966" y="527910"/>
                </a:lnTo>
                <a:lnTo>
                  <a:pt x="13966" y="416183"/>
                </a:lnTo>
                <a:lnTo>
                  <a:pt x="0" y="416183"/>
                </a:lnTo>
                <a:lnTo>
                  <a:pt x="0" y="527910"/>
                </a:lnTo>
                <a:close/>
                <a:moveTo>
                  <a:pt x="0" y="681535"/>
                </a:moveTo>
                <a:lnTo>
                  <a:pt x="13966" y="681535"/>
                </a:lnTo>
                <a:lnTo>
                  <a:pt x="13966" y="569808"/>
                </a:lnTo>
                <a:lnTo>
                  <a:pt x="0" y="569808"/>
                </a:lnTo>
                <a:lnTo>
                  <a:pt x="0" y="681535"/>
                </a:lnTo>
                <a:close/>
                <a:moveTo>
                  <a:pt x="0" y="723432"/>
                </a:moveTo>
                <a:lnTo>
                  <a:pt x="0" y="835159"/>
                </a:lnTo>
                <a:lnTo>
                  <a:pt x="13966" y="835159"/>
                </a:lnTo>
                <a:lnTo>
                  <a:pt x="13966" y="723432"/>
                </a:lnTo>
                <a:lnTo>
                  <a:pt x="0" y="723432"/>
                </a:lnTo>
                <a:close/>
                <a:moveTo>
                  <a:pt x="0" y="988784"/>
                </a:moveTo>
                <a:lnTo>
                  <a:pt x="13966" y="988784"/>
                </a:lnTo>
                <a:lnTo>
                  <a:pt x="13966" y="877057"/>
                </a:lnTo>
                <a:lnTo>
                  <a:pt x="0" y="877057"/>
                </a:lnTo>
                <a:lnTo>
                  <a:pt x="0" y="988784"/>
                </a:lnTo>
                <a:close/>
                <a:moveTo>
                  <a:pt x="0" y="1142408"/>
                </a:moveTo>
                <a:lnTo>
                  <a:pt x="13966" y="1142408"/>
                </a:lnTo>
                <a:lnTo>
                  <a:pt x="13966" y="1030681"/>
                </a:lnTo>
                <a:lnTo>
                  <a:pt x="0" y="1030681"/>
                </a:lnTo>
                <a:lnTo>
                  <a:pt x="0" y="1142408"/>
                </a:lnTo>
                <a:close/>
                <a:moveTo>
                  <a:pt x="0" y="1184306"/>
                </a:moveTo>
                <a:lnTo>
                  <a:pt x="0" y="1296033"/>
                </a:lnTo>
                <a:lnTo>
                  <a:pt x="13966" y="1296033"/>
                </a:lnTo>
                <a:lnTo>
                  <a:pt x="13966" y="1184306"/>
                </a:lnTo>
                <a:lnTo>
                  <a:pt x="0" y="1184306"/>
                </a:lnTo>
                <a:close/>
                <a:moveTo>
                  <a:pt x="0" y="1337930"/>
                </a:moveTo>
                <a:lnTo>
                  <a:pt x="0" y="1449657"/>
                </a:lnTo>
                <a:lnTo>
                  <a:pt x="13966" y="1449657"/>
                </a:lnTo>
                <a:lnTo>
                  <a:pt x="13966" y="1337930"/>
                </a:lnTo>
                <a:lnTo>
                  <a:pt x="0" y="1337930"/>
                </a:lnTo>
                <a:close/>
                <a:moveTo>
                  <a:pt x="0" y="1491555"/>
                </a:moveTo>
                <a:lnTo>
                  <a:pt x="0" y="1603282"/>
                </a:lnTo>
                <a:lnTo>
                  <a:pt x="13966" y="1603282"/>
                </a:lnTo>
                <a:lnTo>
                  <a:pt x="13966" y="1491555"/>
                </a:lnTo>
                <a:lnTo>
                  <a:pt x="0" y="1491555"/>
                </a:lnTo>
                <a:close/>
                <a:moveTo>
                  <a:pt x="0" y="1756907"/>
                </a:moveTo>
                <a:lnTo>
                  <a:pt x="13966" y="1756907"/>
                </a:lnTo>
                <a:lnTo>
                  <a:pt x="13966" y="1645180"/>
                </a:lnTo>
                <a:lnTo>
                  <a:pt x="0" y="1645180"/>
                </a:lnTo>
                <a:lnTo>
                  <a:pt x="0" y="1756907"/>
                </a:lnTo>
                <a:close/>
                <a:moveTo>
                  <a:pt x="0" y="1910531"/>
                </a:moveTo>
                <a:lnTo>
                  <a:pt x="13966" y="1910531"/>
                </a:lnTo>
                <a:lnTo>
                  <a:pt x="13966" y="1798804"/>
                </a:lnTo>
                <a:lnTo>
                  <a:pt x="0" y="1798804"/>
                </a:lnTo>
                <a:lnTo>
                  <a:pt x="0" y="1910531"/>
                </a:lnTo>
                <a:close/>
                <a:moveTo>
                  <a:pt x="0" y="1952429"/>
                </a:moveTo>
                <a:lnTo>
                  <a:pt x="0" y="2064156"/>
                </a:lnTo>
                <a:lnTo>
                  <a:pt x="13966" y="2064156"/>
                </a:lnTo>
                <a:lnTo>
                  <a:pt x="13966" y="1952429"/>
                </a:lnTo>
                <a:lnTo>
                  <a:pt x="0" y="1952429"/>
                </a:lnTo>
                <a:close/>
                <a:moveTo>
                  <a:pt x="0" y="2217780"/>
                </a:moveTo>
                <a:lnTo>
                  <a:pt x="13966" y="2217780"/>
                </a:lnTo>
                <a:lnTo>
                  <a:pt x="13966" y="2106053"/>
                </a:lnTo>
                <a:lnTo>
                  <a:pt x="0" y="2106053"/>
                </a:lnTo>
                <a:lnTo>
                  <a:pt x="0" y="2217780"/>
                </a:lnTo>
                <a:close/>
                <a:moveTo>
                  <a:pt x="0" y="2371405"/>
                </a:moveTo>
                <a:lnTo>
                  <a:pt x="13966" y="2371405"/>
                </a:lnTo>
                <a:lnTo>
                  <a:pt x="13966" y="2259678"/>
                </a:lnTo>
                <a:lnTo>
                  <a:pt x="0" y="2259678"/>
                </a:lnTo>
                <a:lnTo>
                  <a:pt x="0" y="2371405"/>
                </a:lnTo>
                <a:close/>
                <a:moveTo>
                  <a:pt x="0" y="2413303"/>
                </a:moveTo>
                <a:lnTo>
                  <a:pt x="0" y="2525030"/>
                </a:lnTo>
                <a:lnTo>
                  <a:pt x="13966" y="2525030"/>
                </a:lnTo>
                <a:lnTo>
                  <a:pt x="13966" y="2413303"/>
                </a:lnTo>
                <a:lnTo>
                  <a:pt x="0" y="2413303"/>
                </a:lnTo>
                <a:close/>
                <a:moveTo>
                  <a:pt x="0" y="2678654"/>
                </a:moveTo>
                <a:lnTo>
                  <a:pt x="13966" y="2678654"/>
                </a:lnTo>
                <a:lnTo>
                  <a:pt x="13966" y="2566927"/>
                </a:lnTo>
                <a:lnTo>
                  <a:pt x="0" y="2566927"/>
                </a:lnTo>
                <a:lnTo>
                  <a:pt x="0" y="2678654"/>
                </a:lnTo>
                <a:close/>
                <a:moveTo>
                  <a:pt x="0" y="2832279"/>
                </a:moveTo>
                <a:lnTo>
                  <a:pt x="13966" y="2832279"/>
                </a:lnTo>
                <a:lnTo>
                  <a:pt x="13966" y="2720552"/>
                </a:lnTo>
                <a:lnTo>
                  <a:pt x="0" y="2720552"/>
                </a:lnTo>
                <a:lnTo>
                  <a:pt x="0" y="2832279"/>
                </a:lnTo>
                <a:close/>
                <a:moveTo>
                  <a:pt x="0" y="2874176"/>
                </a:moveTo>
                <a:lnTo>
                  <a:pt x="0" y="2985903"/>
                </a:lnTo>
                <a:lnTo>
                  <a:pt x="13966" y="2985903"/>
                </a:lnTo>
                <a:lnTo>
                  <a:pt x="13966" y="2874176"/>
                </a:lnTo>
                <a:lnTo>
                  <a:pt x="0" y="2874176"/>
                </a:lnTo>
                <a:close/>
                <a:moveTo>
                  <a:pt x="0" y="3027801"/>
                </a:moveTo>
                <a:lnTo>
                  <a:pt x="0" y="3139528"/>
                </a:lnTo>
                <a:lnTo>
                  <a:pt x="13966" y="3139528"/>
                </a:lnTo>
                <a:lnTo>
                  <a:pt x="13966" y="3027801"/>
                </a:lnTo>
                <a:lnTo>
                  <a:pt x="0" y="3027801"/>
                </a:lnTo>
                <a:close/>
                <a:moveTo>
                  <a:pt x="0" y="3181425"/>
                </a:moveTo>
                <a:lnTo>
                  <a:pt x="0" y="3293152"/>
                </a:lnTo>
                <a:lnTo>
                  <a:pt x="13966" y="3293152"/>
                </a:lnTo>
                <a:lnTo>
                  <a:pt x="13966" y="3181425"/>
                </a:lnTo>
                <a:lnTo>
                  <a:pt x="0" y="3181425"/>
                </a:lnTo>
                <a:close/>
                <a:moveTo>
                  <a:pt x="0" y="3446777"/>
                </a:moveTo>
                <a:lnTo>
                  <a:pt x="13966" y="3446777"/>
                </a:lnTo>
                <a:lnTo>
                  <a:pt x="13966" y="3335050"/>
                </a:lnTo>
                <a:lnTo>
                  <a:pt x="0" y="3335050"/>
                </a:lnTo>
                <a:lnTo>
                  <a:pt x="0" y="3446777"/>
                </a:lnTo>
                <a:close/>
                <a:moveTo>
                  <a:pt x="0" y="3600402"/>
                </a:moveTo>
                <a:lnTo>
                  <a:pt x="13966" y="3600402"/>
                </a:lnTo>
                <a:lnTo>
                  <a:pt x="13966" y="3488675"/>
                </a:lnTo>
                <a:lnTo>
                  <a:pt x="0" y="3488675"/>
                </a:lnTo>
                <a:lnTo>
                  <a:pt x="0" y="3600402"/>
                </a:lnTo>
                <a:close/>
                <a:moveTo>
                  <a:pt x="0" y="3642299"/>
                </a:moveTo>
                <a:lnTo>
                  <a:pt x="0" y="3754026"/>
                </a:lnTo>
                <a:lnTo>
                  <a:pt x="13966" y="3754026"/>
                </a:lnTo>
                <a:lnTo>
                  <a:pt x="13966" y="3642299"/>
                </a:lnTo>
                <a:lnTo>
                  <a:pt x="0" y="3642299"/>
                </a:lnTo>
                <a:close/>
                <a:moveTo>
                  <a:pt x="0" y="3907651"/>
                </a:moveTo>
                <a:lnTo>
                  <a:pt x="13966" y="3907651"/>
                </a:lnTo>
                <a:lnTo>
                  <a:pt x="13966" y="3795924"/>
                </a:lnTo>
                <a:lnTo>
                  <a:pt x="0" y="3795924"/>
                </a:lnTo>
                <a:lnTo>
                  <a:pt x="0" y="3907651"/>
                </a:lnTo>
                <a:close/>
                <a:moveTo>
                  <a:pt x="6983" y="4061275"/>
                </a:moveTo>
                <a:lnTo>
                  <a:pt x="0" y="4061359"/>
                </a:lnTo>
                <a:lnTo>
                  <a:pt x="70" y="4067281"/>
                </a:lnTo>
                <a:lnTo>
                  <a:pt x="307" y="4073230"/>
                </a:lnTo>
                <a:lnTo>
                  <a:pt x="670" y="4079166"/>
                </a:lnTo>
                <a:lnTo>
                  <a:pt x="1201" y="4085087"/>
                </a:lnTo>
                <a:lnTo>
                  <a:pt x="2681" y="4096679"/>
                </a:lnTo>
                <a:lnTo>
                  <a:pt x="4720" y="4108131"/>
                </a:lnTo>
                <a:lnTo>
                  <a:pt x="7318" y="4119387"/>
                </a:lnTo>
                <a:lnTo>
                  <a:pt x="10446" y="4130420"/>
                </a:lnTo>
                <a:lnTo>
                  <a:pt x="14106" y="4141230"/>
                </a:lnTo>
                <a:lnTo>
                  <a:pt x="18267" y="4151788"/>
                </a:lnTo>
                <a:lnTo>
                  <a:pt x="22932" y="4162095"/>
                </a:lnTo>
                <a:lnTo>
                  <a:pt x="25166" y="4166438"/>
                </a:lnTo>
                <a:lnTo>
                  <a:pt x="37596" y="4160084"/>
                </a:lnTo>
                <a:lnTo>
                  <a:pt x="35454" y="4155898"/>
                </a:lnTo>
                <a:lnTo>
                  <a:pt x="31074" y="4146188"/>
                </a:lnTo>
                <a:lnTo>
                  <a:pt x="31200" y="4146509"/>
                </a:lnTo>
                <a:lnTo>
                  <a:pt x="27284" y="4136576"/>
                </a:lnTo>
                <a:lnTo>
                  <a:pt x="23757" y="4126149"/>
                </a:lnTo>
                <a:lnTo>
                  <a:pt x="20795" y="4115742"/>
                </a:lnTo>
                <a:lnTo>
                  <a:pt x="20893" y="4116077"/>
                </a:lnTo>
                <a:lnTo>
                  <a:pt x="18398" y="4105297"/>
                </a:lnTo>
                <a:lnTo>
                  <a:pt x="16492" y="4094625"/>
                </a:lnTo>
                <a:lnTo>
                  <a:pt x="15084" y="4083570"/>
                </a:lnTo>
                <a:lnTo>
                  <a:pt x="14603" y="4078107"/>
                </a:lnTo>
                <a:lnTo>
                  <a:pt x="14245" y="4072448"/>
                </a:lnTo>
                <a:lnTo>
                  <a:pt x="14259" y="4072616"/>
                </a:lnTo>
                <a:lnTo>
                  <a:pt x="14036" y="4066834"/>
                </a:lnTo>
                <a:lnTo>
                  <a:pt x="14036" y="4067015"/>
                </a:lnTo>
                <a:lnTo>
                  <a:pt x="13966" y="4061192"/>
                </a:lnTo>
                <a:lnTo>
                  <a:pt x="13966" y="3949548"/>
                </a:lnTo>
                <a:lnTo>
                  <a:pt x="0" y="3949548"/>
                </a:lnTo>
                <a:lnTo>
                  <a:pt x="0" y="4061275"/>
                </a:lnTo>
                <a:lnTo>
                  <a:pt x="6983" y="4061275"/>
                </a:lnTo>
                <a:close/>
                <a:moveTo>
                  <a:pt x="197128" y="2681"/>
                </a:moveTo>
                <a:lnTo>
                  <a:pt x="196248" y="2835"/>
                </a:lnTo>
                <a:lnTo>
                  <a:pt x="198706" y="16577"/>
                </a:lnTo>
                <a:lnTo>
                  <a:pt x="199188" y="16491"/>
                </a:lnTo>
                <a:lnTo>
                  <a:pt x="210238" y="15084"/>
                </a:lnTo>
                <a:lnTo>
                  <a:pt x="215700" y="14603"/>
                </a:lnTo>
                <a:lnTo>
                  <a:pt x="221359" y="14245"/>
                </a:lnTo>
                <a:lnTo>
                  <a:pt x="221191" y="14259"/>
                </a:lnTo>
                <a:lnTo>
                  <a:pt x="226973" y="14036"/>
                </a:lnTo>
                <a:lnTo>
                  <a:pt x="226792" y="14036"/>
                </a:lnTo>
                <a:lnTo>
                  <a:pt x="232616" y="13966"/>
                </a:lnTo>
                <a:lnTo>
                  <a:pt x="309065" y="13966"/>
                </a:lnTo>
                <a:lnTo>
                  <a:pt x="309065" y="0"/>
                </a:lnTo>
                <a:lnTo>
                  <a:pt x="232490" y="0"/>
                </a:lnTo>
                <a:lnTo>
                  <a:pt x="226526" y="70"/>
                </a:lnTo>
                <a:lnTo>
                  <a:pt x="220577" y="307"/>
                </a:lnTo>
                <a:lnTo>
                  <a:pt x="214641" y="670"/>
                </a:lnTo>
                <a:lnTo>
                  <a:pt x="208720" y="1201"/>
                </a:lnTo>
                <a:lnTo>
                  <a:pt x="197128" y="2681"/>
                </a:lnTo>
                <a:close/>
                <a:moveTo>
                  <a:pt x="102509" y="39719"/>
                </a:moveTo>
                <a:lnTo>
                  <a:pt x="93404" y="46199"/>
                </a:lnTo>
                <a:lnTo>
                  <a:pt x="84619" y="53098"/>
                </a:lnTo>
                <a:lnTo>
                  <a:pt x="76184" y="60402"/>
                </a:lnTo>
                <a:lnTo>
                  <a:pt x="68112" y="68112"/>
                </a:lnTo>
                <a:lnTo>
                  <a:pt x="60402" y="76184"/>
                </a:lnTo>
                <a:lnTo>
                  <a:pt x="59746" y="76938"/>
                </a:lnTo>
                <a:lnTo>
                  <a:pt x="70304" y="86086"/>
                </a:lnTo>
                <a:lnTo>
                  <a:pt x="70718" y="85597"/>
                </a:lnTo>
                <a:lnTo>
                  <a:pt x="77981" y="77981"/>
                </a:lnTo>
                <a:lnTo>
                  <a:pt x="85627" y="70690"/>
                </a:lnTo>
                <a:lnTo>
                  <a:pt x="93476" y="63899"/>
                </a:lnTo>
                <a:lnTo>
                  <a:pt x="101802" y="57361"/>
                </a:lnTo>
                <a:lnTo>
                  <a:pt x="110435" y="51224"/>
                </a:lnTo>
                <a:lnTo>
                  <a:pt x="119338" y="45515"/>
                </a:lnTo>
                <a:lnTo>
                  <a:pt x="119059" y="45696"/>
                </a:lnTo>
                <a:lnTo>
                  <a:pt x="128444" y="40296"/>
                </a:lnTo>
                <a:lnTo>
                  <a:pt x="137909" y="35454"/>
                </a:lnTo>
                <a:lnTo>
                  <a:pt x="147619" y="31074"/>
                </a:lnTo>
                <a:lnTo>
                  <a:pt x="147298" y="31200"/>
                </a:lnTo>
                <a:lnTo>
                  <a:pt x="157232" y="27283"/>
                </a:lnTo>
                <a:lnTo>
                  <a:pt x="159169" y="26619"/>
                </a:lnTo>
                <a:lnTo>
                  <a:pt x="154700" y="13393"/>
                </a:lnTo>
                <a:lnTo>
                  <a:pt x="152577" y="14106"/>
                </a:lnTo>
                <a:lnTo>
                  <a:pt x="142019" y="18267"/>
                </a:lnTo>
                <a:lnTo>
                  <a:pt x="131712" y="22932"/>
                </a:lnTo>
                <a:lnTo>
                  <a:pt x="121685" y="28071"/>
                </a:lnTo>
                <a:lnTo>
                  <a:pt x="111950" y="33672"/>
                </a:lnTo>
                <a:lnTo>
                  <a:pt x="102509" y="39719"/>
                </a:lnTo>
                <a:close/>
                <a:moveTo>
                  <a:pt x="93404" y="4247608"/>
                </a:moveTo>
                <a:lnTo>
                  <a:pt x="102509" y="4254088"/>
                </a:lnTo>
                <a:lnTo>
                  <a:pt x="111950" y="4260135"/>
                </a:lnTo>
                <a:lnTo>
                  <a:pt x="121685" y="4265736"/>
                </a:lnTo>
                <a:lnTo>
                  <a:pt x="131712" y="4270875"/>
                </a:lnTo>
                <a:lnTo>
                  <a:pt x="137592" y="4273529"/>
                </a:lnTo>
                <a:lnTo>
                  <a:pt x="143346" y="4260806"/>
                </a:lnTo>
                <a:lnTo>
                  <a:pt x="137910" y="4258353"/>
                </a:lnTo>
                <a:lnTo>
                  <a:pt x="128444" y="4253511"/>
                </a:lnTo>
                <a:lnTo>
                  <a:pt x="119059" y="4248111"/>
                </a:lnTo>
                <a:lnTo>
                  <a:pt x="119338" y="4248292"/>
                </a:lnTo>
                <a:lnTo>
                  <a:pt x="110435" y="4242583"/>
                </a:lnTo>
                <a:lnTo>
                  <a:pt x="101802" y="4236446"/>
                </a:lnTo>
                <a:lnTo>
                  <a:pt x="93476" y="4229908"/>
                </a:lnTo>
                <a:lnTo>
                  <a:pt x="85627" y="4223117"/>
                </a:lnTo>
                <a:lnTo>
                  <a:pt x="77981" y="4215826"/>
                </a:lnTo>
                <a:lnTo>
                  <a:pt x="70690" y="4208180"/>
                </a:lnTo>
                <a:lnTo>
                  <a:pt x="63899" y="4200332"/>
                </a:lnTo>
                <a:lnTo>
                  <a:pt x="59187" y="4194328"/>
                </a:lnTo>
                <a:lnTo>
                  <a:pt x="48196" y="4202959"/>
                </a:lnTo>
                <a:lnTo>
                  <a:pt x="53098" y="4209188"/>
                </a:lnTo>
                <a:lnTo>
                  <a:pt x="60402" y="4217623"/>
                </a:lnTo>
                <a:lnTo>
                  <a:pt x="68112" y="4225696"/>
                </a:lnTo>
                <a:lnTo>
                  <a:pt x="76184" y="4233405"/>
                </a:lnTo>
                <a:lnTo>
                  <a:pt x="84619" y="4240709"/>
                </a:lnTo>
                <a:lnTo>
                  <a:pt x="93404" y="4247608"/>
                </a:lnTo>
                <a:close/>
                <a:moveTo>
                  <a:pt x="220577" y="4293500"/>
                </a:moveTo>
                <a:lnTo>
                  <a:pt x="226526" y="4293737"/>
                </a:lnTo>
                <a:lnTo>
                  <a:pt x="232490" y="4293807"/>
                </a:lnTo>
                <a:lnTo>
                  <a:pt x="291314" y="4293807"/>
                </a:lnTo>
                <a:lnTo>
                  <a:pt x="291314" y="4279841"/>
                </a:lnTo>
                <a:lnTo>
                  <a:pt x="232616" y="4279841"/>
                </a:lnTo>
                <a:lnTo>
                  <a:pt x="226792" y="4279771"/>
                </a:lnTo>
                <a:lnTo>
                  <a:pt x="226973" y="4279771"/>
                </a:lnTo>
                <a:lnTo>
                  <a:pt x="221191" y="4279548"/>
                </a:lnTo>
                <a:lnTo>
                  <a:pt x="221359" y="4279562"/>
                </a:lnTo>
                <a:lnTo>
                  <a:pt x="215700" y="4279204"/>
                </a:lnTo>
                <a:lnTo>
                  <a:pt x="210238" y="4278723"/>
                </a:lnTo>
                <a:lnTo>
                  <a:pt x="199182" y="4277316"/>
                </a:lnTo>
                <a:lnTo>
                  <a:pt x="188510" y="4275409"/>
                </a:lnTo>
                <a:lnTo>
                  <a:pt x="181654" y="4273822"/>
                </a:lnTo>
                <a:lnTo>
                  <a:pt x="178512" y="4287425"/>
                </a:lnTo>
                <a:lnTo>
                  <a:pt x="185676" y="4289087"/>
                </a:lnTo>
                <a:lnTo>
                  <a:pt x="197128" y="4291126"/>
                </a:lnTo>
                <a:lnTo>
                  <a:pt x="208720" y="4292606"/>
                </a:lnTo>
                <a:lnTo>
                  <a:pt x="214641" y="4293123"/>
                </a:lnTo>
                <a:lnTo>
                  <a:pt x="220577" y="4293500"/>
                </a:lnTo>
                <a:close/>
                <a:moveTo>
                  <a:pt x="2962580" y="0"/>
                </a:moveTo>
                <a:lnTo>
                  <a:pt x="2962580" y="13966"/>
                </a:lnTo>
                <a:lnTo>
                  <a:pt x="3074307" y="13966"/>
                </a:lnTo>
                <a:lnTo>
                  <a:pt x="3074307" y="0"/>
                </a:lnTo>
                <a:lnTo>
                  <a:pt x="2962580" y="0"/>
                </a:lnTo>
                <a:close/>
                <a:moveTo>
                  <a:pt x="350962" y="0"/>
                </a:moveTo>
                <a:lnTo>
                  <a:pt x="350962" y="13966"/>
                </a:lnTo>
                <a:lnTo>
                  <a:pt x="462689" y="13966"/>
                </a:lnTo>
                <a:lnTo>
                  <a:pt x="462689" y="0"/>
                </a:lnTo>
                <a:lnTo>
                  <a:pt x="350962" y="0"/>
                </a:lnTo>
                <a:close/>
                <a:moveTo>
                  <a:pt x="2920683" y="0"/>
                </a:moveTo>
                <a:lnTo>
                  <a:pt x="2808956" y="0"/>
                </a:lnTo>
                <a:lnTo>
                  <a:pt x="2808956" y="13966"/>
                </a:lnTo>
                <a:lnTo>
                  <a:pt x="2920683" y="13966"/>
                </a:lnTo>
                <a:lnTo>
                  <a:pt x="2920683" y="0"/>
                </a:lnTo>
                <a:close/>
                <a:moveTo>
                  <a:pt x="504587" y="0"/>
                </a:moveTo>
                <a:lnTo>
                  <a:pt x="504587" y="13966"/>
                </a:lnTo>
                <a:lnTo>
                  <a:pt x="616314" y="13966"/>
                </a:lnTo>
                <a:lnTo>
                  <a:pt x="616314" y="0"/>
                </a:lnTo>
                <a:lnTo>
                  <a:pt x="504587" y="0"/>
                </a:lnTo>
                <a:close/>
                <a:moveTo>
                  <a:pt x="2655331" y="0"/>
                </a:moveTo>
                <a:lnTo>
                  <a:pt x="2655331" y="13966"/>
                </a:lnTo>
                <a:lnTo>
                  <a:pt x="2767058" y="13966"/>
                </a:lnTo>
                <a:lnTo>
                  <a:pt x="2767058" y="0"/>
                </a:lnTo>
                <a:lnTo>
                  <a:pt x="2655331" y="0"/>
                </a:lnTo>
                <a:close/>
                <a:moveTo>
                  <a:pt x="769938" y="0"/>
                </a:moveTo>
                <a:lnTo>
                  <a:pt x="658212" y="0"/>
                </a:lnTo>
                <a:lnTo>
                  <a:pt x="658212" y="13966"/>
                </a:lnTo>
                <a:lnTo>
                  <a:pt x="769938" y="13966"/>
                </a:lnTo>
                <a:lnTo>
                  <a:pt x="769938" y="0"/>
                </a:lnTo>
                <a:close/>
                <a:moveTo>
                  <a:pt x="2501707" y="0"/>
                </a:moveTo>
                <a:lnTo>
                  <a:pt x="2501707" y="13966"/>
                </a:lnTo>
                <a:lnTo>
                  <a:pt x="2613433" y="13966"/>
                </a:lnTo>
                <a:lnTo>
                  <a:pt x="2613433" y="0"/>
                </a:lnTo>
                <a:lnTo>
                  <a:pt x="2501707" y="0"/>
                </a:lnTo>
                <a:close/>
                <a:moveTo>
                  <a:pt x="811836" y="0"/>
                </a:moveTo>
                <a:lnTo>
                  <a:pt x="811836" y="13966"/>
                </a:lnTo>
                <a:lnTo>
                  <a:pt x="923563" y="13966"/>
                </a:lnTo>
                <a:lnTo>
                  <a:pt x="923563" y="0"/>
                </a:lnTo>
                <a:lnTo>
                  <a:pt x="811836" y="0"/>
                </a:lnTo>
                <a:close/>
                <a:moveTo>
                  <a:pt x="2459809" y="0"/>
                </a:moveTo>
                <a:lnTo>
                  <a:pt x="2348082" y="0"/>
                </a:lnTo>
                <a:lnTo>
                  <a:pt x="2348082" y="13966"/>
                </a:lnTo>
                <a:lnTo>
                  <a:pt x="2459809" y="13966"/>
                </a:lnTo>
                <a:lnTo>
                  <a:pt x="2459809" y="0"/>
                </a:lnTo>
                <a:close/>
                <a:moveTo>
                  <a:pt x="965461" y="0"/>
                </a:moveTo>
                <a:lnTo>
                  <a:pt x="965461" y="13966"/>
                </a:lnTo>
                <a:lnTo>
                  <a:pt x="1077188" y="13966"/>
                </a:lnTo>
                <a:lnTo>
                  <a:pt x="1077188" y="0"/>
                </a:lnTo>
                <a:lnTo>
                  <a:pt x="965461" y="0"/>
                </a:lnTo>
                <a:close/>
                <a:moveTo>
                  <a:pt x="2194457" y="0"/>
                </a:moveTo>
                <a:lnTo>
                  <a:pt x="2194457" y="13966"/>
                </a:lnTo>
                <a:lnTo>
                  <a:pt x="2306184" y="13966"/>
                </a:lnTo>
                <a:lnTo>
                  <a:pt x="2306184" y="0"/>
                </a:lnTo>
                <a:lnTo>
                  <a:pt x="2194457" y="0"/>
                </a:lnTo>
                <a:close/>
                <a:moveTo>
                  <a:pt x="1230812" y="0"/>
                </a:moveTo>
                <a:lnTo>
                  <a:pt x="1119085" y="0"/>
                </a:lnTo>
                <a:lnTo>
                  <a:pt x="1119085" y="13966"/>
                </a:lnTo>
                <a:lnTo>
                  <a:pt x="1230812" y="13966"/>
                </a:lnTo>
                <a:lnTo>
                  <a:pt x="1230812" y="0"/>
                </a:lnTo>
                <a:close/>
                <a:moveTo>
                  <a:pt x="2040833" y="0"/>
                </a:moveTo>
                <a:lnTo>
                  <a:pt x="2040833" y="13966"/>
                </a:lnTo>
                <a:lnTo>
                  <a:pt x="2152560" y="13966"/>
                </a:lnTo>
                <a:lnTo>
                  <a:pt x="2152560" y="0"/>
                </a:lnTo>
                <a:lnTo>
                  <a:pt x="2040833" y="0"/>
                </a:lnTo>
                <a:close/>
                <a:moveTo>
                  <a:pt x="1272710" y="0"/>
                </a:moveTo>
                <a:lnTo>
                  <a:pt x="1272710" y="13966"/>
                </a:lnTo>
                <a:lnTo>
                  <a:pt x="1384437" y="13966"/>
                </a:lnTo>
                <a:lnTo>
                  <a:pt x="1384437" y="0"/>
                </a:lnTo>
                <a:lnTo>
                  <a:pt x="1272710" y="0"/>
                </a:lnTo>
                <a:close/>
                <a:moveTo>
                  <a:pt x="1998935" y="0"/>
                </a:moveTo>
                <a:lnTo>
                  <a:pt x="1887208" y="0"/>
                </a:lnTo>
                <a:lnTo>
                  <a:pt x="1887208" y="13966"/>
                </a:lnTo>
                <a:lnTo>
                  <a:pt x="1998935" y="13966"/>
                </a:lnTo>
                <a:lnTo>
                  <a:pt x="1998935" y="0"/>
                </a:lnTo>
                <a:close/>
                <a:moveTo>
                  <a:pt x="1426334" y="0"/>
                </a:moveTo>
                <a:lnTo>
                  <a:pt x="1426334" y="13966"/>
                </a:lnTo>
                <a:lnTo>
                  <a:pt x="1538061" y="13966"/>
                </a:lnTo>
                <a:lnTo>
                  <a:pt x="1538061" y="0"/>
                </a:lnTo>
                <a:lnTo>
                  <a:pt x="1426334" y="0"/>
                </a:lnTo>
                <a:close/>
                <a:moveTo>
                  <a:pt x="1733584" y="0"/>
                </a:moveTo>
                <a:lnTo>
                  <a:pt x="1733584" y="13966"/>
                </a:lnTo>
                <a:lnTo>
                  <a:pt x="1845311" y="13966"/>
                </a:lnTo>
                <a:lnTo>
                  <a:pt x="1845311" y="0"/>
                </a:lnTo>
                <a:lnTo>
                  <a:pt x="1733584" y="0"/>
                </a:lnTo>
                <a:close/>
                <a:moveTo>
                  <a:pt x="1691686" y="0"/>
                </a:moveTo>
                <a:lnTo>
                  <a:pt x="1579959" y="0"/>
                </a:lnTo>
                <a:lnTo>
                  <a:pt x="1579959" y="13966"/>
                </a:lnTo>
                <a:lnTo>
                  <a:pt x="1691686" y="13966"/>
                </a:lnTo>
                <a:lnTo>
                  <a:pt x="1691686" y="0"/>
                </a:lnTo>
                <a:close/>
                <a:moveTo>
                  <a:pt x="1715833" y="4293807"/>
                </a:moveTo>
                <a:lnTo>
                  <a:pt x="1827560" y="4293807"/>
                </a:lnTo>
                <a:lnTo>
                  <a:pt x="1827560" y="4279841"/>
                </a:lnTo>
                <a:lnTo>
                  <a:pt x="1715833" y="4279841"/>
                </a:lnTo>
                <a:lnTo>
                  <a:pt x="1715833" y="4293807"/>
                </a:lnTo>
                <a:close/>
                <a:moveTo>
                  <a:pt x="1562208" y="4293807"/>
                </a:moveTo>
                <a:lnTo>
                  <a:pt x="1673935" y="4293807"/>
                </a:lnTo>
                <a:lnTo>
                  <a:pt x="1673935" y="4279841"/>
                </a:lnTo>
                <a:lnTo>
                  <a:pt x="1562208" y="4279841"/>
                </a:lnTo>
                <a:lnTo>
                  <a:pt x="1562208" y="4293807"/>
                </a:lnTo>
                <a:close/>
                <a:moveTo>
                  <a:pt x="1981185" y="4293807"/>
                </a:moveTo>
                <a:lnTo>
                  <a:pt x="1981185" y="4279841"/>
                </a:lnTo>
                <a:lnTo>
                  <a:pt x="1869458" y="4279841"/>
                </a:lnTo>
                <a:lnTo>
                  <a:pt x="1869458" y="4293807"/>
                </a:lnTo>
                <a:lnTo>
                  <a:pt x="1981185" y="4293807"/>
                </a:lnTo>
                <a:close/>
                <a:moveTo>
                  <a:pt x="1520311" y="4293807"/>
                </a:moveTo>
                <a:lnTo>
                  <a:pt x="1520311" y="4279841"/>
                </a:lnTo>
                <a:lnTo>
                  <a:pt x="1408584" y="4279841"/>
                </a:lnTo>
                <a:lnTo>
                  <a:pt x="1408584" y="4293807"/>
                </a:lnTo>
                <a:lnTo>
                  <a:pt x="1520311" y="4293807"/>
                </a:lnTo>
                <a:close/>
                <a:moveTo>
                  <a:pt x="2023082" y="4293807"/>
                </a:moveTo>
                <a:lnTo>
                  <a:pt x="2134809" y="4293807"/>
                </a:lnTo>
                <a:lnTo>
                  <a:pt x="2134809" y="4279841"/>
                </a:lnTo>
                <a:lnTo>
                  <a:pt x="2023082" y="4279841"/>
                </a:lnTo>
                <a:lnTo>
                  <a:pt x="2023082" y="4293807"/>
                </a:lnTo>
                <a:close/>
                <a:moveTo>
                  <a:pt x="1366686" y="4293807"/>
                </a:moveTo>
                <a:lnTo>
                  <a:pt x="1366686" y="4279841"/>
                </a:lnTo>
                <a:lnTo>
                  <a:pt x="1254959" y="4279841"/>
                </a:lnTo>
                <a:lnTo>
                  <a:pt x="1254959" y="4293807"/>
                </a:lnTo>
                <a:lnTo>
                  <a:pt x="1366686" y="4293807"/>
                </a:lnTo>
                <a:close/>
                <a:moveTo>
                  <a:pt x="2288434" y="4293807"/>
                </a:moveTo>
                <a:lnTo>
                  <a:pt x="2288434" y="4279841"/>
                </a:lnTo>
                <a:lnTo>
                  <a:pt x="2176707" y="4279841"/>
                </a:lnTo>
                <a:lnTo>
                  <a:pt x="2176707" y="4293807"/>
                </a:lnTo>
                <a:lnTo>
                  <a:pt x="2288434" y="4293807"/>
                </a:lnTo>
                <a:close/>
                <a:moveTo>
                  <a:pt x="1101335" y="4293807"/>
                </a:moveTo>
                <a:lnTo>
                  <a:pt x="1213062" y="4293807"/>
                </a:lnTo>
                <a:lnTo>
                  <a:pt x="1213062" y="4279841"/>
                </a:lnTo>
                <a:lnTo>
                  <a:pt x="1101335" y="4279841"/>
                </a:lnTo>
                <a:lnTo>
                  <a:pt x="1101335" y="4293807"/>
                </a:lnTo>
                <a:close/>
                <a:moveTo>
                  <a:pt x="2442058" y="4293807"/>
                </a:moveTo>
                <a:lnTo>
                  <a:pt x="2442058" y="4279841"/>
                </a:lnTo>
                <a:lnTo>
                  <a:pt x="2330331" y="4279841"/>
                </a:lnTo>
                <a:lnTo>
                  <a:pt x="2330331" y="4293807"/>
                </a:lnTo>
                <a:lnTo>
                  <a:pt x="2442058" y="4293807"/>
                </a:lnTo>
                <a:close/>
                <a:moveTo>
                  <a:pt x="1059437" y="4293807"/>
                </a:moveTo>
                <a:lnTo>
                  <a:pt x="1059437" y="4279841"/>
                </a:lnTo>
                <a:lnTo>
                  <a:pt x="947710" y="4279841"/>
                </a:lnTo>
                <a:lnTo>
                  <a:pt x="947710" y="4293807"/>
                </a:lnTo>
                <a:lnTo>
                  <a:pt x="1059437" y="4293807"/>
                </a:lnTo>
                <a:close/>
                <a:moveTo>
                  <a:pt x="2483956" y="4293807"/>
                </a:moveTo>
                <a:lnTo>
                  <a:pt x="2595683" y="4293807"/>
                </a:lnTo>
                <a:lnTo>
                  <a:pt x="2595683" y="4279841"/>
                </a:lnTo>
                <a:lnTo>
                  <a:pt x="2483956" y="4279841"/>
                </a:lnTo>
                <a:lnTo>
                  <a:pt x="2483956" y="4293807"/>
                </a:lnTo>
                <a:close/>
                <a:moveTo>
                  <a:pt x="794085" y="4293807"/>
                </a:moveTo>
                <a:lnTo>
                  <a:pt x="905812" y="4293807"/>
                </a:lnTo>
                <a:lnTo>
                  <a:pt x="905812" y="4279841"/>
                </a:lnTo>
                <a:lnTo>
                  <a:pt x="794085" y="4279841"/>
                </a:lnTo>
                <a:lnTo>
                  <a:pt x="794085" y="4293807"/>
                </a:lnTo>
                <a:close/>
                <a:moveTo>
                  <a:pt x="2637580" y="4293807"/>
                </a:moveTo>
                <a:lnTo>
                  <a:pt x="2749307" y="4293807"/>
                </a:lnTo>
                <a:lnTo>
                  <a:pt x="2749307" y="4279841"/>
                </a:lnTo>
                <a:lnTo>
                  <a:pt x="2637580" y="4279841"/>
                </a:lnTo>
                <a:lnTo>
                  <a:pt x="2637580" y="4293807"/>
                </a:lnTo>
                <a:close/>
                <a:moveTo>
                  <a:pt x="752188" y="4293807"/>
                </a:moveTo>
                <a:lnTo>
                  <a:pt x="752188" y="4279841"/>
                </a:lnTo>
                <a:lnTo>
                  <a:pt x="640461" y="4279841"/>
                </a:lnTo>
                <a:lnTo>
                  <a:pt x="640461" y="4293807"/>
                </a:lnTo>
                <a:lnTo>
                  <a:pt x="752188" y="4293807"/>
                </a:lnTo>
                <a:close/>
                <a:moveTo>
                  <a:pt x="2902932" y="4293807"/>
                </a:moveTo>
                <a:lnTo>
                  <a:pt x="2902932" y="4279841"/>
                </a:lnTo>
                <a:lnTo>
                  <a:pt x="2791205" y="4279841"/>
                </a:lnTo>
                <a:lnTo>
                  <a:pt x="2791205" y="4293807"/>
                </a:lnTo>
                <a:lnTo>
                  <a:pt x="2902932" y="4293807"/>
                </a:lnTo>
                <a:close/>
                <a:moveTo>
                  <a:pt x="486836" y="4293807"/>
                </a:moveTo>
                <a:lnTo>
                  <a:pt x="598563" y="4293807"/>
                </a:lnTo>
                <a:lnTo>
                  <a:pt x="598563" y="4279841"/>
                </a:lnTo>
                <a:lnTo>
                  <a:pt x="486836" y="4279841"/>
                </a:lnTo>
                <a:lnTo>
                  <a:pt x="486836" y="4293807"/>
                </a:lnTo>
                <a:close/>
                <a:moveTo>
                  <a:pt x="3056557" y="4293807"/>
                </a:moveTo>
                <a:lnTo>
                  <a:pt x="3056557" y="4279841"/>
                </a:lnTo>
                <a:lnTo>
                  <a:pt x="2944830" y="4279841"/>
                </a:lnTo>
                <a:lnTo>
                  <a:pt x="2944830" y="4293807"/>
                </a:lnTo>
                <a:lnTo>
                  <a:pt x="3056557" y="4293807"/>
                </a:lnTo>
                <a:close/>
                <a:moveTo>
                  <a:pt x="444939" y="4293807"/>
                </a:moveTo>
                <a:lnTo>
                  <a:pt x="444939" y="4279841"/>
                </a:lnTo>
                <a:lnTo>
                  <a:pt x="333212" y="4279841"/>
                </a:lnTo>
                <a:lnTo>
                  <a:pt x="333212" y="4293807"/>
                </a:lnTo>
                <a:lnTo>
                  <a:pt x="444939" y="4293807"/>
                </a:lnTo>
                <a:close/>
                <a:moveTo>
                  <a:pt x="3227932" y="0"/>
                </a:moveTo>
                <a:lnTo>
                  <a:pt x="3116205" y="0"/>
                </a:lnTo>
                <a:lnTo>
                  <a:pt x="3116205" y="13966"/>
                </a:lnTo>
                <a:lnTo>
                  <a:pt x="3227932" y="13966"/>
                </a:lnTo>
                <a:lnTo>
                  <a:pt x="3227932" y="0"/>
                </a:lnTo>
                <a:close/>
                <a:moveTo>
                  <a:pt x="3269829" y="0"/>
                </a:moveTo>
                <a:lnTo>
                  <a:pt x="3269829" y="13966"/>
                </a:lnTo>
                <a:lnTo>
                  <a:pt x="3381556" y="13966"/>
                </a:lnTo>
                <a:lnTo>
                  <a:pt x="3381556" y="0"/>
                </a:lnTo>
                <a:lnTo>
                  <a:pt x="3269829" y="0"/>
                </a:lnTo>
                <a:close/>
                <a:moveTo>
                  <a:pt x="3423454" y="0"/>
                </a:moveTo>
                <a:lnTo>
                  <a:pt x="3423454" y="13966"/>
                </a:lnTo>
                <a:lnTo>
                  <a:pt x="3535181" y="13966"/>
                </a:lnTo>
                <a:lnTo>
                  <a:pt x="3535181" y="0"/>
                </a:lnTo>
                <a:lnTo>
                  <a:pt x="3423454" y="0"/>
                </a:lnTo>
                <a:close/>
                <a:moveTo>
                  <a:pt x="3688806" y="0"/>
                </a:moveTo>
                <a:lnTo>
                  <a:pt x="3577079" y="0"/>
                </a:lnTo>
                <a:lnTo>
                  <a:pt x="3577079" y="13966"/>
                </a:lnTo>
                <a:lnTo>
                  <a:pt x="3688806" y="13966"/>
                </a:lnTo>
                <a:lnTo>
                  <a:pt x="3688806" y="0"/>
                </a:lnTo>
                <a:close/>
                <a:moveTo>
                  <a:pt x="3813423" y="0"/>
                </a:moveTo>
                <a:lnTo>
                  <a:pt x="3730703" y="0"/>
                </a:lnTo>
                <a:lnTo>
                  <a:pt x="3730703" y="13966"/>
                </a:lnTo>
                <a:lnTo>
                  <a:pt x="3813297" y="13966"/>
                </a:lnTo>
                <a:lnTo>
                  <a:pt x="3819121" y="14036"/>
                </a:lnTo>
                <a:lnTo>
                  <a:pt x="3818940" y="14036"/>
                </a:lnTo>
                <a:lnTo>
                  <a:pt x="3824721" y="14259"/>
                </a:lnTo>
                <a:lnTo>
                  <a:pt x="3824554" y="14245"/>
                </a:lnTo>
                <a:lnTo>
                  <a:pt x="3830212" y="14603"/>
                </a:lnTo>
                <a:lnTo>
                  <a:pt x="3835674" y="15084"/>
                </a:lnTo>
                <a:lnTo>
                  <a:pt x="3841467" y="15823"/>
                </a:lnTo>
                <a:lnTo>
                  <a:pt x="3843226" y="1969"/>
                </a:lnTo>
                <a:lnTo>
                  <a:pt x="3837193" y="1201"/>
                </a:lnTo>
                <a:lnTo>
                  <a:pt x="3831271" y="670"/>
                </a:lnTo>
                <a:lnTo>
                  <a:pt x="3825336" y="307"/>
                </a:lnTo>
                <a:lnTo>
                  <a:pt x="3819386" y="70"/>
                </a:lnTo>
                <a:lnTo>
                  <a:pt x="3813423" y="0"/>
                </a:lnTo>
                <a:close/>
                <a:moveTo>
                  <a:pt x="3933962" y="33672"/>
                </a:moveTo>
                <a:lnTo>
                  <a:pt x="3924228" y="28071"/>
                </a:lnTo>
                <a:lnTo>
                  <a:pt x="3914201" y="22932"/>
                </a:lnTo>
                <a:lnTo>
                  <a:pt x="3903894" y="18267"/>
                </a:lnTo>
                <a:lnTo>
                  <a:pt x="3893336" y="14106"/>
                </a:lnTo>
                <a:lnTo>
                  <a:pt x="3885403" y="11424"/>
                </a:lnTo>
                <a:lnTo>
                  <a:pt x="3880920" y="24650"/>
                </a:lnTo>
                <a:lnTo>
                  <a:pt x="3888682" y="27283"/>
                </a:lnTo>
                <a:lnTo>
                  <a:pt x="3898615" y="31200"/>
                </a:lnTo>
                <a:lnTo>
                  <a:pt x="3898294" y="31074"/>
                </a:lnTo>
                <a:lnTo>
                  <a:pt x="3908003" y="35454"/>
                </a:lnTo>
                <a:lnTo>
                  <a:pt x="3917469" y="40296"/>
                </a:lnTo>
                <a:lnTo>
                  <a:pt x="3926854" y="45696"/>
                </a:lnTo>
                <a:lnTo>
                  <a:pt x="3926575" y="45515"/>
                </a:lnTo>
                <a:lnTo>
                  <a:pt x="3935478" y="51224"/>
                </a:lnTo>
                <a:lnTo>
                  <a:pt x="3944110" y="57361"/>
                </a:lnTo>
                <a:lnTo>
                  <a:pt x="3952437" y="63899"/>
                </a:lnTo>
                <a:lnTo>
                  <a:pt x="3960286" y="70690"/>
                </a:lnTo>
                <a:lnTo>
                  <a:pt x="3967933" y="77982"/>
                </a:lnTo>
                <a:lnTo>
                  <a:pt x="3971628" y="81854"/>
                </a:lnTo>
                <a:lnTo>
                  <a:pt x="3981726" y="72218"/>
                </a:lnTo>
                <a:lnTo>
                  <a:pt x="3977801" y="68112"/>
                </a:lnTo>
                <a:lnTo>
                  <a:pt x="3969729" y="60402"/>
                </a:lnTo>
                <a:lnTo>
                  <a:pt x="3961294" y="53098"/>
                </a:lnTo>
                <a:lnTo>
                  <a:pt x="3952509" y="46199"/>
                </a:lnTo>
                <a:lnTo>
                  <a:pt x="3943403" y="39719"/>
                </a:lnTo>
                <a:lnTo>
                  <a:pt x="3933962" y="33672"/>
                </a:lnTo>
                <a:close/>
                <a:moveTo>
                  <a:pt x="4027632" y="4151788"/>
                </a:moveTo>
                <a:lnTo>
                  <a:pt x="4031807" y="4141230"/>
                </a:lnTo>
                <a:lnTo>
                  <a:pt x="4035466" y="4130420"/>
                </a:lnTo>
                <a:lnTo>
                  <a:pt x="4038595" y="4119387"/>
                </a:lnTo>
                <a:lnTo>
                  <a:pt x="4041192" y="4108131"/>
                </a:lnTo>
                <a:lnTo>
                  <a:pt x="4042980" y="4098117"/>
                </a:lnTo>
                <a:lnTo>
                  <a:pt x="4029238" y="4095659"/>
                </a:lnTo>
                <a:lnTo>
                  <a:pt x="4027515" y="4105297"/>
                </a:lnTo>
                <a:lnTo>
                  <a:pt x="4025020" y="4116077"/>
                </a:lnTo>
                <a:lnTo>
                  <a:pt x="4025118" y="4115742"/>
                </a:lnTo>
                <a:lnTo>
                  <a:pt x="4022156" y="4126149"/>
                </a:lnTo>
                <a:lnTo>
                  <a:pt x="4018629" y="4136576"/>
                </a:lnTo>
                <a:lnTo>
                  <a:pt x="4014713" y="4146509"/>
                </a:lnTo>
                <a:lnTo>
                  <a:pt x="4014839" y="4146188"/>
                </a:lnTo>
                <a:lnTo>
                  <a:pt x="4010459" y="4155898"/>
                </a:lnTo>
                <a:lnTo>
                  <a:pt x="4005617" y="4165364"/>
                </a:lnTo>
                <a:lnTo>
                  <a:pt x="4000217" y="4174748"/>
                </a:lnTo>
                <a:lnTo>
                  <a:pt x="4000398" y="4174469"/>
                </a:lnTo>
                <a:lnTo>
                  <a:pt x="3994689" y="4183372"/>
                </a:lnTo>
                <a:lnTo>
                  <a:pt x="3988547" y="4192012"/>
                </a:lnTo>
                <a:lnTo>
                  <a:pt x="3986893" y="4194133"/>
                </a:lnTo>
                <a:lnTo>
                  <a:pt x="3997870" y="4202750"/>
                </a:lnTo>
                <a:lnTo>
                  <a:pt x="3999714" y="4200403"/>
                </a:lnTo>
                <a:lnTo>
                  <a:pt x="4006194" y="4191298"/>
                </a:lnTo>
                <a:lnTo>
                  <a:pt x="4012241" y="4181857"/>
                </a:lnTo>
                <a:lnTo>
                  <a:pt x="4017841" y="4172122"/>
                </a:lnTo>
                <a:lnTo>
                  <a:pt x="4022981" y="4162095"/>
                </a:lnTo>
                <a:lnTo>
                  <a:pt x="4027632" y="4151788"/>
                </a:lnTo>
                <a:close/>
                <a:moveTo>
                  <a:pt x="3893336" y="4279702"/>
                </a:moveTo>
                <a:lnTo>
                  <a:pt x="3903894" y="4275526"/>
                </a:lnTo>
                <a:lnTo>
                  <a:pt x="3914201" y="4270875"/>
                </a:lnTo>
                <a:lnTo>
                  <a:pt x="3924228" y="4265736"/>
                </a:lnTo>
                <a:lnTo>
                  <a:pt x="3933962" y="4260135"/>
                </a:lnTo>
                <a:lnTo>
                  <a:pt x="3943403" y="4254088"/>
                </a:lnTo>
                <a:lnTo>
                  <a:pt x="3952509" y="4247608"/>
                </a:lnTo>
                <a:lnTo>
                  <a:pt x="3961294" y="4240709"/>
                </a:lnTo>
                <a:lnTo>
                  <a:pt x="3968542" y="4234424"/>
                </a:lnTo>
                <a:lnTo>
                  <a:pt x="3959394" y="4223880"/>
                </a:lnTo>
                <a:lnTo>
                  <a:pt x="3952435" y="4229910"/>
                </a:lnTo>
                <a:lnTo>
                  <a:pt x="3944110" y="4236446"/>
                </a:lnTo>
                <a:lnTo>
                  <a:pt x="3935478" y="4242583"/>
                </a:lnTo>
                <a:lnTo>
                  <a:pt x="3926575" y="4248292"/>
                </a:lnTo>
                <a:lnTo>
                  <a:pt x="3926854" y="4248111"/>
                </a:lnTo>
                <a:lnTo>
                  <a:pt x="3917469" y="4253511"/>
                </a:lnTo>
                <a:lnTo>
                  <a:pt x="3908003" y="4258353"/>
                </a:lnTo>
                <a:lnTo>
                  <a:pt x="3898294" y="4262733"/>
                </a:lnTo>
                <a:lnTo>
                  <a:pt x="3898615" y="4262607"/>
                </a:lnTo>
                <a:lnTo>
                  <a:pt x="3888682" y="4266524"/>
                </a:lnTo>
                <a:lnTo>
                  <a:pt x="3878255" y="4270050"/>
                </a:lnTo>
                <a:lnTo>
                  <a:pt x="3867848" y="4273012"/>
                </a:lnTo>
                <a:lnTo>
                  <a:pt x="3868183" y="4272914"/>
                </a:lnTo>
                <a:lnTo>
                  <a:pt x="3864510" y="4273766"/>
                </a:lnTo>
                <a:lnTo>
                  <a:pt x="3867653" y="4287369"/>
                </a:lnTo>
                <a:lnTo>
                  <a:pt x="3871493" y="4286489"/>
                </a:lnTo>
                <a:lnTo>
                  <a:pt x="3882526" y="4283361"/>
                </a:lnTo>
                <a:lnTo>
                  <a:pt x="3893336" y="4279702"/>
                </a:lnTo>
                <a:close/>
                <a:moveTo>
                  <a:pt x="3819121" y="4279771"/>
                </a:moveTo>
                <a:lnTo>
                  <a:pt x="3813297" y="4279841"/>
                </a:lnTo>
                <a:lnTo>
                  <a:pt x="3712953" y="4279841"/>
                </a:lnTo>
                <a:lnTo>
                  <a:pt x="3712953" y="4293807"/>
                </a:lnTo>
                <a:lnTo>
                  <a:pt x="3813423" y="4293807"/>
                </a:lnTo>
                <a:lnTo>
                  <a:pt x="3819386" y="4293737"/>
                </a:lnTo>
                <a:lnTo>
                  <a:pt x="3824945" y="4293514"/>
                </a:lnTo>
                <a:lnTo>
                  <a:pt x="3824414" y="4279562"/>
                </a:lnTo>
                <a:lnTo>
                  <a:pt x="3818940" y="4279771"/>
                </a:lnTo>
                <a:lnTo>
                  <a:pt x="3819121" y="4279771"/>
                </a:lnTo>
                <a:close/>
                <a:moveTo>
                  <a:pt x="3671055" y="4293807"/>
                </a:moveTo>
                <a:lnTo>
                  <a:pt x="3671055" y="4279841"/>
                </a:lnTo>
                <a:lnTo>
                  <a:pt x="3559328" y="4279841"/>
                </a:lnTo>
                <a:lnTo>
                  <a:pt x="3559328" y="4293807"/>
                </a:lnTo>
                <a:lnTo>
                  <a:pt x="3671055" y="4293807"/>
                </a:lnTo>
                <a:close/>
                <a:moveTo>
                  <a:pt x="3405703" y="4293807"/>
                </a:moveTo>
                <a:lnTo>
                  <a:pt x="3517430" y="4293807"/>
                </a:lnTo>
                <a:lnTo>
                  <a:pt x="3517430" y="4279841"/>
                </a:lnTo>
                <a:lnTo>
                  <a:pt x="3405703" y="4279841"/>
                </a:lnTo>
                <a:lnTo>
                  <a:pt x="3405703" y="4293807"/>
                </a:lnTo>
                <a:close/>
                <a:moveTo>
                  <a:pt x="3363806" y="4293807"/>
                </a:moveTo>
                <a:lnTo>
                  <a:pt x="3363806" y="4279841"/>
                </a:lnTo>
                <a:lnTo>
                  <a:pt x="3252079" y="4279841"/>
                </a:lnTo>
                <a:lnTo>
                  <a:pt x="3252079" y="4293807"/>
                </a:lnTo>
                <a:lnTo>
                  <a:pt x="3363806" y="4293807"/>
                </a:lnTo>
                <a:close/>
                <a:moveTo>
                  <a:pt x="3210181" y="4293807"/>
                </a:moveTo>
                <a:lnTo>
                  <a:pt x="3210181" y="4279841"/>
                </a:lnTo>
                <a:lnTo>
                  <a:pt x="3098454" y="4279841"/>
                </a:lnTo>
                <a:lnTo>
                  <a:pt x="3098454" y="4293807"/>
                </a:lnTo>
                <a:lnTo>
                  <a:pt x="3210181" y="4293807"/>
                </a:lnTo>
                <a:close/>
                <a:moveTo>
                  <a:pt x="4035466" y="163387"/>
                </a:moveTo>
                <a:lnTo>
                  <a:pt x="4031807" y="152577"/>
                </a:lnTo>
                <a:lnTo>
                  <a:pt x="4027632" y="142019"/>
                </a:lnTo>
                <a:lnTo>
                  <a:pt x="4022981" y="131712"/>
                </a:lnTo>
                <a:lnTo>
                  <a:pt x="4017841" y="121685"/>
                </a:lnTo>
                <a:lnTo>
                  <a:pt x="4012241" y="111950"/>
                </a:lnTo>
                <a:lnTo>
                  <a:pt x="4008498" y="106099"/>
                </a:lnTo>
                <a:lnTo>
                  <a:pt x="3996739" y="113626"/>
                </a:lnTo>
                <a:lnTo>
                  <a:pt x="4000398" y="119338"/>
                </a:lnTo>
                <a:lnTo>
                  <a:pt x="4000217" y="119059"/>
                </a:lnTo>
                <a:lnTo>
                  <a:pt x="4005617" y="128444"/>
                </a:lnTo>
                <a:lnTo>
                  <a:pt x="4010459" y="137909"/>
                </a:lnTo>
                <a:lnTo>
                  <a:pt x="4014839" y="147619"/>
                </a:lnTo>
                <a:lnTo>
                  <a:pt x="4014713" y="147298"/>
                </a:lnTo>
                <a:lnTo>
                  <a:pt x="4018629" y="157231"/>
                </a:lnTo>
                <a:lnTo>
                  <a:pt x="4022156" y="167658"/>
                </a:lnTo>
                <a:lnTo>
                  <a:pt x="4025118" y="178065"/>
                </a:lnTo>
                <a:lnTo>
                  <a:pt x="4025020" y="177730"/>
                </a:lnTo>
                <a:lnTo>
                  <a:pt x="4027515" y="188510"/>
                </a:lnTo>
                <a:lnTo>
                  <a:pt x="4029421" y="199182"/>
                </a:lnTo>
                <a:lnTo>
                  <a:pt x="4030829" y="210238"/>
                </a:lnTo>
                <a:lnTo>
                  <a:pt x="4031263" y="215158"/>
                </a:lnTo>
                <a:lnTo>
                  <a:pt x="4045173" y="213929"/>
                </a:lnTo>
                <a:lnTo>
                  <a:pt x="4044712" y="208720"/>
                </a:lnTo>
                <a:lnTo>
                  <a:pt x="4043231" y="197128"/>
                </a:lnTo>
                <a:lnTo>
                  <a:pt x="4041192" y="185676"/>
                </a:lnTo>
                <a:lnTo>
                  <a:pt x="4038595" y="174420"/>
                </a:lnTo>
                <a:lnTo>
                  <a:pt x="4035466" y="163387"/>
                </a:lnTo>
                <a:close/>
                <a:moveTo>
                  <a:pt x="4045913" y="256413"/>
                </a:moveTo>
                <a:lnTo>
                  <a:pt x="4031947" y="256413"/>
                </a:lnTo>
                <a:lnTo>
                  <a:pt x="4031947" y="368154"/>
                </a:lnTo>
                <a:lnTo>
                  <a:pt x="4045913" y="368154"/>
                </a:lnTo>
                <a:lnTo>
                  <a:pt x="4045913" y="256413"/>
                </a:lnTo>
                <a:close/>
                <a:moveTo>
                  <a:pt x="4045913" y="410052"/>
                </a:moveTo>
                <a:lnTo>
                  <a:pt x="4031947" y="410052"/>
                </a:lnTo>
                <a:lnTo>
                  <a:pt x="4031947" y="521765"/>
                </a:lnTo>
                <a:lnTo>
                  <a:pt x="4045913" y="521765"/>
                </a:lnTo>
                <a:lnTo>
                  <a:pt x="4045913" y="410052"/>
                </a:lnTo>
                <a:close/>
                <a:moveTo>
                  <a:pt x="4045913" y="675390"/>
                </a:moveTo>
                <a:lnTo>
                  <a:pt x="4045913" y="563663"/>
                </a:lnTo>
                <a:lnTo>
                  <a:pt x="4031947" y="563663"/>
                </a:lnTo>
                <a:lnTo>
                  <a:pt x="4031947" y="675390"/>
                </a:lnTo>
                <a:lnTo>
                  <a:pt x="4045913" y="675390"/>
                </a:lnTo>
                <a:close/>
                <a:moveTo>
                  <a:pt x="4045913" y="717287"/>
                </a:moveTo>
                <a:lnTo>
                  <a:pt x="4031947" y="717287"/>
                </a:lnTo>
                <a:lnTo>
                  <a:pt x="4031947" y="829014"/>
                </a:lnTo>
                <a:lnTo>
                  <a:pt x="4045913" y="829014"/>
                </a:lnTo>
                <a:lnTo>
                  <a:pt x="4045913" y="717287"/>
                </a:lnTo>
                <a:close/>
                <a:moveTo>
                  <a:pt x="4045913" y="870912"/>
                </a:moveTo>
                <a:lnTo>
                  <a:pt x="4031947" y="870912"/>
                </a:lnTo>
                <a:lnTo>
                  <a:pt x="4031947" y="982639"/>
                </a:lnTo>
                <a:lnTo>
                  <a:pt x="4045913" y="982639"/>
                </a:lnTo>
                <a:lnTo>
                  <a:pt x="4045913" y="870912"/>
                </a:lnTo>
                <a:close/>
                <a:moveTo>
                  <a:pt x="4045913" y="1136263"/>
                </a:moveTo>
                <a:lnTo>
                  <a:pt x="4045913" y="1024536"/>
                </a:lnTo>
                <a:lnTo>
                  <a:pt x="4031947" y="1024536"/>
                </a:lnTo>
                <a:lnTo>
                  <a:pt x="4031947" y="1136263"/>
                </a:lnTo>
                <a:lnTo>
                  <a:pt x="4045913" y="1136263"/>
                </a:lnTo>
                <a:close/>
                <a:moveTo>
                  <a:pt x="4045913" y="1289888"/>
                </a:moveTo>
                <a:lnTo>
                  <a:pt x="4045913" y="1178161"/>
                </a:lnTo>
                <a:lnTo>
                  <a:pt x="4031947" y="1178161"/>
                </a:lnTo>
                <a:lnTo>
                  <a:pt x="4031947" y="1289888"/>
                </a:lnTo>
                <a:lnTo>
                  <a:pt x="4045913" y="1289888"/>
                </a:lnTo>
                <a:close/>
                <a:moveTo>
                  <a:pt x="4045913" y="1443512"/>
                </a:moveTo>
                <a:lnTo>
                  <a:pt x="4045913" y="1331785"/>
                </a:lnTo>
                <a:lnTo>
                  <a:pt x="4031947" y="1331785"/>
                </a:lnTo>
                <a:lnTo>
                  <a:pt x="4031947" y="1443512"/>
                </a:lnTo>
                <a:lnTo>
                  <a:pt x="4045913" y="1443512"/>
                </a:lnTo>
                <a:close/>
                <a:moveTo>
                  <a:pt x="4045913" y="1485410"/>
                </a:moveTo>
                <a:lnTo>
                  <a:pt x="4031947" y="1485410"/>
                </a:lnTo>
                <a:lnTo>
                  <a:pt x="4031947" y="1597137"/>
                </a:lnTo>
                <a:lnTo>
                  <a:pt x="4045913" y="1597137"/>
                </a:lnTo>
                <a:lnTo>
                  <a:pt x="4045913" y="1485410"/>
                </a:lnTo>
                <a:close/>
                <a:moveTo>
                  <a:pt x="4045913" y="1639035"/>
                </a:moveTo>
                <a:lnTo>
                  <a:pt x="4031947" y="1639035"/>
                </a:lnTo>
                <a:lnTo>
                  <a:pt x="4031947" y="1750762"/>
                </a:lnTo>
                <a:lnTo>
                  <a:pt x="4045913" y="1750762"/>
                </a:lnTo>
                <a:lnTo>
                  <a:pt x="4045913" y="1639035"/>
                </a:lnTo>
                <a:close/>
                <a:moveTo>
                  <a:pt x="4045913" y="1904386"/>
                </a:moveTo>
                <a:lnTo>
                  <a:pt x="4045913" y="1792659"/>
                </a:lnTo>
                <a:lnTo>
                  <a:pt x="4031947" y="1792659"/>
                </a:lnTo>
                <a:lnTo>
                  <a:pt x="4031947" y="1904386"/>
                </a:lnTo>
                <a:lnTo>
                  <a:pt x="4045913" y="1904386"/>
                </a:lnTo>
                <a:close/>
                <a:moveTo>
                  <a:pt x="4045913" y="1946284"/>
                </a:moveTo>
                <a:lnTo>
                  <a:pt x="4031947" y="1946284"/>
                </a:lnTo>
                <a:lnTo>
                  <a:pt x="4031947" y="2058011"/>
                </a:lnTo>
                <a:lnTo>
                  <a:pt x="4045913" y="2058011"/>
                </a:lnTo>
                <a:lnTo>
                  <a:pt x="4045913" y="1946284"/>
                </a:lnTo>
                <a:close/>
                <a:moveTo>
                  <a:pt x="4045913" y="2099908"/>
                </a:moveTo>
                <a:lnTo>
                  <a:pt x="4031947" y="2099908"/>
                </a:lnTo>
                <a:lnTo>
                  <a:pt x="4031947" y="2211635"/>
                </a:lnTo>
                <a:lnTo>
                  <a:pt x="4045913" y="2211635"/>
                </a:lnTo>
                <a:lnTo>
                  <a:pt x="4045913" y="2099908"/>
                </a:lnTo>
                <a:close/>
                <a:moveTo>
                  <a:pt x="4045913" y="2365260"/>
                </a:moveTo>
                <a:lnTo>
                  <a:pt x="4045913" y="2253533"/>
                </a:lnTo>
                <a:lnTo>
                  <a:pt x="4031947" y="2253533"/>
                </a:lnTo>
                <a:lnTo>
                  <a:pt x="4031947" y="2365260"/>
                </a:lnTo>
                <a:lnTo>
                  <a:pt x="4045913" y="2365260"/>
                </a:lnTo>
                <a:close/>
                <a:moveTo>
                  <a:pt x="4045913" y="2407158"/>
                </a:moveTo>
                <a:lnTo>
                  <a:pt x="4031947" y="2407158"/>
                </a:lnTo>
                <a:lnTo>
                  <a:pt x="4031947" y="2518885"/>
                </a:lnTo>
                <a:lnTo>
                  <a:pt x="4045913" y="2518885"/>
                </a:lnTo>
                <a:lnTo>
                  <a:pt x="4045913" y="2407158"/>
                </a:lnTo>
                <a:close/>
                <a:moveTo>
                  <a:pt x="4045913" y="2560782"/>
                </a:moveTo>
                <a:lnTo>
                  <a:pt x="4031947" y="2560782"/>
                </a:lnTo>
                <a:lnTo>
                  <a:pt x="4031947" y="2672509"/>
                </a:lnTo>
                <a:lnTo>
                  <a:pt x="4045913" y="2672509"/>
                </a:lnTo>
                <a:lnTo>
                  <a:pt x="4045913" y="2560782"/>
                </a:lnTo>
                <a:close/>
                <a:moveTo>
                  <a:pt x="4045913" y="2826134"/>
                </a:moveTo>
                <a:lnTo>
                  <a:pt x="4045913" y="2714407"/>
                </a:lnTo>
                <a:lnTo>
                  <a:pt x="4031947" y="2714407"/>
                </a:lnTo>
                <a:lnTo>
                  <a:pt x="4031947" y="2826134"/>
                </a:lnTo>
                <a:lnTo>
                  <a:pt x="4045913" y="2826134"/>
                </a:lnTo>
                <a:close/>
                <a:moveTo>
                  <a:pt x="4045913" y="2868031"/>
                </a:moveTo>
                <a:lnTo>
                  <a:pt x="4031947" y="2868031"/>
                </a:lnTo>
                <a:lnTo>
                  <a:pt x="4031947" y="2979758"/>
                </a:lnTo>
                <a:lnTo>
                  <a:pt x="4045913" y="2979758"/>
                </a:lnTo>
                <a:lnTo>
                  <a:pt x="4045913" y="2868031"/>
                </a:lnTo>
                <a:close/>
                <a:moveTo>
                  <a:pt x="4045913" y="3021656"/>
                </a:moveTo>
                <a:lnTo>
                  <a:pt x="4031947" y="3021656"/>
                </a:lnTo>
                <a:lnTo>
                  <a:pt x="4031947" y="3133383"/>
                </a:lnTo>
                <a:lnTo>
                  <a:pt x="4045913" y="3133383"/>
                </a:lnTo>
                <a:lnTo>
                  <a:pt x="4045913" y="3021656"/>
                </a:lnTo>
                <a:close/>
                <a:moveTo>
                  <a:pt x="4045913" y="3287007"/>
                </a:moveTo>
                <a:lnTo>
                  <a:pt x="4045913" y="3175280"/>
                </a:lnTo>
                <a:lnTo>
                  <a:pt x="4031947" y="3175280"/>
                </a:lnTo>
                <a:lnTo>
                  <a:pt x="4031947" y="3287007"/>
                </a:lnTo>
                <a:lnTo>
                  <a:pt x="4045913" y="3287007"/>
                </a:lnTo>
                <a:close/>
                <a:moveTo>
                  <a:pt x="4045913" y="3328905"/>
                </a:moveTo>
                <a:lnTo>
                  <a:pt x="4031947" y="3328905"/>
                </a:lnTo>
                <a:lnTo>
                  <a:pt x="4031947" y="3440632"/>
                </a:lnTo>
                <a:lnTo>
                  <a:pt x="4045913" y="3440632"/>
                </a:lnTo>
                <a:lnTo>
                  <a:pt x="4045913" y="3328905"/>
                </a:lnTo>
                <a:close/>
                <a:moveTo>
                  <a:pt x="4045913" y="3482530"/>
                </a:moveTo>
                <a:lnTo>
                  <a:pt x="4031947" y="3482530"/>
                </a:lnTo>
                <a:lnTo>
                  <a:pt x="4031947" y="3594257"/>
                </a:lnTo>
                <a:lnTo>
                  <a:pt x="4045913" y="3594257"/>
                </a:lnTo>
                <a:lnTo>
                  <a:pt x="4045913" y="3482530"/>
                </a:lnTo>
                <a:close/>
                <a:moveTo>
                  <a:pt x="4045913" y="3747881"/>
                </a:moveTo>
                <a:lnTo>
                  <a:pt x="4045913" y="3636154"/>
                </a:lnTo>
                <a:lnTo>
                  <a:pt x="4031947" y="3636154"/>
                </a:lnTo>
                <a:lnTo>
                  <a:pt x="4031947" y="3747881"/>
                </a:lnTo>
                <a:lnTo>
                  <a:pt x="4045913" y="3747881"/>
                </a:lnTo>
                <a:close/>
                <a:moveTo>
                  <a:pt x="4045913" y="3789779"/>
                </a:moveTo>
                <a:lnTo>
                  <a:pt x="4031947" y="3789779"/>
                </a:lnTo>
                <a:lnTo>
                  <a:pt x="4031947" y="3901506"/>
                </a:lnTo>
                <a:lnTo>
                  <a:pt x="4045913" y="3901506"/>
                </a:lnTo>
                <a:lnTo>
                  <a:pt x="4045913" y="3789779"/>
                </a:lnTo>
                <a:close/>
                <a:moveTo>
                  <a:pt x="4045913" y="3943403"/>
                </a:moveTo>
                <a:lnTo>
                  <a:pt x="4031947" y="3943403"/>
                </a:lnTo>
                <a:lnTo>
                  <a:pt x="4031947" y="4055130"/>
                </a:lnTo>
                <a:lnTo>
                  <a:pt x="4045913" y="4055130"/>
                </a:lnTo>
                <a:lnTo>
                  <a:pt x="4045913" y="3943403"/>
                </a:lnTo>
                <a:close/>
              </a:path>
            </a:pathLst>
          </a:custGeom>
          <a:solidFill xmlns:a="http://schemas.openxmlformats.org/drawingml/2006/main">
            <a:srgbClr val="98B7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FB15D6-D30C-42F7-A6BA-C26E1FD4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791" y="3037285"/>
            <a:ext cx="3952342" cy="13966"/>
          </a:xfrm>
          <a:custGeom xmlns:a="http://schemas.openxmlformats.org/drawingml/2006/main">
            <a:pathLst>
              <a:path w="3952342" h="13966">
                <a:moveTo>
                  <a:pt x="0" y="0"/>
                </a:moveTo>
                <a:lnTo>
                  <a:pt x="111727" y="0"/>
                </a:lnTo>
                <a:lnTo>
                  <a:pt x="111727" y="13966"/>
                </a:lnTo>
                <a:lnTo>
                  <a:pt x="0" y="13966"/>
                </a:lnTo>
                <a:lnTo>
                  <a:pt x="0" y="0"/>
                </a:lnTo>
                <a:close/>
                <a:moveTo>
                  <a:pt x="153625" y="0"/>
                </a:moveTo>
                <a:lnTo>
                  <a:pt x="265352" y="0"/>
                </a:lnTo>
                <a:lnTo>
                  <a:pt x="265352" y="13966"/>
                </a:lnTo>
                <a:lnTo>
                  <a:pt x="153625" y="13966"/>
                </a:lnTo>
                <a:lnTo>
                  <a:pt x="153625" y="0"/>
                </a:lnTo>
                <a:close/>
                <a:moveTo>
                  <a:pt x="307249" y="0"/>
                </a:moveTo>
                <a:lnTo>
                  <a:pt x="418976" y="0"/>
                </a:lnTo>
                <a:lnTo>
                  <a:pt x="418976" y="13966"/>
                </a:lnTo>
                <a:lnTo>
                  <a:pt x="307249" y="13966"/>
                </a:lnTo>
                <a:lnTo>
                  <a:pt x="307249" y="0"/>
                </a:lnTo>
                <a:close/>
                <a:moveTo>
                  <a:pt x="460874" y="0"/>
                </a:moveTo>
                <a:lnTo>
                  <a:pt x="572601" y="0"/>
                </a:lnTo>
                <a:lnTo>
                  <a:pt x="572601" y="13966"/>
                </a:lnTo>
                <a:lnTo>
                  <a:pt x="460874" y="13966"/>
                </a:lnTo>
                <a:lnTo>
                  <a:pt x="460874" y="0"/>
                </a:lnTo>
                <a:close/>
                <a:moveTo>
                  <a:pt x="614498" y="0"/>
                </a:moveTo>
                <a:lnTo>
                  <a:pt x="726225" y="0"/>
                </a:lnTo>
                <a:lnTo>
                  <a:pt x="726225" y="13966"/>
                </a:lnTo>
                <a:lnTo>
                  <a:pt x="614498" y="13966"/>
                </a:lnTo>
                <a:lnTo>
                  <a:pt x="614498" y="0"/>
                </a:lnTo>
                <a:close/>
                <a:moveTo>
                  <a:pt x="768123" y="0"/>
                </a:moveTo>
                <a:lnTo>
                  <a:pt x="879850" y="0"/>
                </a:lnTo>
                <a:lnTo>
                  <a:pt x="879850" y="13966"/>
                </a:lnTo>
                <a:lnTo>
                  <a:pt x="768123" y="13966"/>
                </a:lnTo>
                <a:lnTo>
                  <a:pt x="768123" y="0"/>
                </a:lnTo>
                <a:close/>
                <a:moveTo>
                  <a:pt x="921748" y="0"/>
                </a:moveTo>
                <a:lnTo>
                  <a:pt x="1033474" y="0"/>
                </a:lnTo>
                <a:lnTo>
                  <a:pt x="1033474" y="13966"/>
                </a:lnTo>
                <a:lnTo>
                  <a:pt x="921748" y="13966"/>
                </a:lnTo>
                <a:lnTo>
                  <a:pt x="921748" y="0"/>
                </a:lnTo>
                <a:close/>
                <a:moveTo>
                  <a:pt x="1075372" y="0"/>
                </a:moveTo>
                <a:lnTo>
                  <a:pt x="1187099" y="0"/>
                </a:lnTo>
                <a:lnTo>
                  <a:pt x="1187099" y="13966"/>
                </a:lnTo>
                <a:lnTo>
                  <a:pt x="1075372" y="13966"/>
                </a:lnTo>
                <a:lnTo>
                  <a:pt x="1075372" y="0"/>
                </a:lnTo>
                <a:close/>
                <a:moveTo>
                  <a:pt x="1228997" y="0"/>
                </a:moveTo>
                <a:lnTo>
                  <a:pt x="1340724" y="0"/>
                </a:lnTo>
                <a:lnTo>
                  <a:pt x="1340724" y="13966"/>
                </a:lnTo>
                <a:lnTo>
                  <a:pt x="1228997" y="13966"/>
                </a:lnTo>
                <a:lnTo>
                  <a:pt x="1228997" y="0"/>
                </a:lnTo>
                <a:close/>
                <a:moveTo>
                  <a:pt x="1382621" y="0"/>
                </a:moveTo>
                <a:lnTo>
                  <a:pt x="1494348" y="0"/>
                </a:lnTo>
                <a:lnTo>
                  <a:pt x="1494348" y="13966"/>
                </a:lnTo>
                <a:lnTo>
                  <a:pt x="1382621" y="13966"/>
                </a:lnTo>
                <a:lnTo>
                  <a:pt x="1382621" y="0"/>
                </a:lnTo>
                <a:close/>
                <a:moveTo>
                  <a:pt x="1536246" y="0"/>
                </a:moveTo>
                <a:lnTo>
                  <a:pt x="1647973" y="0"/>
                </a:lnTo>
                <a:lnTo>
                  <a:pt x="1647973" y="13966"/>
                </a:lnTo>
                <a:lnTo>
                  <a:pt x="1536246" y="13966"/>
                </a:lnTo>
                <a:lnTo>
                  <a:pt x="1536246" y="0"/>
                </a:lnTo>
                <a:close/>
                <a:moveTo>
                  <a:pt x="1689870" y="0"/>
                </a:moveTo>
                <a:lnTo>
                  <a:pt x="1801597" y="0"/>
                </a:lnTo>
                <a:lnTo>
                  <a:pt x="1801597" y="13966"/>
                </a:lnTo>
                <a:lnTo>
                  <a:pt x="1689870" y="13966"/>
                </a:lnTo>
                <a:lnTo>
                  <a:pt x="1689870" y="0"/>
                </a:lnTo>
                <a:close/>
                <a:moveTo>
                  <a:pt x="1843495" y="0"/>
                </a:moveTo>
                <a:lnTo>
                  <a:pt x="1955222" y="0"/>
                </a:lnTo>
                <a:lnTo>
                  <a:pt x="1955222" y="13966"/>
                </a:lnTo>
                <a:lnTo>
                  <a:pt x="1843495" y="13966"/>
                </a:lnTo>
                <a:lnTo>
                  <a:pt x="1843495" y="0"/>
                </a:lnTo>
                <a:close/>
                <a:moveTo>
                  <a:pt x="1997120" y="0"/>
                </a:moveTo>
                <a:lnTo>
                  <a:pt x="2108847" y="0"/>
                </a:lnTo>
                <a:lnTo>
                  <a:pt x="2108847" y="13966"/>
                </a:lnTo>
                <a:lnTo>
                  <a:pt x="1997120" y="13966"/>
                </a:lnTo>
                <a:lnTo>
                  <a:pt x="1997120" y="0"/>
                </a:lnTo>
                <a:close/>
                <a:moveTo>
                  <a:pt x="2150744" y="0"/>
                </a:moveTo>
                <a:lnTo>
                  <a:pt x="2262471" y="0"/>
                </a:lnTo>
                <a:lnTo>
                  <a:pt x="2262471" y="13966"/>
                </a:lnTo>
                <a:lnTo>
                  <a:pt x="2150744" y="13966"/>
                </a:lnTo>
                <a:lnTo>
                  <a:pt x="2150744" y="0"/>
                </a:lnTo>
                <a:close/>
                <a:moveTo>
                  <a:pt x="2304369" y="0"/>
                </a:moveTo>
                <a:lnTo>
                  <a:pt x="2416096" y="0"/>
                </a:lnTo>
                <a:lnTo>
                  <a:pt x="2416096" y="13966"/>
                </a:lnTo>
                <a:lnTo>
                  <a:pt x="2304369" y="13966"/>
                </a:lnTo>
                <a:lnTo>
                  <a:pt x="2304369" y="0"/>
                </a:lnTo>
                <a:close/>
                <a:moveTo>
                  <a:pt x="2457993" y="0"/>
                </a:moveTo>
                <a:lnTo>
                  <a:pt x="2569720" y="0"/>
                </a:lnTo>
                <a:lnTo>
                  <a:pt x="2569720" y="13966"/>
                </a:lnTo>
                <a:lnTo>
                  <a:pt x="2457993" y="13966"/>
                </a:lnTo>
                <a:lnTo>
                  <a:pt x="2457993" y="0"/>
                </a:lnTo>
                <a:close/>
                <a:moveTo>
                  <a:pt x="2611618" y="0"/>
                </a:moveTo>
                <a:lnTo>
                  <a:pt x="2723345" y="0"/>
                </a:lnTo>
                <a:lnTo>
                  <a:pt x="2723345" y="13966"/>
                </a:lnTo>
                <a:lnTo>
                  <a:pt x="2611618" y="13966"/>
                </a:lnTo>
                <a:lnTo>
                  <a:pt x="2611618" y="0"/>
                </a:lnTo>
                <a:close/>
                <a:moveTo>
                  <a:pt x="2765243" y="0"/>
                </a:moveTo>
                <a:lnTo>
                  <a:pt x="2876969" y="0"/>
                </a:lnTo>
                <a:lnTo>
                  <a:pt x="2876969" y="13966"/>
                </a:lnTo>
                <a:lnTo>
                  <a:pt x="2765243" y="13966"/>
                </a:lnTo>
                <a:lnTo>
                  <a:pt x="2765243" y="0"/>
                </a:lnTo>
                <a:close/>
                <a:moveTo>
                  <a:pt x="2918867" y="0"/>
                </a:moveTo>
                <a:lnTo>
                  <a:pt x="3030594" y="0"/>
                </a:lnTo>
                <a:lnTo>
                  <a:pt x="3030594" y="13966"/>
                </a:lnTo>
                <a:lnTo>
                  <a:pt x="2918867" y="13966"/>
                </a:lnTo>
                <a:lnTo>
                  <a:pt x="2918867" y="0"/>
                </a:lnTo>
                <a:close/>
                <a:moveTo>
                  <a:pt x="3072492" y="0"/>
                </a:moveTo>
                <a:lnTo>
                  <a:pt x="3184219" y="0"/>
                </a:lnTo>
                <a:lnTo>
                  <a:pt x="3184219" y="13966"/>
                </a:lnTo>
                <a:lnTo>
                  <a:pt x="3072492" y="13966"/>
                </a:lnTo>
                <a:lnTo>
                  <a:pt x="3072492" y="0"/>
                </a:lnTo>
                <a:close/>
                <a:moveTo>
                  <a:pt x="3226116" y="0"/>
                </a:moveTo>
                <a:lnTo>
                  <a:pt x="3337843" y="0"/>
                </a:lnTo>
                <a:lnTo>
                  <a:pt x="3337843" y="13966"/>
                </a:lnTo>
                <a:lnTo>
                  <a:pt x="3226116" y="13966"/>
                </a:lnTo>
                <a:lnTo>
                  <a:pt x="3226116" y="0"/>
                </a:lnTo>
                <a:close/>
                <a:moveTo>
                  <a:pt x="3379741" y="0"/>
                </a:moveTo>
                <a:lnTo>
                  <a:pt x="3491468" y="0"/>
                </a:lnTo>
                <a:lnTo>
                  <a:pt x="3491468" y="13966"/>
                </a:lnTo>
                <a:lnTo>
                  <a:pt x="3379741" y="13966"/>
                </a:lnTo>
                <a:lnTo>
                  <a:pt x="3379741" y="0"/>
                </a:lnTo>
                <a:close/>
                <a:moveTo>
                  <a:pt x="3533365" y="0"/>
                </a:moveTo>
                <a:lnTo>
                  <a:pt x="3645092" y="0"/>
                </a:lnTo>
                <a:lnTo>
                  <a:pt x="3645092" y="13966"/>
                </a:lnTo>
                <a:lnTo>
                  <a:pt x="3533365" y="13966"/>
                </a:lnTo>
                <a:lnTo>
                  <a:pt x="3533365" y="0"/>
                </a:lnTo>
                <a:close/>
                <a:moveTo>
                  <a:pt x="3686990" y="0"/>
                </a:moveTo>
                <a:lnTo>
                  <a:pt x="3798717" y="0"/>
                </a:lnTo>
                <a:lnTo>
                  <a:pt x="3798717" y="13966"/>
                </a:lnTo>
                <a:lnTo>
                  <a:pt x="3686990" y="13966"/>
                </a:lnTo>
                <a:lnTo>
                  <a:pt x="3686990" y="0"/>
                </a:lnTo>
                <a:close/>
                <a:moveTo>
                  <a:pt x="3840615" y="0"/>
                </a:moveTo>
                <a:lnTo>
                  <a:pt x="3952342" y="0"/>
                </a:lnTo>
                <a:lnTo>
                  <a:pt x="3952342" y="13966"/>
                </a:lnTo>
                <a:lnTo>
                  <a:pt x="3840615" y="13966"/>
                </a:lnTo>
                <a:lnTo>
                  <a:pt x="3840615" y="0"/>
                </a:lnTo>
              </a:path>
            </a:pathLst>
          </a:custGeom>
          <a:solidFill xmlns:a="http://schemas.openxmlformats.org/drawingml/2006/main">
            <a:srgbClr val="98B7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3226AB-D4C7-4B65-9ACA-A429D729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9504" y="416590"/>
            <a:ext cx="13966" cy="2217780"/>
          </a:xfrm>
          <a:custGeom xmlns:a="http://schemas.openxmlformats.org/drawingml/2006/main">
            <a:pathLst>
              <a:path w="13966" h="2217780">
                <a:moveTo>
                  <a:pt x="13966" y="0"/>
                </a:moveTo>
                <a:lnTo>
                  <a:pt x="13966" y="111727"/>
                </a:lnTo>
                <a:lnTo>
                  <a:pt x="0" y="111727"/>
                </a:lnTo>
                <a:lnTo>
                  <a:pt x="0" y="0"/>
                </a:lnTo>
                <a:lnTo>
                  <a:pt x="13966" y="0"/>
                </a:lnTo>
                <a:close/>
                <a:moveTo>
                  <a:pt x="13966" y="153625"/>
                </a:moveTo>
                <a:lnTo>
                  <a:pt x="13966" y="265352"/>
                </a:lnTo>
                <a:lnTo>
                  <a:pt x="0" y="265352"/>
                </a:lnTo>
                <a:lnTo>
                  <a:pt x="0" y="153625"/>
                </a:lnTo>
                <a:lnTo>
                  <a:pt x="13966" y="153625"/>
                </a:lnTo>
                <a:close/>
                <a:moveTo>
                  <a:pt x="13966" y="307249"/>
                </a:moveTo>
                <a:lnTo>
                  <a:pt x="13966" y="418976"/>
                </a:lnTo>
                <a:lnTo>
                  <a:pt x="0" y="418976"/>
                </a:lnTo>
                <a:lnTo>
                  <a:pt x="0" y="307249"/>
                </a:lnTo>
                <a:lnTo>
                  <a:pt x="13966" y="307249"/>
                </a:lnTo>
                <a:close/>
                <a:moveTo>
                  <a:pt x="13966" y="460874"/>
                </a:moveTo>
                <a:lnTo>
                  <a:pt x="13966" y="572601"/>
                </a:lnTo>
                <a:lnTo>
                  <a:pt x="0" y="572601"/>
                </a:lnTo>
                <a:lnTo>
                  <a:pt x="0" y="460874"/>
                </a:lnTo>
                <a:lnTo>
                  <a:pt x="13966" y="460874"/>
                </a:lnTo>
                <a:close/>
                <a:moveTo>
                  <a:pt x="13966" y="614498"/>
                </a:moveTo>
                <a:lnTo>
                  <a:pt x="13966" y="726225"/>
                </a:lnTo>
                <a:lnTo>
                  <a:pt x="0" y="726225"/>
                </a:lnTo>
                <a:lnTo>
                  <a:pt x="0" y="614498"/>
                </a:lnTo>
                <a:lnTo>
                  <a:pt x="13966" y="614498"/>
                </a:lnTo>
                <a:close/>
                <a:moveTo>
                  <a:pt x="13966" y="768123"/>
                </a:moveTo>
                <a:lnTo>
                  <a:pt x="13966" y="879850"/>
                </a:lnTo>
                <a:lnTo>
                  <a:pt x="0" y="879850"/>
                </a:lnTo>
                <a:lnTo>
                  <a:pt x="0" y="768123"/>
                </a:lnTo>
                <a:lnTo>
                  <a:pt x="13966" y="768123"/>
                </a:lnTo>
                <a:close/>
                <a:moveTo>
                  <a:pt x="13966" y="921748"/>
                </a:moveTo>
                <a:lnTo>
                  <a:pt x="13966" y="1033474"/>
                </a:lnTo>
                <a:lnTo>
                  <a:pt x="0" y="1033474"/>
                </a:lnTo>
                <a:lnTo>
                  <a:pt x="0" y="921748"/>
                </a:lnTo>
                <a:lnTo>
                  <a:pt x="13966" y="921748"/>
                </a:lnTo>
                <a:close/>
                <a:moveTo>
                  <a:pt x="13966" y="1075372"/>
                </a:moveTo>
                <a:lnTo>
                  <a:pt x="13966" y="1187099"/>
                </a:lnTo>
                <a:lnTo>
                  <a:pt x="0" y="1187099"/>
                </a:lnTo>
                <a:lnTo>
                  <a:pt x="0" y="1075372"/>
                </a:lnTo>
                <a:lnTo>
                  <a:pt x="13966" y="1075372"/>
                </a:lnTo>
                <a:close/>
                <a:moveTo>
                  <a:pt x="13966" y="1228997"/>
                </a:moveTo>
                <a:lnTo>
                  <a:pt x="13966" y="1340724"/>
                </a:lnTo>
                <a:lnTo>
                  <a:pt x="0" y="1340724"/>
                </a:lnTo>
                <a:lnTo>
                  <a:pt x="0" y="1228997"/>
                </a:lnTo>
                <a:lnTo>
                  <a:pt x="13966" y="1228997"/>
                </a:lnTo>
                <a:close/>
                <a:moveTo>
                  <a:pt x="13966" y="1382621"/>
                </a:moveTo>
                <a:lnTo>
                  <a:pt x="13966" y="1494348"/>
                </a:lnTo>
                <a:lnTo>
                  <a:pt x="0" y="1494348"/>
                </a:lnTo>
                <a:lnTo>
                  <a:pt x="0" y="1382621"/>
                </a:lnTo>
                <a:lnTo>
                  <a:pt x="13966" y="1382621"/>
                </a:lnTo>
                <a:close/>
                <a:moveTo>
                  <a:pt x="13966" y="1536246"/>
                </a:moveTo>
                <a:lnTo>
                  <a:pt x="13966" y="1647973"/>
                </a:lnTo>
                <a:lnTo>
                  <a:pt x="0" y="1647973"/>
                </a:lnTo>
                <a:lnTo>
                  <a:pt x="0" y="1536246"/>
                </a:lnTo>
                <a:lnTo>
                  <a:pt x="13966" y="1536246"/>
                </a:lnTo>
                <a:close/>
                <a:moveTo>
                  <a:pt x="13966" y="1689870"/>
                </a:moveTo>
                <a:lnTo>
                  <a:pt x="13966" y="1801597"/>
                </a:lnTo>
                <a:lnTo>
                  <a:pt x="0" y="1801597"/>
                </a:lnTo>
                <a:lnTo>
                  <a:pt x="0" y="1689870"/>
                </a:lnTo>
                <a:lnTo>
                  <a:pt x="13966" y="1689870"/>
                </a:lnTo>
                <a:close/>
                <a:moveTo>
                  <a:pt x="13966" y="1843495"/>
                </a:moveTo>
                <a:lnTo>
                  <a:pt x="13966" y="1955222"/>
                </a:lnTo>
                <a:lnTo>
                  <a:pt x="0" y="1955222"/>
                </a:lnTo>
                <a:lnTo>
                  <a:pt x="0" y="1843495"/>
                </a:lnTo>
                <a:lnTo>
                  <a:pt x="13966" y="1843495"/>
                </a:lnTo>
                <a:close/>
                <a:moveTo>
                  <a:pt x="13966" y="1997120"/>
                </a:moveTo>
                <a:lnTo>
                  <a:pt x="13966" y="2108847"/>
                </a:lnTo>
                <a:lnTo>
                  <a:pt x="0" y="2108847"/>
                </a:lnTo>
                <a:lnTo>
                  <a:pt x="0" y="1997120"/>
                </a:lnTo>
                <a:lnTo>
                  <a:pt x="13966" y="1997120"/>
                </a:lnTo>
                <a:close/>
                <a:moveTo>
                  <a:pt x="13966" y="2150744"/>
                </a:moveTo>
                <a:lnTo>
                  <a:pt x="13966" y="2217780"/>
                </a:lnTo>
                <a:lnTo>
                  <a:pt x="0" y="2217780"/>
                </a:lnTo>
                <a:lnTo>
                  <a:pt x="0" y="2150744"/>
                </a:lnTo>
                <a:lnTo>
                  <a:pt x="13966" y="2150744"/>
                </a:lnTo>
              </a:path>
            </a:pathLst>
          </a:custGeom>
          <a:solidFill xmlns:a="http://schemas.openxmlformats.org/drawingml/2006/main">
            <a:srgbClr val="98B7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UnifiedTraining">
            <a:extLst xmlns:a="http://schemas.openxmlformats.org/drawingml/2006/main">
              <a:ext uri="{FF2B5EF4-FFF2-40B4-BE49-F238E27FC236}">
                <a16:creationId xmlns:a16="http://schemas.microsoft.com/office/drawing/2014/main" id="{D688A673-4BF0-4366-95E7-0204F253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168" y="3437037"/>
            <a:ext cx="1457558" cy="207335"/>
          </a:xfrm>
          <a:custGeom xmlns:a="http://schemas.openxmlformats.org/drawingml/2006/main">
            <a:pathLst>
              <a:path w="1457558" h="207335">
                <a:moveTo>
                  <a:pt x="60840" y="157130"/>
                </a:moveTo>
                <a:cubicBezTo>
                  <a:pt x="40975" y="157130"/>
                  <a:pt x="26156" y="151413"/>
                  <a:pt x="16384" y="139980"/>
                </a:cubicBezTo>
                <a:cubicBezTo>
                  <a:pt x="8463" y="130782"/>
                  <a:pt x="3481" y="117177"/>
                  <a:pt x="1437" y="99164"/>
                </a:cubicBezTo>
                <a:cubicBezTo>
                  <a:pt x="479" y="91052"/>
                  <a:pt x="0" y="74860"/>
                  <a:pt x="0" y="50588"/>
                </a:cubicBezTo>
                <a:cubicBezTo>
                  <a:pt x="0" y="41646"/>
                  <a:pt x="192" y="34428"/>
                  <a:pt x="575" y="28935"/>
                </a:cubicBezTo>
                <a:cubicBezTo>
                  <a:pt x="958" y="23122"/>
                  <a:pt x="1533" y="19066"/>
                  <a:pt x="2299" y="16767"/>
                </a:cubicBezTo>
                <a:cubicBezTo>
                  <a:pt x="3896" y="12104"/>
                  <a:pt x="6771" y="9773"/>
                  <a:pt x="10922" y="9773"/>
                </a:cubicBezTo>
                <a:cubicBezTo>
                  <a:pt x="16799" y="9773"/>
                  <a:pt x="19737" y="15170"/>
                  <a:pt x="19737" y="25965"/>
                </a:cubicBezTo>
                <a:lnTo>
                  <a:pt x="19737" y="82206"/>
                </a:lnTo>
                <a:cubicBezTo>
                  <a:pt x="19737" y="120913"/>
                  <a:pt x="33278" y="140267"/>
                  <a:pt x="60361" y="140267"/>
                </a:cubicBezTo>
                <a:cubicBezTo>
                  <a:pt x="85846" y="140267"/>
                  <a:pt x="98589" y="107667"/>
                  <a:pt x="98589" y="42468"/>
                </a:cubicBezTo>
                <a:cubicBezTo>
                  <a:pt x="98589" y="40039"/>
                  <a:pt x="98589" y="36907"/>
                  <a:pt x="98589" y="33073"/>
                </a:cubicBezTo>
                <a:cubicBezTo>
                  <a:pt x="98525" y="29236"/>
                  <a:pt x="98493" y="26679"/>
                  <a:pt x="98493" y="25402"/>
                </a:cubicBezTo>
                <a:cubicBezTo>
                  <a:pt x="98493" y="21440"/>
                  <a:pt x="99196" y="17956"/>
                  <a:pt x="100601" y="14949"/>
                </a:cubicBezTo>
                <a:cubicBezTo>
                  <a:pt x="102390" y="11115"/>
                  <a:pt x="105041" y="9198"/>
                  <a:pt x="108554" y="9198"/>
                </a:cubicBezTo>
                <a:cubicBezTo>
                  <a:pt x="114941" y="9198"/>
                  <a:pt x="118135" y="13576"/>
                  <a:pt x="118135" y="22333"/>
                </a:cubicBezTo>
                <a:cubicBezTo>
                  <a:pt x="118135" y="24954"/>
                  <a:pt x="118167" y="28916"/>
                  <a:pt x="118231" y="34219"/>
                </a:cubicBezTo>
                <a:cubicBezTo>
                  <a:pt x="118231" y="39525"/>
                  <a:pt x="118231" y="43488"/>
                  <a:pt x="118231" y="46109"/>
                </a:cubicBezTo>
                <a:cubicBezTo>
                  <a:pt x="118231" y="120123"/>
                  <a:pt x="99100" y="157130"/>
                  <a:pt x="60840" y="157130"/>
                </a:cubicBezTo>
                <a:close/>
                <a:moveTo>
                  <a:pt x="215803" y="160196"/>
                </a:moveTo>
                <a:cubicBezTo>
                  <a:pt x="210310" y="160196"/>
                  <a:pt x="207212" y="157188"/>
                  <a:pt x="206509" y="151171"/>
                </a:cubicBezTo>
                <a:lnTo>
                  <a:pt x="203826" y="130144"/>
                </a:lnTo>
                <a:cubicBezTo>
                  <a:pt x="202932" y="122655"/>
                  <a:pt x="202485" y="115646"/>
                  <a:pt x="202485" y="109117"/>
                </a:cubicBezTo>
                <a:cubicBezTo>
                  <a:pt x="202485" y="107324"/>
                  <a:pt x="202597" y="104284"/>
                  <a:pt x="202820" y="99997"/>
                </a:cubicBezTo>
                <a:cubicBezTo>
                  <a:pt x="203044" y="95707"/>
                  <a:pt x="203156" y="92666"/>
                  <a:pt x="203156" y="90874"/>
                </a:cubicBezTo>
                <a:cubicBezTo>
                  <a:pt x="203156" y="77047"/>
                  <a:pt x="200601" y="70133"/>
                  <a:pt x="195491" y="70133"/>
                </a:cubicBezTo>
                <a:cubicBezTo>
                  <a:pt x="188337" y="70133"/>
                  <a:pt x="181502" y="74386"/>
                  <a:pt x="174987" y="82891"/>
                </a:cubicBezTo>
                <a:cubicBezTo>
                  <a:pt x="169111" y="90628"/>
                  <a:pt x="164512" y="100411"/>
                  <a:pt x="161191" y="112239"/>
                </a:cubicBezTo>
                <a:cubicBezTo>
                  <a:pt x="161063" y="114734"/>
                  <a:pt x="160775" y="117868"/>
                  <a:pt x="160328" y="121641"/>
                </a:cubicBezTo>
                <a:cubicBezTo>
                  <a:pt x="159945" y="124838"/>
                  <a:pt x="159753" y="127939"/>
                  <a:pt x="159753" y="130943"/>
                </a:cubicBezTo>
                <a:cubicBezTo>
                  <a:pt x="159753" y="132862"/>
                  <a:pt x="159945" y="135739"/>
                  <a:pt x="160328" y="139575"/>
                </a:cubicBezTo>
                <a:cubicBezTo>
                  <a:pt x="160712" y="143412"/>
                  <a:pt x="160903" y="146289"/>
                  <a:pt x="160903" y="148207"/>
                </a:cubicBezTo>
                <a:cubicBezTo>
                  <a:pt x="160903" y="151086"/>
                  <a:pt x="160025" y="153420"/>
                  <a:pt x="158268" y="155210"/>
                </a:cubicBezTo>
                <a:cubicBezTo>
                  <a:pt x="156512" y="157001"/>
                  <a:pt x="154260" y="157896"/>
                  <a:pt x="151514" y="157896"/>
                </a:cubicBezTo>
                <a:cubicBezTo>
                  <a:pt x="148703" y="157896"/>
                  <a:pt x="146436" y="157000"/>
                  <a:pt x="144711" y="155207"/>
                </a:cubicBezTo>
                <a:cubicBezTo>
                  <a:pt x="142987" y="153417"/>
                  <a:pt x="142124" y="151082"/>
                  <a:pt x="142124" y="148201"/>
                </a:cubicBezTo>
                <a:cubicBezTo>
                  <a:pt x="142124" y="146283"/>
                  <a:pt x="141917" y="143405"/>
                  <a:pt x="141501" y="139566"/>
                </a:cubicBezTo>
                <a:cubicBezTo>
                  <a:pt x="141086" y="135726"/>
                  <a:pt x="140879" y="132846"/>
                  <a:pt x="140879" y="130925"/>
                </a:cubicBezTo>
                <a:cubicBezTo>
                  <a:pt x="140879" y="124334"/>
                  <a:pt x="141342" y="115200"/>
                  <a:pt x="142268" y="103524"/>
                </a:cubicBezTo>
                <a:cubicBezTo>
                  <a:pt x="143194" y="91847"/>
                  <a:pt x="143657" y="82713"/>
                  <a:pt x="143657" y="76122"/>
                </a:cubicBezTo>
                <a:cubicBezTo>
                  <a:pt x="143657" y="74074"/>
                  <a:pt x="143545" y="71035"/>
                  <a:pt x="143322" y="67005"/>
                </a:cubicBezTo>
                <a:cubicBezTo>
                  <a:pt x="143098" y="62973"/>
                  <a:pt x="142987" y="59934"/>
                  <a:pt x="142987" y="57888"/>
                </a:cubicBezTo>
                <a:cubicBezTo>
                  <a:pt x="142987" y="55135"/>
                  <a:pt x="143897" y="52880"/>
                  <a:pt x="145717" y="51121"/>
                </a:cubicBezTo>
                <a:cubicBezTo>
                  <a:pt x="147538" y="49361"/>
                  <a:pt x="149789" y="48480"/>
                  <a:pt x="152472" y="48480"/>
                </a:cubicBezTo>
                <a:cubicBezTo>
                  <a:pt x="158348" y="48480"/>
                  <a:pt x="161574" y="52649"/>
                  <a:pt x="162149" y="60987"/>
                </a:cubicBezTo>
                <a:lnTo>
                  <a:pt x="162436" y="72241"/>
                </a:lnTo>
                <a:cubicBezTo>
                  <a:pt x="173167" y="57934"/>
                  <a:pt x="184185" y="50780"/>
                  <a:pt x="195491" y="50780"/>
                </a:cubicBezTo>
                <a:cubicBezTo>
                  <a:pt x="205711" y="50780"/>
                  <a:pt x="212833" y="55291"/>
                  <a:pt x="216857" y="64313"/>
                </a:cubicBezTo>
                <a:cubicBezTo>
                  <a:pt x="219603" y="70327"/>
                  <a:pt x="221104" y="79222"/>
                  <a:pt x="221360" y="90996"/>
                </a:cubicBezTo>
                <a:lnTo>
                  <a:pt x="221360" y="100688"/>
                </a:lnTo>
                <a:lnTo>
                  <a:pt x="221264" y="109614"/>
                </a:lnTo>
                <a:cubicBezTo>
                  <a:pt x="221264" y="114925"/>
                  <a:pt x="221951" y="121788"/>
                  <a:pt x="223324" y="130204"/>
                </a:cubicBezTo>
                <a:cubicBezTo>
                  <a:pt x="224697" y="138617"/>
                  <a:pt x="225384" y="145447"/>
                  <a:pt x="225384" y="150692"/>
                </a:cubicBezTo>
                <a:cubicBezTo>
                  <a:pt x="225384" y="153509"/>
                  <a:pt x="224474" y="155796"/>
                  <a:pt x="222653" y="157555"/>
                </a:cubicBezTo>
                <a:cubicBezTo>
                  <a:pt x="220833" y="159315"/>
                  <a:pt x="218549" y="160196"/>
                  <a:pt x="215803" y="160196"/>
                </a:cubicBezTo>
                <a:close/>
                <a:moveTo>
                  <a:pt x="263264" y="32001"/>
                </a:moveTo>
                <a:cubicBezTo>
                  <a:pt x="260198" y="32001"/>
                  <a:pt x="257548" y="30915"/>
                  <a:pt x="255312" y="28743"/>
                </a:cubicBezTo>
                <a:cubicBezTo>
                  <a:pt x="253076" y="26572"/>
                  <a:pt x="251959" y="23953"/>
                  <a:pt x="251959" y="20887"/>
                </a:cubicBezTo>
                <a:cubicBezTo>
                  <a:pt x="251959" y="17821"/>
                  <a:pt x="253076" y="15202"/>
                  <a:pt x="255312" y="13030"/>
                </a:cubicBezTo>
                <a:cubicBezTo>
                  <a:pt x="257548" y="10859"/>
                  <a:pt x="260198" y="9773"/>
                  <a:pt x="263264" y="9773"/>
                </a:cubicBezTo>
                <a:cubicBezTo>
                  <a:pt x="266330" y="9773"/>
                  <a:pt x="268965" y="10859"/>
                  <a:pt x="271169" y="13030"/>
                </a:cubicBezTo>
                <a:cubicBezTo>
                  <a:pt x="273372" y="15202"/>
                  <a:pt x="274474" y="17821"/>
                  <a:pt x="274474" y="20887"/>
                </a:cubicBezTo>
                <a:cubicBezTo>
                  <a:pt x="274474" y="23953"/>
                  <a:pt x="273372" y="26572"/>
                  <a:pt x="271169" y="28743"/>
                </a:cubicBezTo>
                <a:cubicBezTo>
                  <a:pt x="268965" y="30915"/>
                  <a:pt x="266330" y="32001"/>
                  <a:pt x="263264" y="32001"/>
                </a:cubicBezTo>
                <a:moveTo>
                  <a:pt x="267576" y="109853"/>
                </a:moveTo>
                <a:cubicBezTo>
                  <a:pt x="267576" y="113689"/>
                  <a:pt x="267688" y="119428"/>
                  <a:pt x="267911" y="127069"/>
                </a:cubicBezTo>
                <a:cubicBezTo>
                  <a:pt x="268135" y="134708"/>
                  <a:pt x="268246" y="140446"/>
                  <a:pt x="268246" y="144282"/>
                </a:cubicBezTo>
                <a:cubicBezTo>
                  <a:pt x="268246" y="147095"/>
                  <a:pt x="267384" y="149396"/>
                  <a:pt x="265660" y="151186"/>
                </a:cubicBezTo>
                <a:cubicBezTo>
                  <a:pt x="263935" y="152977"/>
                  <a:pt x="261667" y="153872"/>
                  <a:pt x="258857" y="153872"/>
                </a:cubicBezTo>
                <a:cubicBezTo>
                  <a:pt x="256110" y="153872"/>
                  <a:pt x="253859" y="152977"/>
                  <a:pt x="252102" y="151186"/>
                </a:cubicBezTo>
                <a:cubicBezTo>
                  <a:pt x="250346" y="149396"/>
                  <a:pt x="249468" y="147095"/>
                  <a:pt x="249468" y="144282"/>
                </a:cubicBezTo>
                <a:cubicBezTo>
                  <a:pt x="249468" y="140446"/>
                  <a:pt x="249356" y="134708"/>
                  <a:pt x="249132" y="127069"/>
                </a:cubicBezTo>
                <a:cubicBezTo>
                  <a:pt x="248909" y="119428"/>
                  <a:pt x="248797" y="113689"/>
                  <a:pt x="248797" y="109853"/>
                </a:cubicBezTo>
                <a:cubicBezTo>
                  <a:pt x="248797" y="103843"/>
                  <a:pt x="249116" y="96347"/>
                  <a:pt x="249755" y="87364"/>
                </a:cubicBezTo>
                <a:cubicBezTo>
                  <a:pt x="250394" y="78380"/>
                  <a:pt x="250713" y="70883"/>
                  <a:pt x="250713" y="64873"/>
                </a:cubicBezTo>
                <a:cubicBezTo>
                  <a:pt x="250713" y="61997"/>
                  <a:pt x="251591" y="59663"/>
                  <a:pt x="253348" y="57873"/>
                </a:cubicBezTo>
                <a:cubicBezTo>
                  <a:pt x="255104" y="56082"/>
                  <a:pt x="257356" y="55187"/>
                  <a:pt x="260103" y="55187"/>
                </a:cubicBezTo>
                <a:cubicBezTo>
                  <a:pt x="262849" y="55187"/>
                  <a:pt x="265101" y="56082"/>
                  <a:pt x="266857" y="57873"/>
                </a:cubicBezTo>
                <a:cubicBezTo>
                  <a:pt x="268614" y="59663"/>
                  <a:pt x="269492" y="61997"/>
                  <a:pt x="269492" y="64873"/>
                </a:cubicBezTo>
                <a:cubicBezTo>
                  <a:pt x="269492" y="70883"/>
                  <a:pt x="269173" y="78380"/>
                  <a:pt x="268534" y="87364"/>
                </a:cubicBezTo>
                <a:cubicBezTo>
                  <a:pt x="267895" y="96347"/>
                  <a:pt x="267576" y="103843"/>
                  <a:pt x="267576" y="109853"/>
                </a:cubicBezTo>
                <a:close/>
                <a:moveTo>
                  <a:pt x="363817" y="18587"/>
                </a:moveTo>
                <a:cubicBezTo>
                  <a:pt x="348359" y="18587"/>
                  <a:pt x="339705" y="29264"/>
                  <a:pt x="337852" y="50618"/>
                </a:cubicBezTo>
                <a:lnTo>
                  <a:pt x="337565" y="56528"/>
                </a:lnTo>
                <a:cubicBezTo>
                  <a:pt x="348423" y="55762"/>
                  <a:pt x="355449" y="55379"/>
                  <a:pt x="358643" y="55379"/>
                </a:cubicBezTo>
                <a:cubicBezTo>
                  <a:pt x="368799" y="55379"/>
                  <a:pt x="373877" y="58587"/>
                  <a:pt x="373877" y="65005"/>
                </a:cubicBezTo>
                <a:cubicBezTo>
                  <a:pt x="373877" y="69691"/>
                  <a:pt x="371386" y="72484"/>
                  <a:pt x="366404" y="73382"/>
                </a:cubicBezTo>
                <a:cubicBezTo>
                  <a:pt x="364232" y="73767"/>
                  <a:pt x="361693" y="73912"/>
                  <a:pt x="358787" y="73816"/>
                </a:cubicBezTo>
                <a:cubicBezTo>
                  <a:pt x="355881" y="73720"/>
                  <a:pt x="348519" y="74154"/>
                  <a:pt x="336702" y="75116"/>
                </a:cubicBezTo>
                <a:lnTo>
                  <a:pt x="335936" y="96981"/>
                </a:lnTo>
                <a:cubicBezTo>
                  <a:pt x="335936" y="100948"/>
                  <a:pt x="336064" y="106895"/>
                  <a:pt x="336319" y="114823"/>
                </a:cubicBezTo>
                <a:cubicBezTo>
                  <a:pt x="336575" y="122752"/>
                  <a:pt x="336702" y="128666"/>
                  <a:pt x="336702" y="132566"/>
                </a:cubicBezTo>
                <a:cubicBezTo>
                  <a:pt x="336702" y="144714"/>
                  <a:pt x="336000" y="154177"/>
                  <a:pt x="334595" y="160953"/>
                </a:cubicBezTo>
                <a:cubicBezTo>
                  <a:pt x="333509" y="166069"/>
                  <a:pt x="330539" y="168627"/>
                  <a:pt x="325684" y="168627"/>
                </a:cubicBezTo>
                <a:cubicBezTo>
                  <a:pt x="323065" y="168627"/>
                  <a:pt x="320830" y="167780"/>
                  <a:pt x="318977" y="166085"/>
                </a:cubicBezTo>
                <a:cubicBezTo>
                  <a:pt x="317125" y="164390"/>
                  <a:pt x="316199" y="162265"/>
                  <a:pt x="316199" y="159708"/>
                </a:cubicBezTo>
                <a:cubicBezTo>
                  <a:pt x="316199" y="159197"/>
                  <a:pt x="316263" y="158557"/>
                  <a:pt x="316391" y="157788"/>
                </a:cubicBezTo>
                <a:cubicBezTo>
                  <a:pt x="317732" y="149477"/>
                  <a:pt x="318403" y="140430"/>
                  <a:pt x="318403" y="130647"/>
                </a:cubicBezTo>
                <a:lnTo>
                  <a:pt x="318115" y="104464"/>
                </a:lnTo>
                <a:lnTo>
                  <a:pt x="318115" y="76649"/>
                </a:lnTo>
                <a:cubicBezTo>
                  <a:pt x="310131" y="77287"/>
                  <a:pt x="305085" y="77607"/>
                  <a:pt x="302977" y="77607"/>
                </a:cubicBezTo>
                <a:cubicBezTo>
                  <a:pt x="296526" y="77607"/>
                  <a:pt x="293300" y="74509"/>
                  <a:pt x="293300" y="68313"/>
                </a:cubicBezTo>
                <a:cubicBezTo>
                  <a:pt x="293300" y="61990"/>
                  <a:pt x="298889" y="58668"/>
                  <a:pt x="310067" y="58349"/>
                </a:cubicBezTo>
                <a:lnTo>
                  <a:pt x="319265" y="58061"/>
                </a:lnTo>
                <a:cubicBezTo>
                  <a:pt x="319457" y="54484"/>
                  <a:pt x="319936" y="49630"/>
                  <a:pt x="320702" y="43498"/>
                </a:cubicBezTo>
                <a:cubicBezTo>
                  <a:pt x="322363" y="29318"/>
                  <a:pt x="325940" y="18875"/>
                  <a:pt x="331433" y="12168"/>
                </a:cubicBezTo>
                <a:cubicBezTo>
                  <a:pt x="338076" y="4056"/>
                  <a:pt x="348455" y="0"/>
                  <a:pt x="362571" y="0"/>
                </a:cubicBezTo>
                <a:cubicBezTo>
                  <a:pt x="371705" y="0"/>
                  <a:pt x="376272" y="3114"/>
                  <a:pt x="376272" y="9342"/>
                </a:cubicBezTo>
                <a:cubicBezTo>
                  <a:pt x="376272" y="15505"/>
                  <a:pt x="372121" y="18587"/>
                  <a:pt x="363817" y="18587"/>
                </a:cubicBezTo>
                <a:close/>
                <a:moveTo>
                  <a:pt x="416888" y="32001"/>
                </a:moveTo>
                <a:cubicBezTo>
                  <a:pt x="413822" y="32001"/>
                  <a:pt x="411172" y="30915"/>
                  <a:pt x="408936" y="28743"/>
                </a:cubicBezTo>
                <a:cubicBezTo>
                  <a:pt x="406700" y="26572"/>
                  <a:pt x="405583" y="23953"/>
                  <a:pt x="405583" y="20887"/>
                </a:cubicBezTo>
                <a:cubicBezTo>
                  <a:pt x="405583" y="17821"/>
                  <a:pt x="406700" y="15202"/>
                  <a:pt x="408936" y="13030"/>
                </a:cubicBezTo>
                <a:cubicBezTo>
                  <a:pt x="411172" y="10859"/>
                  <a:pt x="413822" y="9773"/>
                  <a:pt x="416888" y="9773"/>
                </a:cubicBezTo>
                <a:cubicBezTo>
                  <a:pt x="419954" y="9773"/>
                  <a:pt x="422589" y="10859"/>
                  <a:pt x="424793" y="13030"/>
                </a:cubicBezTo>
                <a:cubicBezTo>
                  <a:pt x="426996" y="15202"/>
                  <a:pt x="428098" y="17821"/>
                  <a:pt x="428098" y="20887"/>
                </a:cubicBezTo>
                <a:cubicBezTo>
                  <a:pt x="428098" y="23953"/>
                  <a:pt x="426996" y="26572"/>
                  <a:pt x="424793" y="28743"/>
                </a:cubicBezTo>
                <a:cubicBezTo>
                  <a:pt x="422589" y="30915"/>
                  <a:pt x="419954" y="32001"/>
                  <a:pt x="416888" y="32001"/>
                </a:cubicBezTo>
                <a:moveTo>
                  <a:pt x="421200" y="109853"/>
                </a:moveTo>
                <a:cubicBezTo>
                  <a:pt x="421200" y="113689"/>
                  <a:pt x="421312" y="119428"/>
                  <a:pt x="421535" y="127069"/>
                </a:cubicBezTo>
                <a:cubicBezTo>
                  <a:pt x="421759" y="134708"/>
                  <a:pt x="421870" y="140446"/>
                  <a:pt x="421870" y="144282"/>
                </a:cubicBezTo>
                <a:cubicBezTo>
                  <a:pt x="421870" y="147095"/>
                  <a:pt x="421008" y="149396"/>
                  <a:pt x="419284" y="151186"/>
                </a:cubicBezTo>
                <a:cubicBezTo>
                  <a:pt x="417559" y="152977"/>
                  <a:pt x="415291" y="153872"/>
                  <a:pt x="412481" y="153872"/>
                </a:cubicBezTo>
                <a:cubicBezTo>
                  <a:pt x="409734" y="153872"/>
                  <a:pt x="407483" y="152977"/>
                  <a:pt x="405726" y="151186"/>
                </a:cubicBezTo>
                <a:cubicBezTo>
                  <a:pt x="403970" y="149396"/>
                  <a:pt x="403092" y="147095"/>
                  <a:pt x="403092" y="144282"/>
                </a:cubicBezTo>
                <a:cubicBezTo>
                  <a:pt x="403092" y="140446"/>
                  <a:pt x="402980" y="134708"/>
                  <a:pt x="402756" y="127069"/>
                </a:cubicBezTo>
                <a:cubicBezTo>
                  <a:pt x="402533" y="119428"/>
                  <a:pt x="402421" y="113689"/>
                  <a:pt x="402421" y="109853"/>
                </a:cubicBezTo>
                <a:cubicBezTo>
                  <a:pt x="402421" y="103843"/>
                  <a:pt x="402740" y="96347"/>
                  <a:pt x="403379" y="87364"/>
                </a:cubicBezTo>
                <a:cubicBezTo>
                  <a:pt x="404018" y="78380"/>
                  <a:pt x="404337" y="70883"/>
                  <a:pt x="404337" y="64873"/>
                </a:cubicBezTo>
                <a:cubicBezTo>
                  <a:pt x="404337" y="61997"/>
                  <a:pt x="405215" y="59663"/>
                  <a:pt x="406972" y="57873"/>
                </a:cubicBezTo>
                <a:cubicBezTo>
                  <a:pt x="408728" y="56082"/>
                  <a:pt x="410980" y="55187"/>
                  <a:pt x="413727" y="55187"/>
                </a:cubicBezTo>
                <a:cubicBezTo>
                  <a:pt x="416473" y="55187"/>
                  <a:pt x="418725" y="56082"/>
                  <a:pt x="420481" y="57873"/>
                </a:cubicBezTo>
                <a:cubicBezTo>
                  <a:pt x="422238" y="59663"/>
                  <a:pt x="423116" y="61997"/>
                  <a:pt x="423116" y="64873"/>
                </a:cubicBezTo>
                <a:cubicBezTo>
                  <a:pt x="423116" y="70883"/>
                  <a:pt x="422797" y="78380"/>
                  <a:pt x="422158" y="87364"/>
                </a:cubicBezTo>
                <a:cubicBezTo>
                  <a:pt x="421519" y="96347"/>
                  <a:pt x="421200" y="103843"/>
                  <a:pt x="421200" y="109853"/>
                </a:cubicBezTo>
                <a:close/>
                <a:moveTo>
                  <a:pt x="497800" y="157705"/>
                </a:moveTo>
                <a:cubicBezTo>
                  <a:pt x="483365" y="157705"/>
                  <a:pt x="471676" y="154093"/>
                  <a:pt x="462734" y="146869"/>
                </a:cubicBezTo>
                <a:cubicBezTo>
                  <a:pt x="452961" y="138877"/>
                  <a:pt x="448075" y="127688"/>
                  <a:pt x="448075" y="113302"/>
                </a:cubicBezTo>
                <a:cubicBezTo>
                  <a:pt x="448075" y="96681"/>
                  <a:pt x="452099" y="82745"/>
                  <a:pt x="460147" y="71493"/>
                </a:cubicBezTo>
                <a:cubicBezTo>
                  <a:pt x="468897" y="59217"/>
                  <a:pt x="480586" y="53079"/>
                  <a:pt x="495213" y="53079"/>
                </a:cubicBezTo>
                <a:cubicBezTo>
                  <a:pt x="505817" y="53079"/>
                  <a:pt x="514471" y="54868"/>
                  <a:pt x="521178" y="58445"/>
                </a:cubicBezTo>
                <a:cubicBezTo>
                  <a:pt x="529418" y="62852"/>
                  <a:pt x="533538" y="69623"/>
                  <a:pt x="533538" y="78756"/>
                </a:cubicBezTo>
                <a:cubicBezTo>
                  <a:pt x="533538" y="85144"/>
                  <a:pt x="529929" y="90956"/>
                  <a:pt x="522711" y="96194"/>
                </a:cubicBezTo>
                <a:cubicBezTo>
                  <a:pt x="519517" y="98493"/>
                  <a:pt x="512747" y="102070"/>
                  <a:pt x="502399" y="106925"/>
                </a:cubicBezTo>
                <a:lnTo>
                  <a:pt x="465800" y="124267"/>
                </a:lnTo>
                <a:cubicBezTo>
                  <a:pt x="469376" y="129568"/>
                  <a:pt x="473832" y="133560"/>
                  <a:pt x="479165" y="136243"/>
                </a:cubicBezTo>
                <a:cubicBezTo>
                  <a:pt x="484499" y="138926"/>
                  <a:pt x="490710" y="140267"/>
                  <a:pt x="497800" y="140267"/>
                </a:cubicBezTo>
                <a:cubicBezTo>
                  <a:pt x="502208" y="140267"/>
                  <a:pt x="507381" y="139437"/>
                  <a:pt x="513322" y="137776"/>
                </a:cubicBezTo>
                <a:cubicBezTo>
                  <a:pt x="520859" y="135668"/>
                  <a:pt x="525713" y="132906"/>
                  <a:pt x="527885" y="129488"/>
                </a:cubicBezTo>
                <a:cubicBezTo>
                  <a:pt x="530057" y="126071"/>
                  <a:pt x="532388" y="124362"/>
                  <a:pt x="534879" y="124362"/>
                </a:cubicBezTo>
                <a:cubicBezTo>
                  <a:pt x="537115" y="124362"/>
                  <a:pt x="539111" y="125212"/>
                  <a:pt x="540867" y="126910"/>
                </a:cubicBezTo>
                <a:cubicBezTo>
                  <a:pt x="542624" y="128607"/>
                  <a:pt x="543502" y="130576"/>
                  <a:pt x="543502" y="132818"/>
                </a:cubicBezTo>
                <a:cubicBezTo>
                  <a:pt x="543502" y="139928"/>
                  <a:pt x="537785" y="146046"/>
                  <a:pt x="526352" y="151171"/>
                </a:cubicBezTo>
                <a:cubicBezTo>
                  <a:pt x="516579" y="155527"/>
                  <a:pt x="507062" y="157705"/>
                  <a:pt x="497800" y="157705"/>
                </a:cubicBezTo>
                <a:moveTo>
                  <a:pt x="495213" y="70325"/>
                </a:moveTo>
                <a:cubicBezTo>
                  <a:pt x="487421" y="70325"/>
                  <a:pt x="480938" y="73343"/>
                  <a:pt x="475764" y="79379"/>
                </a:cubicBezTo>
                <a:cubicBezTo>
                  <a:pt x="470590" y="85415"/>
                  <a:pt x="466726" y="94501"/>
                  <a:pt x="464171" y="106637"/>
                </a:cubicBezTo>
                <a:lnTo>
                  <a:pt x="493585" y="92649"/>
                </a:lnTo>
                <a:cubicBezTo>
                  <a:pt x="505146" y="87028"/>
                  <a:pt x="513386" y="82142"/>
                  <a:pt x="518304" y="77990"/>
                </a:cubicBezTo>
                <a:cubicBezTo>
                  <a:pt x="512811" y="72880"/>
                  <a:pt x="505114" y="70325"/>
                  <a:pt x="495213" y="70325"/>
                </a:cubicBezTo>
                <a:close/>
                <a:moveTo>
                  <a:pt x="648137" y="68654"/>
                </a:moveTo>
                <a:cubicBezTo>
                  <a:pt x="647371" y="78038"/>
                  <a:pt x="646987" y="87421"/>
                  <a:pt x="646987" y="96805"/>
                </a:cubicBezTo>
                <a:cubicBezTo>
                  <a:pt x="646987" y="118063"/>
                  <a:pt x="647978" y="134117"/>
                  <a:pt x="649958" y="144968"/>
                </a:cubicBezTo>
                <a:cubicBezTo>
                  <a:pt x="650085" y="145862"/>
                  <a:pt x="650149" y="146596"/>
                  <a:pt x="650149" y="147171"/>
                </a:cubicBezTo>
                <a:cubicBezTo>
                  <a:pt x="650149" y="149724"/>
                  <a:pt x="649255" y="151830"/>
                  <a:pt x="647467" y="153489"/>
                </a:cubicBezTo>
                <a:cubicBezTo>
                  <a:pt x="645678" y="155150"/>
                  <a:pt x="643602" y="155980"/>
                  <a:pt x="641239" y="155980"/>
                </a:cubicBezTo>
                <a:cubicBezTo>
                  <a:pt x="637279" y="155980"/>
                  <a:pt x="634372" y="153106"/>
                  <a:pt x="632520" y="147357"/>
                </a:cubicBezTo>
                <a:cubicBezTo>
                  <a:pt x="627921" y="150742"/>
                  <a:pt x="623147" y="153313"/>
                  <a:pt x="618196" y="155070"/>
                </a:cubicBezTo>
                <a:cubicBezTo>
                  <a:pt x="613246" y="156826"/>
                  <a:pt x="608088" y="157705"/>
                  <a:pt x="602723" y="157705"/>
                </a:cubicBezTo>
                <a:cubicBezTo>
                  <a:pt x="589501" y="157705"/>
                  <a:pt x="578547" y="153293"/>
                  <a:pt x="569860" y="144471"/>
                </a:cubicBezTo>
                <a:cubicBezTo>
                  <a:pt x="560917" y="135456"/>
                  <a:pt x="556446" y="123884"/>
                  <a:pt x="556446" y="109754"/>
                </a:cubicBezTo>
                <a:cubicBezTo>
                  <a:pt x="556446" y="92684"/>
                  <a:pt x="560965" y="79003"/>
                  <a:pt x="570004" y="68711"/>
                </a:cubicBezTo>
                <a:cubicBezTo>
                  <a:pt x="579042" y="58418"/>
                  <a:pt x="590778" y="53271"/>
                  <a:pt x="605214" y="53271"/>
                </a:cubicBezTo>
                <a:cubicBezTo>
                  <a:pt x="612623" y="53271"/>
                  <a:pt x="618340" y="54421"/>
                  <a:pt x="622364" y="56720"/>
                </a:cubicBezTo>
                <a:lnTo>
                  <a:pt x="631370" y="63331"/>
                </a:lnTo>
                <a:cubicBezTo>
                  <a:pt x="632265" y="36476"/>
                  <a:pt x="633318" y="18395"/>
                  <a:pt x="634532" y="9087"/>
                </a:cubicBezTo>
                <a:cubicBezTo>
                  <a:pt x="635362" y="3412"/>
                  <a:pt x="638269" y="575"/>
                  <a:pt x="643251" y="575"/>
                </a:cubicBezTo>
                <a:cubicBezTo>
                  <a:pt x="649063" y="575"/>
                  <a:pt x="651970" y="3671"/>
                  <a:pt x="651970" y="9863"/>
                </a:cubicBezTo>
                <a:cubicBezTo>
                  <a:pt x="651970" y="18735"/>
                  <a:pt x="650692" y="38332"/>
                  <a:pt x="648137" y="68654"/>
                </a:cubicBezTo>
                <a:moveTo>
                  <a:pt x="605597" y="71092"/>
                </a:moveTo>
                <a:cubicBezTo>
                  <a:pt x="594866" y="71092"/>
                  <a:pt x="586818" y="74269"/>
                  <a:pt x="581453" y="80625"/>
                </a:cubicBezTo>
                <a:cubicBezTo>
                  <a:pt x="576088" y="86980"/>
                  <a:pt x="573405" y="96545"/>
                  <a:pt x="573405" y="109320"/>
                </a:cubicBezTo>
                <a:cubicBezTo>
                  <a:pt x="573405" y="117560"/>
                  <a:pt x="576327" y="124650"/>
                  <a:pt x="582171" y="130590"/>
                </a:cubicBezTo>
                <a:cubicBezTo>
                  <a:pt x="588016" y="136530"/>
                  <a:pt x="594866" y="139501"/>
                  <a:pt x="602723" y="139501"/>
                </a:cubicBezTo>
                <a:cubicBezTo>
                  <a:pt x="608088" y="139501"/>
                  <a:pt x="612623" y="138510"/>
                  <a:pt x="616328" y="136530"/>
                </a:cubicBezTo>
                <a:cubicBezTo>
                  <a:pt x="618500" y="135381"/>
                  <a:pt x="622045" y="132730"/>
                  <a:pt x="626963" y="128578"/>
                </a:cubicBezTo>
                <a:cubicBezTo>
                  <a:pt x="627921" y="127748"/>
                  <a:pt x="628847" y="126758"/>
                  <a:pt x="629742" y="125608"/>
                </a:cubicBezTo>
                <a:lnTo>
                  <a:pt x="629454" y="109033"/>
                </a:lnTo>
                <a:lnTo>
                  <a:pt x="629550" y="97919"/>
                </a:lnTo>
                <a:lnTo>
                  <a:pt x="629742" y="86613"/>
                </a:lnTo>
                <a:cubicBezTo>
                  <a:pt x="627314" y="81439"/>
                  <a:pt x="624089" y="77559"/>
                  <a:pt x="620065" y="74972"/>
                </a:cubicBezTo>
                <a:cubicBezTo>
                  <a:pt x="616041" y="72385"/>
                  <a:pt x="611218" y="71092"/>
                  <a:pt x="605597" y="71092"/>
                </a:cubicBezTo>
                <a:close/>
                <a:moveTo>
                  <a:pt x="850250" y="32384"/>
                </a:moveTo>
                <a:cubicBezTo>
                  <a:pt x="845523" y="32384"/>
                  <a:pt x="838241" y="32001"/>
                  <a:pt x="828405" y="31234"/>
                </a:cubicBezTo>
                <a:cubicBezTo>
                  <a:pt x="818824" y="30532"/>
                  <a:pt x="811542" y="30212"/>
                  <a:pt x="806560" y="30276"/>
                </a:cubicBezTo>
                <a:lnTo>
                  <a:pt x="799757" y="30276"/>
                </a:lnTo>
                <a:cubicBezTo>
                  <a:pt x="799949" y="39085"/>
                  <a:pt x="800811" y="53382"/>
                  <a:pt x="802344" y="73167"/>
                </a:cubicBezTo>
                <a:cubicBezTo>
                  <a:pt x="803750" y="91612"/>
                  <a:pt x="804452" y="105941"/>
                  <a:pt x="804452" y="116153"/>
                </a:cubicBezTo>
                <a:cubicBezTo>
                  <a:pt x="804452" y="118386"/>
                  <a:pt x="804676" y="121769"/>
                  <a:pt x="805123" y="126300"/>
                </a:cubicBezTo>
                <a:cubicBezTo>
                  <a:pt x="805570" y="130831"/>
                  <a:pt x="805794" y="134246"/>
                  <a:pt x="805794" y="136545"/>
                </a:cubicBezTo>
                <a:cubicBezTo>
                  <a:pt x="805794" y="140885"/>
                  <a:pt x="805091" y="144618"/>
                  <a:pt x="803686" y="147746"/>
                </a:cubicBezTo>
                <a:cubicBezTo>
                  <a:pt x="801897" y="151958"/>
                  <a:pt x="799119" y="154064"/>
                  <a:pt x="795350" y="154064"/>
                </a:cubicBezTo>
                <a:cubicBezTo>
                  <a:pt x="792795" y="154064"/>
                  <a:pt x="790496" y="153171"/>
                  <a:pt x="788452" y="151384"/>
                </a:cubicBezTo>
                <a:cubicBezTo>
                  <a:pt x="786408" y="149596"/>
                  <a:pt x="785386" y="147297"/>
                  <a:pt x="785386" y="144489"/>
                </a:cubicBezTo>
                <a:cubicBezTo>
                  <a:pt x="785386" y="143533"/>
                  <a:pt x="785546" y="142097"/>
                  <a:pt x="785865" y="140183"/>
                </a:cubicBezTo>
                <a:cubicBezTo>
                  <a:pt x="786184" y="138267"/>
                  <a:pt x="786344" y="136831"/>
                  <a:pt x="786344" y="135875"/>
                </a:cubicBezTo>
                <a:cubicBezTo>
                  <a:pt x="786344" y="132747"/>
                  <a:pt x="786136" y="128056"/>
                  <a:pt x="785721" y="121802"/>
                </a:cubicBezTo>
                <a:cubicBezTo>
                  <a:pt x="785306" y="115547"/>
                  <a:pt x="785098" y="110823"/>
                  <a:pt x="785098" y="107631"/>
                </a:cubicBezTo>
                <a:cubicBezTo>
                  <a:pt x="785098" y="98505"/>
                  <a:pt x="784364" y="85677"/>
                  <a:pt x="782895" y="69145"/>
                </a:cubicBezTo>
                <a:cubicBezTo>
                  <a:pt x="781362" y="51275"/>
                  <a:pt x="780499" y="38446"/>
                  <a:pt x="780308" y="30659"/>
                </a:cubicBezTo>
                <a:lnTo>
                  <a:pt x="771589" y="30755"/>
                </a:lnTo>
                <a:cubicBezTo>
                  <a:pt x="757601" y="30755"/>
                  <a:pt x="746614" y="29728"/>
                  <a:pt x="738630" y="27674"/>
                </a:cubicBezTo>
                <a:cubicBezTo>
                  <a:pt x="733456" y="26327"/>
                  <a:pt x="730869" y="23150"/>
                  <a:pt x="730869" y="18144"/>
                </a:cubicBezTo>
                <a:cubicBezTo>
                  <a:pt x="730869" y="15513"/>
                  <a:pt x="731700" y="13203"/>
                  <a:pt x="733361" y="11213"/>
                </a:cubicBezTo>
                <a:cubicBezTo>
                  <a:pt x="735277" y="8975"/>
                  <a:pt x="737736" y="7952"/>
                  <a:pt x="740738" y="8144"/>
                </a:cubicBezTo>
                <a:cubicBezTo>
                  <a:pt x="742974" y="8272"/>
                  <a:pt x="748083" y="8847"/>
                  <a:pt x="756068" y="9869"/>
                </a:cubicBezTo>
                <a:cubicBezTo>
                  <a:pt x="762455" y="10637"/>
                  <a:pt x="767629" y="11021"/>
                  <a:pt x="771589" y="11021"/>
                </a:cubicBezTo>
                <a:cubicBezTo>
                  <a:pt x="775421" y="11021"/>
                  <a:pt x="781234" y="10941"/>
                  <a:pt x="789027" y="10782"/>
                </a:cubicBezTo>
                <a:cubicBezTo>
                  <a:pt x="796819" y="10620"/>
                  <a:pt x="802632" y="10539"/>
                  <a:pt x="806464" y="10539"/>
                </a:cubicBezTo>
                <a:cubicBezTo>
                  <a:pt x="811382" y="10539"/>
                  <a:pt x="818680" y="10892"/>
                  <a:pt x="828357" y="11599"/>
                </a:cubicBezTo>
                <a:cubicBezTo>
                  <a:pt x="838034" y="12304"/>
                  <a:pt x="845331" y="12656"/>
                  <a:pt x="850250" y="12656"/>
                </a:cubicBezTo>
                <a:cubicBezTo>
                  <a:pt x="852996" y="12656"/>
                  <a:pt x="855296" y="13603"/>
                  <a:pt x="857148" y="15497"/>
                </a:cubicBezTo>
                <a:cubicBezTo>
                  <a:pt x="859000" y="17392"/>
                  <a:pt x="859927" y="19751"/>
                  <a:pt x="859927" y="22575"/>
                </a:cubicBezTo>
                <a:cubicBezTo>
                  <a:pt x="859927" y="25334"/>
                  <a:pt x="859000" y="27658"/>
                  <a:pt x="857148" y="29549"/>
                </a:cubicBezTo>
                <a:cubicBezTo>
                  <a:pt x="855296" y="31439"/>
                  <a:pt x="852996" y="32384"/>
                  <a:pt x="850250" y="32384"/>
                </a:cubicBezTo>
                <a:close/>
                <a:moveTo>
                  <a:pt x="940289" y="82301"/>
                </a:moveTo>
                <a:cubicBezTo>
                  <a:pt x="939842" y="90286"/>
                  <a:pt x="936649" y="94278"/>
                  <a:pt x="930708" y="94278"/>
                </a:cubicBezTo>
                <a:cubicBezTo>
                  <a:pt x="925215" y="94278"/>
                  <a:pt x="922469" y="91129"/>
                  <a:pt x="922469" y="84831"/>
                </a:cubicBezTo>
                <a:cubicBezTo>
                  <a:pt x="922469" y="83622"/>
                  <a:pt x="922373" y="81394"/>
                  <a:pt x="922181" y="78149"/>
                </a:cubicBezTo>
                <a:lnTo>
                  <a:pt x="921894" y="70133"/>
                </a:lnTo>
                <a:cubicBezTo>
                  <a:pt x="911802" y="71349"/>
                  <a:pt x="903722" y="74197"/>
                  <a:pt x="897654" y="78679"/>
                </a:cubicBezTo>
                <a:cubicBezTo>
                  <a:pt x="891969" y="82840"/>
                  <a:pt x="887242" y="89114"/>
                  <a:pt x="883474" y="97499"/>
                </a:cubicBezTo>
                <a:lnTo>
                  <a:pt x="883665" y="150115"/>
                </a:lnTo>
                <a:cubicBezTo>
                  <a:pt x="883665" y="156580"/>
                  <a:pt x="880503" y="159812"/>
                  <a:pt x="874180" y="159812"/>
                </a:cubicBezTo>
                <a:cubicBezTo>
                  <a:pt x="868559" y="159812"/>
                  <a:pt x="865749" y="156581"/>
                  <a:pt x="865749" y="150118"/>
                </a:cubicBezTo>
                <a:lnTo>
                  <a:pt x="865749" y="82736"/>
                </a:lnTo>
                <a:cubicBezTo>
                  <a:pt x="865749" y="80624"/>
                  <a:pt x="865828" y="77457"/>
                  <a:pt x="865988" y="73235"/>
                </a:cubicBezTo>
                <a:cubicBezTo>
                  <a:pt x="866148" y="69012"/>
                  <a:pt x="866228" y="65844"/>
                  <a:pt x="866228" y="63732"/>
                </a:cubicBezTo>
                <a:cubicBezTo>
                  <a:pt x="866228" y="57269"/>
                  <a:pt x="869038" y="54037"/>
                  <a:pt x="874659" y="54037"/>
                </a:cubicBezTo>
                <a:cubicBezTo>
                  <a:pt x="880919" y="54037"/>
                  <a:pt x="884080" y="59339"/>
                  <a:pt x="884144" y="69942"/>
                </a:cubicBezTo>
                <a:cubicBezTo>
                  <a:pt x="896408" y="58061"/>
                  <a:pt x="910013" y="52121"/>
                  <a:pt x="924960" y="52121"/>
                </a:cubicBezTo>
                <a:cubicBezTo>
                  <a:pt x="930133" y="52121"/>
                  <a:pt x="933998" y="54069"/>
                  <a:pt x="936553" y="57966"/>
                </a:cubicBezTo>
                <a:cubicBezTo>
                  <a:pt x="939108" y="61862"/>
                  <a:pt x="940385" y="67738"/>
                  <a:pt x="940385" y="75595"/>
                </a:cubicBezTo>
                <a:cubicBezTo>
                  <a:pt x="940385" y="78916"/>
                  <a:pt x="940353" y="81152"/>
                  <a:pt x="940289" y="82301"/>
                </a:cubicBezTo>
                <a:close/>
                <a:moveTo>
                  <a:pt x="1034846" y="159621"/>
                </a:moveTo>
                <a:cubicBezTo>
                  <a:pt x="1033632" y="159621"/>
                  <a:pt x="1031429" y="158204"/>
                  <a:pt x="1028235" y="155369"/>
                </a:cubicBezTo>
                <a:cubicBezTo>
                  <a:pt x="1025361" y="152728"/>
                  <a:pt x="1023221" y="150377"/>
                  <a:pt x="1021816" y="148315"/>
                </a:cubicBezTo>
                <a:cubicBezTo>
                  <a:pt x="1015684" y="151668"/>
                  <a:pt x="1010287" y="154199"/>
                  <a:pt x="1005624" y="155908"/>
                </a:cubicBezTo>
                <a:cubicBezTo>
                  <a:pt x="1000961" y="157617"/>
                  <a:pt x="997065" y="158471"/>
                  <a:pt x="993935" y="158471"/>
                </a:cubicBezTo>
                <a:cubicBezTo>
                  <a:pt x="978988" y="158471"/>
                  <a:pt x="968098" y="154255"/>
                  <a:pt x="961263" y="145824"/>
                </a:cubicBezTo>
                <a:cubicBezTo>
                  <a:pt x="954812" y="137904"/>
                  <a:pt x="951586" y="125768"/>
                  <a:pt x="951586" y="109416"/>
                </a:cubicBezTo>
                <a:cubicBezTo>
                  <a:pt x="951586" y="93958"/>
                  <a:pt x="956904" y="80737"/>
                  <a:pt x="967539" y="69750"/>
                </a:cubicBezTo>
                <a:cubicBezTo>
                  <a:pt x="978174" y="58764"/>
                  <a:pt x="990869" y="53271"/>
                  <a:pt x="1005624" y="53271"/>
                </a:cubicBezTo>
                <a:cubicBezTo>
                  <a:pt x="1011181" y="53271"/>
                  <a:pt x="1017408" y="54708"/>
                  <a:pt x="1024307" y="57582"/>
                </a:cubicBezTo>
                <a:cubicBezTo>
                  <a:pt x="1032994" y="61159"/>
                  <a:pt x="1037337" y="65471"/>
                  <a:pt x="1037337" y="70517"/>
                </a:cubicBezTo>
                <a:cubicBezTo>
                  <a:pt x="1037337" y="72241"/>
                  <a:pt x="1036698" y="73774"/>
                  <a:pt x="1035421" y="75116"/>
                </a:cubicBezTo>
                <a:cubicBezTo>
                  <a:pt x="1034782" y="77543"/>
                  <a:pt x="1034287" y="81535"/>
                  <a:pt x="1033936" y="87092"/>
                </a:cubicBezTo>
                <a:cubicBezTo>
                  <a:pt x="1033584" y="92649"/>
                  <a:pt x="1033377" y="99771"/>
                  <a:pt x="1033313" y="108458"/>
                </a:cubicBezTo>
                <a:cubicBezTo>
                  <a:pt x="1033249" y="116378"/>
                  <a:pt x="1033792" y="122638"/>
                  <a:pt x="1034942" y="127237"/>
                </a:cubicBezTo>
                <a:cubicBezTo>
                  <a:pt x="1035581" y="130047"/>
                  <a:pt x="1037593" y="135668"/>
                  <a:pt x="1040978" y="144099"/>
                </a:cubicBezTo>
                <a:cubicBezTo>
                  <a:pt x="1041425" y="145249"/>
                  <a:pt x="1042160" y="146942"/>
                  <a:pt x="1043182" y="149177"/>
                </a:cubicBezTo>
                <a:lnTo>
                  <a:pt x="1043756" y="150806"/>
                </a:lnTo>
                <a:cubicBezTo>
                  <a:pt x="1043756" y="153361"/>
                  <a:pt x="1042862" y="155469"/>
                  <a:pt x="1041074" y="157130"/>
                </a:cubicBezTo>
                <a:cubicBezTo>
                  <a:pt x="1039285" y="158790"/>
                  <a:pt x="1037209" y="159621"/>
                  <a:pt x="1034846" y="159621"/>
                </a:cubicBezTo>
                <a:moveTo>
                  <a:pt x="1014917" y="93068"/>
                </a:moveTo>
                <a:cubicBezTo>
                  <a:pt x="1014917" y="90328"/>
                  <a:pt x="1015093" y="87349"/>
                  <a:pt x="1015444" y="84134"/>
                </a:cubicBezTo>
                <a:cubicBezTo>
                  <a:pt x="1015796" y="80916"/>
                  <a:pt x="1016323" y="77492"/>
                  <a:pt x="1017025" y="73861"/>
                </a:cubicBezTo>
                <a:cubicBezTo>
                  <a:pt x="1014662" y="72650"/>
                  <a:pt x="1012634" y="71757"/>
                  <a:pt x="1010941" y="71184"/>
                </a:cubicBezTo>
                <a:cubicBezTo>
                  <a:pt x="1009249" y="70612"/>
                  <a:pt x="1007891" y="70325"/>
                  <a:pt x="1006869" y="70325"/>
                </a:cubicBezTo>
                <a:cubicBezTo>
                  <a:pt x="996969" y="70325"/>
                  <a:pt x="988426" y="74354"/>
                  <a:pt x="981240" y="82412"/>
                </a:cubicBezTo>
                <a:cubicBezTo>
                  <a:pt x="974054" y="90470"/>
                  <a:pt x="970461" y="99755"/>
                  <a:pt x="970461" y="110266"/>
                </a:cubicBezTo>
                <a:cubicBezTo>
                  <a:pt x="970461" y="120714"/>
                  <a:pt x="972313" y="128549"/>
                  <a:pt x="976018" y="133773"/>
                </a:cubicBezTo>
                <a:cubicBezTo>
                  <a:pt x="979723" y="138997"/>
                  <a:pt x="985280" y="141608"/>
                  <a:pt x="992689" y="141608"/>
                </a:cubicBezTo>
                <a:cubicBezTo>
                  <a:pt x="998821" y="141608"/>
                  <a:pt x="1004027" y="140494"/>
                  <a:pt x="1008306" y="138264"/>
                </a:cubicBezTo>
                <a:cubicBezTo>
                  <a:pt x="1010606" y="137054"/>
                  <a:pt x="1013832" y="134634"/>
                  <a:pt x="1017983" y="131003"/>
                </a:cubicBezTo>
                <a:cubicBezTo>
                  <a:pt x="1015939" y="114121"/>
                  <a:pt x="1014917" y="101476"/>
                  <a:pt x="1014917" y="93068"/>
                </a:cubicBezTo>
                <a:close/>
                <a:moveTo>
                  <a:pt x="1078174" y="32001"/>
                </a:moveTo>
                <a:cubicBezTo>
                  <a:pt x="1075108" y="32001"/>
                  <a:pt x="1072457" y="30915"/>
                  <a:pt x="1070222" y="28743"/>
                </a:cubicBezTo>
                <a:cubicBezTo>
                  <a:pt x="1067986" y="26572"/>
                  <a:pt x="1066868" y="23953"/>
                  <a:pt x="1066868" y="20887"/>
                </a:cubicBezTo>
                <a:cubicBezTo>
                  <a:pt x="1066868" y="17821"/>
                  <a:pt x="1067986" y="15202"/>
                  <a:pt x="1070222" y="13030"/>
                </a:cubicBezTo>
                <a:cubicBezTo>
                  <a:pt x="1072457" y="10859"/>
                  <a:pt x="1075108" y="9773"/>
                  <a:pt x="1078174" y="9773"/>
                </a:cubicBezTo>
                <a:cubicBezTo>
                  <a:pt x="1081240" y="9773"/>
                  <a:pt x="1083875" y="10859"/>
                  <a:pt x="1086078" y="13030"/>
                </a:cubicBezTo>
                <a:cubicBezTo>
                  <a:pt x="1088282" y="15202"/>
                  <a:pt x="1089384" y="17821"/>
                  <a:pt x="1089384" y="20887"/>
                </a:cubicBezTo>
                <a:cubicBezTo>
                  <a:pt x="1089384" y="23953"/>
                  <a:pt x="1088282" y="26572"/>
                  <a:pt x="1086078" y="28743"/>
                </a:cubicBezTo>
                <a:cubicBezTo>
                  <a:pt x="1083875" y="30915"/>
                  <a:pt x="1081240" y="32001"/>
                  <a:pt x="1078174" y="32001"/>
                </a:cubicBezTo>
                <a:moveTo>
                  <a:pt x="1082485" y="109853"/>
                </a:moveTo>
                <a:cubicBezTo>
                  <a:pt x="1082485" y="113689"/>
                  <a:pt x="1082597" y="119428"/>
                  <a:pt x="1082821" y="127069"/>
                </a:cubicBezTo>
                <a:cubicBezTo>
                  <a:pt x="1083044" y="134708"/>
                  <a:pt x="1083156" y="140446"/>
                  <a:pt x="1083156" y="144282"/>
                </a:cubicBezTo>
                <a:cubicBezTo>
                  <a:pt x="1083156" y="147095"/>
                  <a:pt x="1082294" y="149396"/>
                  <a:pt x="1080569" y="151186"/>
                </a:cubicBezTo>
                <a:cubicBezTo>
                  <a:pt x="1078845" y="152977"/>
                  <a:pt x="1076577" y="153872"/>
                  <a:pt x="1073767" y="153872"/>
                </a:cubicBezTo>
                <a:cubicBezTo>
                  <a:pt x="1071020" y="153872"/>
                  <a:pt x="1068768" y="152977"/>
                  <a:pt x="1067012" y="151186"/>
                </a:cubicBezTo>
                <a:cubicBezTo>
                  <a:pt x="1065255" y="149396"/>
                  <a:pt x="1064377" y="147095"/>
                  <a:pt x="1064377" y="144282"/>
                </a:cubicBezTo>
                <a:cubicBezTo>
                  <a:pt x="1064377" y="140446"/>
                  <a:pt x="1064265" y="134708"/>
                  <a:pt x="1064042" y="127069"/>
                </a:cubicBezTo>
                <a:cubicBezTo>
                  <a:pt x="1063818" y="119428"/>
                  <a:pt x="1063706" y="113689"/>
                  <a:pt x="1063706" y="109853"/>
                </a:cubicBezTo>
                <a:cubicBezTo>
                  <a:pt x="1063706" y="103843"/>
                  <a:pt x="1064026" y="96347"/>
                  <a:pt x="1064665" y="87364"/>
                </a:cubicBezTo>
                <a:cubicBezTo>
                  <a:pt x="1065303" y="78380"/>
                  <a:pt x="1065623" y="70883"/>
                  <a:pt x="1065623" y="64873"/>
                </a:cubicBezTo>
                <a:cubicBezTo>
                  <a:pt x="1065623" y="61997"/>
                  <a:pt x="1066501" y="59663"/>
                  <a:pt x="1068257" y="57873"/>
                </a:cubicBezTo>
                <a:cubicBezTo>
                  <a:pt x="1070014" y="56082"/>
                  <a:pt x="1072266" y="55187"/>
                  <a:pt x="1075012" y="55187"/>
                </a:cubicBezTo>
                <a:cubicBezTo>
                  <a:pt x="1077759" y="55187"/>
                  <a:pt x="1080010" y="56082"/>
                  <a:pt x="1081767" y="57873"/>
                </a:cubicBezTo>
                <a:cubicBezTo>
                  <a:pt x="1083523" y="59663"/>
                  <a:pt x="1084402" y="61997"/>
                  <a:pt x="1084402" y="64873"/>
                </a:cubicBezTo>
                <a:cubicBezTo>
                  <a:pt x="1084402" y="70883"/>
                  <a:pt x="1084082" y="78380"/>
                  <a:pt x="1083443" y="87364"/>
                </a:cubicBezTo>
                <a:cubicBezTo>
                  <a:pt x="1082805" y="96347"/>
                  <a:pt x="1082485" y="103843"/>
                  <a:pt x="1082485" y="109853"/>
                </a:cubicBezTo>
                <a:close/>
                <a:moveTo>
                  <a:pt x="1187829" y="160196"/>
                </a:moveTo>
                <a:cubicBezTo>
                  <a:pt x="1182336" y="160196"/>
                  <a:pt x="1179238" y="157188"/>
                  <a:pt x="1178535" y="151171"/>
                </a:cubicBezTo>
                <a:lnTo>
                  <a:pt x="1175852" y="130144"/>
                </a:lnTo>
                <a:cubicBezTo>
                  <a:pt x="1174958" y="122655"/>
                  <a:pt x="1174511" y="115646"/>
                  <a:pt x="1174511" y="109117"/>
                </a:cubicBezTo>
                <a:cubicBezTo>
                  <a:pt x="1174511" y="107324"/>
                  <a:pt x="1174623" y="104284"/>
                  <a:pt x="1174846" y="99997"/>
                </a:cubicBezTo>
                <a:cubicBezTo>
                  <a:pt x="1175070" y="95707"/>
                  <a:pt x="1175182" y="92666"/>
                  <a:pt x="1175182" y="90874"/>
                </a:cubicBezTo>
                <a:cubicBezTo>
                  <a:pt x="1175182" y="77047"/>
                  <a:pt x="1172627" y="70133"/>
                  <a:pt x="1167517" y="70133"/>
                </a:cubicBezTo>
                <a:cubicBezTo>
                  <a:pt x="1160363" y="70133"/>
                  <a:pt x="1153529" y="74386"/>
                  <a:pt x="1147013" y="82891"/>
                </a:cubicBezTo>
                <a:cubicBezTo>
                  <a:pt x="1141137" y="90628"/>
                  <a:pt x="1136538" y="100411"/>
                  <a:pt x="1133217" y="112239"/>
                </a:cubicBezTo>
                <a:cubicBezTo>
                  <a:pt x="1133089" y="114734"/>
                  <a:pt x="1132801" y="117868"/>
                  <a:pt x="1132354" y="121641"/>
                </a:cubicBezTo>
                <a:cubicBezTo>
                  <a:pt x="1131971" y="124838"/>
                  <a:pt x="1131779" y="127939"/>
                  <a:pt x="1131779" y="130943"/>
                </a:cubicBezTo>
                <a:cubicBezTo>
                  <a:pt x="1131779" y="132862"/>
                  <a:pt x="1131971" y="135739"/>
                  <a:pt x="1132354" y="139575"/>
                </a:cubicBezTo>
                <a:cubicBezTo>
                  <a:pt x="1132738" y="143412"/>
                  <a:pt x="1132929" y="146289"/>
                  <a:pt x="1132929" y="148207"/>
                </a:cubicBezTo>
                <a:cubicBezTo>
                  <a:pt x="1132929" y="151086"/>
                  <a:pt x="1132051" y="153420"/>
                  <a:pt x="1130294" y="155210"/>
                </a:cubicBezTo>
                <a:cubicBezTo>
                  <a:pt x="1128538" y="157001"/>
                  <a:pt x="1126286" y="157896"/>
                  <a:pt x="1123540" y="157896"/>
                </a:cubicBezTo>
                <a:cubicBezTo>
                  <a:pt x="1120729" y="157896"/>
                  <a:pt x="1118462" y="157000"/>
                  <a:pt x="1116737" y="155207"/>
                </a:cubicBezTo>
                <a:cubicBezTo>
                  <a:pt x="1115013" y="153417"/>
                  <a:pt x="1114150" y="151082"/>
                  <a:pt x="1114150" y="148201"/>
                </a:cubicBezTo>
                <a:cubicBezTo>
                  <a:pt x="1114150" y="146283"/>
                  <a:pt x="1113943" y="143405"/>
                  <a:pt x="1113528" y="139566"/>
                </a:cubicBezTo>
                <a:cubicBezTo>
                  <a:pt x="1113112" y="135726"/>
                  <a:pt x="1112905" y="132846"/>
                  <a:pt x="1112905" y="130925"/>
                </a:cubicBezTo>
                <a:cubicBezTo>
                  <a:pt x="1112905" y="124334"/>
                  <a:pt x="1113368" y="115200"/>
                  <a:pt x="1114294" y="103524"/>
                </a:cubicBezTo>
                <a:cubicBezTo>
                  <a:pt x="1115220" y="91847"/>
                  <a:pt x="1115683" y="82713"/>
                  <a:pt x="1115683" y="76122"/>
                </a:cubicBezTo>
                <a:cubicBezTo>
                  <a:pt x="1115683" y="74074"/>
                  <a:pt x="1115571" y="71035"/>
                  <a:pt x="1115348" y="67005"/>
                </a:cubicBezTo>
                <a:cubicBezTo>
                  <a:pt x="1115124" y="62973"/>
                  <a:pt x="1115013" y="59934"/>
                  <a:pt x="1115013" y="57888"/>
                </a:cubicBezTo>
                <a:cubicBezTo>
                  <a:pt x="1115013" y="55135"/>
                  <a:pt x="1115923" y="52880"/>
                  <a:pt x="1117743" y="51121"/>
                </a:cubicBezTo>
                <a:cubicBezTo>
                  <a:pt x="1119564" y="49361"/>
                  <a:pt x="1121815" y="48480"/>
                  <a:pt x="1124498" y="48480"/>
                </a:cubicBezTo>
                <a:cubicBezTo>
                  <a:pt x="1130374" y="48480"/>
                  <a:pt x="1133600" y="52649"/>
                  <a:pt x="1134175" y="60987"/>
                </a:cubicBezTo>
                <a:lnTo>
                  <a:pt x="1134462" y="72241"/>
                </a:lnTo>
                <a:cubicBezTo>
                  <a:pt x="1145193" y="57934"/>
                  <a:pt x="1156211" y="50780"/>
                  <a:pt x="1167517" y="50780"/>
                </a:cubicBezTo>
                <a:cubicBezTo>
                  <a:pt x="1177737" y="50780"/>
                  <a:pt x="1184859" y="55291"/>
                  <a:pt x="1188883" y="64313"/>
                </a:cubicBezTo>
                <a:cubicBezTo>
                  <a:pt x="1191629" y="70327"/>
                  <a:pt x="1193130" y="79222"/>
                  <a:pt x="1193386" y="90996"/>
                </a:cubicBezTo>
                <a:lnTo>
                  <a:pt x="1193386" y="100688"/>
                </a:lnTo>
                <a:lnTo>
                  <a:pt x="1193290" y="109614"/>
                </a:lnTo>
                <a:cubicBezTo>
                  <a:pt x="1193290" y="114925"/>
                  <a:pt x="1193977" y="121788"/>
                  <a:pt x="1195350" y="130204"/>
                </a:cubicBezTo>
                <a:cubicBezTo>
                  <a:pt x="1196723" y="138617"/>
                  <a:pt x="1197410" y="145447"/>
                  <a:pt x="1197410" y="150692"/>
                </a:cubicBezTo>
                <a:cubicBezTo>
                  <a:pt x="1197410" y="153509"/>
                  <a:pt x="1196500" y="155796"/>
                  <a:pt x="1194679" y="157555"/>
                </a:cubicBezTo>
                <a:cubicBezTo>
                  <a:pt x="1192859" y="159315"/>
                  <a:pt x="1190575" y="160196"/>
                  <a:pt x="1187829" y="160196"/>
                </a:cubicBezTo>
                <a:close/>
                <a:moveTo>
                  <a:pt x="1235290" y="32001"/>
                </a:moveTo>
                <a:cubicBezTo>
                  <a:pt x="1232224" y="32001"/>
                  <a:pt x="1229574" y="30915"/>
                  <a:pt x="1227338" y="28743"/>
                </a:cubicBezTo>
                <a:cubicBezTo>
                  <a:pt x="1225102" y="26572"/>
                  <a:pt x="1223985" y="23953"/>
                  <a:pt x="1223985" y="20887"/>
                </a:cubicBezTo>
                <a:cubicBezTo>
                  <a:pt x="1223985" y="17821"/>
                  <a:pt x="1225102" y="15202"/>
                  <a:pt x="1227338" y="13030"/>
                </a:cubicBezTo>
                <a:cubicBezTo>
                  <a:pt x="1229574" y="10859"/>
                  <a:pt x="1232224" y="9773"/>
                  <a:pt x="1235290" y="9773"/>
                </a:cubicBezTo>
                <a:cubicBezTo>
                  <a:pt x="1238356" y="9773"/>
                  <a:pt x="1240991" y="10859"/>
                  <a:pt x="1243195" y="13030"/>
                </a:cubicBezTo>
                <a:cubicBezTo>
                  <a:pt x="1245398" y="15202"/>
                  <a:pt x="1246500" y="17821"/>
                  <a:pt x="1246500" y="20887"/>
                </a:cubicBezTo>
                <a:cubicBezTo>
                  <a:pt x="1246500" y="23953"/>
                  <a:pt x="1245398" y="26572"/>
                  <a:pt x="1243195" y="28743"/>
                </a:cubicBezTo>
                <a:cubicBezTo>
                  <a:pt x="1240991" y="30915"/>
                  <a:pt x="1238356" y="32001"/>
                  <a:pt x="1235290" y="32001"/>
                </a:cubicBezTo>
                <a:moveTo>
                  <a:pt x="1239602" y="109853"/>
                </a:moveTo>
                <a:cubicBezTo>
                  <a:pt x="1239602" y="113689"/>
                  <a:pt x="1239714" y="119428"/>
                  <a:pt x="1239937" y="127069"/>
                </a:cubicBezTo>
                <a:cubicBezTo>
                  <a:pt x="1240161" y="134708"/>
                  <a:pt x="1240272" y="140446"/>
                  <a:pt x="1240272" y="144282"/>
                </a:cubicBezTo>
                <a:cubicBezTo>
                  <a:pt x="1240272" y="147095"/>
                  <a:pt x="1239410" y="149396"/>
                  <a:pt x="1237686" y="151186"/>
                </a:cubicBezTo>
                <a:cubicBezTo>
                  <a:pt x="1235961" y="152977"/>
                  <a:pt x="1233693" y="153872"/>
                  <a:pt x="1230883" y="153872"/>
                </a:cubicBezTo>
                <a:cubicBezTo>
                  <a:pt x="1228136" y="153872"/>
                  <a:pt x="1225885" y="152977"/>
                  <a:pt x="1224128" y="151186"/>
                </a:cubicBezTo>
                <a:cubicBezTo>
                  <a:pt x="1222372" y="149396"/>
                  <a:pt x="1221494" y="147095"/>
                  <a:pt x="1221494" y="144282"/>
                </a:cubicBezTo>
                <a:cubicBezTo>
                  <a:pt x="1221494" y="140446"/>
                  <a:pt x="1221382" y="134708"/>
                  <a:pt x="1221158" y="127069"/>
                </a:cubicBezTo>
                <a:cubicBezTo>
                  <a:pt x="1220935" y="119428"/>
                  <a:pt x="1220823" y="113689"/>
                  <a:pt x="1220823" y="109853"/>
                </a:cubicBezTo>
                <a:cubicBezTo>
                  <a:pt x="1220823" y="103843"/>
                  <a:pt x="1221142" y="96347"/>
                  <a:pt x="1221781" y="87364"/>
                </a:cubicBezTo>
                <a:cubicBezTo>
                  <a:pt x="1222420" y="78380"/>
                  <a:pt x="1222739" y="70883"/>
                  <a:pt x="1222739" y="64873"/>
                </a:cubicBezTo>
                <a:cubicBezTo>
                  <a:pt x="1222739" y="61997"/>
                  <a:pt x="1223617" y="59663"/>
                  <a:pt x="1225374" y="57873"/>
                </a:cubicBezTo>
                <a:cubicBezTo>
                  <a:pt x="1227130" y="56082"/>
                  <a:pt x="1229382" y="55187"/>
                  <a:pt x="1232129" y="55187"/>
                </a:cubicBezTo>
                <a:cubicBezTo>
                  <a:pt x="1234875" y="55187"/>
                  <a:pt x="1237127" y="56082"/>
                  <a:pt x="1238883" y="57873"/>
                </a:cubicBezTo>
                <a:cubicBezTo>
                  <a:pt x="1240640" y="59663"/>
                  <a:pt x="1241518" y="61997"/>
                  <a:pt x="1241518" y="64873"/>
                </a:cubicBezTo>
                <a:cubicBezTo>
                  <a:pt x="1241518" y="70883"/>
                  <a:pt x="1241199" y="78380"/>
                  <a:pt x="1240560" y="87364"/>
                </a:cubicBezTo>
                <a:cubicBezTo>
                  <a:pt x="1239921" y="96347"/>
                  <a:pt x="1239602" y="103843"/>
                  <a:pt x="1239602" y="109853"/>
                </a:cubicBezTo>
                <a:close/>
                <a:moveTo>
                  <a:pt x="1344944" y="160196"/>
                </a:moveTo>
                <a:cubicBezTo>
                  <a:pt x="1339451" y="160196"/>
                  <a:pt x="1336353" y="157188"/>
                  <a:pt x="1335651" y="151171"/>
                </a:cubicBezTo>
                <a:lnTo>
                  <a:pt x="1332968" y="130144"/>
                </a:lnTo>
                <a:cubicBezTo>
                  <a:pt x="1332074" y="122655"/>
                  <a:pt x="1331626" y="115646"/>
                  <a:pt x="1331626" y="109117"/>
                </a:cubicBezTo>
                <a:cubicBezTo>
                  <a:pt x="1331626" y="107324"/>
                  <a:pt x="1331738" y="104284"/>
                  <a:pt x="1331962" y="99997"/>
                </a:cubicBezTo>
                <a:cubicBezTo>
                  <a:pt x="1332185" y="95707"/>
                  <a:pt x="1332297" y="92666"/>
                  <a:pt x="1332297" y="90874"/>
                </a:cubicBezTo>
                <a:cubicBezTo>
                  <a:pt x="1332297" y="77047"/>
                  <a:pt x="1329742" y="70133"/>
                  <a:pt x="1324632" y="70133"/>
                </a:cubicBezTo>
                <a:cubicBezTo>
                  <a:pt x="1317478" y="70133"/>
                  <a:pt x="1310644" y="74386"/>
                  <a:pt x="1304129" y="82891"/>
                </a:cubicBezTo>
                <a:cubicBezTo>
                  <a:pt x="1298252" y="90628"/>
                  <a:pt x="1293653" y="100411"/>
                  <a:pt x="1290332" y="112239"/>
                </a:cubicBezTo>
                <a:cubicBezTo>
                  <a:pt x="1290204" y="114734"/>
                  <a:pt x="1289917" y="117868"/>
                  <a:pt x="1289470" y="121641"/>
                </a:cubicBezTo>
                <a:cubicBezTo>
                  <a:pt x="1289086" y="124838"/>
                  <a:pt x="1288895" y="127939"/>
                  <a:pt x="1288895" y="130943"/>
                </a:cubicBezTo>
                <a:cubicBezTo>
                  <a:pt x="1288895" y="132862"/>
                  <a:pt x="1289086" y="135739"/>
                  <a:pt x="1289470" y="139575"/>
                </a:cubicBezTo>
                <a:cubicBezTo>
                  <a:pt x="1289853" y="143412"/>
                  <a:pt x="1290045" y="146289"/>
                  <a:pt x="1290045" y="148207"/>
                </a:cubicBezTo>
                <a:cubicBezTo>
                  <a:pt x="1290045" y="151086"/>
                  <a:pt x="1289166" y="153420"/>
                  <a:pt x="1287410" y="155210"/>
                </a:cubicBezTo>
                <a:cubicBezTo>
                  <a:pt x="1285653" y="157001"/>
                  <a:pt x="1283402" y="157896"/>
                  <a:pt x="1280655" y="157896"/>
                </a:cubicBezTo>
                <a:cubicBezTo>
                  <a:pt x="1277845" y="157896"/>
                  <a:pt x="1275577" y="157000"/>
                  <a:pt x="1273853" y="155207"/>
                </a:cubicBezTo>
                <a:cubicBezTo>
                  <a:pt x="1272128" y="153417"/>
                  <a:pt x="1271266" y="151082"/>
                  <a:pt x="1271266" y="148201"/>
                </a:cubicBezTo>
                <a:cubicBezTo>
                  <a:pt x="1271266" y="146283"/>
                  <a:pt x="1271058" y="143405"/>
                  <a:pt x="1270643" y="139566"/>
                </a:cubicBezTo>
                <a:cubicBezTo>
                  <a:pt x="1270228" y="135726"/>
                  <a:pt x="1270020" y="132846"/>
                  <a:pt x="1270020" y="130925"/>
                </a:cubicBezTo>
                <a:cubicBezTo>
                  <a:pt x="1270020" y="124334"/>
                  <a:pt x="1270483" y="115200"/>
                  <a:pt x="1271409" y="103524"/>
                </a:cubicBezTo>
                <a:cubicBezTo>
                  <a:pt x="1272336" y="91847"/>
                  <a:pt x="1272799" y="82713"/>
                  <a:pt x="1272799" y="76122"/>
                </a:cubicBezTo>
                <a:cubicBezTo>
                  <a:pt x="1272799" y="74074"/>
                  <a:pt x="1272687" y="71035"/>
                  <a:pt x="1272463" y="67005"/>
                </a:cubicBezTo>
                <a:cubicBezTo>
                  <a:pt x="1272240" y="62973"/>
                  <a:pt x="1272128" y="59934"/>
                  <a:pt x="1272128" y="57888"/>
                </a:cubicBezTo>
                <a:cubicBezTo>
                  <a:pt x="1272128" y="55135"/>
                  <a:pt x="1273038" y="52880"/>
                  <a:pt x="1274859" y="51121"/>
                </a:cubicBezTo>
                <a:cubicBezTo>
                  <a:pt x="1276679" y="49361"/>
                  <a:pt x="1278931" y="48480"/>
                  <a:pt x="1281613" y="48480"/>
                </a:cubicBezTo>
                <a:cubicBezTo>
                  <a:pt x="1287490" y="48480"/>
                  <a:pt x="1290715" y="52649"/>
                  <a:pt x="1291290" y="60987"/>
                </a:cubicBezTo>
                <a:lnTo>
                  <a:pt x="1291578" y="72241"/>
                </a:lnTo>
                <a:cubicBezTo>
                  <a:pt x="1302308" y="57934"/>
                  <a:pt x="1313327" y="50780"/>
                  <a:pt x="1324632" y="50780"/>
                </a:cubicBezTo>
                <a:cubicBezTo>
                  <a:pt x="1334852" y="50780"/>
                  <a:pt x="1341974" y="55291"/>
                  <a:pt x="1345998" y="64313"/>
                </a:cubicBezTo>
                <a:cubicBezTo>
                  <a:pt x="1348745" y="70327"/>
                  <a:pt x="1350246" y="79222"/>
                  <a:pt x="1350501" y="90996"/>
                </a:cubicBezTo>
                <a:lnTo>
                  <a:pt x="1350501" y="100688"/>
                </a:lnTo>
                <a:lnTo>
                  <a:pt x="1350405" y="109614"/>
                </a:lnTo>
                <a:cubicBezTo>
                  <a:pt x="1350405" y="114925"/>
                  <a:pt x="1351092" y="121788"/>
                  <a:pt x="1352465" y="130204"/>
                </a:cubicBezTo>
                <a:cubicBezTo>
                  <a:pt x="1353839" y="138617"/>
                  <a:pt x="1354525" y="145447"/>
                  <a:pt x="1354525" y="150692"/>
                </a:cubicBezTo>
                <a:cubicBezTo>
                  <a:pt x="1354525" y="153509"/>
                  <a:pt x="1353615" y="155796"/>
                  <a:pt x="1351795" y="157555"/>
                </a:cubicBezTo>
                <a:cubicBezTo>
                  <a:pt x="1349974" y="159315"/>
                  <a:pt x="1347691" y="160196"/>
                  <a:pt x="1344944" y="160196"/>
                </a:cubicBezTo>
                <a:close/>
                <a:moveTo>
                  <a:pt x="1452959" y="112003"/>
                </a:moveTo>
                <a:lnTo>
                  <a:pt x="1450756" y="144195"/>
                </a:lnTo>
                <a:cubicBezTo>
                  <a:pt x="1450372" y="156970"/>
                  <a:pt x="1449063" y="167413"/>
                  <a:pt x="1446827" y="175525"/>
                </a:cubicBezTo>
                <a:cubicBezTo>
                  <a:pt x="1443953" y="185873"/>
                  <a:pt x="1439354" y="193506"/>
                  <a:pt x="1433031" y="198424"/>
                </a:cubicBezTo>
                <a:cubicBezTo>
                  <a:pt x="1425366" y="204364"/>
                  <a:pt x="1414284" y="207335"/>
                  <a:pt x="1399784" y="207335"/>
                </a:cubicBezTo>
                <a:cubicBezTo>
                  <a:pt x="1391289" y="207335"/>
                  <a:pt x="1384167" y="206760"/>
                  <a:pt x="1378418" y="205610"/>
                </a:cubicBezTo>
                <a:cubicBezTo>
                  <a:pt x="1370370" y="204013"/>
                  <a:pt x="1366346" y="200692"/>
                  <a:pt x="1366346" y="195646"/>
                </a:cubicBezTo>
                <a:cubicBezTo>
                  <a:pt x="1366346" y="189961"/>
                  <a:pt x="1369125" y="187118"/>
                  <a:pt x="1374682" y="187118"/>
                </a:cubicBezTo>
                <a:cubicBezTo>
                  <a:pt x="1376981" y="187118"/>
                  <a:pt x="1380814" y="187677"/>
                  <a:pt x="1386179" y="188795"/>
                </a:cubicBezTo>
                <a:cubicBezTo>
                  <a:pt x="1391545" y="189913"/>
                  <a:pt x="1397485" y="190408"/>
                  <a:pt x="1404000" y="190280"/>
                </a:cubicBezTo>
                <a:cubicBezTo>
                  <a:pt x="1416264" y="190077"/>
                  <a:pt x="1424727" y="183787"/>
                  <a:pt x="1429390" y="171411"/>
                </a:cubicBezTo>
                <a:cubicBezTo>
                  <a:pt x="1432456" y="163160"/>
                  <a:pt x="1434085" y="150479"/>
                  <a:pt x="1434276" y="133369"/>
                </a:cubicBezTo>
                <a:cubicBezTo>
                  <a:pt x="1430827" y="140842"/>
                  <a:pt x="1426723" y="146447"/>
                  <a:pt x="1421964" y="150183"/>
                </a:cubicBezTo>
                <a:cubicBezTo>
                  <a:pt x="1417206" y="153920"/>
                  <a:pt x="1411761" y="155788"/>
                  <a:pt x="1405629" y="155788"/>
                </a:cubicBezTo>
                <a:cubicBezTo>
                  <a:pt x="1394068" y="155788"/>
                  <a:pt x="1384662" y="151840"/>
                  <a:pt x="1377412" y="143944"/>
                </a:cubicBezTo>
                <a:cubicBezTo>
                  <a:pt x="1370163" y="136047"/>
                  <a:pt x="1366538" y="125802"/>
                  <a:pt x="1366538" y="113206"/>
                </a:cubicBezTo>
                <a:cubicBezTo>
                  <a:pt x="1366538" y="95945"/>
                  <a:pt x="1371488" y="82039"/>
                  <a:pt x="1381389" y="71490"/>
                </a:cubicBezTo>
                <a:cubicBezTo>
                  <a:pt x="1391608" y="60621"/>
                  <a:pt x="1405533" y="55187"/>
                  <a:pt x="1423162" y="55187"/>
                </a:cubicBezTo>
                <a:cubicBezTo>
                  <a:pt x="1429102" y="55187"/>
                  <a:pt x="1434085" y="55953"/>
                  <a:pt x="1438109" y="57486"/>
                </a:cubicBezTo>
                <a:cubicBezTo>
                  <a:pt x="1442133" y="59019"/>
                  <a:pt x="1445199" y="61319"/>
                  <a:pt x="1447306" y="64385"/>
                </a:cubicBezTo>
                <a:cubicBezTo>
                  <a:pt x="1454141" y="64576"/>
                  <a:pt x="1457558" y="68377"/>
                  <a:pt x="1457558" y="75786"/>
                </a:cubicBezTo>
                <a:cubicBezTo>
                  <a:pt x="1457558" y="80321"/>
                  <a:pt x="1456887" y="86389"/>
                  <a:pt x="1455546" y="93990"/>
                </a:cubicBezTo>
                <a:cubicBezTo>
                  <a:pt x="1454077" y="102805"/>
                  <a:pt x="1453215" y="108809"/>
                  <a:pt x="1452959" y="112003"/>
                </a:cubicBezTo>
                <a:moveTo>
                  <a:pt x="1422204" y="74349"/>
                </a:moveTo>
                <a:cubicBezTo>
                  <a:pt x="1410068" y="74349"/>
                  <a:pt x="1400678" y="78116"/>
                  <a:pt x="1394036" y="85649"/>
                </a:cubicBezTo>
                <a:cubicBezTo>
                  <a:pt x="1388095" y="92433"/>
                  <a:pt x="1385125" y="101059"/>
                  <a:pt x="1385125" y="111527"/>
                </a:cubicBezTo>
                <a:cubicBezTo>
                  <a:pt x="1385125" y="119864"/>
                  <a:pt x="1386882" y="126132"/>
                  <a:pt x="1390395" y="130330"/>
                </a:cubicBezTo>
                <a:cubicBezTo>
                  <a:pt x="1393908" y="134527"/>
                  <a:pt x="1399177" y="136626"/>
                  <a:pt x="1406204" y="136626"/>
                </a:cubicBezTo>
                <a:cubicBezTo>
                  <a:pt x="1412655" y="136626"/>
                  <a:pt x="1418914" y="133349"/>
                  <a:pt x="1424982" y="126794"/>
                </a:cubicBezTo>
                <a:cubicBezTo>
                  <a:pt x="1430476" y="120756"/>
                  <a:pt x="1433605" y="114775"/>
                  <a:pt x="1434372" y="108853"/>
                </a:cubicBezTo>
                <a:cubicBezTo>
                  <a:pt x="1435713" y="102641"/>
                  <a:pt x="1437150" y="92894"/>
                  <a:pt x="1438683" y="79610"/>
                </a:cubicBezTo>
                <a:cubicBezTo>
                  <a:pt x="1436128" y="77827"/>
                  <a:pt x="1433478" y="76505"/>
                  <a:pt x="1430731" y="75643"/>
                </a:cubicBezTo>
                <a:cubicBezTo>
                  <a:pt x="1427985" y="74780"/>
                  <a:pt x="1425142" y="74349"/>
                  <a:pt x="1422204" y="743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b64918c694931"/>
          <a:stretch xmlns:a="http://schemas.openxmlformats.org/drawingml/2006/main"/>
        </p:blipFill>
        <p:spPr>
          <a:xfrm xmlns:a="http://schemas.openxmlformats.org/drawingml/2006/main">
            <a:off x="10300752" y="2424293"/>
            <a:ext cx="876498" cy="1004766"/>
          </a:xfrm>
          <a:prstGeom xmlns:a="http://schemas.openxmlformats.org/drawingml/2006/main" prst="rect">
            <a:avLst/>
          </a:prstGeom>
        </p:spPr>
      </p:pic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3A0ED2-7A6C-4A20-8F89-1086F20A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074" y="376089"/>
            <a:ext cx="1519207" cy="396631"/>
          </a:xfrm>
          <a:custGeom xmlns:a="http://schemas.openxmlformats.org/drawingml/2006/main">
            <a:pathLst>
              <a:path w="1519207" h="396631">
                <a:moveTo>
                  <a:pt x="198595" y="698"/>
                </a:moveTo>
                <a:lnTo>
                  <a:pt x="1519207" y="698"/>
                </a:lnTo>
                <a:lnTo>
                  <a:pt x="1519207" y="198455"/>
                </a:lnTo>
                <a:cubicBezTo>
                  <a:pt x="1518788" y="307836"/>
                  <a:pt x="1429993" y="396631"/>
                  <a:pt x="1319775" y="396212"/>
                </a:cubicBezTo>
                <a:lnTo>
                  <a:pt x="838" y="396212"/>
                </a:lnTo>
                <a:lnTo>
                  <a:pt x="838" y="198455"/>
                </a:lnTo>
                <a:cubicBezTo>
                  <a:pt x="0" y="88795"/>
                  <a:pt x="88795" y="0"/>
                  <a:pt x="198595" y="698"/>
                </a:cubicBezTo>
              </a:path>
            </a:pathLst>
          </a:custGeom>
          <a:solidFill xmlns:a="http://schemas.openxmlformats.org/drawingml/2006/main">
            <a:srgbClr val="D9ED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BACC2E-A9E4-4C05-AF90-FB35C7A4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61" y="367709"/>
            <a:ext cx="1627862" cy="396631"/>
          </a:xfrm>
          <a:custGeom xmlns:a="http://schemas.openxmlformats.org/drawingml/2006/main">
            <a:pathLst>
              <a:path w="1627862" h="396631">
                <a:moveTo>
                  <a:pt x="559" y="698"/>
                </a:moveTo>
                <a:lnTo>
                  <a:pt x="1430105" y="698"/>
                </a:lnTo>
                <a:cubicBezTo>
                  <a:pt x="1538927" y="0"/>
                  <a:pt x="1627722" y="88795"/>
                  <a:pt x="1627862" y="198455"/>
                </a:cubicBezTo>
                <a:lnTo>
                  <a:pt x="1627862" y="396212"/>
                </a:lnTo>
                <a:lnTo>
                  <a:pt x="198315" y="396212"/>
                </a:lnTo>
                <a:cubicBezTo>
                  <a:pt x="88795" y="396631"/>
                  <a:pt x="0" y="307836"/>
                  <a:pt x="559" y="198455"/>
                </a:cubicBezTo>
                <a:lnTo>
                  <a:pt x="559" y="698"/>
                </a:lnTo>
              </a:path>
            </a:pathLst>
          </a:custGeom>
          <a:solidFill xmlns:a="http://schemas.openxmlformats.org/drawingml/2006/main">
            <a:srgbClr val="D9ED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26065D-D5A3-424F-9D21-4C08D2B5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236" y="3054044"/>
            <a:ext cx="1355807" cy="396631"/>
          </a:xfrm>
          <a:custGeom xmlns:a="http://schemas.openxmlformats.org/drawingml/2006/main">
            <a:pathLst>
              <a:path w="1355807" h="396631">
                <a:moveTo>
                  <a:pt x="0" y="838"/>
                </a:moveTo>
                <a:lnTo>
                  <a:pt x="1268660" y="838"/>
                </a:lnTo>
                <a:cubicBezTo>
                  <a:pt x="1316758" y="0"/>
                  <a:pt x="1355527" y="38769"/>
                  <a:pt x="1355807" y="86309"/>
                </a:cubicBezTo>
                <a:lnTo>
                  <a:pt x="1355807" y="396351"/>
                </a:lnTo>
                <a:lnTo>
                  <a:pt x="87147" y="396351"/>
                </a:lnTo>
                <a:cubicBezTo>
                  <a:pt x="38909" y="396631"/>
                  <a:pt x="140" y="357861"/>
                  <a:pt x="0" y="310880"/>
                </a:cubicBezTo>
                <a:lnTo>
                  <a:pt x="0" y="838"/>
                </a:lnTo>
              </a:path>
            </a:pathLst>
          </a:custGeom>
          <a:solidFill xmlns:a="http://schemas.openxmlformats.org/drawingml/2006/main">
            <a:srgbClr val="D9ED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Solving">
            <a:extLst xmlns:a="http://schemas.openxmlformats.org/drawingml/2006/main">
              <a:ext uri="{FF2B5EF4-FFF2-40B4-BE49-F238E27FC236}">
                <a16:creationId xmlns:a16="http://schemas.microsoft.com/office/drawing/2014/main" id="{ACAB6BC1-5A21-4851-B010-40234AC7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9412" y="464068"/>
            <a:ext cx="807299" cy="266852"/>
          </a:xfrm>
          <a:custGeom xmlns:a="http://schemas.openxmlformats.org/drawingml/2006/main">
            <a:pathLst>
              <a:path w="807299" h="266852">
                <a:moveTo>
                  <a:pt x="82" y="167089"/>
                </a:moveTo>
                <a:cubicBezTo>
                  <a:pt x="0" y="163642"/>
                  <a:pt x="1166" y="160832"/>
                  <a:pt x="3580" y="158658"/>
                </a:cubicBezTo>
                <a:cubicBezTo>
                  <a:pt x="5994" y="156484"/>
                  <a:pt x="8961" y="155398"/>
                  <a:pt x="12479" y="155398"/>
                </a:cubicBezTo>
                <a:cubicBezTo>
                  <a:pt x="16489" y="155398"/>
                  <a:pt x="20008" y="157699"/>
                  <a:pt x="23036" y="162302"/>
                </a:cubicBezTo>
                <a:cubicBezTo>
                  <a:pt x="27209" y="168552"/>
                  <a:pt x="30932" y="172787"/>
                  <a:pt x="34205" y="175006"/>
                </a:cubicBezTo>
                <a:cubicBezTo>
                  <a:pt x="41161" y="179609"/>
                  <a:pt x="51267" y="181911"/>
                  <a:pt x="64524" y="181911"/>
                </a:cubicBezTo>
                <a:cubicBezTo>
                  <a:pt x="77208" y="181911"/>
                  <a:pt x="88992" y="179164"/>
                  <a:pt x="99875" y="173672"/>
                </a:cubicBezTo>
                <a:cubicBezTo>
                  <a:pt x="113786" y="166621"/>
                  <a:pt x="120742" y="156826"/>
                  <a:pt x="120742" y="144285"/>
                </a:cubicBezTo>
                <a:cubicBezTo>
                  <a:pt x="120742" y="133957"/>
                  <a:pt x="114891" y="125800"/>
                  <a:pt x="103189" y="119816"/>
                </a:cubicBezTo>
                <a:cubicBezTo>
                  <a:pt x="93288" y="114651"/>
                  <a:pt x="81054" y="111863"/>
                  <a:pt x="66488" y="111454"/>
                </a:cubicBezTo>
                <a:cubicBezTo>
                  <a:pt x="53559" y="110963"/>
                  <a:pt x="42552" y="108136"/>
                  <a:pt x="33469" y="102973"/>
                </a:cubicBezTo>
                <a:cubicBezTo>
                  <a:pt x="21849" y="96337"/>
                  <a:pt x="16039" y="86832"/>
                  <a:pt x="16039" y="74458"/>
                </a:cubicBezTo>
                <a:cubicBezTo>
                  <a:pt x="16039" y="59874"/>
                  <a:pt x="24304" y="46559"/>
                  <a:pt x="40834" y="34515"/>
                </a:cubicBezTo>
                <a:cubicBezTo>
                  <a:pt x="56627" y="23125"/>
                  <a:pt x="72953" y="17430"/>
                  <a:pt x="89810" y="17430"/>
                </a:cubicBezTo>
                <a:cubicBezTo>
                  <a:pt x="97747" y="17430"/>
                  <a:pt x="106708" y="18787"/>
                  <a:pt x="116691" y="21500"/>
                </a:cubicBezTo>
                <a:cubicBezTo>
                  <a:pt x="129948" y="25034"/>
                  <a:pt x="136576" y="29554"/>
                  <a:pt x="136576" y="35060"/>
                </a:cubicBezTo>
                <a:cubicBezTo>
                  <a:pt x="136576" y="42291"/>
                  <a:pt x="132894" y="45907"/>
                  <a:pt x="125529" y="45907"/>
                </a:cubicBezTo>
                <a:cubicBezTo>
                  <a:pt x="122256" y="45907"/>
                  <a:pt x="116528" y="45028"/>
                  <a:pt x="108345" y="43268"/>
                </a:cubicBezTo>
                <a:cubicBezTo>
                  <a:pt x="100161" y="41509"/>
                  <a:pt x="93820" y="40670"/>
                  <a:pt x="89319" y="40752"/>
                </a:cubicBezTo>
                <a:cubicBezTo>
                  <a:pt x="76553" y="40916"/>
                  <a:pt x="65711" y="44058"/>
                  <a:pt x="56791" y="50180"/>
                </a:cubicBezTo>
                <a:cubicBezTo>
                  <a:pt x="47626" y="56466"/>
                  <a:pt x="43043" y="64098"/>
                  <a:pt x="43043" y="73077"/>
                </a:cubicBezTo>
                <a:cubicBezTo>
                  <a:pt x="43043" y="79853"/>
                  <a:pt x="49099" y="84629"/>
                  <a:pt x="61210" y="87403"/>
                </a:cubicBezTo>
                <a:cubicBezTo>
                  <a:pt x="65711" y="88465"/>
                  <a:pt x="74426" y="89444"/>
                  <a:pt x="87355" y="90342"/>
                </a:cubicBezTo>
                <a:cubicBezTo>
                  <a:pt x="106094" y="91735"/>
                  <a:pt x="120742" y="97640"/>
                  <a:pt x="131298" y="108056"/>
                </a:cubicBezTo>
                <a:cubicBezTo>
                  <a:pt x="140954" y="117569"/>
                  <a:pt x="145782" y="129172"/>
                  <a:pt x="145782" y="142866"/>
                </a:cubicBezTo>
                <a:cubicBezTo>
                  <a:pt x="145782" y="162385"/>
                  <a:pt x="136781" y="177968"/>
                  <a:pt x="118778" y="189613"/>
                </a:cubicBezTo>
                <a:cubicBezTo>
                  <a:pt x="103148" y="199699"/>
                  <a:pt x="85023" y="204742"/>
                  <a:pt x="64401" y="204742"/>
                </a:cubicBezTo>
                <a:cubicBezTo>
                  <a:pt x="49426" y="204742"/>
                  <a:pt x="35719" y="201870"/>
                  <a:pt x="23281" y="196127"/>
                </a:cubicBezTo>
                <a:cubicBezTo>
                  <a:pt x="8060" y="189074"/>
                  <a:pt x="327" y="179395"/>
                  <a:pt x="82" y="167089"/>
                </a:cubicBezTo>
                <a:close/>
                <a:moveTo>
                  <a:pt x="221299" y="204987"/>
                </a:moveTo>
                <a:cubicBezTo>
                  <a:pt x="207551" y="204987"/>
                  <a:pt x="195726" y="199905"/>
                  <a:pt x="185825" y="189740"/>
                </a:cubicBezTo>
                <a:cubicBezTo>
                  <a:pt x="174778" y="178427"/>
                  <a:pt x="168968" y="163219"/>
                  <a:pt x="168395" y="144116"/>
                </a:cubicBezTo>
                <a:cubicBezTo>
                  <a:pt x="167904" y="125589"/>
                  <a:pt x="172568" y="109275"/>
                  <a:pt x="182388" y="95175"/>
                </a:cubicBezTo>
                <a:cubicBezTo>
                  <a:pt x="193844" y="78532"/>
                  <a:pt x="209801" y="70211"/>
                  <a:pt x="230259" y="70211"/>
                </a:cubicBezTo>
                <a:cubicBezTo>
                  <a:pt x="246625" y="70211"/>
                  <a:pt x="259023" y="77713"/>
                  <a:pt x="267451" y="92716"/>
                </a:cubicBezTo>
                <a:cubicBezTo>
                  <a:pt x="274162" y="104848"/>
                  <a:pt x="277394" y="119439"/>
                  <a:pt x="277148" y="136491"/>
                </a:cubicBezTo>
                <a:cubicBezTo>
                  <a:pt x="276903" y="154691"/>
                  <a:pt x="272157" y="170227"/>
                  <a:pt x="262910" y="183100"/>
                </a:cubicBezTo>
                <a:cubicBezTo>
                  <a:pt x="252435" y="197692"/>
                  <a:pt x="238565" y="204987"/>
                  <a:pt x="221299" y="204987"/>
                </a:cubicBezTo>
                <a:moveTo>
                  <a:pt x="228663" y="95252"/>
                </a:moveTo>
                <a:cubicBezTo>
                  <a:pt x="216634" y="95170"/>
                  <a:pt x="207265" y="100906"/>
                  <a:pt x="200554" y="112459"/>
                </a:cubicBezTo>
                <a:cubicBezTo>
                  <a:pt x="195235" y="121721"/>
                  <a:pt x="192576" y="132293"/>
                  <a:pt x="192576" y="144174"/>
                </a:cubicBezTo>
                <a:cubicBezTo>
                  <a:pt x="192576" y="156057"/>
                  <a:pt x="195808" y="165318"/>
                  <a:pt x="202273" y="171957"/>
                </a:cubicBezTo>
                <a:cubicBezTo>
                  <a:pt x="207674" y="177447"/>
                  <a:pt x="214016" y="180192"/>
                  <a:pt x="221299" y="180192"/>
                </a:cubicBezTo>
                <a:cubicBezTo>
                  <a:pt x="229809" y="180192"/>
                  <a:pt x="237133" y="177078"/>
                  <a:pt x="243270" y="170848"/>
                </a:cubicBezTo>
                <a:cubicBezTo>
                  <a:pt x="250226" y="163967"/>
                  <a:pt x="253908" y="154666"/>
                  <a:pt x="254318" y="142946"/>
                </a:cubicBezTo>
                <a:cubicBezTo>
                  <a:pt x="255463" y="111232"/>
                  <a:pt x="246912" y="95333"/>
                  <a:pt x="228663" y="95252"/>
                </a:cubicBezTo>
                <a:close/>
                <a:moveTo>
                  <a:pt x="338424" y="101143"/>
                </a:moveTo>
                <a:lnTo>
                  <a:pt x="336583" y="162222"/>
                </a:lnTo>
                <a:cubicBezTo>
                  <a:pt x="336583" y="168694"/>
                  <a:pt x="336256" y="178198"/>
                  <a:pt x="335601" y="190733"/>
                </a:cubicBezTo>
                <a:cubicBezTo>
                  <a:pt x="334783" y="198927"/>
                  <a:pt x="330773" y="203023"/>
                  <a:pt x="323572" y="203023"/>
                </a:cubicBezTo>
                <a:cubicBezTo>
                  <a:pt x="315552" y="203023"/>
                  <a:pt x="311543" y="198845"/>
                  <a:pt x="311543" y="190488"/>
                </a:cubicBezTo>
                <a:cubicBezTo>
                  <a:pt x="311543" y="180574"/>
                  <a:pt x="311993" y="165683"/>
                  <a:pt x="312893" y="145816"/>
                </a:cubicBezTo>
                <a:cubicBezTo>
                  <a:pt x="313793" y="125949"/>
                  <a:pt x="314243" y="111058"/>
                  <a:pt x="314243" y="101143"/>
                </a:cubicBezTo>
                <a:cubicBezTo>
                  <a:pt x="314243" y="88199"/>
                  <a:pt x="314448" y="73390"/>
                  <a:pt x="314857" y="56717"/>
                </a:cubicBezTo>
                <a:cubicBezTo>
                  <a:pt x="315266" y="40044"/>
                  <a:pt x="315470" y="25235"/>
                  <a:pt x="315470" y="12290"/>
                </a:cubicBezTo>
                <a:cubicBezTo>
                  <a:pt x="315470" y="4097"/>
                  <a:pt x="319480" y="0"/>
                  <a:pt x="327500" y="0"/>
                </a:cubicBezTo>
                <a:cubicBezTo>
                  <a:pt x="335601" y="0"/>
                  <a:pt x="339652" y="4097"/>
                  <a:pt x="339652" y="12290"/>
                </a:cubicBezTo>
                <a:cubicBezTo>
                  <a:pt x="339652" y="25235"/>
                  <a:pt x="339447" y="40044"/>
                  <a:pt x="339038" y="56717"/>
                </a:cubicBezTo>
                <a:cubicBezTo>
                  <a:pt x="338629" y="73390"/>
                  <a:pt x="338424" y="88199"/>
                  <a:pt x="338424" y="101143"/>
                </a:cubicBezTo>
                <a:close/>
                <a:moveTo>
                  <a:pt x="432964" y="191240"/>
                </a:moveTo>
                <a:cubicBezTo>
                  <a:pt x="432718" y="198768"/>
                  <a:pt x="428995" y="202532"/>
                  <a:pt x="421794" y="202532"/>
                </a:cubicBezTo>
                <a:cubicBezTo>
                  <a:pt x="415820" y="202532"/>
                  <a:pt x="411483" y="199014"/>
                  <a:pt x="408783" y="191976"/>
                </a:cubicBezTo>
                <a:lnTo>
                  <a:pt x="390002" y="142141"/>
                </a:lnTo>
                <a:lnTo>
                  <a:pt x="368153" y="85800"/>
                </a:lnTo>
                <a:cubicBezTo>
                  <a:pt x="367335" y="83672"/>
                  <a:pt x="366926" y="81790"/>
                  <a:pt x="366926" y="80154"/>
                </a:cubicBezTo>
                <a:cubicBezTo>
                  <a:pt x="366926" y="76799"/>
                  <a:pt x="368194" y="73935"/>
                  <a:pt x="370731" y="71561"/>
                </a:cubicBezTo>
                <a:cubicBezTo>
                  <a:pt x="373268" y="69188"/>
                  <a:pt x="376214" y="68002"/>
                  <a:pt x="379569" y="68002"/>
                </a:cubicBezTo>
                <a:cubicBezTo>
                  <a:pt x="384479" y="68002"/>
                  <a:pt x="387997" y="70498"/>
                  <a:pt x="390125" y="75489"/>
                </a:cubicBezTo>
                <a:lnTo>
                  <a:pt x="421303" y="161289"/>
                </a:lnTo>
                <a:cubicBezTo>
                  <a:pt x="427440" y="148196"/>
                  <a:pt x="435173" y="129212"/>
                  <a:pt x="444502" y="104335"/>
                </a:cubicBezTo>
                <a:cubicBezTo>
                  <a:pt x="446711" y="97788"/>
                  <a:pt x="450189" y="88541"/>
                  <a:pt x="454935" y="76594"/>
                </a:cubicBezTo>
                <a:cubicBezTo>
                  <a:pt x="457472" y="71357"/>
                  <a:pt x="461073" y="68738"/>
                  <a:pt x="465737" y="68738"/>
                </a:cubicBezTo>
                <a:cubicBezTo>
                  <a:pt x="469092" y="68738"/>
                  <a:pt x="472038" y="69925"/>
                  <a:pt x="474575" y="72298"/>
                </a:cubicBezTo>
                <a:cubicBezTo>
                  <a:pt x="477112" y="74671"/>
                  <a:pt x="478380" y="77494"/>
                  <a:pt x="478380" y="80767"/>
                </a:cubicBezTo>
                <a:cubicBezTo>
                  <a:pt x="478380" y="83877"/>
                  <a:pt x="471629" y="101389"/>
                  <a:pt x="458127" y="133303"/>
                </a:cubicBezTo>
                <a:lnTo>
                  <a:pt x="432964" y="191240"/>
                </a:lnTo>
                <a:close/>
                <a:moveTo>
                  <a:pt x="522024" y="42225"/>
                </a:moveTo>
                <a:cubicBezTo>
                  <a:pt x="518096" y="42225"/>
                  <a:pt x="514700" y="40834"/>
                  <a:pt x="511836" y="38052"/>
                </a:cubicBezTo>
                <a:cubicBezTo>
                  <a:pt x="508972" y="35269"/>
                  <a:pt x="507539" y="31914"/>
                  <a:pt x="507539" y="27986"/>
                </a:cubicBezTo>
                <a:cubicBezTo>
                  <a:pt x="507539" y="24058"/>
                  <a:pt x="508972" y="20703"/>
                  <a:pt x="511836" y="17921"/>
                </a:cubicBezTo>
                <a:cubicBezTo>
                  <a:pt x="514700" y="15139"/>
                  <a:pt x="518096" y="13748"/>
                  <a:pt x="522024" y="13748"/>
                </a:cubicBezTo>
                <a:cubicBezTo>
                  <a:pt x="525951" y="13748"/>
                  <a:pt x="529327" y="15139"/>
                  <a:pt x="532150" y="17921"/>
                </a:cubicBezTo>
                <a:cubicBezTo>
                  <a:pt x="534973" y="20703"/>
                  <a:pt x="536385" y="24058"/>
                  <a:pt x="536385" y="27986"/>
                </a:cubicBezTo>
                <a:cubicBezTo>
                  <a:pt x="536385" y="31914"/>
                  <a:pt x="534973" y="35269"/>
                  <a:pt x="532150" y="38052"/>
                </a:cubicBezTo>
                <a:cubicBezTo>
                  <a:pt x="529327" y="40834"/>
                  <a:pt x="525951" y="42225"/>
                  <a:pt x="522024" y="42225"/>
                </a:cubicBezTo>
                <a:moveTo>
                  <a:pt x="527547" y="141964"/>
                </a:moveTo>
                <a:cubicBezTo>
                  <a:pt x="527547" y="146879"/>
                  <a:pt x="527690" y="154232"/>
                  <a:pt x="527977" y="164021"/>
                </a:cubicBezTo>
                <a:cubicBezTo>
                  <a:pt x="528263" y="173807"/>
                  <a:pt x="528406" y="181158"/>
                  <a:pt x="528406" y="186073"/>
                </a:cubicBezTo>
                <a:cubicBezTo>
                  <a:pt x="528406" y="189676"/>
                  <a:pt x="527302" y="192624"/>
                  <a:pt x="525092" y="194918"/>
                </a:cubicBezTo>
                <a:cubicBezTo>
                  <a:pt x="522883" y="197212"/>
                  <a:pt x="519978" y="198359"/>
                  <a:pt x="516377" y="198359"/>
                </a:cubicBezTo>
                <a:cubicBezTo>
                  <a:pt x="512858" y="198359"/>
                  <a:pt x="509974" y="197212"/>
                  <a:pt x="507724" y="194918"/>
                </a:cubicBezTo>
                <a:cubicBezTo>
                  <a:pt x="505473" y="192624"/>
                  <a:pt x="504348" y="189676"/>
                  <a:pt x="504348" y="186073"/>
                </a:cubicBezTo>
                <a:cubicBezTo>
                  <a:pt x="504348" y="181158"/>
                  <a:pt x="504205" y="173807"/>
                  <a:pt x="503918" y="164021"/>
                </a:cubicBezTo>
                <a:cubicBezTo>
                  <a:pt x="503632" y="154232"/>
                  <a:pt x="503489" y="146879"/>
                  <a:pt x="503489" y="141964"/>
                </a:cubicBezTo>
                <a:cubicBezTo>
                  <a:pt x="503489" y="134265"/>
                  <a:pt x="503898" y="124661"/>
                  <a:pt x="504716" y="113153"/>
                </a:cubicBezTo>
                <a:cubicBezTo>
                  <a:pt x="505535" y="101643"/>
                  <a:pt x="505944" y="92038"/>
                  <a:pt x="505944" y="84339"/>
                </a:cubicBezTo>
                <a:cubicBezTo>
                  <a:pt x="505944" y="80654"/>
                  <a:pt x="507069" y="77664"/>
                  <a:pt x="509319" y="75370"/>
                </a:cubicBezTo>
                <a:cubicBezTo>
                  <a:pt x="511570" y="73077"/>
                  <a:pt x="514454" y="71930"/>
                  <a:pt x="517973" y="71930"/>
                </a:cubicBezTo>
                <a:cubicBezTo>
                  <a:pt x="521492" y="71930"/>
                  <a:pt x="524376" y="73077"/>
                  <a:pt x="526627" y="75370"/>
                </a:cubicBezTo>
                <a:cubicBezTo>
                  <a:pt x="528877" y="77664"/>
                  <a:pt x="530002" y="80654"/>
                  <a:pt x="530002" y="84339"/>
                </a:cubicBezTo>
                <a:cubicBezTo>
                  <a:pt x="530002" y="92038"/>
                  <a:pt x="529593" y="101643"/>
                  <a:pt x="528775" y="113153"/>
                </a:cubicBezTo>
                <a:cubicBezTo>
                  <a:pt x="527956" y="124661"/>
                  <a:pt x="527547" y="134265"/>
                  <a:pt x="527547" y="141964"/>
                </a:cubicBezTo>
                <a:close/>
                <a:moveTo>
                  <a:pt x="663254" y="206460"/>
                </a:moveTo>
                <a:cubicBezTo>
                  <a:pt x="656216" y="206460"/>
                  <a:pt x="652247" y="202607"/>
                  <a:pt x="651347" y="194899"/>
                </a:cubicBezTo>
                <a:lnTo>
                  <a:pt x="647910" y="167960"/>
                </a:lnTo>
                <a:cubicBezTo>
                  <a:pt x="646765" y="158365"/>
                  <a:pt x="646192" y="149386"/>
                  <a:pt x="646192" y="141021"/>
                </a:cubicBezTo>
                <a:cubicBezTo>
                  <a:pt x="646192" y="138724"/>
                  <a:pt x="646335" y="134830"/>
                  <a:pt x="646622" y="129337"/>
                </a:cubicBezTo>
                <a:cubicBezTo>
                  <a:pt x="646908" y="123841"/>
                  <a:pt x="647051" y="119945"/>
                  <a:pt x="647051" y="117649"/>
                </a:cubicBezTo>
                <a:cubicBezTo>
                  <a:pt x="647051" y="99935"/>
                  <a:pt x="643778" y="91078"/>
                  <a:pt x="637231" y="91078"/>
                </a:cubicBezTo>
                <a:cubicBezTo>
                  <a:pt x="628066" y="91078"/>
                  <a:pt x="619310" y="96526"/>
                  <a:pt x="610964" y="107423"/>
                </a:cubicBezTo>
                <a:cubicBezTo>
                  <a:pt x="603435" y="117335"/>
                  <a:pt x="597543" y="129868"/>
                  <a:pt x="593288" y="145022"/>
                </a:cubicBezTo>
                <a:cubicBezTo>
                  <a:pt x="593124" y="148218"/>
                  <a:pt x="592756" y="152233"/>
                  <a:pt x="592183" y="157066"/>
                </a:cubicBezTo>
                <a:cubicBezTo>
                  <a:pt x="591692" y="161163"/>
                  <a:pt x="591447" y="165136"/>
                  <a:pt x="591447" y="168984"/>
                </a:cubicBezTo>
                <a:cubicBezTo>
                  <a:pt x="591447" y="171442"/>
                  <a:pt x="591692" y="175128"/>
                  <a:pt x="592183" y="180043"/>
                </a:cubicBezTo>
                <a:cubicBezTo>
                  <a:pt x="592674" y="184958"/>
                  <a:pt x="592920" y="188644"/>
                  <a:pt x="592920" y="191102"/>
                </a:cubicBezTo>
                <a:cubicBezTo>
                  <a:pt x="592920" y="194789"/>
                  <a:pt x="591795" y="197780"/>
                  <a:pt x="589544" y="200074"/>
                </a:cubicBezTo>
                <a:cubicBezTo>
                  <a:pt x="587294" y="202367"/>
                  <a:pt x="584409" y="203514"/>
                  <a:pt x="580891" y="203514"/>
                </a:cubicBezTo>
                <a:cubicBezTo>
                  <a:pt x="577290" y="203514"/>
                  <a:pt x="574385" y="202366"/>
                  <a:pt x="572176" y="200070"/>
                </a:cubicBezTo>
                <a:cubicBezTo>
                  <a:pt x="569966" y="197776"/>
                  <a:pt x="568861" y="194784"/>
                  <a:pt x="568861" y="191094"/>
                </a:cubicBezTo>
                <a:cubicBezTo>
                  <a:pt x="568861" y="188636"/>
                  <a:pt x="568595" y="184949"/>
                  <a:pt x="568064" y="180031"/>
                </a:cubicBezTo>
                <a:cubicBezTo>
                  <a:pt x="567532" y="175111"/>
                  <a:pt x="567266" y="171421"/>
                  <a:pt x="567266" y="168961"/>
                </a:cubicBezTo>
                <a:cubicBezTo>
                  <a:pt x="567266" y="160517"/>
                  <a:pt x="567859" y="148815"/>
                  <a:pt x="569046" y="133856"/>
                </a:cubicBezTo>
                <a:cubicBezTo>
                  <a:pt x="570232" y="118896"/>
                  <a:pt x="570825" y="107194"/>
                  <a:pt x="570825" y="98750"/>
                </a:cubicBezTo>
                <a:cubicBezTo>
                  <a:pt x="570825" y="96126"/>
                  <a:pt x="570682" y="92233"/>
                  <a:pt x="570396" y="87070"/>
                </a:cubicBezTo>
                <a:cubicBezTo>
                  <a:pt x="570109" y="81904"/>
                  <a:pt x="569966" y="78011"/>
                  <a:pt x="569966" y="75390"/>
                </a:cubicBezTo>
                <a:cubicBezTo>
                  <a:pt x="569966" y="71863"/>
                  <a:pt x="571132" y="68974"/>
                  <a:pt x="573464" y="66721"/>
                </a:cubicBezTo>
                <a:cubicBezTo>
                  <a:pt x="575797" y="64465"/>
                  <a:pt x="578681" y="63337"/>
                  <a:pt x="582118" y="63337"/>
                </a:cubicBezTo>
                <a:cubicBezTo>
                  <a:pt x="589647" y="63337"/>
                  <a:pt x="593779" y="68678"/>
                  <a:pt x="594516" y="79360"/>
                </a:cubicBezTo>
                <a:lnTo>
                  <a:pt x="594884" y="93779"/>
                </a:lnTo>
                <a:cubicBezTo>
                  <a:pt x="608631" y="75448"/>
                  <a:pt x="622747" y="66283"/>
                  <a:pt x="637231" y="66283"/>
                </a:cubicBezTo>
                <a:cubicBezTo>
                  <a:pt x="650324" y="66283"/>
                  <a:pt x="659449" y="72063"/>
                  <a:pt x="664604" y="83621"/>
                </a:cubicBezTo>
                <a:cubicBezTo>
                  <a:pt x="668123" y="91326"/>
                  <a:pt x="670046" y="102721"/>
                  <a:pt x="670373" y="117806"/>
                </a:cubicBezTo>
                <a:lnTo>
                  <a:pt x="670373" y="130223"/>
                </a:lnTo>
                <a:lnTo>
                  <a:pt x="670250" y="141658"/>
                </a:lnTo>
                <a:cubicBezTo>
                  <a:pt x="670250" y="148462"/>
                  <a:pt x="671130" y="157255"/>
                  <a:pt x="672889" y="168037"/>
                </a:cubicBezTo>
                <a:cubicBezTo>
                  <a:pt x="674649" y="178815"/>
                  <a:pt x="675528" y="187565"/>
                  <a:pt x="675528" y="194285"/>
                </a:cubicBezTo>
                <a:cubicBezTo>
                  <a:pt x="675528" y="197894"/>
                  <a:pt x="674362" y="200824"/>
                  <a:pt x="672030" y="203077"/>
                </a:cubicBezTo>
                <a:cubicBezTo>
                  <a:pt x="669698" y="205333"/>
                  <a:pt x="666773" y="206460"/>
                  <a:pt x="663254" y="206460"/>
                </a:cubicBezTo>
                <a:close/>
                <a:moveTo>
                  <a:pt x="801407" y="144719"/>
                </a:moveTo>
                <a:lnTo>
                  <a:pt x="798584" y="185962"/>
                </a:lnTo>
                <a:cubicBezTo>
                  <a:pt x="798093" y="202328"/>
                  <a:pt x="796415" y="215707"/>
                  <a:pt x="793551" y="226100"/>
                </a:cubicBezTo>
                <a:cubicBezTo>
                  <a:pt x="789869" y="239357"/>
                  <a:pt x="783977" y="249135"/>
                  <a:pt x="775876" y="255436"/>
                </a:cubicBezTo>
                <a:cubicBezTo>
                  <a:pt x="766056" y="263047"/>
                  <a:pt x="751858" y="266852"/>
                  <a:pt x="733283" y="266852"/>
                </a:cubicBezTo>
                <a:cubicBezTo>
                  <a:pt x="722399" y="266852"/>
                  <a:pt x="713275" y="266115"/>
                  <a:pt x="705910" y="264642"/>
                </a:cubicBezTo>
                <a:cubicBezTo>
                  <a:pt x="695599" y="262597"/>
                  <a:pt x="690444" y="258341"/>
                  <a:pt x="690444" y="251877"/>
                </a:cubicBezTo>
                <a:cubicBezTo>
                  <a:pt x="690444" y="244594"/>
                  <a:pt x="694004" y="240952"/>
                  <a:pt x="701123" y="240952"/>
                </a:cubicBezTo>
                <a:cubicBezTo>
                  <a:pt x="704069" y="240952"/>
                  <a:pt x="708979" y="241668"/>
                  <a:pt x="715853" y="243100"/>
                </a:cubicBezTo>
                <a:cubicBezTo>
                  <a:pt x="722726" y="244532"/>
                  <a:pt x="730337" y="245167"/>
                  <a:pt x="738683" y="245003"/>
                </a:cubicBezTo>
                <a:cubicBezTo>
                  <a:pt x="754395" y="244742"/>
                  <a:pt x="765238" y="236684"/>
                  <a:pt x="771211" y="220829"/>
                </a:cubicBezTo>
                <a:cubicBezTo>
                  <a:pt x="775139" y="210258"/>
                  <a:pt x="777226" y="194012"/>
                  <a:pt x="777472" y="172091"/>
                </a:cubicBezTo>
                <a:cubicBezTo>
                  <a:pt x="773053" y="181665"/>
                  <a:pt x="767795" y="188846"/>
                  <a:pt x="761699" y="193633"/>
                </a:cubicBezTo>
                <a:cubicBezTo>
                  <a:pt x="755602" y="198420"/>
                  <a:pt x="748626" y="200814"/>
                  <a:pt x="740770" y="200814"/>
                </a:cubicBezTo>
                <a:cubicBezTo>
                  <a:pt x="725959" y="200814"/>
                  <a:pt x="713909" y="195756"/>
                  <a:pt x="704621" y="185639"/>
                </a:cubicBezTo>
                <a:cubicBezTo>
                  <a:pt x="695333" y="175523"/>
                  <a:pt x="690689" y="162397"/>
                  <a:pt x="690689" y="146261"/>
                </a:cubicBezTo>
                <a:cubicBezTo>
                  <a:pt x="690689" y="124146"/>
                  <a:pt x="697031" y="106331"/>
                  <a:pt x="709715" y="92816"/>
                </a:cubicBezTo>
                <a:cubicBezTo>
                  <a:pt x="722808" y="78892"/>
                  <a:pt x="740647" y="71930"/>
                  <a:pt x="763233" y="71930"/>
                </a:cubicBezTo>
                <a:cubicBezTo>
                  <a:pt x="770843" y="71930"/>
                  <a:pt x="777226" y="72912"/>
                  <a:pt x="782381" y="74876"/>
                </a:cubicBezTo>
                <a:cubicBezTo>
                  <a:pt x="787537" y="76840"/>
                  <a:pt x="791465" y="79785"/>
                  <a:pt x="794165" y="83713"/>
                </a:cubicBezTo>
                <a:cubicBezTo>
                  <a:pt x="802921" y="83959"/>
                  <a:pt x="807299" y="88828"/>
                  <a:pt x="807299" y="98320"/>
                </a:cubicBezTo>
                <a:cubicBezTo>
                  <a:pt x="807299" y="104130"/>
                  <a:pt x="806440" y="111904"/>
                  <a:pt x="804721" y="121642"/>
                </a:cubicBezTo>
                <a:cubicBezTo>
                  <a:pt x="802839" y="132935"/>
                  <a:pt x="801734" y="140627"/>
                  <a:pt x="801407" y="144719"/>
                </a:cubicBezTo>
                <a:moveTo>
                  <a:pt x="762005" y="96479"/>
                </a:moveTo>
                <a:cubicBezTo>
                  <a:pt x="746457" y="96479"/>
                  <a:pt x="734428" y="101305"/>
                  <a:pt x="725918" y="110956"/>
                </a:cubicBezTo>
                <a:cubicBezTo>
                  <a:pt x="718307" y="119648"/>
                  <a:pt x="714502" y="130699"/>
                  <a:pt x="714502" y="144109"/>
                </a:cubicBezTo>
                <a:cubicBezTo>
                  <a:pt x="714502" y="154790"/>
                  <a:pt x="716753" y="162820"/>
                  <a:pt x="721253" y="168198"/>
                </a:cubicBezTo>
                <a:cubicBezTo>
                  <a:pt x="725754" y="173576"/>
                  <a:pt x="732505" y="176265"/>
                  <a:pt x="741507" y="176265"/>
                </a:cubicBezTo>
                <a:cubicBezTo>
                  <a:pt x="749772" y="176265"/>
                  <a:pt x="757791" y="172066"/>
                  <a:pt x="765565" y="163668"/>
                </a:cubicBezTo>
                <a:cubicBezTo>
                  <a:pt x="772603" y="155932"/>
                  <a:pt x="776612" y="148271"/>
                  <a:pt x="777594" y="140683"/>
                </a:cubicBezTo>
                <a:cubicBezTo>
                  <a:pt x="779313" y="132725"/>
                  <a:pt x="781154" y="120237"/>
                  <a:pt x="783118" y="103219"/>
                </a:cubicBezTo>
                <a:cubicBezTo>
                  <a:pt x="779845" y="100935"/>
                  <a:pt x="776449" y="99241"/>
                  <a:pt x="772930" y="98136"/>
                </a:cubicBezTo>
                <a:cubicBezTo>
                  <a:pt x="769411" y="97031"/>
                  <a:pt x="765770" y="96479"/>
                  <a:pt x="762005" y="964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Re-exploration">
            <a:extLst xmlns:a="http://schemas.openxmlformats.org/drawingml/2006/main">
              <a:ext uri="{FF2B5EF4-FFF2-40B4-BE49-F238E27FC236}">
                <a16:creationId xmlns:a16="http://schemas.microsoft.com/office/drawing/2014/main" id="{93BFAC8E-F8C4-467E-A165-73F9E282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731" y="472609"/>
            <a:ext cx="1512137" cy="238418"/>
          </a:xfrm>
          <a:custGeom xmlns:a="http://schemas.openxmlformats.org/drawingml/2006/main">
            <a:pathLst>
              <a:path w="1512137" h="238418">
                <a:moveTo>
                  <a:pt x="109746" y="176421"/>
                </a:moveTo>
                <a:cubicBezTo>
                  <a:pt x="106991" y="176421"/>
                  <a:pt x="104417" y="175257"/>
                  <a:pt x="102024" y="172930"/>
                </a:cubicBezTo>
                <a:cubicBezTo>
                  <a:pt x="78022" y="149151"/>
                  <a:pt x="51338" y="133152"/>
                  <a:pt x="21971" y="124933"/>
                </a:cubicBezTo>
                <a:lnTo>
                  <a:pt x="22841" y="146309"/>
                </a:lnTo>
                <a:lnTo>
                  <a:pt x="23385" y="167798"/>
                </a:lnTo>
                <a:cubicBezTo>
                  <a:pt x="23385" y="170997"/>
                  <a:pt x="22352" y="173669"/>
                  <a:pt x="20285" y="175812"/>
                </a:cubicBezTo>
                <a:cubicBezTo>
                  <a:pt x="18219" y="177958"/>
                  <a:pt x="15626" y="179031"/>
                  <a:pt x="12508" y="179031"/>
                </a:cubicBezTo>
                <a:cubicBezTo>
                  <a:pt x="9390" y="179031"/>
                  <a:pt x="6798" y="177960"/>
                  <a:pt x="4731" y="175819"/>
                </a:cubicBezTo>
                <a:cubicBezTo>
                  <a:pt x="2665" y="173680"/>
                  <a:pt x="1632" y="171014"/>
                  <a:pt x="1632" y="167821"/>
                </a:cubicBezTo>
                <a:cubicBezTo>
                  <a:pt x="1632" y="162088"/>
                  <a:pt x="1360" y="153544"/>
                  <a:pt x="816" y="142190"/>
                </a:cubicBezTo>
                <a:cubicBezTo>
                  <a:pt x="272" y="130835"/>
                  <a:pt x="0" y="122291"/>
                  <a:pt x="0" y="116558"/>
                </a:cubicBezTo>
                <a:cubicBezTo>
                  <a:pt x="0" y="109882"/>
                  <a:pt x="725" y="99943"/>
                  <a:pt x="2175" y="86739"/>
                </a:cubicBezTo>
                <a:cubicBezTo>
                  <a:pt x="3626" y="73532"/>
                  <a:pt x="4351" y="63628"/>
                  <a:pt x="4351" y="57025"/>
                </a:cubicBezTo>
                <a:cubicBezTo>
                  <a:pt x="4351" y="53324"/>
                  <a:pt x="4006" y="47846"/>
                  <a:pt x="3317" y="40591"/>
                </a:cubicBezTo>
                <a:cubicBezTo>
                  <a:pt x="2629" y="33335"/>
                  <a:pt x="2284" y="27857"/>
                  <a:pt x="2284" y="24157"/>
                </a:cubicBezTo>
                <a:cubicBezTo>
                  <a:pt x="2284" y="20021"/>
                  <a:pt x="3444" y="16393"/>
                  <a:pt x="5765" y="13273"/>
                </a:cubicBezTo>
                <a:cubicBezTo>
                  <a:pt x="8520" y="9428"/>
                  <a:pt x="12327" y="7686"/>
                  <a:pt x="17185" y="8049"/>
                </a:cubicBezTo>
                <a:lnTo>
                  <a:pt x="43398" y="10115"/>
                </a:lnTo>
                <a:cubicBezTo>
                  <a:pt x="53332" y="11350"/>
                  <a:pt x="61707" y="13782"/>
                  <a:pt x="68523" y="17410"/>
                </a:cubicBezTo>
                <a:cubicBezTo>
                  <a:pt x="97891" y="33009"/>
                  <a:pt x="112574" y="52055"/>
                  <a:pt x="112574" y="74550"/>
                </a:cubicBezTo>
                <a:cubicBezTo>
                  <a:pt x="112574" y="85578"/>
                  <a:pt x="107571" y="95337"/>
                  <a:pt x="97564" y="103825"/>
                </a:cubicBezTo>
                <a:cubicBezTo>
                  <a:pt x="89516" y="110646"/>
                  <a:pt x="79473" y="115834"/>
                  <a:pt x="67436" y="119389"/>
                </a:cubicBezTo>
                <a:cubicBezTo>
                  <a:pt x="89987" y="131508"/>
                  <a:pt x="106846" y="144278"/>
                  <a:pt x="118013" y="157699"/>
                </a:cubicBezTo>
                <a:cubicBezTo>
                  <a:pt x="119898" y="160022"/>
                  <a:pt x="120841" y="162489"/>
                  <a:pt x="120841" y="165102"/>
                </a:cubicBezTo>
                <a:cubicBezTo>
                  <a:pt x="120841" y="168150"/>
                  <a:pt x="119735" y="170799"/>
                  <a:pt x="117523" y="173049"/>
                </a:cubicBezTo>
                <a:cubicBezTo>
                  <a:pt x="115312" y="175297"/>
                  <a:pt x="112719" y="176421"/>
                  <a:pt x="109746" y="176421"/>
                </a:cubicBezTo>
                <a:moveTo>
                  <a:pt x="40461" y="32627"/>
                </a:moveTo>
                <a:lnTo>
                  <a:pt x="24364" y="31325"/>
                </a:lnTo>
                <a:lnTo>
                  <a:pt x="25452" y="44445"/>
                </a:lnTo>
                <a:cubicBezTo>
                  <a:pt x="25959" y="49795"/>
                  <a:pt x="26213" y="54168"/>
                  <a:pt x="26213" y="57565"/>
                </a:cubicBezTo>
                <a:cubicBezTo>
                  <a:pt x="26213" y="63348"/>
                  <a:pt x="25742" y="70540"/>
                  <a:pt x="24799" y="79142"/>
                </a:cubicBezTo>
                <a:lnTo>
                  <a:pt x="22515" y="100719"/>
                </a:lnTo>
                <a:cubicBezTo>
                  <a:pt x="23530" y="100719"/>
                  <a:pt x="25107" y="100755"/>
                  <a:pt x="27246" y="100827"/>
                </a:cubicBezTo>
                <a:cubicBezTo>
                  <a:pt x="29385" y="100900"/>
                  <a:pt x="30999" y="100936"/>
                  <a:pt x="32086" y="100936"/>
                </a:cubicBezTo>
                <a:cubicBezTo>
                  <a:pt x="50577" y="100936"/>
                  <a:pt x="64427" y="98479"/>
                  <a:pt x="73636" y="93564"/>
                </a:cubicBezTo>
                <a:cubicBezTo>
                  <a:pt x="77696" y="91323"/>
                  <a:pt x="81467" y="88395"/>
                  <a:pt x="84947" y="84781"/>
                </a:cubicBezTo>
                <a:cubicBezTo>
                  <a:pt x="88790" y="80731"/>
                  <a:pt x="90712" y="77297"/>
                  <a:pt x="90712" y="74478"/>
                </a:cubicBezTo>
                <a:cubicBezTo>
                  <a:pt x="90712" y="64431"/>
                  <a:pt x="84984" y="55070"/>
                  <a:pt x="73527" y="46396"/>
                </a:cubicBezTo>
                <a:cubicBezTo>
                  <a:pt x="63013" y="38445"/>
                  <a:pt x="51991" y="33855"/>
                  <a:pt x="40461" y="32627"/>
                </a:cubicBezTo>
                <a:close/>
                <a:moveTo>
                  <a:pt x="193545" y="180119"/>
                </a:moveTo>
                <a:cubicBezTo>
                  <a:pt x="177157" y="180119"/>
                  <a:pt x="163888" y="176019"/>
                  <a:pt x="153736" y="167818"/>
                </a:cubicBezTo>
                <a:cubicBezTo>
                  <a:pt x="142642" y="158745"/>
                  <a:pt x="137095" y="146043"/>
                  <a:pt x="137095" y="129712"/>
                </a:cubicBezTo>
                <a:cubicBezTo>
                  <a:pt x="137095" y="110843"/>
                  <a:pt x="141663" y="95022"/>
                  <a:pt x="150799" y="82249"/>
                </a:cubicBezTo>
                <a:cubicBezTo>
                  <a:pt x="160733" y="68313"/>
                  <a:pt x="174003" y="61345"/>
                  <a:pt x="190608" y="61345"/>
                </a:cubicBezTo>
                <a:cubicBezTo>
                  <a:pt x="202645" y="61345"/>
                  <a:pt x="212470" y="63375"/>
                  <a:pt x="220084" y="67436"/>
                </a:cubicBezTo>
                <a:cubicBezTo>
                  <a:pt x="229438" y="72439"/>
                  <a:pt x="234115" y="80125"/>
                  <a:pt x="234115" y="90494"/>
                </a:cubicBezTo>
                <a:cubicBezTo>
                  <a:pt x="234115" y="97746"/>
                  <a:pt x="230018" y="104344"/>
                  <a:pt x="221824" y="110290"/>
                </a:cubicBezTo>
                <a:cubicBezTo>
                  <a:pt x="218199" y="112901"/>
                  <a:pt x="210513" y="116961"/>
                  <a:pt x="198766" y="122472"/>
                </a:cubicBezTo>
                <a:lnTo>
                  <a:pt x="157216" y="142159"/>
                </a:lnTo>
                <a:cubicBezTo>
                  <a:pt x="161277" y="148177"/>
                  <a:pt x="166335" y="152709"/>
                  <a:pt x="172390" y="155755"/>
                </a:cubicBezTo>
                <a:cubicBezTo>
                  <a:pt x="178444" y="158800"/>
                  <a:pt x="185496" y="160323"/>
                  <a:pt x="193545" y="160323"/>
                </a:cubicBezTo>
                <a:cubicBezTo>
                  <a:pt x="198548" y="160323"/>
                  <a:pt x="204422" y="159380"/>
                  <a:pt x="211165" y="157495"/>
                </a:cubicBezTo>
                <a:cubicBezTo>
                  <a:pt x="219721" y="155102"/>
                  <a:pt x="225232" y="151966"/>
                  <a:pt x="227698" y="148087"/>
                </a:cubicBezTo>
                <a:cubicBezTo>
                  <a:pt x="230163" y="144207"/>
                  <a:pt x="232810" y="142268"/>
                  <a:pt x="235638" y="142268"/>
                </a:cubicBezTo>
                <a:cubicBezTo>
                  <a:pt x="238176" y="142268"/>
                  <a:pt x="240442" y="143232"/>
                  <a:pt x="242436" y="145160"/>
                </a:cubicBezTo>
                <a:cubicBezTo>
                  <a:pt x="244430" y="147086"/>
                  <a:pt x="245427" y="149322"/>
                  <a:pt x="245427" y="151866"/>
                </a:cubicBezTo>
                <a:cubicBezTo>
                  <a:pt x="245427" y="159938"/>
                  <a:pt x="238937" y="166883"/>
                  <a:pt x="225957" y="172702"/>
                </a:cubicBezTo>
                <a:cubicBezTo>
                  <a:pt x="214863" y="177647"/>
                  <a:pt x="204059" y="180119"/>
                  <a:pt x="193545" y="180119"/>
                </a:cubicBezTo>
                <a:moveTo>
                  <a:pt x="190608" y="80923"/>
                </a:moveTo>
                <a:cubicBezTo>
                  <a:pt x="181762" y="80923"/>
                  <a:pt x="174402" y="84349"/>
                  <a:pt x="168528" y="91201"/>
                </a:cubicBezTo>
                <a:cubicBezTo>
                  <a:pt x="162655" y="98054"/>
                  <a:pt x="158268" y="108369"/>
                  <a:pt x="155367" y="122146"/>
                </a:cubicBezTo>
                <a:lnTo>
                  <a:pt x="188759" y="106266"/>
                </a:lnTo>
                <a:cubicBezTo>
                  <a:pt x="201884" y="99885"/>
                  <a:pt x="211238" y="94338"/>
                  <a:pt x="216821" y="89624"/>
                </a:cubicBezTo>
                <a:cubicBezTo>
                  <a:pt x="210585" y="83823"/>
                  <a:pt x="201847" y="80923"/>
                  <a:pt x="190608" y="80923"/>
                </a:cubicBezTo>
                <a:close/>
                <a:moveTo>
                  <a:pt x="323686" y="123342"/>
                </a:moveTo>
                <a:cubicBezTo>
                  <a:pt x="313825" y="124357"/>
                  <a:pt x="296277" y="124865"/>
                  <a:pt x="271043" y="124865"/>
                </a:cubicBezTo>
                <a:cubicBezTo>
                  <a:pt x="264952" y="124865"/>
                  <a:pt x="261906" y="122037"/>
                  <a:pt x="261906" y="116381"/>
                </a:cubicBezTo>
                <a:cubicBezTo>
                  <a:pt x="261906" y="110725"/>
                  <a:pt x="264952" y="107897"/>
                  <a:pt x="271043" y="107897"/>
                </a:cubicBezTo>
                <a:cubicBezTo>
                  <a:pt x="276771" y="107897"/>
                  <a:pt x="285364" y="107643"/>
                  <a:pt x="296821" y="107136"/>
                </a:cubicBezTo>
                <a:cubicBezTo>
                  <a:pt x="308278" y="106628"/>
                  <a:pt x="316870" y="106375"/>
                  <a:pt x="322599" y="106375"/>
                </a:cubicBezTo>
                <a:cubicBezTo>
                  <a:pt x="329052" y="106375"/>
                  <a:pt x="332279" y="109202"/>
                  <a:pt x="332279" y="114858"/>
                </a:cubicBezTo>
                <a:cubicBezTo>
                  <a:pt x="332279" y="119862"/>
                  <a:pt x="329415" y="122690"/>
                  <a:pt x="323686" y="123342"/>
                </a:cubicBezTo>
                <a:close/>
                <a:moveTo>
                  <a:pt x="408619" y="180119"/>
                </a:moveTo>
                <a:cubicBezTo>
                  <a:pt x="392232" y="180119"/>
                  <a:pt x="378962" y="176019"/>
                  <a:pt x="368811" y="167818"/>
                </a:cubicBezTo>
                <a:cubicBezTo>
                  <a:pt x="357716" y="158745"/>
                  <a:pt x="352169" y="146043"/>
                  <a:pt x="352169" y="129712"/>
                </a:cubicBezTo>
                <a:cubicBezTo>
                  <a:pt x="352169" y="110843"/>
                  <a:pt x="356737" y="95022"/>
                  <a:pt x="365874" y="82249"/>
                </a:cubicBezTo>
                <a:cubicBezTo>
                  <a:pt x="375808" y="68313"/>
                  <a:pt x="389078" y="61345"/>
                  <a:pt x="405683" y="61345"/>
                </a:cubicBezTo>
                <a:cubicBezTo>
                  <a:pt x="417720" y="61345"/>
                  <a:pt x="427545" y="63375"/>
                  <a:pt x="435159" y="67436"/>
                </a:cubicBezTo>
                <a:cubicBezTo>
                  <a:pt x="444513" y="72439"/>
                  <a:pt x="449190" y="80125"/>
                  <a:pt x="449190" y="90494"/>
                </a:cubicBezTo>
                <a:cubicBezTo>
                  <a:pt x="449190" y="97746"/>
                  <a:pt x="445093" y="104344"/>
                  <a:pt x="436899" y="110290"/>
                </a:cubicBezTo>
                <a:cubicBezTo>
                  <a:pt x="433273" y="112901"/>
                  <a:pt x="425587" y="116961"/>
                  <a:pt x="413840" y="122472"/>
                </a:cubicBezTo>
                <a:lnTo>
                  <a:pt x="372291" y="142159"/>
                </a:lnTo>
                <a:cubicBezTo>
                  <a:pt x="376352" y="148177"/>
                  <a:pt x="381409" y="152709"/>
                  <a:pt x="387464" y="155755"/>
                </a:cubicBezTo>
                <a:cubicBezTo>
                  <a:pt x="393519" y="158800"/>
                  <a:pt x="400571" y="160323"/>
                  <a:pt x="408619" y="160323"/>
                </a:cubicBezTo>
                <a:cubicBezTo>
                  <a:pt x="413623" y="160323"/>
                  <a:pt x="419496" y="159380"/>
                  <a:pt x="426240" y="157495"/>
                </a:cubicBezTo>
                <a:cubicBezTo>
                  <a:pt x="434796" y="155102"/>
                  <a:pt x="440307" y="151966"/>
                  <a:pt x="442772" y="148087"/>
                </a:cubicBezTo>
                <a:cubicBezTo>
                  <a:pt x="445238" y="144207"/>
                  <a:pt x="447884" y="142268"/>
                  <a:pt x="450712" y="142268"/>
                </a:cubicBezTo>
                <a:cubicBezTo>
                  <a:pt x="453250" y="142268"/>
                  <a:pt x="455516" y="143232"/>
                  <a:pt x="457510" y="145160"/>
                </a:cubicBezTo>
                <a:cubicBezTo>
                  <a:pt x="459504" y="147086"/>
                  <a:pt x="460501" y="149322"/>
                  <a:pt x="460501" y="151866"/>
                </a:cubicBezTo>
                <a:cubicBezTo>
                  <a:pt x="460501" y="159938"/>
                  <a:pt x="454012" y="166883"/>
                  <a:pt x="441032" y="172702"/>
                </a:cubicBezTo>
                <a:cubicBezTo>
                  <a:pt x="429938" y="177647"/>
                  <a:pt x="419134" y="180119"/>
                  <a:pt x="408619" y="180119"/>
                </a:cubicBezTo>
                <a:moveTo>
                  <a:pt x="405683" y="80923"/>
                </a:moveTo>
                <a:cubicBezTo>
                  <a:pt x="396836" y="80923"/>
                  <a:pt x="389476" y="84349"/>
                  <a:pt x="383603" y="91201"/>
                </a:cubicBezTo>
                <a:cubicBezTo>
                  <a:pt x="377729" y="98054"/>
                  <a:pt x="373343" y="108369"/>
                  <a:pt x="370442" y="122146"/>
                </a:cubicBezTo>
                <a:lnTo>
                  <a:pt x="403834" y="106266"/>
                </a:lnTo>
                <a:cubicBezTo>
                  <a:pt x="416958" y="99885"/>
                  <a:pt x="426312" y="94338"/>
                  <a:pt x="431896" y="89624"/>
                </a:cubicBezTo>
                <a:cubicBezTo>
                  <a:pt x="425660" y="83823"/>
                  <a:pt x="416922" y="80923"/>
                  <a:pt x="405683" y="80923"/>
                </a:cubicBezTo>
                <a:close/>
                <a:moveTo>
                  <a:pt x="579984" y="81684"/>
                </a:moveTo>
                <a:lnTo>
                  <a:pt x="564104" y="96585"/>
                </a:lnTo>
                <a:lnTo>
                  <a:pt x="544743" y="115837"/>
                </a:lnTo>
                <a:lnTo>
                  <a:pt x="580201" y="162250"/>
                </a:lnTo>
                <a:cubicBezTo>
                  <a:pt x="582014" y="164575"/>
                  <a:pt x="582921" y="166864"/>
                  <a:pt x="582921" y="169116"/>
                </a:cubicBezTo>
                <a:cubicBezTo>
                  <a:pt x="582921" y="171949"/>
                  <a:pt x="581833" y="174454"/>
                  <a:pt x="579658" y="176631"/>
                </a:cubicBezTo>
                <a:cubicBezTo>
                  <a:pt x="577482" y="178811"/>
                  <a:pt x="575017" y="179901"/>
                  <a:pt x="572261" y="179901"/>
                </a:cubicBezTo>
                <a:cubicBezTo>
                  <a:pt x="569506" y="179901"/>
                  <a:pt x="567004" y="178556"/>
                  <a:pt x="564756" y="175867"/>
                </a:cubicBezTo>
                <a:cubicBezTo>
                  <a:pt x="558085" y="168092"/>
                  <a:pt x="546338" y="153122"/>
                  <a:pt x="529516" y="130956"/>
                </a:cubicBezTo>
                <a:lnTo>
                  <a:pt x="508306" y="152818"/>
                </a:lnTo>
                <a:cubicBezTo>
                  <a:pt x="504028" y="156661"/>
                  <a:pt x="497792" y="162644"/>
                  <a:pt x="489598" y="170765"/>
                </a:cubicBezTo>
                <a:cubicBezTo>
                  <a:pt x="487278" y="173375"/>
                  <a:pt x="484776" y="174680"/>
                  <a:pt x="482093" y="174680"/>
                </a:cubicBezTo>
                <a:cubicBezTo>
                  <a:pt x="479338" y="174680"/>
                  <a:pt x="476890" y="173593"/>
                  <a:pt x="474751" y="171417"/>
                </a:cubicBezTo>
                <a:cubicBezTo>
                  <a:pt x="472612" y="169242"/>
                  <a:pt x="471543" y="166740"/>
                  <a:pt x="471543" y="163912"/>
                </a:cubicBezTo>
                <a:cubicBezTo>
                  <a:pt x="471543" y="161665"/>
                  <a:pt x="472449" y="159380"/>
                  <a:pt x="474262" y="157060"/>
                </a:cubicBezTo>
                <a:cubicBezTo>
                  <a:pt x="476292" y="154377"/>
                  <a:pt x="479446" y="151150"/>
                  <a:pt x="483725" y="147380"/>
                </a:cubicBezTo>
                <a:cubicBezTo>
                  <a:pt x="488728" y="142957"/>
                  <a:pt x="492027" y="139911"/>
                  <a:pt x="493623" y="138243"/>
                </a:cubicBezTo>
                <a:lnTo>
                  <a:pt x="516790" y="113988"/>
                </a:lnTo>
                <a:lnTo>
                  <a:pt x="502541" y="93431"/>
                </a:lnTo>
                <a:cubicBezTo>
                  <a:pt x="496813" y="85237"/>
                  <a:pt x="491810" y="79255"/>
                  <a:pt x="487532" y="75485"/>
                </a:cubicBezTo>
                <a:cubicBezTo>
                  <a:pt x="484776" y="73019"/>
                  <a:pt x="483398" y="70336"/>
                  <a:pt x="483398" y="67436"/>
                </a:cubicBezTo>
                <a:cubicBezTo>
                  <a:pt x="483398" y="64535"/>
                  <a:pt x="484432" y="61961"/>
                  <a:pt x="486498" y="59713"/>
                </a:cubicBezTo>
                <a:cubicBezTo>
                  <a:pt x="488565" y="57465"/>
                  <a:pt x="490940" y="56342"/>
                  <a:pt x="493623" y="56342"/>
                </a:cubicBezTo>
                <a:cubicBezTo>
                  <a:pt x="497901" y="56342"/>
                  <a:pt x="504354" y="61925"/>
                  <a:pt x="512983" y="73092"/>
                </a:cubicBezTo>
                <a:lnTo>
                  <a:pt x="531800" y="99087"/>
                </a:lnTo>
                <a:lnTo>
                  <a:pt x="553118" y="79509"/>
                </a:lnTo>
                <a:cubicBezTo>
                  <a:pt x="561965" y="71170"/>
                  <a:pt x="567947" y="64644"/>
                  <a:pt x="571065" y="59931"/>
                </a:cubicBezTo>
                <a:cubicBezTo>
                  <a:pt x="573385" y="56523"/>
                  <a:pt x="576141" y="54819"/>
                  <a:pt x="579331" y="54819"/>
                </a:cubicBezTo>
                <a:cubicBezTo>
                  <a:pt x="582159" y="54819"/>
                  <a:pt x="584661" y="55870"/>
                  <a:pt x="586836" y="57973"/>
                </a:cubicBezTo>
                <a:cubicBezTo>
                  <a:pt x="589012" y="60076"/>
                  <a:pt x="590099" y="62505"/>
                  <a:pt x="590099" y="65260"/>
                </a:cubicBezTo>
                <a:cubicBezTo>
                  <a:pt x="590099" y="69249"/>
                  <a:pt x="586727" y="74723"/>
                  <a:pt x="579984" y="81684"/>
                </a:cubicBezTo>
                <a:close/>
                <a:moveTo>
                  <a:pt x="658230" y="179031"/>
                </a:moveTo>
                <a:cubicBezTo>
                  <a:pt x="650979" y="179031"/>
                  <a:pt x="643002" y="177871"/>
                  <a:pt x="634301" y="175551"/>
                </a:cubicBezTo>
                <a:lnTo>
                  <a:pt x="634083" y="227541"/>
                </a:lnTo>
                <a:cubicBezTo>
                  <a:pt x="634083" y="230732"/>
                  <a:pt x="633086" y="233342"/>
                  <a:pt x="631092" y="235373"/>
                </a:cubicBezTo>
                <a:cubicBezTo>
                  <a:pt x="629098" y="237403"/>
                  <a:pt x="626542" y="238418"/>
                  <a:pt x="623424" y="238418"/>
                </a:cubicBezTo>
                <a:cubicBezTo>
                  <a:pt x="620306" y="238418"/>
                  <a:pt x="617750" y="237402"/>
                  <a:pt x="615756" y="235369"/>
                </a:cubicBezTo>
                <a:cubicBezTo>
                  <a:pt x="613762" y="233337"/>
                  <a:pt x="612765" y="230723"/>
                  <a:pt x="612765" y="227528"/>
                </a:cubicBezTo>
                <a:lnTo>
                  <a:pt x="613091" y="183970"/>
                </a:lnTo>
                <a:lnTo>
                  <a:pt x="613091" y="140521"/>
                </a:lnTo>
                <a:cubicBezTo>
                  <a:pt x="612874" y="124620"/>
                  <a:pt x="612330" y="110137"/>
                  <a:pt x="611460" y="97072"/>
                </a:cubicBezTo>
                <a:lnTo>
                  <a:pt x="609828" y="74965"/>
                </a:lnTo>
                <a:cubicBezTo>
                  <a:pt x="609828" y="69809"/>
                  <a:pt x="610771" y="65453"/>
                  <a:pt x="612656" y="61895"/>
                </a:cubicBezTo>
                <a:cubicBezTo>
                  <a:pt x="614832" y="57613"/>
                  <a:pt x="617986" y="55471"/>
                  <a:pt x="622119" y="55471"/>
                </a:cubicBezTo>
                <a:cubicBezTo>
                  <a:pt x="624947" y="55471"/>
                  <a:pt x="627322" y="56483"/>
                  <a:pt x="629243" y="58507"/>
                </a:cubicBezTo>
                <a:cubicBezTo>
                  <a:pt x="631165" y="60530"/>
                  <a:pt x="632126" y="62999"/>
                  <a:pt x="632126" y="65913"/>
                </a:cubicBezTo>
                <a:cubicBezTo>
                  <a:pt x="632126" y="66566"/>
                  <a:pt x="632017" y="67762"/>
                  <a:pt x="631799" y="69502"/>
                </a:cubicBezTo>
                <a:cubicBezTo>
                  <a:pt x="631437" y="71750"/>
                  <a:pt x="631183" y="73817"/>
                  <a:pt x="631038" y="75702"/>
                </a:cubicBezTo>
                <a:cubicBezTo>
                  <a:pt x="637274" y="71424"/>
                  <a:pt x="643292" y="68215"/>
                  <a:pt x="649093" y="66076"/>
                </a:cubicBezTo>
                <a:cubicBezTo>
                  <a:pt x="654894" y="63937"/>
                  <a:pt x="660441" y="62868"/>
                  <a:pt x="665735" y="62868"/>
                </a:cubicBezTo>
                <a:cubicBezTo>
                  <a:pt x="680600" y="62868"/>
                  <a:pt x="691476" y="69472"/>
                  <a:pt x="698365" y="82680"/>
                </a:cubicBezTo>
                <a:cubicBezTo>
                  <a:pt x="703803" y="93133"/>
                  <a:pt x="706523" y="106960"/>
                  <a:pt x="706523" y="124161"/>
                </a:cubicBezTo>
                <a:cubicBezTo>
                  <a:pt x="706523" y="139837"/>
                  <a:pt x="702317" y="152757"/>
                  <a:pt x="693906" y="162920"/>
                </a:cubicBezTo>
                <a:cubicBezTo>
                  <a:pt x="684987" y="173661"/>
                  <a:pt x="673095" y="179031"/>
                  <a:pt x="658230" y="179031"/>
                </a:cubicBezTo>
                <a:moveTo>
                  <a:pt x="665735" y="84621"/>
                </a:moveTo>
                <a:cubicBezTo>
                  <a:pt x="659064" y="84621"/>
                  <a:pt x="653045" y="86108"/>
                  <a:pt x="647679" y="89080"/>
                </a:cubicBezTo>
                <a:cubicBezTo>
                  <a:pt x="643836" y="91183"/>
                  <a:pt x="638978" y="95026"/>
                  <a:pt x="633105" y="100610"/>
                </a:cubicBezTo>
                <a:cubicBezTo>
                  <a:pt x="634047" y="117070"/>
                  <a:pt x="634518" y="134364"/>
                  <a:pt x="634518" y="152492"/>
                </a:cubicBezTo>
                <a:cubicBezTo>
                  <a:pt x="642422" y="155537"/>
                  <a:pt x="650326" y="157060"/>
                  <a:pt x="658230" y="157060"/>
                </a:cubicBezTo>
                <a:cubicBezTo>
                  <a:pt x="667294" y="157060"/>
                  <a:pt x="674219" y="153688"/>
                  <a:pt x="679004" y="146945"/>
                </a:cubicBezTo>
                <a:cubicBezTo>
                  <a:pt x="683138" y="141071"/>
                  <a:pt x="685204" y="133458"/>
                  <a:pt x="685204" y="124104"/>
                </a:cubicBezTo>
                <a:cubicBezTo>
                  <a:pt x="685204" y="110906"/>
                  <a:pt x="683591" y="101027"/>
                  <a:pt x="680364" y="94464"/>
                </a:cubicBezTo>
                <a:cubicBezTo>
                  <a:pt x="677137" y="87902"/>
                  <a:pt x="672261" y="84621"/>
                  <a:pt x="665735" y="84621"/>
                </a:cubicBezTo>
                <a:close/>
                <a:moveTo>
                  <a:pt x="759039" y="89624"/>
                </a:moveTo>
                <a:lnTo>
                  <a:pt x="757408" y="143746"/>
                </a:lnTo>
                <a:cubicBezTo>
                  <a:pt x="757408" y="149482"/>
                  <a:pt x="757118" y="157903"/>
                  <a:pt x="756538" y="169011"/>
                </a:cubicBezTo>
                <a:cubicBezTo>
                  <a:pt x="755812" y="176271"/>
                  <a:pt x="752259" y="179901"/>
                  <a:pt x="745878" y="179901"/>
                </a:cubicBezTo>
                <a:cubicBezTo>
                  <a:pt x="738772" y="179901"/>
                  <a:pt x="735219" y="176199"/>
                  <a:pt x="735219" y="168793"/>
                </a:cubicBezTo>
                <a:cubicBezTo>
                  <a:pt x="735219" y="160008"/>
                  <a:pt x="735618" y="146813"/>
                  <a:pt x="736416" y="129209"/>
                </a:cubicBezTo>
                <a:cubicBezTo>
                  <a:pt x="737213" y="111604"/>
                  <a:pt x="737612" y="98410"/>
                  <a:pt x="737612" y="89624"/>
                </a:cubicBezTo>
                <a:cubicBezTo>
                  <a:pt x="737612" y="78154"/>
                  <a:pt x="737793" y="65032"/>
                  <a:pt x="738156" y="50257"/>
                </a:cubicBezTo>
                <a:cubicBezTo>
                  <a:pt x="738518" y="35483"/>
                  <a:pt x="738700" y="22361"/>
                  <a:pt x="738700" y="10890"/>
                </a:cubicBezTo>
                <a:cubicBezTo>
                  <a:pt x="738700" y="3630"/>
                  <a:pt x="742253" y="0"/>
                  <a:pt x="749359" y="0"/>
                </a:cubicBezTo>
                <a:cubicBezTo>
                  <a:pt x="756538" y="0"/>
                  <a:pt x="760127" y="3630"/>
                  <a:pt x="760127" y="10890"/>
                </a:cubicBezTo>
                <a:cubicBezTo>
                  <a:pt x="760127" y="22361"/>
                  <a:pt x="759946" y="35483"/>
                  <a:pt x="759583" y="50257"/>
                </a:cubicBezTo>
                <a:cubicBezTo>
                  <a:pt x="759220" y="65032"/>
                  <a:pt x="759039" y="78154"/>
                  <a:pt x="759039" y="89624"/>
                </a:cubicBezTo>
                <a:close/>
                <a:moveTo>
                  <a:pt x="833650" y="181642"/>
                </a:moveTo>
                <a:cubicBezTo>
                  <a:pt x="821468" y="181642"/>
                  <a:pt x="810990" y="177138"/>
                  <a:pt x="802216" y="168131"/>
                </a:cubicBezTo>
                <a:cubicBezTo>
                  <a:pt x="792427" y="158106"/>
                  <a:pt x="787279" y="144630"/>
                  <a:pt x="786771" y="127703"/>
                </a:cubicBezTo>
                <a:cubicBezTo>
                  <a:pt x="786336" y="111286"/>
                  <a:pt x="790469" y="96830"/>
                  <a:pt x="799171" y="84336"/>
                </a:cubicBezTo>
                <a:cubicBezTo>
                  <a:pt x="809322" y="69588"/>
                  <a:pt x="823462" y="62215"/>
                  <a:pt x="841590" y="62215"/>
                </a:cubicBezTo>
                <a:cubicBezTo>
                  <a:pt x="856092" y="62215"/>
                  <a:pt x="867078" y="68862"/>
                  <a:pt x="874547" y="82157"/>
                </a:cubicBezTo>
                <a:cubicBezTo>
                  <a:pt x="880493" y="92907"/>
                  <a:pt x="883357" y="105836"/>
                  <a:pt x="883139" y="120946"/>
                </a:cubicBezTo>
                <a:cubicBezTo>
                  <a:pt x="882922" y="137073"/>
                  <a:pt x="878716" y="150840"/>
                  <a:pt x="870522" y="162247"/>
                </a:cubicBezTo>
                <a:cubicBezTo>
                  <a:pt x="861241" y="175177"/>
                  <a:pt x="848950" y="181642"/>
                  <a:pt x="833650" y="181642"/>
                </a:cubicBezTo>
                <a:moveTo>
                  <a:pt x="840176" y="84404"/>
                </a:moveTo>
                <a:cubicBezTo>
                  <a:pt x="829517" y="84331"/>
                  <a:pt x="821214" y="89414"/>
                  <a:pt x="815268" y="99651"/>
                </a:cubicBezTo>
                <a:cubicBezTo>
                  <a:pt x="810555" y="107859"/>
                  <a:pt x="808198" y="117226"/>
                  <a:pt x="808198" y="127754"/>
                </a:cubicBezTo>
                <a:cubicBezTo>
                  <a:pt x="808198" y="138284"/>
                  <a:pt x="811063" y="146490"/>
                  <a:pt x="816791" y="152373"/>
                </a:cubicBezTo>
                <a:cubicBezTo>
                  <a:pt x="821577" y="157238"/>
                  <a:pt x="827196" y="159671"/>
                  <a:pt x="833650" y="159671"/>
                </a:cubicBezTo>
                <a:cubicBezTo>
                  <a:pt x="841191" y="159671"/>
                  <a:pt x="847681" y="156911"/>
                  <a:pt x="853119" y="151391"/>
                </a:cubicBezTo>
                <a:cubicBezTo>
                  <a:pt x="859283" y="145293"/>
                  <a:pt x="862546" y="137051"/>
                  <a:pt x="862908" y="126666"/>
                </a:cubicBezTo>
                <a:cubicBezTo>
                  <a:pt x="863924" y="98564"/>
                  <a:pt x="856346" y="84476"/>
                  <a:pt x="840176" y="84404"/>
                </a:cubicBezTo>
                <a:close/>
                <a:moveTo>
                  <a:pt x="994797" y="94519"/>
                </a:moveTo>
                <a:cubicBezTo>
                  <a:pt x="994289" y="103583"/>
                  <a:pt x="990664" y="108115"/>
                  <a:pt x="983920" y="108115"/>
                </a:cubicBezTo>
                <a:cubicBezTo>
                  <a:pt x="977684" y="108115"/>
                  <a:pt x="974566" y="104540"/>
                  <a:pt x="974566" y="97391"/>
                </a:cubicBezTo>
                <a:cubicBezTo>
                  <a:pt x="974566" y="96018"/>
                  <a:pt x="974457" y="93489"/>
                  <a:pt x="974240" y="89804"/>
                </a:cubicBezTo>
                <a:lnTo>
                  <a:pt x="973913" y="80705"/>
                </a:lnTo>
                <a:cubicBezTo>
                  <a:pt x="962457" y="82085"/>
                  <a:pt x="953284" y="85319"/>
                  <a:pt x="946395" y="90406"/>
                </a:cubicBezTo>
                <a:cubicBezTo>
                  <a:pt x="939942" y="95131"/>
                  <a:pt x="934576" y="102253"/>
                  <a:pt x="930298" y="111772"/>
                </a:cubicBezTo>
                <a:lnTo>
                  <a:pt x="930515" y="171502"/>
                </a:lnTo>
                <a:cubicBezTo>
                  <a:pt x="930515" y="178842"/>
                  <a:pt x="926926" y="182512"/>
                  <a:pt x="919747" y="182512"/>
                </a:cubicBezTo>
                <a:cubicBezTo>
                  <a:pt x="913366" y="182512"/>
                  <a:pt x="910176" y="178843"/>
                  <a:pt x="910176" y="171506"/>
                </a:cubicBezTo>
                <a:lnTo>
                  <a:pt x="910176" y="95012"/>
                </a:lnTo>
                <a:cubicBezTo>
                  <a:pt x="910176" y="92614"/>
                  <a:pt x="910266" y="89019"/>
                  <a:pt x="910448" y="84227"/>
                </a:cubicBezTo>
                <a:cubicBezTo>
                  <a:pt x="910629" y="79432"/>
                  <a:pt x="910720" y="75836"/>
                  <a:pt x="910720" y="73438"/>
                </a:cubicBezTo>
                <a:cubicBezTo>
                  <a:pt x="910720" y="66101"/>
                  <a:pt x="913910" y="62432"/>
                  <a:pt x="920291" y="62432"/>
                </a:cubicBezTo>
                <a:cubicBezTo>
                  <a:pt x="927397" y="62432"/>
                  <a:pt x="930987" y="68451"/>
                  <a:pt x="931059" y="80488"/>
                </a:cubicBezTo>
                <a:cubicBezTo>
                  <a:pt x="944981" y="67001"/>
                  <a:pt x="960426" y="60257"/>
                  <a:pt x="977394" y="60257"/>
                </a:cubicBezTo>
                <a:cubicBezTo>
                  <a:pt x="983267" y="60257"/>
                  <a:pt x="987654" y="62469"/>
                  <a:pt x="990555" y="66892"/>
                </a:cubicBezTo>
                <a:cubicBezTo>
                  <a:pt x="993455" y="71315"/>
                  <a:pt x="994906" y="77986"/>
                  <a:pt x="994906" y="86905"/>
                </a:cubicBezTo>
                <a:cubicBezTo>
                  <a:pt x="994906" y="90676"/>
                  <a:pt x="994869" y="93214"/>
                  <a:pt x="994797" y="94519"/>
                </a:cubicBezTo>
                <a:close/>
                <a:moveTo>
                  <a:pt x="1102661" y="182294"/>
                </a:moveTo>
                <a:cubicBezTo>
                  <a:pt x="1101283" y="182294"/>
                  <a:pt x="1098781" y="180685"/>
                  <a:pt x="1095156" y="177468"/>
                </a:cubicBezTo>
                <a:cubicBezTo>
                  <a:pt x="1091893" y="174470"/>
                  <a:pt x="1089463" y="171800"/>
                  <a:pt x="1087868" y="169460"/>
                </a:cubicBezTo>
                <a:cubicBezTo>
                  <a:pt x="1080907" y="173266"/>
                  <a:pt x="1074780" y="176140"/>
                  <a:pt x="1069486" y="178079"/>
                </a:cubicBezTo>
                <a:cubicBezTo>
                  <a:pt x="1064193" y="180019"/>
                  <a:pt x="1059770" y="180989"/>
                  <a:pt x="1056217" y="180989"/>
                </a:cubicBezTo>
                <a:cubicBezTo>
                  <a:pt x="1039249" y="180989"/>
                  <a:pt x="1026886" y="176203"/>
                  <a:pt x="1019127" y="166632"/>
                </a:cubicBezTo>
                <a:cubicBezTo>
                  <a:pt x="1011804" y="157640"/>
                  <a:pt x="1008142" y="143863"/>
                  <a:pt x="1008142" y="125300"/>
                </a:cubicBezTo>
                <a:cubicBezTo>
                  <a:pt x="1008142" y="107752"/>
                  <a:pt x="1014178" y="92742"/>
                  <a:pt x="1026251" y="80270"/>
                </a:cubicBezTo>
                <a:cubicBezTo>
                  <a:pt x="1038325" y="67798"/>
                  <a:pt x="1052736" y="61562"/>
                  <a:pt x="1069486" y="61562"/>
                </a:cubicBezTo>
                <a:cubicBezTo>
                  <a:pt x="1075795" y="61562"/>
                  <a:pt x="1082865" y="63194"/>
                  <a:pt x="1090696" y="66457"/>
                </a:cubicBezTo>
                <a:cubicBezTo>
                  <a:pt x="1100558" y="70518"/>
                  <a:pt x="1105489" y="75412"/>
                  <a:pt x="1105489" y="81140"/>
                </a:cubicBezTo>
                <a:cubicBezTo>
                  <a:pt x="1105489" y="83098"/>
                  <a:pt x="1104763" y="84839"/>
                  <a:pt x="1103313" y="86361"/>
                </a:cubicBezTo>
                <a:cubicBezTo>
                  <a:pt x="1102588" y="89117"/>
                  <a:pt x="1102026" y="93649"/>
                  <a:pt x="1101627" y="99957"/>
                </a:cubicBezTo>
                <a:cubicBezTo>
                  <a:pt x="1101228" y="106266"/>
                  <a:pt x="1100993" y="114351"/>
                  <a:pt x="1100920" y="124212"/>
                </a:cubicBezTo>
                <a:cubicBezTo>
                  <a:pt x="1100848" y="133204"/>
                  <a:pt x="1101464" y="140310"/>
                  <a:pt x="1102769" y="145531"/>
                </a:cubicBezTo>
                <a:cubicBezTo>
                  <a:pt x="1103494" y="148721"/>
                  <a:pt x="1105779" y="155102"/>
                  <a:pt x="1109622" y="164674"/>
                </a:cubicBezTo>
                <a:cubicBezTo>
                  <a:pt x="1110129" y="165979"/>
                  <a:pt x="1110963" y="167901"/>
                  <a:pt x="1112123" y="170439"/>
                </a:cubicBezTo>
                <a:lnTo>
                  <a:pt x="1112776" y="172288"/>
                </a:lnTo>
                <a:cubicBezTo>
                  <a:pt x="1112776" y="175188"/>
                  <a:pt x="1111761" y="177581"/>
                  <a:pt x="1109730" y="179466"/>
                </a:cubicBezTo>
                <a:cubicBezTo>
                  <a:pt x="1107700" y="181352"/>
                  <a:pt x="1105343" y="182294"/>
                  <a:pt x="1102661" y="182294"/>
                </a:cubicBezTo>
                <a:moveTo>
                  <a:pt x="1080037" y="106742"/>
                </a:moveTo>
                <a:cubicBezTo>
                  <a:pt x="1080037" y="103630"/>
                  <a:pt x="1080236" y="100250"/>
                  <a:pt x="1080635" y="96599"/>
                </a:cubicBezTo>
                <a:cubicBezTo>
                  <a:pt x="1081034" y="92946"/>
                  <a:pt x="1081632" y="89059"/>
                  <a:pt x="1082430" y="84937"/>
                </a:cubicBezTo>
                <a:cubicBezTo>
                  <a:pt x="1079747" y="83562"/>
                  <a:pt x="1077445" y="82549"/>
                  <a:pt x="1075523" y="81898"/>
                </a:cubicBezTo>
                <a:cubicBezTo>
                  <a:pt x="1073602" y="81248"/>
                  <a:pt x="1072061" y="80923"/>
                  <a:pt x="1070900" y="80923"/>
                </a:cubicBezTo>
                <a:cubicBezTo>
                  <a:pt x="1059661" y="80923"/>
                  <a:pt x="1049963" y="85497"/>
                  <a:pt x="1041805" y="94645"/>
                </a:cubicBezTo>
                <a:cubicBezTo>
                  <a:pt x="1033648" y="103792"/>
                  <a:pt x="1029569" y="114333"/>
                  <a:pt x="1029569" y="126265"/>
                </a:cubicBezTo>
                <a:cubicBezTo>
                  <a:pt x="1029569" y="138126"/>
                  <a:pt x="1031672" y="147021"/>
                  <a:pt x="1035877" y="152951"/>
                </a:cubicBezTo>
                <a:cubicBezTo>
                  <a:pt x="1040083" y="158881"/>
                  <a:pt x="1046392" y="161846"/>
                  <a:pt x="1054803" y="161846"/>
                </a:cubicBezTo>
                <a:cubicBezTo>
                  <a:pt x="1061764" y="161846"/>
                  <a:pt x="1067674" y="160580"/>
                  <a:pt x="1072532" y="158049"/>
                </a:cubicBezTo>
                <a:cubicBezTo>
                  <a:pt x="1075142" y="156676"/>
                  <a:pt x="1078804" y="153929"/>
                  <a:pt x="1083517" y="149807"/>
                </a:cubicBezTo>
                <a:cubicBezTo>
                  <a:pt x="1081197" y="130641"/>
                  <a:pt x="1080037" y="116286"/>
                  <a:pt x="1080037" y="106742"/>
                </a:cubicBezTo>
                <a:close/>
                <a:moveTo>
                  <a:pt x="1204999" y="82541"/>
                </a:moveTo>
                <a:cubicBezTo>
                  <a:pt x="1203476" y="82541"/>
                  <a:pt x="1201682" y="82468"/>
                  <a:pt x="1199615" y="82323"/>
                </a:cubicBezTo>
                <a:cubicBezTo>
                  <a:pt x="1197549" y="82176"/>
                  <a:pt x="1195754" y="82102"/>
                  <a:pt x="1194231" y="82102"/>
                </a:cubicBezTo>
                <a:cubicBezTo>
                  <a:pt x="1192563" y="82102"/>
                  <a:pt x="1187633" y="82652"/>
                  <a:pt x="1179439" y="83751"/>
                </a:cubicBezTo>
                <a:lnTo>
                  <a:pt x="1181505" y="147961"/>
                </a:lnTo>
                <a:lnTo>
                  <a:pt x="1181614" y="152743"/>
                </a:lnTo>
                <a:lnTo>
                  <a:pt x="1181723" y="158284"/>
                </a:lnTo>
                <a:cubicBezTo>
                  <a:pt x="1182013" y="174146"/>
                  <a:pt x="1178206" y="182077"/>
                  <a:pt x="1170302" y="182077"/>
                </a:cubicBezTo>
                <a:cubicBezTo>
                  <a:pt x="1167402" y="182077"/>
                  <a:pt x="1164882" y="181135"/>
                  <a:pt x="1162743" y="179252"/>
                </a:cubicBezTo>
                <a:cubicBezTo>
                  <a:pt x="1160604" y="177369"/>
                  <a:pt x="1159534" y="175015"/>
                  <a:pt x="1159534" y="172189"/>
                </a:cubicBezTo>
                <a:cubicBezTo>
                  <a:pt x="1159534" y="169438"/>
                  <a:pt x="1159643" y="165311"/>
                  <a:pt x="1159861" y="159807"/>
                </a:cubicBezTo>
                <a:cubicBezTo>
                  <a:pt x="1160078" y="154300"/>
                  <a:pt x="1160187" y="150170"/>
                  <a:pt x="1160187" y="147417"/>
                </a:cubicBezTo>
                <a:lnTo>
                  <a:pt x="1158012" y="83968"/>
                </a:lnTo>
                <a:cubicBezTo>
                  <a:pt x="1152718" y="83751"/>
                  <a:pt x="1144670" y="83131"/>
                  <a:pt x="1133865" y="82109"/>
                </a:cubicBezTo>
                <a:cubicBezTo>
                  <a:pt x="1127412" y="81235"/>
                  <a:pt x="1124185" y="77628"/>
                  <a:pt x="1124185" y="71290"/>
                </a:cubicBezTo>
                <a:cubicBezTo>
                  <a:pt x="1124185" y="68084"/>
                  <a:pt x="1125164" y="65426"/>
                  <a:pt x="1127122" y="63316"/>
                </a:cubicBezTo>
                <a:cubicBezTo>
                  <a:pt x="1129080" y="61204"/>
                  <a:pt x="1131581" y="60148"/>
                  <a:pt x="1134627" y="60148"/>
                </a:cubicBezTo>
                <a:lnTo>
                  <a:pt x="1157468" y="61997"/>
                </a:lnTo>
                <a:cubicBezTo>
                  <a:pt x="1157468" y="58288"/>
                  <a:pt x="1157305" y="53325"/>
                  <a:pt x="1156978" y="47110"/>
                </a:cubicBezTo>
                <a:cubicBezTo>
                  <a:pt x="1156652" y="40892"/>
                  <a:pt x="1156489" y="36402"/>
                  <a:pt x="1156489" y="33640"/>
                </a:cubicBezTo>
                <a:cubicBezTo>
                  <a:pt x="1156489" y="30585"/>
                  <a:pt x="1157540" y="28059"/>
                  <a:pt x="1159643" y="26060"/>
                </a:cubicBezTo>
                <a:cubicBezTo>
                  <a:pt x="1161746" y="24059"/>
                  <a:pt x="1164320" y="23059"/>
                  <a:pt x="1167366" y="23059"/>
                </a:cubicBezTo>
                <a:cubicBezTo>
                  <a:pt x="1173892" y="23059"/>
                  <a:pt x="1177699" y="28388"/>
                  <a:pt x="1178786" y="39047"/>
                </a:cubicBezTo>
                <a:cubicBezTo>
                  <a:pt x="1179004" y="41730"/>
                  <a:pt x="1179113" y="44957"/>
                  <a:pt x="1179113" y="48728"/>
                </a:cubicBezTo>
                <a:lnTo>
                  <a:pt x="1178895" y="55036"/>
                </a:lnTo>
                <a:lnTo>
                  <a:pt x="1178786" y="61780"/>
                </a:lnTo>
                <a:cubicBezTo>
                  <a:pt x="1187778" y="60620"/>
                  <a:pt x="1192926" y="60040"/>
                  <a:pt x="1194231" y="60040"/>
                </a:cubicBezTo>
                <a:cubicBezTo>
                  <a:pt x="1201772" y="60040"/>
                  <a:pt x="1206703" y="60402"/>
                  <a:pt x="1209024" y="61127"/>
                </a:cubicBezTo>
                <a:cubicBezTo>
                  <a:pt x="1213447" y="62587"/>
                  <a:pt x="1215658" y="66026"/>
                  <a:pt x="1215658" y="71447"/>
                </a:cubicBezTo>
                <a:cubicBezTo>
                  <a:pt x="1215658" y="74669"/>
                  <a:pt x="1214661" y="77323"/>
                  <a:pt x="1212667" y="79410"/>
                </a:cubicBezTo>
                <a:cubicBezTo>
                  <a:pt x="1210673" y="81497"/>
                  <a:pt x="1208117" y="82541"/>
                  <a:pt x="1204999" y="82541"/>
                </a:cubicBezTo>
                <a:close/>
                <a:moveTo>
                  <a:pt x="1258450" y="37416"/>
                </a:moveTo>
                <a:cubicBezTo>
                  <a:pt x="1254970" y="37416"/>
                  <a:pt x="1251961" y="36183"/>
                  <a:pt x="1249423" y="33718"/>
                </a:cubicBezTo>
                <a:cubicBezTo>
                  <a:pt x="1246885" y="31253"/>
                  <a:pt x="1245616" y="28280"/>
                  <a:pt x="1245616" y="24799"/>
                </a:cubicBezTo>
                <a:cubicBezTo>
                  <a:pt x="1245616" y="21318"/>
                  <a:pt x="1246885" y="18345"/>
                  <a:pt x="1249423" y="15880"/>
                </a:cubicBezTo>
                <a:cubicBezTo>
                  <a:pt x="1251961" y="13415"/>
                  <a:pt x="1254970" y="12182"/>
                  <a:pt x="1258450" y="12182"/>
                </a:cubicBezTo>
                <a:cubicBezTo>
                  <a:pt x="1261931" y="12182"/>
                  <a:pt x="1264922" y="13415"/>
                  <a:pt x="1267424" y="15880"/>
                </a:cubicBezTo>
                <a:cubicBezTo>
                  <a:pt x="1269925" y="18345"/>
                  <a:pt x="1271176" y="21318"/>
                  <a:pt x="1271176" y="24799"/>
                </a:cubicBezTo>
                <a:cubicBezTo>
                  <a:pt x="1271176" y="28280"/>
                  <a:pt x="1269925" y="31253"/>
                  <a:pt x="1267424" y="33718"/>
                </a:cubicBezTo>
                <a:cubicBezTo>
                  <a:pt x="1264922" y="36183"/>
                  <a:pt x="1261931" y="37416"/>
                  <a:pt x="1258450" y="37416"/>
                </a:cubicBezTo>
                <a:moveTo>
                  <a:pt x="1263345" y="125796"/>
                </a:moveTo>
                <a:cubicBezTo>
                  <a:pt x="1263345" y="130152"/>
                  <a:pt x="1263472" y="136666"/>
                  <a:pt x="1263726" y="145340"/>
                </a:cubicBezTo>
                <a:cubicBezTo>
                  <a:pt x="1263979" y="154012"/>
                  <a:pt x="1264106" y="160526"/>
                  <a:pt x="1264106" y="164881"/>
                </a:cubicBezTo>
                <a:cubicBezTo>
                  <a:pt x="1264106" y="168074"/>
                  <a:pt x="1263127" y="170687"/>
                  <a:pt x="1261170" y="172719"/>
                </a:cubicBezTo>
                <a:cubicBezTo>
                  <a:pt x="1259212" y="174752"/>
                  <a:pt x="1256638" y="175768"/>
                  <a:pt x="1253447" y="175768"/>
                </a:cubicBezTo>
                <a:cubicBezTo>
                  <a:pt x="1250329" y="175768"/>
                  <a:pt x="1247773" y="174752"/>
                  <a:pt x="1245779" y="172719"/>
                </a:cubicBezTo>
                <a:cubicBezTo>
                  <a:pt x="1243785" y="170687"/>
                  <a:pt x="1242788" y="168074"/>
                  <a:pt x="1242788" y="164881"/>
                </a:cubicBezTo>
                <a:cubicBezTo>
                  <a:pt x="1242788" y="160526"/>
                  <a:pt x="1242661" y="154012"/>
                  <a:pt x="1242407" y="145340"/>
                </a:cubicBezTo>
                <a:cubicBezTo>
                  <a:pt x="1242153" y="136666"/>
                  <a:pt x="1242027" y="130152"/>
                  <a:pt x="1242027" y="125796"/>
                </a:cubicBezTo>
                <a:cubicBezTo>
                  <a:pt x="1242027" y="118973"/>
                  <a:pt x="1242389" y="110463"/>
                  <a:pt x="1243114" y="100267"/>
                </a:cubicBezTo>
                <a:cubicBezTo>
                  <a:pt x="1243839" y="90067"/>
                  <a:pt x="1244202" y="81556"/>
                  <a:pt x="1244202" y="74733"/>
                </a:cubicBezTo>
                <a:cubicBezTo>
                  <a:pt x="1244202" y="71468"/>
                  <a:pt x="1245199" y="68819"/>
                  <a:pt x="1247193" y="66787"/>
                </a:cubicBezTo>
                <a:cubicBezTo>
                  <a:pt x="1249187" y="64754"/>
                  <a:pt x="1251743" y="63738"/>
                  <a:pt x="1254861" y="63738"/>
                </a:cubicBezTo>
                <a:cubicBezTo>
                  <a:pt x="1257979" y="63738"/>
                  <a:pt x="1260535" y="64754"/>
                  <a:pt x="1262529" y="66787"/>
                </a:cubicBezTo>
                <a:cubicBezTo>
                  <a:pt x="1264523" y="68819"/>
                  <a:pt x="1265520" y="71468"/>
                  <a:pt x="1265520" y="74733"/>
                </a:cubicBezTo>
                <a:cubicBezTo>
                  <a:pt x="1265520" y="81556"/>
                  <a:pt x="1265158" y="90067"/>
                  <a:pt x="1264433" y="100267"/>
                </a:cubicBezTo>
                <a:cubicBezTo>
                  <a:pt x="1263708" y="110463"/>
                  <a:pt x="1263345" y="118973"/>
                  <a:pt x="1263345" y="125796"/>
                </a:cubicBezTo>
                <a:close/>
                <a:moveTo>
                  <a:pt x="1341309" y="181642"/>
                </a:moveTo>
                <a:cubicBezTo>
                  <a:pt x="1329128" y="181642"/>
                  <a:pt x="1318650" y="177138"/>
                  <a:pt x="1309876" y="168131"/>
                </a:cubicBezTo>
                <a:cubicBezTo>
                  <a:pt x="1300087" y="158106"/>
                  <a:pt x="1294938" y="144630"/>
                  <a:pt x="1294431" y="127703"/>
                </a:cubicBezTo>
                <a:cubicBezTo>
                  <a:pt x="1293996" y="111286"/>
                  <a:pt x="1298129" y="96830"/>
                  <a:pt x="1306830" y="84336"/>
                </a:cubicBezTo>
                <a:cubicBezTo>
                  <a:pt x="1316982" y="69588"/>
                  <a:pt x="1331122" y="62215"/>
                  <a:pt x="1349249" y="62215"/>
                </a:cubicBezTo>
                <a:cubicBezTo>
                  <a:pt x="1363752" y="62215"/>
                  <a:pt x="1374737" y="68862"/>
                  <a:pt x="1382206" y="82157"/>
                </a:cubicBezTo>
                <a:cubicBezTo>
                  <a:pt x="1388152" y="92907"/>
                  <a:pt x="1391016" y="105836"/>
                  <a:pt x="1390799" y="120946"/>
                </a:cubicBezTo>
                <a:cubicBezTo>
                  <a:pt x="1390581" y="137073"/>
                  <a:pt x="1386375" y="150840"/>
                  <a:pt x="1378182" y="162247"/>
                </a:cubicBezTo>
                <a:cubicBezTo>
                  <a:pt x="1368900" y="175177"/>
                  <a:pt x="1356609" y="181642"/>
                  <a:pt x="1341309" y="181642"/>
                </a:cubicBezTo>
                <a:moveTo>
                  <a:pt x="1347836" y="84404"/>
                </a:moveTo>
                <a:cubicBezTo>
                  <a:pt x="1337176" y="84331"/>
                  <a:pt x="1328874" y="89414"/>
                  <a:pt x="1322928" y="99651"/>
                </a:cubicBezTo>
                <a:cubicBezTo>
                  <a:pt x="1318215" y="107859"/>
                  <a:pt x="1315858" y="117226"/>
                  <a:pt x="1315858" y="127754"/>
                </a:cubicBezTo>
                <a:cubicBezTo>
                  <a:pt x="1315858" y="138284"/>
                  <a:pt x="1318722" y="146490"/>
                  <a:pt x="1324451" y="152373"/>
                </a:cubicBezTo>
                <a:cubicBezTo>
                  <a:pt x="1329236" y="157238"/>
                  <a:pt x="1334856" y="159671"/>
                  <a:pt x="1341309" y="159671"/>
                </a:cubicBezTo>
                <a:cubicBezTo>
                  <a:pt x="1348851" y="159671"/>
                  <a:pt x="1355340" y="156911"/>
                  <a:pt x="1360779" y="151391"/>
                </a:cubicBezTo>
                <a:cubicBezTo>
                  <a:pt x="1366942" y="145293"/>
                  <a:pt x="1370205" y="137051"/>
                  <a:pt x="1370568" y="126666"/>
                </a:cubicBezTo>
                <a:cubicBezTo>
                  <a:pt x="1371583" y="98564"/>
                  <a:pt x="1364006" y="84476"/>
                  <a:pt x="1347836" y="84404"/>
                </a:cubicBezTo>
                <a:close/>
                <a:moveTo>
                  <a:pt x="1501260" y="182947"/>
                </a:moveTo>
                <a:cubicBezTo>
                  <a:pt x="1495024" y="182947"/>
                  <a:pt x="1491508" y="179532"/>
                  <a:pt x="1490710" y="172702"/>
                </a:cubicBezTo>
                <a:lnTo>
                  <a:pt x="1487664" y="148831"/>
                </a:lnTo>
                <a:cubicBezTo>
                  <a:pt x="1486649" y="140329"/>
                  <a:pt x="1486142" y="132372"/>
                  <a:pt x="1486142" y="124960"/>
                </a:cubicBezTo>
                <a:cubicBezTo>
                  <a:pt x="1486142" y="122925"/>
                  <a:pt x="1486269" y="119474"/>
                  <a:pt x="1486522" y="114607"/>
                </a:cubicBezTo>
                <a:cubicBezTo>
                  <a:pt x="1486776" y="109737"/>
                  <a:pt x="1486903" y="106285"/>
                  <a:pt x="1486903" y="104250"/>
                </a:cubicBezTo>
                <a:cubicBezTo>
                  <a:pt x="1486903" y="88554"/>
                  <a:pt x="1484003" y="80705"/>
                  <a:pt x="1478202" y="80705"/>
                </a:cubicBezTo>
                <a:cubicBezTo>
                  <a:pt x="1470080" y="80705"/>
                  <a:pt x="1462322" y="85533"/>
                  <a:pt x="1454925" y="95188"/>
                </a:cubicBezTo>
                <a:cubicBezTo>
                  <a:pt x="1448254" y="103971"/>
                  <a:pt x="1443034" y="115077"/>
                  <a:pt x="1439263" y="128505"/>
                </a:cubicBezTo>
                <a:cubicBezTo>
                  <a:pt x="1439118" y="131338"/>
                  <a:pt x="1438792" y="134895"/>
                  <a:pt x="1438284" y="139178"/>
                </a:cubicBezTo>
                <a:cubicBezTo>
                  <a:pt x="1437849" y="142808"/>
                  <a:pt x="1437631" y="146328"/>
                  <a:pt x="1437631" y="149739"/>
                </a:cubicBezTo>
                <a:cubicBezTo>
                  <a:pt x="1437631" y="151916"/>
                  <a:pt x="1437849" y="155183"/>
                  <a:pt x="1438284" y="159538"/>
                </a:cubicBezTo>
                <a:cubicBezTo>
                  <a:pt x="1438719" y="163893"/>
                  <a:pt x="1438937" y="167160"/>
                  <a:pt x="1438937" y="169337"/>
                </a:cubicBezTo>
                <a:cubicBezTo>
                  <a:pt x="1438937" y="172605"/>
                  <a:pt x="1437940" y="175255"/>
                  <a:pt x="1435946" y="177287"/>
                </a:cubicBezTo>
                <a:cubicBezTo>
                  <a:pt x="1433951" y="179320"/>
                  <a:pt x="1431395" y="180336"/>
                  <a:pt x="1428277" y="180336"/>
                </a:cubicBezTo>
                <a:cubicBezTo>
                  <a:pt x="1425087" y="180336"/>
                  <a:pt x="1422513" y="179319"/>
                  <a:pt x="1420555" y="177284"/>
                </a:cubicBezTo>
                <a:cubicBezTo>
                  <a:pt x="1418597" y="175251"/>
                  <a:pt x="1417618" y="172600"/>
                  <a:pt x="1417618" y="169330"/>
                </a:cubicBezTo>
                <a:cubicBezTo>
                  <a:pt x="1417618" y="167153"/>
                  <a:pt x="1417383" y="163885"/>
                  <a:pt x="1416911" y="159528"/>
                </a:cubicBezTo>
                <a:cubicBezTo>
                  <a:pt x="1416440" y="155168"/>
                  <a:pt x="1416204" y="151898"/>
                  <a:pt x="1416204" y="149718"/>
                </a:cubicBezTo>
                <a:cubicBezTo>
                  <a:pt x="1416204" y="142236"/>
                  <a:pt x="1416730" y="131867"/>
                  <a:pt x="1417781" y="118611"/>
                </a:cubicBezTo>
                <a:cubicBezTo>
                  <a:pt x="1418833" y="105355"/>
                  <a:pt x="1419359" y="94986"/>
                  <a:pt x="1419359" y="87503"/>
                </a:cubicBezTo>
                <a:cubicBezTo>
                  <a:pt x="1419359" y="85178"/>
                  <a:pt x="1419232" y="81729"/>
                  <a:pt x="1418978" y="77153"/>
                </a:cubicBezTo>
                <a:cubicBezTo>
                  <a:pt x="1418724" y="72576"/>
                  <a:pt x="1418597" y="69126"/>
                  <a:pt x="1418597" y="66804"/>
                </a:cubicBezTo>
                <a:cubicBezTo>
                  <a:pt x="1418597" y="63679"/>
                  <a:pt x="1419630" y="61118"/>
                  <a:pt x="1421697" y="59122"/>
                </a:cubicBezTo>
                <a:cubicBezTo>
                  <a:pt x="1423764" y="57123"/>
                  <a:pt x="1426320" y="56124"/>
                  <a:pt x="1429365" y="56124"/>
                </a:cubicBezTo>
                <a:cubicBezTo>
                  <a:pt x="1436036" y="56124"/>
                  <a:pt x="1439698" y="60856"/>
                  <a:pt x="1440351" y="70322"/>
                </a:cubicBezTo>
                <a:lnTo>
                  <a:pt x="1440677" y="83098"/>
                </a:lnTo>
                <a:cubicBezTo>
                  <a:pt x="1452859" y="66856"/>
                  <a:pt x="1465367" y="58734"/>
                  <a:pt x="1478202" y="58734"/>
                </a:cubicBezTo>
                <a:cubicBezTo>
                  <a:pt x="1489804" y="58734"/>
                  <a:pt x="1497889" y="63856"/>
                  <a:pt x="1502457" y="74098"/>
                </a:cubicBezTo>
                <a:cubicBezTo>
                  <a:pt x="1505575" y="80925"/>
                  <a:pt x="1507279" y="91022"/>
                  <a:pt x="1507569" y="104390"/>
                </a:cubicBezTo>
                <a:lnTo>
                  <a:pt x="1507569" y="115392"/>
                </a:lnTo>
                <a:lnTo>
                  <a:pt x="1507460" y="125524"/>
                </a:lnTo>
                <a:cubicBezTo>
                  <a:pt x="1507460" y="131554"/>
                  <a:pt x="1508240" y="139346"/>
                  <a:pt x="1509799" y="148899"/>
                </a:cubicBezTo>
                <a:cubicBezTo>
                  <a:pt x="1511358" y="158450"/>
                  <a:pt x="1512137" y="166203"/>
                  <a:pt x="1512137" y="172158"/>
                </a:cubicBezTo>
                <a:cubicBezTo>
                  <a:pt x="1512137" y="175356"/>
                  <a:pt x="1511104" y="177953"/>
                  <a:pt x="1509037" y="179949"/>
                </a:cubicBezTo>
                <a:cubicBezTo>
                  <a:pt x="1506971" y="181947"/>
                  <a:pt x="1504378" y="182947"/>
                  <a:pt x="1501260" y="1829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Critiquing">
            <a:extLst xmlns:a="http://schemas.openxmlformats.org/drawingml/2006/main">
              <a:ext uri="{FF2B5EF4-FFF2-40B4-BE49-F238E27FC236}">
                <a16:creationId xmlns:a16="http://schemas.microsoft.com/office/drawing/2014/main" id="{150603F4-28F4-4758-A35D-D6A657DA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6278" y="3145598"/>
            <a:ext cx="1107997" cy="256296"/>
          </a:xfrm>
          <a:custGeom xmlns:a="http://schemas.openxmlformats.org/drawingml/2006/main">
            <a:pathLst>
              <a:path w="1107997" h="256296">
                <a:moveTo>
                  <a:pt x="124465" y="49344"/>
                </a:moveTo>
                <a:cubicBezTo>
                  <a:pt x="119228" y="49344"/>
                  <a:pt x="115300" y="46276"/>
                  <a:pt x="112682" y="40138"/>
                </a:cubicBezTo>
                <a:cubicBezTo>
                  <a:pt x="110390" y="34901"/>
                  <a:pt x="108263" y="31710"/>
                  <a:pt x="106299" y="30564"/>
                </a:cubicBezTo>
                <a:cubicBezTo>
                  <a:pt x="104580" y="29664"/>
                  <a:pt x="100325" y="29214"/>
                  <a:pt x="93533" y="29214"/>
                </a:cubicBezTo>
                <a:cubicBezTo>
                  <a:pt x="81668" y="29214"/>
                  <a:pt x="68493" y="38289"/>
                  <a:pt x="54009" y="56441"/>
                </a:cubicBezTo>
                <a:cubicBezTo>
                  <a:pt x="34369" y="80803"/>
                  <a:pt x="24549" y="103899"/>
                  <a:pt x="24549" y="125727"/>
                </a:cubicBezTo>
                <a:cubicBezTo>
                  <a:pt x="24549" y="136273"/>
                  <a:pt x="27945" y="145349"/>
                  <a:pt x="34737" y="152954"/>
                </a:cubicBezTo>
                <a:cubicBezTo>
                  <a:pt x="41693" y="160802"/>
                  <a:pt x="50081" y="164726"/>
                  <a:pt x="59901" y="164726"/>
                </a:cubicBezTo>
                <a:cubicBezTo>
                  <a:pt x="68329" y="164726"/>
                  <a:pt x="76799" y="162548"/>
                  <a:pt x="85309" y="158190"/>
                </a:cubicBezTo>
                <a:cubicBezTo>
                  <a:pt x="90055" y="155725"/>
                  <a:pt x="97338" y="150874"/>
                  <a:pt x="107158" y="143637"/>
                </a:cubicBezTo>
                <a:cubicBezTo>
                  <a:pt x="111822" y="140185"/>
                  <a:pt x="115341" y="138459"/>
                  <a:pt x="117714" y="138459"/>
                </a:cubicBezTo>
                <a:cubicBezTo>
                  <a:pt x="121233" y="138459"/>
                  <a:pt x="124179" y="139795"/>
                  <a:pt x="126552" y="142467"/>
                </a:cubicBezTo>
                <a:cubicBezTo>
                  <a:pt x="128925" y="145139"/>
                  <a:pt x="130112" y="148120"/>
                  <a:pt x="130112" y="151408"/>
                </a:cubicBezTo>
                <a:cubicBezTo>
                  <a:pt x="130112" y="155109"/>
                  <a:pt x="128557" y="158356"/>
                  <a:pt x="125447" y="161151"/>
                </a:cubicBezTo>
                <a:cubicBezTo>
                  <a:pt x="103844" y="180392"/>
                  <a:pt x="81995" y="190012"/>
                  <a:pt x="59901" y="190012"/>
                </a:cubicBezTo>
                <a:cubicBezTo>
                  <a:pt x="42961" y="190012"/>
                  <a:pt x="28641" y="183503"/>
                  <a:pt x="16939" y="170484"/>
                </a:cubicBezTo>
                <a:cubicBezTo>
                  <a:pt x="5646" y="157872"/>
                  <a:pt x="0" y="142968"/>
                  <a:pt x="0" y="125773"/>
                </a:cubicBezTo>
                <a:cubicBezTo>
                  <a:pt x="0" y="98015"/>
                  <a:pt x="11620" y="69559"/>
                  <a:pt x="34860" y="40407"/>
                </a:cubicBezTo>
                <a:cubicBezTo>
                  <a:pt x="54254" y="16088"/>
                  <a:pt x="73812" y="3928"/>
                  <a:pt x="93533" y="3928"/>
                </a:cubicBezTo>
                <a:cubicBezTo>
                  <a:pt x="97543" y="3928"/>
                  <a:pt x="101143" y="4112"/>
                  <a:pt x="104335" y="4480"/>
                </a:cubicBezTo>
                <a:cubicBezTo>
                  <a:pt x="107526" y="4849"/>
                  <a:pt x="110349" y="5442"/>
                  <a:pt x="112804" y="6260"/>
                </a:cubicBezTo>
                <a:cubicBezTo>
                  <a:pt x="115669" y="2087"/>
                  <a:pt x="119392" y="0"/>
                  <a:pt x="123974" y="0"/>
                </a:cubicBezTo>
                <a:cubicBezTo>
                  <a:pt x="129621" y="0"/>
                  <a:pt x="133180" y="3732"/>
                  <a:pt x="134653" y="11197"/>
                </a:cubicBezTo>
                <a:cubicBezTo>
                  <a:pt x="135963" y="17843"/>
                  <a:pt x="136617" y="26006"/>
                  <a:pt x="136617" y="35685"/>
                </a:cubicBezTo>
                <a:cubicBezTo>
                  <a:pt x="136617" y="39048"/>
                  <a:pt x="135717" y="42001"/>
                  <a:pt x="133917" y="44546"/>
                </a:cubicBezTo>
                <a:cubicBezTo>
                  <a:pt x="131707" y="47745"/>
                  <a:pt x="128557" y="49344"/>
                  <a:pt x="124465" y="49344"/>
                </a:cubicBezTo>
                <a:close/>
                <a:moveTo>
                  <a:pt x="253042" y="96111"/>
                </a:moveTo>
                <a:cubicBezTo>
                  <a:pt x="252469" y="106340"/>
                  <a:pt x="248377" y="111454"/>
                  <a:pt x="240767" y="111454"/>
                </a:cubicBezTo>
                <a:cubicBezTo>
                  <a:pt x="233729" y="111454"/>
                  <a:pt x="230211" y="107420"/>
                  <a:pt x="230211" y="99352"/>
                </a:cubicBezTo>
                <a:cubicBezTo>
                  <a:pt x="230211" y="97802"/>
                  <a:pt x="230088" y="94949"/>
                  <a:pt x="229842" y="90791"/>
                </a:cubicBezTo>
                <a:lnTo>
                  <a:pt x="229474" y="80522"/>
                </a:lnTo>
                <a:cubicBezTo>
                  <a:pt x="216545" y="82079"/>
                  <a:pt x="206193" y="85728"/>
                  <a:pt x="198419" y="91469"/>
                </a:cubicBezTo>
                <a:cubicBezTo>
                  <a:pt x="191136" y="96801"/>
                  <a:pt x="185081" y="104839"/>
                  <a:pt x="180253" y="115582"/>
                </a:cubicBezTo>
                <a:lnTo>
                  <a:pt x="180498" y="182989"/>
                </a:lnTo>
                <a:cubicBezTo>
                  <a:pt x="180498" y="191272"/>
                  <a:pt x="176447" y="195413"/>
                  <a:pt x="168346" y="195413"/>
                </a:cubicBezTo>
                <a:cubicBezTo>
                  <a:pt x="161145" y="195413"/>
                  <a:pt x="157544" y="191273"/>
                  <a:pt x="157544" y="182993"/>
                </a:cubicBezTo>
                <a:lnTo>
                  <a:pt x="157544" y="96667"/>
                </a:lnTo>
                <a:cubicBezTo>
                  <a:pt x="157544" y="93961"/>
                  <a:pt x="157647" y="89904"/>
                  <a:pt x="157851" y="84496"/>
                </a:cubicBezTo>
                <a:cubicBezTo>
                  <a:pt x="158056" y="79085"/>
                  <a:pt x="158158" y="75026"/>
                  <a:pt x="158158" y="72321"/>
                </a:cubicBezTo>
                <a:cubicBezTo>
                  <a:pt x="158158" y="64041"/>
                  <a:pt x="161759" y="59900"/>
                  <a:pt x="168960" y="59900"/>
                </a:cubicBezTo>
                <a:cubicBezTo>
                  <a:pt x="176979" y="59900"/>
                  <a:pt x="181030" y="66692"/>
                  <a:pt x="181112" y="80276"/>
                </a:cubicBezTo>
                <a:cubicBezTo>
                  <a:pt x="196823" y="65056"/>
                  <a:pt x="214253" y="57446"/>
                  <a:pt x="233402" y="57446"/>
                </a:cubicBezTo>
                <a:cubicBezTo>
                  <a:pt x="240030" y="57446"/>
                  <a:pt x="244981" y="59941"/>
                  <a:pt x="248254" y="64933"/>
                </a:cubicBezTo>
                <a:cubicBezTo>
                  <a:pt x="251528" y="69925"/>
                  <a:pt x="253164" y="77453"/>
                  <a:pt x="253164" y="87519"/>
                </a:cubicBezTo>
                <a:cubicBezTo>
                  <a:pt x="253164" y="91774"/>
                  <a:pt x="253123" y="94638"/>
                  <a:pt x="253042" y="96111"/>
                </a:cubicBezTo>
                <a:close/>
                <a:moveTo>
                  <a:pt x="301793" y="31669"/>
                </a:moveTo>
                <a:cubicBezTo>
                  <a:pt x="297865" y="31669"/>
                  <a:pt x="294469" y="30278"/>
                  <a:pt x="291605" y="27495"/>
                </a:cubicBezTo>
                <a:cubicBezTo>
                  <a:pt x="288741" y="24713"/>
                  <a:pt x="287309" y="21358"/>
                  <a:pt x="287309" y="17430"/>
                </a:cubicBezTo>
                <a:cubicBezTo>
                  <a:pt x="287309" y="13502"/>
                  <a:pt x="288741" y="10147"/>
                  <a:pt x="291605" y="7365"/>
                </a:cubicBezTo>
                <a:cubicBezTo>
                  <a:pt x="294469" y="4583"/>
                  <a:pt x="297865" y="3191"/>
                  <a:pt x="301793" y="3191"/>
                </a:cubicBezTo>
                <a:cubicBezTo>
                  <a:pt x="305721" y="3191"/>
                  <a:pt x="309097" y="4583"/>
                  <a:pt x="311920" y="7365"/>
                </a:cubicBezTo>
                <a:cubicBezTo>
                  <a:pt x="314743" y="10147"/>
                  <a:pt x="316155" y="13502"/>
                  <a:pt x="316155" y="17430"/>
                </a:cubicBezTo>
                <a:cubicBezTo>
                  <a:pt x="316155" y="21358"/>
                  <a:pt x="314743" y="24713"/>
                  <a:pt x="311920" y="27495"/>
                </a:cubicBezTo>
                <a:cubicBezTo>
                  <a:pt x="309097" y="30278"/>
                  <a:pt x="305721" y="31669"/>
                  <a:pt x="301793" y="31669"/>
                </a:cubicBezTo>
                <a:moveTo>
                  <a:pt x="307317" y="131408"/>
                </a:moveTo>
                <a:cubicBezTo>
                  <a:pt x="307317" y="136323"/>
                  <a:pt x="307460" y="143675"/>
                  <a:pt x="307747" y="153464"/>
                </a:cubicBezTo>
                <a:cubicBezTo>
                  <a:pt x="308033" y="163251"/>
                  <a:pt x="308176" y="170602"/>
                  <a:pt x="308176" y="175517"/>
                </a:cubicBezTo>
                <a:cubicBezTo>
                  <a:pt x="308176" y="179120"/>
                  <a:pt x="307071" y="182068"/>
                  <a:pt x="304862" y="184362"/>
                </a:cubicBezTo>
                <a:cubicBezTo>
                  <a:pt x="302653" y="186656"/>
                  <a:pt x="299748" y="187803"/>
                  <a:pt x="296147" y="187803"/>
                </a:cubicBezTo>
                <a:cubicBezTo>
                  <a:pt x="292628" y="187803"/>
                  <a:pt x="289744" y="186656"/>
                  <a:pt x="287493" y="184362"/>
                </a:cubicBezTo>
                <a:cubicBezTo>
                  <a:pt x="285243" y="182068"/>
                  <a:pt x="284118" y="179120"/>
                  <a:pt x="284118" y="175517"/>
                </a:cubicBezTo>
                <a:cubicBezTo>
                  <a:pt x="284118" y="170602"/>
                  <a:pt x="283975" y="163251"/>
                  <a:pt x="283688" y="153464"/>
                </a:cubicBezTo>
                <a:cubicBezTo>
                  <a:pt x="283402" y="143675"/>
                  <a:pt x="283259" y="136323"/>
                  <a:pt x="283259" y="131408"/>
                </a:cubicBezTo>
                <a:cubicBezTo>
                  <a:pt x="283259" y="123708"/>
                  <a:pt x="283668" y="114105"/>
                  <a:pt x="284486" y="102597"/>
                </a:cubicBezTo>
                <a:cubicBezTo>
                  <a:pt x="285304" y="91087"/>
                  <a:pt x="285713" y="81482"/>
                  <a:pt x="285713" y="73782"/>
                </a:cubicBezTo>
                <a:cubicBezTo>
                  <a:pt x="285713" y="70097"/>
                  <a:pt x="286839" y="67108"/>
                  <a:pt x="289089" y="64814"/>
                </a:cubicBezTo>
                <a:cubicBezTo>
                  <a:pt x="291339" y="62520"/>
                  <a:pt x="294224" y="61373"/>
                  <a:pt x="297743" y="61373"/>
                </a:cubicBezTo>
                <a:cubicBezTo>
                  <a:pt x="301261" y="61373"/>
                  <a:pt x="304146" y="62520"/>
                  <a:pt x="306396" y="64814"/>
                </a:cubicBezTo>
                <a:cubicBezTo>
                  <a:pt x="308647" y="67108"/>
                  <a:pt x="309772" y="70097"/>
                  <a:pt x="309772" y="73782"/>
                </a:cubicBezTo>
                <a:cubicBezTo>
                  <a:pt x="309772" y="81482"/>
                  <a:pt x="309363" y="91087"/>
                  <a:pt x="308544" y="102597"/>
                </a:cubicBezTo>
                <a:cubicBezTo>
                  <a:pt x="307726" y="114105"/>
                  <a:pt x="307317" y="123708"/>
                  <a:pt x="307317" y="131408"/>
                </a:cubicBezTo>
                <a:close/>
                <a:moveTo>
                  <a:pt x="430995" y="82593"/>
                </a:moveTo>
                <a:cubicBezTo>
                  <a:pt x="429276" y="82593"/>
                  <a:pt x="427251" y="82511"/>
                  <a:pt x="424919" y="82348"/>
                </a:cubicBezTo>
                <a:cubicBezTo>
                  <a:pt x="422586" y="82182"/>
                  <a:pt x="420561" y="82099"/>
                  <a:pt x="418843" y="82099"/>
                </a:cubicBezTo>
                <a:cubicBezTo>
                  <a:pt x="416961" y="82099"/>
                  <a:pt x="411396" y="82719"/>
                  <a:pt x="402149" y="83959"/>
                </a:cubicBezTo>
                <a:lnTo>
                  <a:pt x="404481" y="156422"/>
                </a:lnTo>
                <a:lnTo>
                  <a:pt x="404604" y="161819"/>
                </a:lnTo>
                <a:lnTo>
                  <a:pt x="404727" y="168071"/>
                </a:lnTo>
                <a:cubicBezTo>
                  <a:pt x="405054" y="185972"/>
                  <a:pt x="400758" y="194922"/>
                  <a:pt x="391838" y="194922"/>
                </a:cubicBezTo>
                <a:cubicBezTo>
                  <a:pt x="388565" y="194922"/>
                  <a:pt x="385721" y="193860"/>
                  <a:pt x="383307" y="191735"/>
                </a:cubicBezTo>
                <a:cubicBezTo>
                  <a:pt x="380893" y="189609"/>
                  <a:pt x="379686" y="186953"/>
                  <a:pt x="379686" y="183764"/>
                </a:cubicBezTo>
                <a:cubicBezTo>
                  <a:pt x="379686" y="180659"/>
                  <a:pt x="379809" y="176001"/>
                  <a:pt x="380055" y="169790"/>
                </a:cubicBezTo>
                <a:cubicBezTo>
                  <a:pt x="380300" y="163576"/>
                  <a:pt x="380423" y="158915"/>
                  <a:pt x="380423" y="155808"/>
                </a:cubicBezTo>
                <a:lnTo>
                  <a:pt x="377968" y="84204"/>
                </a:lnTo>
                <a:cubicBezTo>
                  <a:pt x="371994" y="83959"/>
                  <a:pt x="362911" y="83259"/>
                  <a:pt x="350718" y="82106"/>
                </a:cubicBezTo>
                <a:cubicBezTo>
                  <a:pt x="343435" y="81119"/>
                  <a:pt x="339794" y="77049"/>
                  <a:pt x="339794" y="69897"/>
                </a:cubicBezTo>
                <a:cubicBezTo>
                  <a:pt x="339794" y="66278"/>
                  <a:pt x="340898" y="63279"/>
                  <a:pt x="343108" y="60898"/>
                </a:cubicBezTo>
                <a:cubicBezTo>
                  <a:pt x="345317" y="58514"/>
                  <a:pt x="348140" y="57323"/>
                  <a:pt x="351577" y="57323"/>
                </a:cubicBezTo>
                <a:lnTo>
                  <a:pt x="377354" y="59410"/>
                </a:lnTo>
                <a:cubicBezTo>
                  <a:pt x="377354" y="55223"/>
                  <a:pt x="377170" y="49623"/>
                  <a:pt x="376802" y="42609"/>
                </a:cubicBezTo>
                <a:cubicBezTo>
                  <a:pt x="376434" y="35591"/>
                  <a:pt x="376249" y="30524"/>
                  <a:pt x="376249" y="27407"/>
                </a:cubicBezTo>
                <a:cubicBezTo>
                  <a:pt x="376249" y="23960"/>
                  <a:pt x="377436" y="21109"/>
                  <a:pt x="379809" y="18853"/>
                </a:cubicBezTo>
                <a:cubicBezTo>
                  <a:pt x="382182" y="16595"/>
                  <a:pt x="385087" y="15466"/>
                  <a:pt x="388524" y="15466"/>
                </a:cubicBezTo>
                <a:cubicBezTo>
                  <a:pt x="395889" y="15466"/>
                  <a:pt x="400185" y="21481"/>
                  <a:pt x="401413" y="33510"/>
                </a:cubicBezTo>
                <a:cubicBezTo>
                  <a:pt x="401658" y="36538"/>
                  <a:pt x="401781" y="40179"/>
                  <a:pt x="401781" y="44434"/>
                </a:cubicBezTo>
                <a:lnTo>
                  <a:pt x="401535" y="51554"/>
                </a:lnTo>
                <a:lnTo>
                  <a:pt x="401413" y="59164"/>
                </a:lnTo>
                <a:cubicBezTo>
                  <a:pt x="411560" y="57855"/>
                  <a:pt x="417370" y="57200"/>
                  <a:pt x="418843" y="57200"/>
                </a:cubicBezTo>
                <a:cubicBezTo>
                  <a:pt x="427353" y="57200"/>
                  <a:pt x="432918" y="57609"/>
                  <a:pt x="435536" y="58428"/>
                </a:cubicBezTo>
                <a:cubicBezTo>
                  <a:pt x="440528" y="60074"/>
                  <a:pt x="443024" y="63956"/>
                  <a:pt x="443024" y="70073"/>
                </a:cubicBezTo>
                <a:cubicBezTo>
                  <a:pt x="443024" y="73710"/>
                  <a:pt x="441899" y="76705"/>
                  <a:pt x="439648" y="79061"/>
                </a:cubicBezTo>
                <a:cubicBezTo>
                  <a:pt x="437398" y="81416"/>
                  <a:pt x="434513" y="82593"/>
                  <a:pt x="430995" y="82593"/>
                </a:cubicBezTo>
                <a:close/>
                <a:moveTo>
                  <a:pt x="491031" y="31669"/>
                </a:moveTo>
                <a:cubicBezTo>
                  <a:pt x="487103" y="31669"/>
                  <a:pt x="483707" y="30278"/>
                  <a:pt x="480843" y="27495"/>
                </a:cubicBezTo>
                <a:cubicBezTo>
                  <a:pt x="477979" y="24713"/>
                  <a:pt x="476547" y="21358"/>
                  <a:pt x="476547" y="17430"/>
                </a:cubicBezTo>
                <a:cubicBezTo>
                  <a:pt x="476547" y="13502"/>
                  <a:pt x="477979" y="10147"/>
                  <a:pt x="480843" y="7365"/>
                </a:cubicBezTo>
                <a:cubicBezTo>
                  <a:pt x="483707" y="4583"/>
                  <a:pt x="487103" y="3191"/>
                  <a:pt x="491031" y="3191"/>
                </a:cubicBezTo>
                <a:cubicBezTo>
                  <a:pt x="494959" y="3191"/>
                  <a:pt x="498335" y="4583"/>
                  <a:pt x="501158" y="7365"/>
                </a:cubicBezTo>
                <a:cubicBezTo>
                  <a:pt x="503981" y="10147"/>
                  <a:pt x="505393" y="13502"/>
                  <a:pt x="505393" y="17430"/>
                </a:cubicBezTo>
                <a:cubicBezTo>
                  <a:pt x="505393" y="21358"/>
                  <a:pt x="503981" y="24713"/>
                  <a:pt x="501158" y="27495"/>
                </a:cubicBezTo>
                <a:cubicBezTo>
                  <a:pt x="498335" y="30278"/>
                  <a:pt x="494959" y="31669"/>
                  <a:pt x="491031" y="31669"/>
                </a:cubicBezTo>
                <a:moveTo>
                  <a:pt x="496555" y="131408"/>
                </a:moveTo>
                <a:cubicBezTo>
                  <a:pt x="496555" y="136323"/>
                  <a:pt x="496698" y="143675"/>
                  <a:pt x="496984" y="153464"/>
                </a:cubicBezTo>
                <a:cubicBezTo>
                  <a:pt x="497271" y="163251"/>
                  <a:pt x="497414" y="170602"/>
                  <a:pt x="497414" y="175517"/>
                </a:cubicBezTo>
                <a:cubicBezTo>
                  <a:pt x="497414" y="179120"/>
                  <a:pt x="496309" y="182068"/>
                  <a:pt x="494100" y="184362"/>
                </a:cubicBezTo>
                <a:cubicBezTo>
                  <a:pt x="491890" y="186656"/>
                  <a:pt x="488985" y="187803"/>
                  <a:pt x="485385" y="187803"/>
                </a:cubicBezTo>
                <a:cubicBezTo>
                  <a:pt x="481866" y="187803"/>
                  <a:pt x="478982" y="186656"/>
                  <a:pt x="476731" y="184362"/>
                </a:cubicBezTo>
                <a:cubicBezTo>
                  <a:pt x="474481" y="182068"/>
                  <a:pt x="473356" y="179120"/>
                  <a:pt x="473356" y="175517"/>
                </a:cubicBezTo>
                <a:cubicBezTo>
                  <a:pt x="473356" y="170602"/>
                  <a:pt x="473212" y="163251"/>
                  <a:pt x="472926" y="153464"/>
                </a:cubicBezTo>
                <a:cubicBezTo>
                  <a:pt x="472640" y="143675"/>
                  <a:pt x="472496" y="136323"/>
                  <a:pt x="472496" y="131408"/>
                </a:cubicBezTo>
                <a:cubicBezTo>
                  <a:pt x="472496" y="123708"/>
                  <a:pt x="472906" y="114105"/>
                  <a:pt x="473724" y="102597"/>
                </a:cubicBezTo>
                <a:cubicBezTo>
                  <a:pt x="474542" y="91087"/>
                  <a:pt x="474951" y="81482"/>
                  <a:pt x="474951" y="73782"/>
                </a:cubicBezTo>
                <a:cubicBezTo>
                  <a:pt x="474951" y="70097"/>
                  <a:pt x="476077" y="67108"/>
                  <a:pt x="478327" y="64814"/>
                </a:cubicBezTo>
                <a:cubicBezTo>
                  <a:pt x="480577" y="62520"/>
                  <a:pt x="483462" y="61373"/>
                  <a:pt x="486981" y="61373"/>
                </a:cubicBezTo>
                <a:cubicBezTo>
                  <a:pt x="490499" y="61373"/>
                  <a:pt x="493384" y="62520"/>
                  <a:pt x="495634" y="64814"/>
                </a:cubicBezTo>
                <a:cubicBezTo>
                  <a:pt x="497885" y="67108"/>
                  <a:pt x="499010" y="70097"/>
                  <a:pt x="499010" y="73782"/>
                </a:cubicBezTo>
                <a:cubicBezTo>
                  <a:pt x="499010" y="81482"/>
                  <a:pt x="498601" y="91087"/>
                  <a:pt x="497782" y="102597"/>
                </a:cubicBezTo>
                <a:cubicBezTo>
                  <a:pt x="496964" y="114105"/>
                  <a:pt x="496555" y="123708"/>
                  <a:pt x="496555" y="131408"/>
                </a:cubicBezTo>
                <a:close/>
                <a:moveTo>
                  <a:pt x="632629" y="148401"/>
                </a:moveTo>
                <a:lnTo>
                  <a:pt x="626983" y="195536"/>
                </a:lnTo>
                <a:cubicBezTo>
                  <a:pt x="624937" y="213048"/>
                  <a:pt x="623914" y="228882"/>
                  <a:pt x="623914" y="243039"/>
                </a:cubicBezTo>
                <a:cubicBezTo>
                  <a:pt x="623914" y="246639"/>
                  <a:pt x="622809" y="249585"/>
                  <a:pt x="620600" y="251877"/>
                </a:cubicBezTo>
                <a:cubicBezTo>
                  <a:pt x="618390" y="254168"/>
                  <a:pt x="615485" y="255314"/>
                  <a:pt x="611885" y="255314"/>
                </a:cubicBezTo>
                <a:cubicBezTo>
                  <a:pt x="604356" y="255314"/>
                  <a:pt x="600347" y="251189"/>
                  <a:pt x="599856" y="242939"/>
                </a:cubicBezTo>
                <a:cubicBezTo>
                  <a:pt x="599610" y="239346"/>
                  <a:pt x="599815" y="234814"/>
                  <a:pt x="600469" y="229341"/>
                </a:cubicBezTo>
                <a:lnTo>
                  <a:pt x="602065" y="215743"/>
                </a:lnTo>
                <a:lnTo>
                  <a:pt x="604397" y="188662"/>
                </a:lnTo>
                <a:cubicBezTo>
                  <a:pt x="597360" y="190544"/>
                  <a:pt x="592409" y="191485"/>
                  <a:pt x="589545" y="191485"/>
                </a:cubicBezTo>
                <a:cubicBezTo>
                  <a:pt x="571706" y="191485"/>
                  <a:pt x="557262" y="186853"/>
                  <a:pt x="546215" y="177588"/>
                </a:cubicBezTo>
                <a:cubicBezTo>
                  <a:pt x="534350" y="167668"/>
                  <a:pt x="528417" y="153937"/>
                  <a:pt x="528417" y="136395"/>
                </a:cubicBezTo>
                <a:cubicBezTo>
                  <a:pt x="528417" y="112375"/>
                  <a:pt x="535168" y="93109"/>
                  <a:pt x="548670" y="78596"/>
                </a:cubicBezTo>
                <a:cubicBezTo>
                  <a:pt x="562500" y="63678"/>
                  <a:pt x="581321" y="56300"/>
                  <a:pt x="605134" y="56464"/>
                </a:cubicBezTo>
                <a:cubicBezTo>
                  <a:pt x="609635" y="56464"/>
                  <a:pt x="613030" y="58264"/>
                  <a:pt x="615322" y="61864"/>
                </a:cubicBezTo>
                <a:cubicBezTo>
                  <a:pt x="618841" y="58755"/>
                  <a:pt x="621950" y="57200"/>
                  <a:pt x="624651" y="57200"/>
                </a:cubicBezTo>
                <a:cubicBezTo>
                  <a:pt x="627924" y="57200"/>
                  <a:pt x="630767" y="58509"/>
                  <a:pt x="633181" y="61128"/>
                </a:cubicBezTo>
                <a:cubicBezTo>
                  <a:pt x="635595" y="63747"/>
                  <a:pt x="636802" y="66733"/>
                  <a:pt x="636802" y="70088"/>
                </a:cubicBezTo>
                <a:cubicBezTo>
                  <a:pt x="636802" y="94229"/>
                  <a:pt x="635411" y="120333"/>
                  <a:pt x="632629" y="148401"/>
                </a:cubicBezTo>
                <a:moveTo>
                  <a:pt x="596419" y="77699"/>
                </a:moveTo>
                <a:cubicBezTo>
                  <a:pt x="581362" y="80407"/>
                  <a:pt x="569987" y="88079"/>
                  <a:pt x="562295" y="100714"/>
                </a:cubicBezTo>
                <a:cubicBezTo>
                  <a:pt x="556076" y="110968"/>
                  <a:pt x="552966" y="123029"/>
                  <a:pt x="552966" y="136897"/>
                </a:cubicBezTo>
                <a:cubicBezTo>
                  <a:pt x="552966" y="146579"/>
                  <a:pt x="555912" y="154455"/>
                  <a:pt x="561804" y="160526"/>
                </a:cubicBezTo>
                <a:cubicBezTo>
                  <a:pt x="568269" y="167254"/>
                  <a:pt x="577229" y="170455"/>
                  <a:pt x="588686" y="170127"/>
                </a:cubicBezTo>
                <a:cubicBezTo>
                  <a:pt x="596460" y="169882"/>
                  <a:pt x="602147" y="165656"/>
                  <a:pt x="605748" y="157450"/>
                </a:cubicBezTo>
                <a:cubicBezTo>
                  <a:pt x="609675" y="148262"/>
                  <a:pt x="611762" y="132632"/>
                  <a:pt x="612008" y="110560"/>
                </a:cubicBezTo>
                <a:lnTo>
                  <a:pt x="613726" y="77699"/>
                </a:lnTo>
                <a:cubicBezTo>
                  <a:pt x="612089" y="78272"/>
                  <a:pt x="609225" y="78394"/>
                  <a:pt x="605134" y="78067"/>
                </a:cubicBezTo>
                <a:cubicBezTo>
                  <a:pt x="600633" y="77576"/>
                  <a:pt x="597728" y="77453"/>
                  <a:pt x="596419" y="77699"/>
                </a:cubicBezTo>
                <a:close/>
                <a:moveTo>
                  <a:pt x="768856" y="115382"/>
                </a:moveTo>
                <a:cubicBezTo>
                  <a:pt x="768856" y="121274"/>
                  <a:pt x="768897" y="130112"/>
                  <a:pt x="768979" y="141895"/>
                </a:cubicBezTo>
                <a:cubicBezTo>
                  <a:pt x="769061" y="153679"/>
                  <a:pt x="769102" y="162517"/>
                  <a:pt x="769102" y="168409"/>
                </a:cubicBezTo>
                <a:cubicBezTo>
                  <a:pt x="769102" y="170209"/>
                  <a:pt x="769245" y="172950"/>
                  <a:pt x="769531" y="176633"/>
                </a:cubicBezTo>
                <a:cubicBezTo>
                  <a:pt x="769818" y="180315"/>
                  <a:pt x="769961" y="183057"/>
                  <a:pt x="769961" y="184857"/>
                </a:cubicBezTo>
                <a:cubicBezTo>
                  <a:pt x="769961" y="188376"/>
                  <a:pt x="768774" y="191260"/>
                  <a:pt x="766401" y="193511"/>
                </a:cubicBezTo>
                <a:cubicBezTo>
                  <a:pt x="764028" y="195761"/>
                  <a:pt x="761123" y="196886"/>
                  <a:pt x="757686" y="196886"/>
                </a:cubicBezTo>
                <a:cubicBezTo>
                  <a:pt x="751385" y="196886"/>
                  <a:pt x="747375" y="192999"/>
                  <a:pt x="745657" y="185225"/>
                </a:cubicBezTo>
                <a:cubicBezTo>
                  <a:pt x="735428" y="190544"/>
                  <a:pt x="723644" y="193204"/>
                  <a:pt x="710306" y="193204"/>
                </a:cubicBezTo>
                <a:cubicBezTo>
                  <a:pt x="699586" y="193204"/>
                  <a:pt x="690707" y="190831"/>
                  <a:pt x="683670" y="186084"/>
                </a:cubicBezTo>
                <a:cubicBezTo>
                  <a:pt x="675896" y="180847"/>
                  <a:pt x="671272" y="173196"/>
                  <a:pt x="669799" y="163131"/>
                </a:cubicBezTo>
                <a:cubicBezTo>
                  <a:pt x="666608" y="141445"/>
                  <a:pt x="665012" y="122133"/>
                  <a:pt x="665012" y="105194"/>
                </a:cubicBezTo>
                <a:cubicBezTo>
                  <a:pt x="665012" y="93983"/>
                  <a:pt x="666240" y="81218"/>
                  <a:pt x="668695" y="66897"/>
                </a:cubicBezTo>
                <a:cubicBezTo>
                  <a:pt x="669840" y="59778"/>
                  <a:pt x="673727" y="56218"/>
                  <a:pt x="680356" y="56218"/>
                </a:cubicBezTo>
                <a:cubicBezTo>
                  <a:pt x="683874" y="56218"/>
                  <a:pt x="686820" y="57342"/>
                  <a:pt x="689193" y="59590"/>
                </a:cubicBezTo>
                <a:cubicBezTo>
                  <a:pt x="691566" y="61838"/>
                  <a:pt x="692753" y="64720"/>
                  <a:pt x="692753" y="68236"/>
                </a:cubicBezTo>
                <a:cubicBezTo>
                  <a:pt x="692753" y="71995"/>
                  <a:pt x="692160" y="78003"/>
                  <a:pt x="690973" y="86260"/>
                </a:cubicBezTo>
                <a:cubicBezTo>
                  <a:pt x="689787" y="94515"/>
                  <a:pt x="689193" y="100808"/>
                  <a:pt x="689193" y="105140"/>
                </a:cubicBezTo>
                <a:cubicBezTo>
                  <a:pt x="689193" y="118791"/>
                  <a:pt x="689643" y="130480"/>
                  <a:pt x="690544" y="140208"/>
                </a:cubicBezTo>
                <a:cubicBezTo>
                  <a:pt x="691444" y="149935"/>
                  <a:pt x="692794" y="157741"/>
                  <a:pt x="694594" y="163625"/>
                </a:cubicBezTo>
                <a:cubicBezTo>
                  <a:pt x="697295" y="165098"/>
                  <a:pt x="699954" y="166224"/>
                  <a:pt x="702573" y="167001"/>
                </a:cubicBezTo>
                <a:cubicBezTo>
                  <a:pt x="705191" y="167776"/>
                  <a:pt x="707769" y="168163"/>
                  <a:pt x="710306" y="168163"/>
                </a:cubicBezTo>
                <a:cubicBezTo>
                  <a:pt x="721271" y="168163"/>
                  <a:pt x="732850" y="166406"/>
                  <a:pt x="745043" y="162893"/>
                </a:cubicBezTo>
                <a:lnTo>
                  <a:pt x="744920" y="138002"/>
                </a:lnTo>
                <a:lnTo>
                  <a:pt x="744675" y="114216"/>
                </a:lnTo>
                <a:cubicBezTo>
                  <a:pt x="744675" y="96558"/>
                  <a:pt x="745452" y="81232"/>
                  <a:pt x="747007" y="68236"/>
                </a:cubicBezTo>
                <a:cubicBezTo>
                  <a:pt x="747907" y="60715"/>
                  <a:pt x="751876" y="56955"/>
                  <a:pt x="758914" y="56955"/>
                </a:cubicBezTo>
                <a:cubicBezTo>
                  <a:pt x="762432" y="56955"/>
                  <a:pt x="765378" y="58100"/>
                  <a:pt x="767751" y="60391"/>
                </a:cubicBezTo>
                <a:cubicBezTo>
                  <a:pt x="770124" y="62683"/>
                  <a:pt x="771229" y="65547"/>
                  <a:pt x="771066" y="68984"/>
                </a:cubicBezTo>
                <a:lnTo>
                  <a:pt x="768856" y="115382"/>
                </a:lnTo>
                <a:close/>
                <a:moveTo>
                  <a:pt x="822721" y="31669"/>
                </a:moveTo>
                <a:cubicBezTo>
                  <a:pt x="818793" y="31669"/>
                  <a:pt x="815397" y="30278"/>
                  <a:pt x="812533" y="27495"/>
                </a:cubicBezTo>
                <a:cubicBezTo>
                  <a:pt x="809669" y="24713"/>
                  <a:pt x="808237" y="21358"/>
                  <a:pt x="808237" y="17430"/>
                </a:cubicBezTo>
                <a:cubicBezTo>
                  <a:pt x="808237" y="13502"/>
                  <a:pt x="809669" y="10147"/>
                  <a:pt x="812533" y="7365"/>
                </a:cubicBezTo>
                <a:cubicBezTo>
                  <a:pt x="815397" y="4583"/>
                  <a:pt x="818793" y="3191"/>
                  <a:pt x="822721" y="3191"/>
                </a:cubicBezTo>
                <a:cubicBezTo>
                  <a:pt x="826649" y="3191"/>
                  <a:pt x="830025" y="4583"/>
                  <a:pt x="832848" y="7365"/>
                </a:cubicBezTo>
                <a:cubicBezTo>
                  <a:pt x="835671" y="10147"/>
                  <a:pt x="837083" y="13502"/>
                  <a:pt x="837083" y="17430"/>
                </a:cubicBezTo>
                <a:cubicBezTo>
                  <a:pt x="837083" y="21358"/>
                  <a:pt x="835671" y="24713"/>
                  <a:pt x="832848" y="27495"/>
                </a:cubicBezTo>
                <a:cubicBezTo>
                  <a:pt x="830025" y="30278"/>
                  <a:pt x="826649" y="31669"/>
                  <a:pt x="822721" y="31669"/>
                </a:cubicBezTo>
                <a:moveTo>
                  <a:pt x="828245" y="131408"/>
                </a:moveTo>
                <a:cubicBezTo>
                  <a:pt x="828245" y="136323"/>
                  <a:pt x="828388" y="143675"/>
                  <a:pt x="828674" y="153464"/>
                </a:cubicBezTo>
                <a:cubicBezTo>
                  <a:pt x="828961" y="163251"/>
                  <a:pt x="829104" y="170602"/>
                  <a:pt x="829104" y="175517"/>
                </a:cubicBezTo>
                <a:cubicBezTo>
                  <a:pt x="829104" y="179120"/>
                  <a:pt x="827999" y="182068"/>
                  <a:pt x="825790" y="184362"/>
                </a:cubicBezTo>
                <a:cubicBezTo>
                  <a:pt x="823580" y="186656"/>
                  <a:pt x="820675" y="187803"/>
                  <a:pt x="817075" y="187803"/>
                </a:cubicBezTo>
                <a:cubicBezTo>
                  <a:pt x="813556" y="187803"/>
                  <a:pt x="810672" y="186656"/>
                  <a:pt x="808421" y="184362"/>
                </a:cubicBezTo>
                <a:cubicBezTo>
                  <a:pt x="806171" y="182068"/>
                  <a:pt x="805046" y="179120"/>
                  <a:pt x="805046" y="175517"/>
                </a:cubicBezTo>
                <a:cubicBezTo>
                  <a:pt x="805046" y="170602"/>
                  <a:pt x="804903" y="163251"/>
                  <a:pt x="804616" y="153464"/>
                </a:cubicBezTo>
                <a:cubicBezTo>
                  <a:pt x="804330" y="143675"/>
                  <a:pt x="804186" y="136323"/>
                  <a:pt x="804186" y="131408"/>
                </a:cubicBezTo>
                <a:cubicBezTo>
                  <a:pt x="804186" y="123708"/>
                  <a:pt x="804596" y="114105"/>
                  <a:pt x="805414" y="102597"/>
                </a:cubicBezTo>
                <a:cubicBezTo>
                  <a:pt x="806232" y="91087"/>
                  <a:pt x="806641" y="81482"/>
                  <a:pt x="806641" y="73782"/>
                </a:cubicBezTo>
                <a:cubicBezTo>
                  <a:pt x="806641" y="70097"/>
                  <a:pt x="807767" y="67108"/>
                  <a:pt x="810017" y="64814"/>
                </a:cubicBezTo>
                <a:cubicBezTo>
                  <a:pt x="812267" y="62520"/>
                  <a:pt x="815152" y="61373"/>
                  <a:pt x="818671" y="61373"/>
                </a:cubicBezTo>
                <a:cubicBezTo>
                  <a:pt x="822189" y="61373"/>
                  <a:pt x="825074" y="62520"/>
                  <a:pt x="827324" y="64814"/>
                </a:cubicBezTo>
                <a:cubicBezTo>
                  <a:pt x="829575" y="67108"/>
                  <a:pt x="830700" y="70097"/>
                  <a:pt x="830700" y="73782"/>
                </a:cubicBezTo>
                <a:cubicBezTo>
                  <a:pt x="830700" y="81482"/>
                  <a:pt x="830291" y="91087"/>
                  <a:pt x="829472" y="102597"/>
                </a:cubicBezTo>
                <a:cubicBezTo>
                  <a:pt x="828654" y="114105"/>
                  <a:pt x="828245" y="123708"/>
                  <a:pt x="828245" y="131408"/>
                </a:cubicBezTo>
                <a:close/>
                <a:moveTo>
                  <a:pt x="963952" y="195904"/>
                </a:moveTo>
                <a:cubicBezTo>
                  <a:pt x="956914" y="195904"/>
                  <a:pt x="952945" y="192050"/>
                  <a:pt x="952045" y="184343"/>
                </a:cubicBezTo>
                <a:lnTo>
                  <a:pt x="948608" y="157404"/>
                </a:lnTo>
                <a:cubicBezTo>
                  <a:pt x="947463" y="147809"/>
                  <a:pt x="946890" y="138829"/>
                  <a:pt x="946890" y="130465"/>
                </a:cubicBezTo>
                <a:cubicBezTo>
                  <a:pt x="946890" y="128168"/>
                  <a:pt x="947033" y="124274"/>
                  <a:pt x="947320" y="118781"/>
                </a:cubicBezTo>
                <a:cubicBezTo>
                  <a:pt x="947606" y="113285"/>
                  <a:pt x="947749" y="109389"/>
                  <a:pt x="947749" y="107093"/>
                </a:cubicBezTo>
                <a:cubicBezTo>
                  <a:pt x="947749" y="89379"/>
                  <a:pt x="944476" y="80522"/>
                  <a:pt x="937929" y="80522"/>
                </a:cubicBezTo>
                <a:cubicBezTo>
                  <a:pt x="928764" y="80522"/>
                  <a:pt x="920008" y="85970"/>
                  <a:pt x="911662" y="96866"/>
                </a:cubicBezTo>
                <a:cubicBezTo>
                  <a:pt x="904133" y="106778"/>
                  <a:pt x="898241" y="119311"/>
                  <a:pt x="893986" y="134465"/>
                </a:cubicBezTo>
                <a:cubicBezTo>
                  <a:pt x="893822" y="137662"/>
                  <a:pt x="893454" y="141677"/>
                  <a:pt x="892881" y="146510"/>
                </a:cubicBezTo>
                <a:cubicBezTo>
                  <a:pt x="892390" y="150607"/>
                  <a:pt x="892145" y="154579"/>
                  <a:pt x="892145" y="158428"/>
                </a:cubicBezTo>
                <a:cubicBezTo>
                  <a:pt x="892145" y="160885"/>
                  <a:pt x="892390" y="164572"/>
                  <a:pt x="892881" y="169487"/>
                </a:cubicBezTo>
                <a:cubicBezTo>
                  <a:pt x="893372" y="174402"/>
                  <a:pt x="893618" y="178088"/>
                  <a:pt x="893618" y="180545"/>
                </a:cubicBezTo>
                <a:cubicBezTo>
                  <a:pt x="893618" y="184233"/>
                  <a:pt x="892493" y="187224"/>
                  <a:pt x="890242" y="189517"/>
                </a:cubicBezTo>
                <a:cubicBezTo>
                  <a:pt x="887992" y="191811"/>
                  <a:pt x="885107" y="192958"/>
                  <a:pt x="881589" y="192958"/>
                </a:cubicBezTo>
                <a:cubicBezTo>
                  <a:pt x="877988" y="192958"/>
                  <a:pt x="875083" y="191810"/>
                  <a:pt x="872874" y="189514"/>
                </a:cubicBezTo>
                <a:cubicBezTo>
                  <a:pt x="870664" y="187220"/>
                  <a:pt x="869559" y="184228"/>
                  <a:pt x="869559" y="180538"/>
                </a:cubicBezTo>
                <a:cubicBezTo>
                  <a:pt x="869559" y="178080"/>
                  <a:pt x="869293" y="174393"/>
                  <a:pt x="868761" y="169475"/>
                </a:cubicBezTo>
                <a:cubicBezTo>
                  <a:pt x="868230" y="164555"/>
                  <a:pt x="867964" y="160865"/>
                  <a:pt x="867964" y="158405"/>
                </a:cubicBezTo>
                <a:cubicBezTo>
                  <a:pt x="867964" y="149961"/>
                  <a:pt x="868557" y="138259"/>
                  <a:pt x="869743" y="123299"/>
                </a:cubicBezTo>
                <a:cubicBezTo>
                  <a:pt x="870930" y="108339"/>
                  <a:pt x="871523" y="96638"/>
                  <a:pt x="871523" y="88194"/>
                </a:cubicBezTo>
                <a:cubicBezTo>
                  <a:pt x="871523" y="85570"/>
                  <a:pt x="871380" y="81677"/>
                  <a:pt x="871094" y="76514"/>
                </a:cubicBezTo>
                <a:cubicBezTo>
                  <a:pt x="870807" y="71348"/>
                  <a:pt x="870664" y="67455"/>
                  <a:pt x="870664" y="64833"/>
                </a:cubicBezTo>
                <a:cubicBezTo>
                  <a:pt x="870664" y="61307"/>
                  <a:pt x="871830" y="58417"/>
                  <a:pt x="874162" y="56164"/>
                </a:cubicBezTo>
                <a:cubicBezTo>
                  <a:pt x="876495" y="53909"/>
                  <a:pt x="879379" y="52781"/>
                  <a:pt x="882816" y="52781"/>
                </a:cubicBezTo>
                <a:cubicBezTo>
                  <a:pt x="890344" y="52781"/>
                  <a:pt x="894477" y="58122"/>
                  <a:pt x="895213" y="68803"/>
                </a:cubicBezTo>
                <a:lnTo>
                  <a:pt x="895582" y="83222"/>
                </a:lnTo>
                <a:cubicBezTo>
                  <a:pt x="909329" y="64892"/>
                  <a:pt x="923445" y="55727"/>
                  <a:pt x="937929" y="55727"/>
                </a:cubicBezTo>
                <a:cubicBezTo>
                  <a:pt x="951022" y="55727"/>
                  <a:pt x="960147" y="61506"/>
                  <a:pt x="965302" y="73065"/>
                </a:cubicBezTo>
                <a:cubicBezTo>
                  <a:pt x="968821" y="80770"/>
                  <a:pt x="970744" y="92165"/>
                  <a:pt x="971071" y="107250"/>
                </a:cubicBezTo>
                <a:lnTo>
                  <a:pt x="971071" y="119667"/>
                </a:lnTo>
                <a:lnTo>
                  <a:pt x="970948" y="131101"/>
                </a:lnTo>
                <a:cubicBezTo>
                  <a:pt x="970948" y="137906"/>
                  <a:pt x="971828" y="146699"/>
                  <a:pt x="973587" y="157480"/>
                </a:cubicBezTo>
                <a:cubicBezTo>
                  <a:pt x="975347" y="168259"/>
                  <a:pt x="976226" y="177009"/>
                  <a:pt x="976226" y="183729"/>
                </a:cubicBezTo>
                <a:cubicBezTo>
                  <a:pt x="976226" y="187337"/>
                  <a:pt x="975060" y="190268"/>
                  <a:pt x="972728" y="192521"/>
                </a:cubicBezTo>
                <a:cubicBezTo>
                  <a:pt x="970396" y="194776"/>
                  <a:pt x="967470" y="195904"/>
                  <a:pt x="963952" y="195904"/>
                </a:cubicBezTo>
                <a:close/>
                <a:moveTo>
                  <a:pt x="1102105" y="134162"/>
                </a:moveTo>
                <a:lnTo>
                  <a:pt x="1099282" y="175405"/>
                </a:lnTo>
                <a:cubicBezTo>
                  <a:pt x="1098791" y="191772"/>
                  <a:pt x="1097113" y="205151"/>
                  <a:pt x="1094249" y="215544"/>
                </a:cubicBezTo>
                <a:cubicBezTo>
                  <a:pt x="1090567" y="228800"/>
                  <a:pt x="1084675" y="238579"/>
                  <a:pt x="1076574" y="244880"/>
                </a:cubicBezTo>
                <a:cubicBezTo>
                  <a:pt x="1066754" y="252490"/>
                  <a:pt x="1052556" y="256296"/>
                  <a:pt x="1033981" y="256296"/>
                </a:cubicBezTo>
                <a:cubicBezTo>
                  <a:pt x="1023097" y="256296"/>
                  <a:pt x="1013973" y="255559"/>
                  <a:pt x="1006608" y="254086"/>
                </a:cubicBezTo>
                <a:cubicBezTo>
                  <a:pt x="996297" y="252040"/>
                  <a:pt x="991142" y="247785"/>
                  <a:pt x="991142" y="241320"/>
                </a:cubicBezTo>
                <a:cubicBezTo>
                  <a:pt x="991142" y="234037"/>
                  <a:pt x="994702" y="230396"/>
                  <a:pt x="1001821" y="230396"/>
                </a:cubicBezTo>
                <a:cubicBezTo>
                  <a:pt x="1004767" y="230396"/>
                  <a:pt x="1009677" y="231112"/>
                  <a:pt x="1016551" y="232544"/>
                </a:cubicBezTo>
                <a:cubicBezTo>
                  <a:pt x="1023424" y="233976"/>
                  <a:pt x="1031035" y="234610"/>
                  <a:pt x="1039381" y="234447"/>
                </a:cubicBezTo>
                <a:cubicBezTo>
                  <a:pt x="1055093" y="234186"/>
                  <a:pt x="1065936" y="226128"/>
                  <a:pt x="1071909" y="210273"/>
                </a:cubicBezTo>
                <a:cubicBezTo>
                  <a:pt x="1075837" y="199702"/>
                  <a:pt x="1077924" y="183456"/>
                  <a:pt x="1078169" y="161535"/>
                </a:cubicBezTo>
                <a:cubicBezTo>
                  <a:pt x="1073751" y="171109"/>
                  <a:pt x="1068493" y="178290"/>
                  <a:pt x="1062396" y="183077"/>
                </a:cubicBezTo>
                <a:cubicBezTo>
                  <a:pt x="1056300" y="187864"/>
                  <a:pt x="1049324" y="190258"/>
                  <a:pt x="1041468" y="190258"/>
                </a:cubicBezTo>
                <a:cubicBezTo>
                  <a:pt x="1026657" y="190258"/>
                  <a:pt x="1014607" y="185200"/>
                  <a:pt x="1005319" y="175083"/>
                </a:cubicBezTo>
                <a:cubicBezTo>
                  <a:pt x="996031" y="164967"/>
                  <a:pt x="991387" y="151840"/>
                  <a:pt x="991387" y="135704"/>
                </a:cubicBezTo>
                <a:cubicBezTo>
                  <a:pt x="991387" y="113589"/>
                  <a:pt x="997729" y="95775"/>
                  <a:pt x="1010413" y="82260"/>
                </a:cubicBezTo>
                <a:cubicBezTo>
                  <a:pt x="1023506" y="68336"/>
                  <a:pt x="1041345" y="61373"/>
                  <a:pt x="1063931" y="61373"/>
                </a:cubicBezTo>
                <a:cubicBezTo>
                  <a:pt x="1071541" y="61373"/>
                  <a:pt x="1077924" y="62355"/>
                  <a:pt x="1083079" y="64319"/>
                </a:cubicBezTo>
                <a:cubicBezTo>
                  <a:pt x="1088235" y="66283"/>
                  <a:pt x="1092163" y="69229"/>
                  <a:pt x="1094863" y="73157"/>
                </a:cubicBezTo>
                <a:cubicBezTo>
                  <a:pt x="1103619" y="73403"/>
                  <a:pt x="1107997" y="78272"/>
                  <a:pt x="1107997" y="87764"/>
                </a:cubicBezTo>
                <a:cubicBezTo>
                  <a:pt x="1107997" y="93574"/>
                  <a:pt x="1107138" y="101348"/>
                  <a:pt x="1105419" y="111086"/>
                </a:cubicBezTo>
                <a:cubicBezTo>
                  <a:pt x="1103537" y="122379"/>
                  <a:pt x="1102432" y="130071"/>
                  <a:pt x="1102105" y="134162"/>
                </a:cubicBezTo>
                <a:moveTo>
                  <a:pt x="1062703" y="85923"/>
                </a:moveTo>
                <a:cubicBezTo>
                  <a:pt x="1047155" y="85923"/>
                  <a:pt x="1035126" y="90748"/>
                  <a:pt x="1026616" y="100399"/>
                </a:cubicBezTo>
                <a:cubicBezTo>
                  <a:pt x="1019005" y="109091"/>
                  <a:pt x="1015200" y="120142"/>
                  <a:pt x="1015200" y="133552"/>
                </a:cubicBezTo>
                <a:cubicBezTo>
                  <a:pt x="1015200" y="144234"/>
                  <a:pt x="1017451" y="152264"/>
                  <a:pt x="1021951" y="157642"/>
                </a:cubicBezTo>
                <a:cubicBezTo>
                  <a:pt x="1026452" y="163019"/>
                  <a:pt x="1033203" y="165708"/>
                  <a:pt x="1042205" y="165708"/>
                </a:cubicBezTo>
                <a:cubicBezTo>
                  <a:pt x="1050470" y="165708"/>
                  <a:pt x="1058489" y="161509"/>
                  <a:pt x="1066263" y="153111"/>
                </a:cubicBezTo>
                <a:cubicBezTo>
                  <a:pt x="1073301" y="145376"/>
                  <a:pt x="1077310" y="137714"/>
                  <a:pt x="1078292" y="130127"/>
                </a:cubicBezTo>
                <a:cubicBezTo>
                  <a:pt x="1080011" y="122169"/>
                  <a:pt x="1081852" y="109681"/>
                  <a:pt x="1083816" y="92662"/>
                </a:cubicBezTo>
                <a:cubicBezTo>
                  <a:pt x="1080543" y="90379"/>
                  <a:pt x="1077147" y="88685"/>
                  <a:pt x="1073628" y="87580"/>
                </a:cubicBezTo>
                <a:cubicBezTo>
                  <a:pt x="1070109" y="86475"/>
                  <a:pt x="1066468" y="85923"/>
                  <a:pt x="1062703" y="859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F5C98-518C-42BF-9B5D-06D7BE01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9474" y="1606482"/>
            <a:ext cx="421071" cy="243425"/>
          </a:xfrm>
          <a:custGeom xmlns:a="http://schemas.openxmlformats.org/drawingml/2006/main">
            <a:pathLst>
              <a:path w="421071" h="243425">
                <a:moveTo>
                  <a:pt x="0" y="40641"/>
                </a:moveTo>
                <a:cubicBezTo>
                  <a:pt x="0" y="18128"/>
                  <a:pt x="18128" y="0"/>
                  <a:pt x="40222" y="419"/>
                </a:cubicBezTo>
                <a:lnTo>
                  <a:pt x="380430" y="419"/>
                </a:lnTo>
                <a:cubicBezTo>
                  <a:pt x="402943" y="0"/>
                  <a:pt x="421071" y="18128"/>
                  <a:pt x="420652" y="40641"/>
                </a:cubicBezTo>
                <a:lnTo>
                  <a:pt x="420652" y="203203"/>
                </a:lnTo>
                <a:cubicBezTo>
                  <a:pt x="421071" y="224878"/>
                  <a:pt x="402943" y="243006"/>
                  <a:pt x="380430" y="243425"/>
                </a:cubicBezTo>
                <a:lnTo>
                  <a:pt x="40222" y="243425"/>
                </a:lnTo>
                <a:cubicBezTo>
                  <a:pt x="18128" y="243006"/>
                  <a:pt x="0" y="224878"/>
                  <a:pt x="0" y="203203"/>
                </a:cubicBezTo>
                <a:lnTo>
                  <a:pt x="0" y="40641"/>
                </a:lnTo>
              </a:path>
            </a:pathLst>
          </a:custGeom>
          <a:solidFill xmlns:a="http://schemas.openxmlformats.org/drawingml/2006/main">
            <a:srgbClr val="CF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47013B-D148-4E0B-8639-53D8F103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000" y="1596008"/>
            <a:ext cx="442020" cy="263955"/>
          </a:xfrm>
          <a:custGeom xmlns:a="http://schemas.openxmlformats.org/drawingml/2006/main">
            <a:pathLst>
              <a:path w="442020" h="263955">
                <a:moveTo>
                  <a:pt x="3994" y="232825"/>
                </a:moveTo>
                <a:lnTo>
                  <a:pt x="6145" y="237294"/>
                </a:lnTo>
                <a:lnTo>
                  <a:pt x="8701" y="241498"/>
                </a:lnTo>
                <a:lnTo>
                  <a:pt x="11634" y="245422"/>
                </a:lnTo>
                <a:lnTo>
                  <a:pt x="14916" y="249039"/>
                </a:lnTo>
                <a:lnTo>
                  <a:pt x="18533" y="252321"/>
                </a:lnTo>
                <a:lnTo>
                  <a:pt x="22457" y="255254"/>
                </a:lnTo>
                <a:lnTo>
                  <a:pt x="26661" y="257810"/>
                </a:lnTo>
                <a:lnTo>
                  <a:pt x="31130" y="259961"/>
                </a:lnTo>
                <a:lnTo>
                  <a:pt x="35822" y="261679"/>
                </a:lnTo>
                <a:lnTo>
                  <a:pt x="40711" y="262935"/>
                </a:lnTo>
                <a:lnTo>
                  <a:pt x="45780" y="263704"/>
                </a:lnTo>
                <a:lnTo>
                  <a:pt x="50710" y="263955"/>
                </a:lnTo>
                <a:lnTo>
                  <a:pt x="391310" y="263955"/>
                </a:lnTo>
                <a:lnTo>
                  <a:pt x="396240" y="263704"/>
                </a:lnTo>
                <a:lnTo>
                  <a:pt x="401309" y="262935"/>
                </a:lnTo>
                <a:lnTo>
                  <a:pt x="406197" y="261679"/>
                </a:lnTo>
                <a:lnTo>
                  <a:pt x="410890" y="259961"/>
                </a:lnTo>
                <a:lnTo>
                  <a:pt x="415359" y="257810"/>
                </a:lnTo>
                <a:lnTo>
                  <a:pt x="419563" y="255254"/>
                </a:lnTo>
                <a:lnTo>
                  <a:pt x="423487" y="252321"/>
                </a:lnTo>
                <a:lnTo>
                  <a:pt x="427104" y="249039"/>
                </a:lnTo>
                <a:lnTo>
                  <a:pt x="430386" y="245422"/>
                </a:lnTo>
                <a:lnTo>
                  <a:pt x="433319" y="241498"/>
                </a:lnTo>
                <a:lnTo>
                  <a:pt x="435875" y="237294"/>
                </a:lnTo>
                <a:lnTo>
                  <a:pt x="438026" y="232825"/>
                </a:lnTo>
                <a:lnTo>
                  <a:pt x="439743" y="228133"/>
                </a:lnTo>
                <a:lnTo>
                  <a:pt x="441000" y="223244"/>
                </a:lnTo>
                <a:lnTo>
                  <a:pt x="441768" y="218175"/>
                </a:lnTo>
                <a:lnTo>
                  <a:pt x="442020" y="213245"/>
                </a:lnTo>
                <a:lnTo>
                  <a:pt x="442020" y="50710"/>
                </a:lnTo>
                <a:lnTo>
                  <a:pt x="441768" y="45780"/>
                </a:lnTo>
                <a:lnTo>
                  <a:pt x="441000" y="40711"/>
                </a:lnTo>
                <a:lnTo>
                  <a:pt x="439743" y="35822"/>
                </a:lnTo>
                <a:lnTo>
                  <a:pt x="438026" y="31130"/>
                </a:lnTo>
                <a:lnTo>
                  <a:pt x="435875" y="26661"/>
                </a:lnTo>
                <a:lnTo>
                  <a:pt x="433319" y="22457"/>
                </a:lnTo>
                <a:lnTo>
                  <a:pt x="430386" y="18533"/>
                </a:lnTo>
                <a:lnTo>
                  <a:pt x="427104" y="14916"/>
                </a:lnTo>
                <a:lnTo>
                  <a:pt x="423487" y="11634"/>
                </a:lnTo>
                <a:lnTo>
                  <a:pt x="419563" y="8701"/>
                </a:lnTo>
                <a:lnTo>
                  <a:pt x="415359" y="6145"/>
                </a:lnTo>
                <a:lnTo>
                  <a:pt x="410890" y="3994"/>
                </a:lnTo>
                <a:lnTo>
                  <a:pt x="406197" y="2276"/>
                </a:lnTo>
                <a:lnTo>
                  <a:pt x="401309" y="1020"/>
                </a:lnTo>
                <a:lnTo>
                  <a:pt x="396240" y="251"/>
                </a:lnTo>
                <a:lnTo>
                  <a:pt x="391310" y="0"/>
                </a:lnTo>
                <a:lnTo>
                  <a:pt x="50710" y="0"/>
                </a:lnTo>
                <a:lnTo>
                  <a:pt x="45780" y="251"/>
                </a:lnTo>
                <a:lnTo>
                  <a:pt x="40711" y="1020"/>
                </a:lnTo>
                <a:lnTo>
                  <a:pt x="35822" y="2276"/>
                </a:lnTo>
                <a:lnTo>
                  <a:pt x="31130" y="3994"/>
                </a:lnTo>
                <a:lnTo>
                  <a:pt x="26661" y="6145"/>
                </a:lnTo>
                <a:lnTo>
                  <a:pt x="22457" y="8701"/>
                </a:lnTo>
                <a:lnTo>
                  <a:pt x="18533" y="11634"/>
                </a:lnTo>
                <a:lnTo>
                  <a:pt x="14916" y="14916"/>
                </a:lnTo>
                <a:lnTo>
                  <a:pt x="11634" y="18533"/>
                </a:lnTo>
                <a:lnTo>
                  <a:pt x="8701" y="22457"/>
                </a:lnTo>
                <a:lnTo>
                  <a:pt x="6145" y="26661"/>
                </a:lnTo>
                <a:lnTo>
                  <a:pt x="3994" y="31130"/>
                </a:lnTo>
                <a:lnTo>
                  <a:pt x="2276" y="35822"/>
                </a:lnTo>
                <a:lnTo>
                  <a:pt x="1020" y="40711"/>
                </a:lnTo>
                <a:lnTo>
                  <a:pt x="251" y="45780"/>
                </a:lnTo>
                <a:lnTo>
                  <a:pt x="0" y="50710"/>
                </a:lnTo>
                <a:lnTo>
                  <a:pt x="0" y="213245"/>
                </a:lnTo>
                <a:lnTo>
                  <a:pt x="251" y="218175"/>
                </a:lnTo>
                <a:lnTo>
                  <a:pt x="1020" y="223244"/>
                </a:lnTo>
                <a:lnTo>
                  <a:pt x="2276" y="228133"/>
                </a:lnTo>
                <a:lnTo>
                  <a:pt x="3994" y="232825"/>
                </a:lnTo>
                <a:close/>
                <a:moveTo>
                  <a:pt x="21569" y="44911"/>
                </a:moveTo>
                <a:lnTo>
                  <a:pt x="22310" y="42049"/>
                </a:lnTo>
                <a:lnTo>
                  <a:pt x="23285" y="39374"/>
                </a:lnTo>
                <a:lnTo>
                  <a:pt x="24600" y="36637"/>
                </a:lnTo>
                <a:lnTo>
                  <a:pt x="26051" y="34245"/>
                </a:lnTo>
                <a:lnTo>
                  <a:pt x="27803" y="31895"/>
                </a:lnTo>
                <a:lnTo>
                  <a:pt x="29750" y="29750"/>
                </a:lnTo>
                <a:lnTo>
                  <a:pt x="31838" y="27855"/>
                </a:lnTo>
                <a:lnTo>
                  <a:pt x="34254" y="26046"/>
                </a:lnTo>
                <a:lnTo>
                  <a:pt x="36637" y="24600"/>
                </a:lnTo>
                <a:lnTo>
                  <a:pt x="39374" y="23285"/>
                </a:lnTo>
                <a:lnTo>
                  <a:pt x="42049" y="22310"/>
                </a:lnTo>
                <a:lnTo>
                  <a:pt x="44911" y="21569"/>
                </a:lnTo>
                <a:lnTo>
                  <a:pt x="47851" y="21119"/>
                </a:lnTo>
                <a:lnTo>
                  <a:pt x="51230" y="20949"/>
                </a:lnTo>
                <a:lnTo>
                  <a:pt x="390790" y="20949"/>
                </a:lnTo>
                <a:lnTo>
                  <a:pt x="394168" y="21119"/>
                </a:lnTo>
                <a:lnTo>
                  <a:pt x="397109" y="21569"/>
                </a:lnTo>
                <a:lnTo>
                  <a:pt x="399971" y="22310"/>
                </a:lnTo>
                <a:lnTo>
                  <a:pt x="402646" y="23285"/>
                </a:lnTo>
                <a:lnTo>
                  <a:pt x="405383" y="24600"/>
                </a:lnTo>
                <a:lnTo>
                  <a:pt x="407774" y="26051"/>
                </a:lnTo>
                <a:lnTo>
                  <a:pt x="410125" y="27803"/>
                </a:lnTo>
                <a:lnTo>
                  <a:pt x="412270" y="29750"/>
                </a:lnTo>
                <a:lnTo>
                  <a:pt x="414217" y="31895"/>
                </a:lnTo>
                <a:lnTo>
                  <a:pt x="415969" y="34245"/>
                </a:lnTo>
                <a:lnTo>
                  <a:pt x="417420" y="36637"/>
                </a:lnTo>
                <a:lnTo>
                  <a:pt x="418734" y="39374"/>
                </a:lnTo>
                <a:lnTo>
                  <a:pt x="419710" y="42049"/>
                </a:lnTo>
                <a:lnTo>
                  <a:pt x="420451" y="44911"/>
                </a:lnTo>
                <a:lnTo>
                  <a:pt x="420900" y="47851"/>
                </a:lnTo>
                <a:lnTo>
                  <a:pt x="421071" y="51230"/>
                </a:lnTo>
                <a:lnTo>
                  <a:pt x="421071" y="212725"/>
                </a:lnTo>
                <a:lnTo>
                  <a:pt x="420900" y="216104"/>
                </a:lnTo>
                <a:lnTo>
                  <a:pt x="420451" y="219044"/>
                </a:lnTo>
                <a:lnTo>
                  <a:pt x="419710" y="221906"/>
                </a:lnTo>
                <a:lnTo>
                  <a:pt x="418734" y="224581"/>
                </a:lnTo>
                <a:lnTo>
                  <a:pt x="417420" y="227318"/>
                </a:lnTo>
                <a:lnTo>
                  <a:pt x="415974" y="229701"/>
                </a:lnTo>
                <a:lnTo>
                  <a:pt x="414165" y="232117"/>
                </a:lnTo>
                <a:lnTo>
                  <a:pt x="412270" y="234205"/>
                </a:lnTo>
                <a:lnTo>
                  <a:pt x="410125" y="236152"/>
                </a:lnTo>
                <a:lnTo>
                  <a:pt x="407774" y="237904"/>
                </a:lnTo>
                <a:lnTo>
                  <a:pt x="405383" y="239355"/>
                </a:lnTo>
                <a:lnTo>
                  <a:pt x="402646" y="240670"/>
                </a:lnTo>
                <a:lnTo>
                  <a:pt x="399971" y="241645"/>
                </a:lnTo>
                <a:lnTo>
                  <a:pt x="397109" y="242386"/>
                </a:lnTo>
                <a:lnTo>
                  <a:pt x="394168" y="242836"/>
                </a:lnTo>
                <a:lnTo>
                  <a:pt x="390790" y="243006"/>
                </a:lnTo>
                <a:lnTo>
                  <a:pt x="51230" y="243006"/>
                </a:lnTo>
                <a:lnTo>
                  <a:pt x="47851" y="242836"/>
                </a:lnTo>
                <a:lnTo>
                  <a:pt x="44911" y="242386"/>
                </a:lnTo>
                <a:lnTo>
                  <a:pt x="42049" y="241645"/>
                </a:lnTo>
                <a:lnTo>
                  <a:pt x="39374" y="240670"/>
                </a:lnTo>
                <a:lnTo>
                  <a:pt x="36637" y="239355"/>
                </a:lnTo>
                <a:lnTo>
                  <a:pt x="34254" y="237909"/>
                </a:lnTo>
                <a:lnTo>
                  <a:pt x="31838" y="236100"/>
                </a:lnTo>
                <a:lnTo>
                  <a:pt x="29750" y="234205"/>
                </a:lnTo>
                <a:lnTo>
                  <a:pt x="27855" y="232117"/>
                </a:lnTo>
                <a:lnTo>
                  <a:pt x="26046" y="229701"/>
                </a:lnTo>
                <a:lnTo>
                  <a:pt x="24600" y="227318"/>
                </a:lnTo>
                <a:lnTo>
                  <a:pt x="23285" y="224581"/>
                </a:lnTo>
                <a:lnTo>
                  <a:pt x="22310" y="221906"/>
                </a:lnTo>
                <a:lnTo>
                  <a:pt x="21569" y="219044"/>
                </a:lnTo>
                <a:lnTo>
                  <a:pt x="21119" y="216104"/>
                </a:lnTo>
                <a:lnTo>
                  <a:pt x="20949" y="212725"/>
                </a:lnTo>
                <a:lnTo>
                  <a:pt x="20949" y="51230"/>
                </a:lnTo>
                <a:lnTo>
                  <a:pt x="21119" y="47851"/>
                </a:lnTo>
                <a:lnTo>
                  <a:pt x="21569" y="44911"/>
                </a:ln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q">
            <a:extLst xmlns:a="http://schemas.openxmlformats.org/drawingml/2006/main">
              <a:ext uri="{FF2B5EF4-FFF2-40B4-BE49-F238E27FC236}">
                <a16:creationId xmlns:a16="http://schemas.microsoft.com/office/drawing/2014/main" id="{479D911A-B7A1-4B44-AF77-95306BF6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8214" y="1653995"/>
            <a:ext cx="96042" cy="176348"/>
          </a:xfrm>
          <a:custGeom xmlns:a="http://schemas.openxmlformats.org/drawingml/2006/main">
            <a:pathLst>
              <a:path w="96042" h="176348">
                <a:moveTo>
                  <a:pt x="92344" y="81612"/>
                </a:moveTo>
                <a:lnTo>
                  <a:pt x="87340" y="123378"/>
                </a:lnTo>
                <a:cubicBezTo>
                  <a:pt x="85527" y="138896"/>
                  <a:pt x="84621" y="152927"/>
                  <a:pt x="84621" y="165471"/>
                </a:cubicBezTo>
                <a:cubicBezTo>
                  <a:pt x="84621" y="168662"/>
                  <a:pt x="83642" y="171272"/>
                  <a:pt x="81684" y="173303"/>
                </a:cubicBezTo>
                <a:cubicBezTo>
                  <a:pt x="79727" y="175333"/>
                  <a:pt x="77152" y="176348"/>
                  <a:pt x="73962" y="176348"/>
                </a:cubicBezTo>
                <a:cubicBezTo>
                  <a:pt x="67291" y="176348"/>
                  <a:pt x="63738" y="172693"/>
                  <a:pt x="63303" y="165383"/>
                </a:cubicBezTo>
                <a:cubicBezTo>
                  <a:pt x="63085" y="162199"/>
                  <a:pt x="63266" y="158183"/>
                  <a:pt x="63846" y="153334"/>
                </a:cubicBezTo>
                <a:lnTo>
                  <a:pt x="65260" y="141284"/>
                </a:lnTo>
                <a:lnTo>
                  <a:pt x="67327" y="117288"/>
                </a:lnTo>
                <a:cubicBezTo>
                  <a:pt x="61091" y="118955"/>
                  <a:pt x="56704" y="119789"/>
                  <a:pt x="54166" y="119789"/>
                </a:cubicBezTo>
                <a:cubicBezTo>
                  <a:pt x="38359" y="119789"/>
                  <a:pt x="25560" y="115684"/>
                  <a:pt x="15771" y="107475"/>
                </a:cubicBezTo>
                <a:cubicBezTo>
                  <a:pt x="5257" y="98685"/>
                  <a:pt x="0" y="86518"/>
                  <a:pt x="0" y="70973"/>
                </a:cubicBezTo>
                <a:cubicBezTo>
                  <a:pt x="0" y="49689"/>
                  <a:pt x="5982" y="32617"/>
                  <a:pt x="17947" y="19757"/>
                </a:cubicBezTo>
                <a:cubicBezTo>
                  <a:pt x="30201" y="6537"/>
                  <a:pt x="46879" y="0"/>
                  <a:pt x="67980" y="145"/>
                </a:cubicBezTo>
                <a:cubicBezTo>
                  <a:pt x="71968" y="145"/>
                  <a:pt x="74977" y="1740"/>
                  <a:pt x="77007" y="4931"/>
                </a:cubicBezTo>
                <a:cubicBezTo>
                  <a:pt x="80125" y="2175"/>
                  <a:pt x="82881" y="798"/>
                  <a:pt x="85274" y="798"/>
                </a:cubicBezTo>
                <a:cubicBezTo>
                  <a:pt x="88174" y="798"/>
                  <a:pt x="90694" y="1958"/>
                  <a:pt x="92833" y="4278"/>
                </a:cubicBezTo>
                <a:cubicBezTo>
                  <a:pt x="94972" y="6599"/>
                  <a:pt x="96042" y="9245"/>
                  <a:pt x="96042" y="12218"/>
                </a:cubicBezTo>
                <a:cubicBezTo>
                  <a:pt x="96042" y="33609"/>
                  <a:pt x="94809" y="56740"/>
                  <a:pt x="92344" y="81612"/>
                </a:cubicBezTo>
                <a:moveTo>
                  <a:pt x="60257" y="18962"/>
                </a:moveTo>
                <a:cubicBezTo>
                  <a:pt x="46915" y="21361"/>
                  <a:pt x="36836" y="28159"/>
                  <a:pt x="30020" y="39356"/>
                </a:cubicBezTo>
                <a:cubicBezTo>
                  <a:pt x="24509" y="48442"/>
                  <a:pt x="21753" y="59130"/>
                  <a:pt x="21753" y="71418"/>
                </a:cubicBezTo>
                <a:cubicBezTo>
                  <a:pt x="21753" y="79997"/>
                  <a:pt x="24364" y="86977"/>
                  <a:pt x="29585" y="92356"/>
                </a:cubicBezTo>
                <a:cubicBezTo>
                  <a:pt x="35313" y="98318"/>
                  <a:pt x="43253" y="101154"/>
                  <a:pt x="53405" y="100864"/>
                </a:cubicBezTo>
                <a:cubicBezTo>
                  <a:pt x="60293" y="100646"/>
                  <a:pt x="65333" y="96902"/>
                  <a:pt x="68523" y="89630"/>
                </a:cubicBezTo>
                <a:cubicBezTo>
                  <a:pt x="72004" y="81488"/>
                  <a:pt x="73853" y="67639"/>
                  <a:pt x="74071" y="48081"/>
                </a:cubicBezTo>
                <a:lnTo>
                  <a:pt x="75593" y="18962"/>
                </a:lnTo>
                <a:cubicBezTo>
                  <a:pt x="74143" y="19469"/>
                  <a:pt x="71605" y="19578"/>
                  <a:pt x="67980" y="19288"/>
                </a:cubicBezTo>
                <a:cubicBezTo>
                  <a:pt x="63991" y="18853"/>
                  <a:pt x="61417" y="18744"/>
                  <a:pt x="60257" y="189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25769-EDA7-413A-9E16-890A0237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089" y="1049942"/>
            <a:ext cx="116224" cy="1749225"/>
          </a:xfrm>
          <a:custGeom xmlns:a="http://schemas.openxmlformats.org/drawingml/2006/main">
            <a:pathLst>
              <a:path w="116224" h="1749225">
                <a:moveTo>
                  <a:pt x="92203" y="2835"/>
                </a:moveTo>
                <a:lnTo>
                  <a:pt x="86505" y="4385"/>
                </a:lnTo>
                <a:lnTo>
                  <a:pt x="80932" y="6257"/>
                </a:lnTo>
                <a:lnTo>
                  <a:pt x="75486" y="8449"/>
                </a:lnTo>
                <a:lnTo>
                  <a:pt x="70179" y="10921"/>
                </a:lnTo>
                <a:lnTo>
                  <a:pt x="65011" y="13701"/>
                </a:lnTo>
                <a:lnTo>
                  <a:pt x="59983" y="16745"/>
                </a:lnTo>
                <a:lnTo>
                  <a:pt x="55123" y="20069"/>
                </a:lnTo>
                <a:lnTo>
                  <a:pt x="50417" y="23630"/>
                </a:lnTo>
                <a:lnTo>
                  <a:pt x="45878" y="27457"/>
                </a:lnTo>
                <a:lnTo>
                  <a:pt x="41521" y="31521"/>
                </a:lnTo>
                <a:lnTo>
                  <a:pt x="37345" y="35808"/>
                </a:lnTo>
                <a:lnTo>
                  <a:pt x="33351" y="40319"/>
                </a:lnTo>
                <a:lnTo>
                  <a:pt x="29552" y="45040"/>
                </a:lnTo>
                <a:lnTo>
                  <a:pt x="25949" y="49970"/>
                </a:lnTo>
                <a:lnTo>
                  <a:pt x="22555" y="55081"/>
                </a:lnTo>
                <a:lnTo>
                  <a:pt x="19385" y="60388"/>
                </a:lnTo>
                <a:lnTo>
                  <a:pt x="16410" y="65863"/>
                </a:lnTo>
                <a:lnTo>
                  <a:pt x="13673" y="71505"/>
                </a:lnTo>
                <a:lnTo>
                  <a:pt x="11173" y="77315"/>
                </a:lnTo>
                <a:lnTo>
                  <a:pt x="8896" y="83278"/>
                </a:lnTo>
                <a:lnTo>
                  <a:pt x="6857" y="89382"/>
                </a:lnTo>
                <a:lnTo>
                  <a:pt x="5084" y="95624"/>
                </a:lnTo>
                <a:lnTo>
                  <a:pt x="3561" y="101993"/>
                </a:lnTo>
                <a:lnTo>
                  <a:pt x="2290" y="108473"/>
                </a:lnTo>
                <a:lnTo>
                  <a:pt x="1299" y="115079"/>
                </a:lnTo>
                <a:lnTo>
                  <a:pt x="587" y="121768"/>
                </a:lnTo>
                <a:lnTo>
                  <a:pt x="140" y="128570"/>
                </a:lnTo>
                <a:lnTo>
                  <a:pt x="0" y="135329"/>
                </a:lnTo>
                <a:lnTo>
                  <a:pt x="0" y="1613896"/>
                </a:lnTo>
                <a:lnTo>
                  <a:pt x="140" y="1620656"/>
                </a:lnTo>
                <a:lnTo>
                  <a:pt x="587" y="1627457"/>
                </a:lnTo>
                <a:lnTo>
                  <a:pt x="1299" y="1634147"/>
                </a:lnTo>
                <a:lnTo>
                  <a:pt x="2290" y="1640752"/>
                </a:lnTo>
                <a:lnTo>
                  <a:pt x="3561" y="1647233"/>
                </a:lnTo>
                <a:lnTo>
                  <a:pt x="5084" y="1653601"/>
                </a:lnTo>
                <a:lnTo>
                  <a:pt x="6857" y="1659844"/>
                </a:lnTo>
                <a:lnTo>
                  <a:pt x="8896" y="1665947"/>
                </a:lnTo>
                <a:lnTo>
                  <a:pt x="11173" y="1671910"/>
                </a:lnTo>
                <a:lnTo>
                  <a:pt x="13673" y="1677720"/>
                </a:lnTo>
                <a:lnTo>
                  <a:pt x="16410" y="1683362"/>
                </a:lnTo>
                <a:lnTo>
                  <a:pt x="19385" y="1688837"/>
                </a:lnTo>
                <a:lnTo>
                  <a:pt x="22555" y="1694144"/>
                </a:lnTo>
                <a:lnTo>
                  <a:pt x="25949" y="1699255"/>
                </a:lnTo>
                <a:lnTo>
                  <a:pt x="29552" y="1704185"/>
                </a:lnTo>
                <a:lnTo>
                  <a:pt x="33351" y="1708906"/>
                </a:lnTo>
                <a:lnTo>
                  <a:pt x="37345" y="1713417"/>
                </a:lnTo>
                <a:lnTo>
                  <a:pt x="41521" y="1717704"/>
                </a:lnTo>
                <a:lnTo>
                  <a:pt x="45878" y="1721768"/>
                </a:lnTo>
                <a:lnTo>
                  <a:pt x="50417" y="1725581"/>
                </a:lnTo>
                <a:lnTo>
                  <a:pt x="55123" y="1729156"/>
                </a:lnTo>
                <a:lnTo>
                  <a:pt x="59983" y="1732480"/>
                </a:lnTo>
                <a:lnTo>
                  <a:pt x="65011" y="1735525"/>
                </a:lnTo>
                <a:lnTo>
                  <a:pt x="70179" y="1738304"/>
                </a:lnTo>
                <a:lnTo>
                  <a:pt x="75486" y="1740776"/>
                </a:lnTo>
                <a:lnTo>
                  <a:pt x="80932" y="1742969"/>
                </a:lnTo>
                <a:lnTo>
                  <a:pt x="86505" y="1744840"/>
                </a:lnTo>
                <a:lnTo>
                  <a:pt x="92203" y="1746390"/>
                </a:lnTo>
                <a:lnTo>
                  <a:pt x="97999" y="1747619"/>
                </a:lnTo>
                <a:lnTo>
                  <a:pt x="103878" y="1748513"/>
                </a:lnTo>
                <a:lnTo>
                  <a:pt x="109856" y="1749044"/>
                </a:lnTo>
                <a:lnTo>
                  <a:pt x="115596" y="1749225"/>
                </a:lnTo>
                <a:lnTo>
                  <a:pt x="116224" y="1728277"/>
                </a:lnTo>
                <a:lnTo>
                  <a:pt x="111266" y="1728136"/>
                </a:lnTo>
                <a:lnTo>
                  <a:pt x="106471" y="1727712"/>
                </a:lnTo>
                <a:lnTo>
                  <a:pt x="101680" y="1726989"/>
                </a:lnTo>
                <a:lnTo>
                  <a:pt x="96955" y="1725983"/>
                </a:lnTo>
                <a:lnTo>
                  <a:pt x="92726" y="1724824"/>
                </a:lnTo>
                <a:lnTo>
                  <a:pt x="88126" y="1723282"/>
                </a:lnTo>
                <a:lnTo>
                  <a:pt x="83738" y="1721519"/>
                </a:lnTo>
                <a:lnTo>
                  <a:pt x="79375" y="1719466"/>
                </a:lnTo>
                <a:lnTo>
                  <a:pt x="75590" y="1717437"/>
                </a:lnTo>
                <a:lnTo>
                  <a:pt x="71475" y="1714951"/>
                </a:lnTo>
                <a:lnTo>
                  <a:pt x="67527" y="1712273"/>
                </a:lnTo>
                <a:lnTo>
                  <a:pt x="63659" y="1709350"/>
                </a:lnTo>
                <a:lnTo>
                  <a:pt x="59899" y="1706187"/>
                </a:lnTo>
                <a:lnTo>
                  <a:pt x="56232" y="1702777"/>
                </a:lnTo>
                <a:lnTo>
                  <a:pt x="52675" y="1699129"/>
                </a:lnTo>
                <a:lnTo>
                  <a:pt x="49399" y="1695428"/>
                </a:lnTo>
                <a:lnTo>
                  <a:pt x="46119" y="1691348"/>
                </a:lnTo>
                <a:lnTo>
                  <a:pt x="43083" y="1687184"/>
                </a:lnTo>
                <a:lnTo>
                  <a:pt x="40245" y="1682903"/>
                </a:lnTo>
                <a:lnTo>
                  <a:pt x="37519" y="1678347"/>
                </a:lnTo>
                <a:lnTo>
                  <a:pt x="35082" y="1673833"/>
                </a:lnTo>
                <a:lnTo>
                  <a:pt x="32753" y="1669046"/>
                </a:lnTo>
                <a:lnTo>
                  <a:pt x="30553" y="1663963"/>
                </a:lnTo>
                <a:lnTo>
                  <a:pt x="28658" y="1658992"/>
                </a:lnTo>
                <a:lnTo>
                  <a:pt x="26834" y="1653507"/>
                </a:lnTo>
                <a:lnTo>
                  <a:pt x="25343" y="1648250"/>
                </a:lnTo>
                <a:lnTo>
                  <a:pt x="24037" y="1642808"/>
                </a:lnTo>
                <a:lnTo>
                  <a:pt x="22926" y="1637079"/>
                </a:lnTo>
                <a:lnTo>
                  <a:pt x="22080" y="1631442"/>
                </a:lnTo>
                <a:lnTo>
                  <a:pt x="21438" y="1625446"/>
                </a:lnTo>
                <a:lnTo>
                  <a:pt x="21466" y="1625893"/>
                </a:lnTo>
                <a:lnTo>
                  <a:pt x="21088" y="1619972"/>
                </a:lnTo>
                <a:lnTo>
                  <a:pt x="20949" y="1613561"/>
                </a:lnTo>
                <a:lnTo>
                  <a:pt x="20949" y="135664"/>
                </a:lnTo>
                <a:lnTo>
                  <a:pt x="21088" y="129253"/>
                </a:lnTo>
                <a:lnTo>
                  <a:pt x="21466" y="123333"/>
                </a:lnTo>
                <a:lnTo>
                  <a:pt x="21438" y="123780"/>
                </a:lnTo>
                <a:lnTo>
                  <a:pt x="22080" y="117784"/>
                </a:lnTo>
                <a:lnTo>
                  <a:pt x="22926" y="112147"/>
                </a:lnTo>
                <a:lnTo>
                  <a:pt x="24037" y="106417"/>
                </a:lnTo>
                <a:lnTo>
                  <a:pt x="25343" y="100976"/>
                </a:lnTo>
                <a:lnTo>
                  <a:pt x="26834" y="95719"/>
                </a:lnTo>
                <a:lnTo>
                  <a:pt x="28658" y="90234"/>
                </a:lnTo>
                <a:lnTo>
                  <a:pt x="30553" y="85263"/>
                </a:lnTo>
                <a:lnTo>
                  <a:pt x="32753" y="80179"/>
                </a:lnTo>
                <a:lnTo>
                  <a:pt x="35082" y="75393"/>
                </a:lnTo>
                <a:lnTo>
                  <a:pt x="37519" y="70879"/>
                </a:lnTo>
                <a:lnTo>
                  <a:pt x="40245" y="66323"/>
                </a:lnTo>
                <a:lnTo>
                  <a:pt x="43083" y="62041"/>
                </a:lnTo>
                <a:lnTo>
                  <a:pt x="46119" y="57877"/>
                </a:lnTo>
                <a:lnTo>
                  <a:pt x="49399" y="53797"/>
                </a:lnTo>
                <a:lnTo>
                  <a:pt x="52675" y="50096"/>
                </a:lnTo>
                <a:lnTo>
                  <a:pt x="56241" y="46439"/>
                </a:lnTo>
                <a:lnTo>
                  <a:pt x="59750" y="43164"/>
                </a:lnTo>
                <a:lnTo>
                  <a:pt x="63659" y="39876"/>
                </a:lnTo>
                <a:lnTo>
                  <a:pt x="67527" y="36952"/>
                </a:lnTo>
                <a:lnTo>
                  <a:pt x="71475" y="34275"/>
                </a:lnTo>
                <a:lnTo>
                  <a:pt x="75590" y="31788"/>
                </a:lnTo>
                <a:lnTo>
                  <a:pt x="79375" y="29760"/>
                </a:lnTo>
                <a:lnTo>
                  <a:pt x="83738" y="27706"/>
                </a:lnTo>
                <a:lnTo>
                  <a:pt x="88126" y="25943"/>
                </a:lnTo>
                <a:lnTo>
                  <a:pt x="92726" y="24401"/>
                </a:lnTo>
                <a:lnTo>
                  <a:pt x="96955" y="23242"/>
                </a:lnTo>
                <a:lnTo>
                  <a:pt x="101680" y="22236"/>
                </a:lnTo>
                <a:lnTo>
                  <a:pt x="106471" y="21514"/>
                </a:lnTo>
                <a:lnTo>
                  <a:pt x="111266" y="21089"/>
                </a:lnTo>
                <a:lnTo>
                  <a:pt x="116224" y="20949"/>
                </a:lnTo>
                <a:lnTo>
                  <a:pt x="115596" y="0"/>
                </a:lnTo>
                <a:lnTo>
                  <a:pt x="109856" y="182"/>
                </a:lnTo>
                <a:lnTo>
                  <a:pt x="103878" y="712"/>
                </a:lnTo>
                <a:lnTo>
                  <a:pt x="97999" y="1606"/>
                </a:lnTo>
                <a:lnTo>
                  <a:pt x="92203" y="2835"/>
                </a:ln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4B529E-F7BB-427A-812B-B3918B28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083" y="1103711"/>
            <a:ext cx="579863" cy="218287"/>
          </a:xfrm>
          <a:custGeom xmlns:a="http://schemas.openxmlformats.org/drawingml/2006/main">
            <a:pathLst>
              <a:path w="579863" h="218287">
                <a:moveTo>
                  <a:pt x="0" y="35613"/>
                </a:moveTo>
                <a:cubicBezTo>
                  <a:pt x="0" y="16256"/>
                  <a:pt x="16256" y="0"/>
                  <a:pt x="36870" y="419"/>
                </a:cubicBezTo>
                <a:lnTo>
                  <a:pt x="542993" y="419"/>
                </a:lnTo>
                <a:cubicBezTo>
                  <a:pt x="563327" y="0"/>
                  <a:pt x="579584" y="16256"/>
                  <a:pt x="579863" y="35613"/>
                </a:cubicBezTo>
                <a:lnTo>
                  <a:pt x="579863" y="181417"/>
                </a:lnTo>
                <a:cubicBezTo>
                  <a:pt x="579584" y="201611"/>
                  <a:pt x="563327" y="217868"/>
                  <a:pt x="542993" y="218287"/>
                </a:cubicBezTo>
                <a:lnTo>
                  <a:pt x="36870" y="218287"/>
                </a:lnTo>
                <a:cubicBezTo>
                  <a:pt x="16256" y="217868"/>
                  <a:pt x="0" y="201611"/>
                  <a:pt x="0" y="181417"/>
                </a:cubicBezTo>
                <a:lnTo>
                  <a:pt x="0" y="35613"/>
                </a:lnTo>
              </a:path>
            </a:pathLst>
          </a:custGeom>
          <a:solidFill xmlns:a="http://schemas.openxmlformats.org/drawingml/2006/main">
            <a:srgbClr val="FCF3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818C67-F2C0-44B0-B42F-DCECE8AF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609" y="1093236"/>
            <a:ext cx="600532" cy="238816"/>
          </a:xfrm>
          <a:custGeom xmlns:a="http://schemas.openxmlformats.org/drawingml/2006/main">
            <a:pathLst>
              <a:path w="600532" h="238816">
                <a:moveTo>
                  <a:pt x="3673" y="210242"/>
                </a:moveTo>
                <a:lnTo>
                  <a:pt x="5642" y="214348"/>
                </a:lnTo>
                <a:lnTo>
                  <a:pt x="7988" y="218203"/>
                </a:lnTo>
                <a:lnTo>
                  <a:pt x="10684" y="221806"/>
                </a:lnTo>
                <a:lnTo>
                  <a:pt x="13701" y="225116"/>
                </a:lnTo>
                <a:lnTo>
                  <a:pt x="17010" y="228133"/>
                </a:lnTo>
                <a:lnTo>
                  <a:pt x="20614" y="230828"/>
                </a:lnTo>
                <a:lnTo>
                  <a:pt x="24468" y="233174"/>
                </a:lnTo>
                <a:lnTo>
                  <a:pt x="28574" y="235143"/>
                </a:lnTo>
                <a:lnTo>
                  <a:pt x="32876" y="236722"/>
                </a:lnTo>
                <a:lnTo>
                  <a:pt x="37373" y="237881"/>
                </a:lnTo>
                <a:lnTo>
                  <a:pt x="42023" y="238593"/>
                </a:lnTo>
                <a:lnTo>
                  <a:pt x="46520" y="238816"/>
                </a:lnTo>
                <a:lnTo>
                  <a:pt x="554012" y="238816"/>
                </a:lnTo>
                <a:lnTo>
                  <a:pt x="558509" y="238593"/>
                </a:lnTo>
                <a:lnTo>
                  <a:pt x="563160" y="237881"/>
                </a:lnTo>
                <a:lnTo>
                  <a:pt x="567657" y="236722"/>
                </a:lnTo>
                <a:lnTo>
                  <a:pt x="571958" y="235143"/>
                </a:lnTo>
                <a:lnTo>
                  <a:pt x="576064" y="233174"/>
                </a:lnTo>
                <a:lnTo>
                  <a:pt x="579919" y="230828"/>
                </a:lnTo>
                <a:lnTo>
                  <a:pt x="583522" y="228133"/>
                </a:lnTo>
                <a:lnTo>
                  <a:pt x="586832" y="225116"/>
                </a:lnTo>
                <a:lnTo>
                  <a:pt x="589849" y="221806"/>
                </a:lnTo>
                <a:lnTo>
                  <a:pt x="592544" y="218203"/>
                </a:lnTo>
                <a:lnTo>
                  <a:pt x="594890" y="214348"/>
                </a:lnTo>
                <a:lnTo>
                  <a:pt x="596859" y="210242"/>
                </a:lnTo>
                <a:lnTo>
                  <a:pt x="598438" y="205941"/>
                </a:lnTo>
                <a:lnTo>
                  <a:pt x="599597" y="201444"/>
                </a:lnTo>
                <a:lnTo>
                  <a:pt x="600309" y="196793"/>
                </a:lnTo>
                <a:lnTo>
                  <a:pt x="600532" y="192296"/>
                </a:lnTo>
                <a:lnTo>
                  <a:pt x="600532" y="46520"/>
                </a:lnTo>
                <a:lnTo>
                  <a:pt x="600309" y="42023"/>
                </a:lnTo>
                <a:lnTo>
                  <a:pt x="599597" y="37373"/>
                </a:lnTo>
                <a:lnTo>
                  <a:pt x="598438" y="32876"/>
                </a:lnTo>
                <a:lnTo>
                  <a:pt x="596859" y="28574"/>
                </a:lnTo>
                <a:lnTo>
                  <a:pt x="594890" y="24468"/>
                </a:lnTo>
                <a:lnTo>
                  <a:pt x="592544" y="20614"/>
                </a:lnTo>
                <a:lnTo>
                  <a:pt x="589849" y="17010"/>
                </a:lnTo>
                <a:lnTo>
                  <a:pt x="586832" y="13701"/>
                </a:lnTo>
                <a:lnTo>
                  <a:pt x="583522" y="10684"/>
                </a:lnTo>
                <a:lnTo>
                  <a:pt x="579919" y="7988"/>
                </a:lnTo>
                <a:lnTo>
                  <a:pt x="576064" y="5642"/>
                </a:lnTo>
                <a:lnTo>
                  <a:pt x="571958" y="3673"/>
                </a:lnTo>
                <a:lnTo>
                  <a:pt x="567657" y="2095"/>
                </a:lnTo>
                <a:lnTo>
                  <a:pt x="563160" y="936"/>
                </a:lnTo>
                <a:lnTo>
                  <a:pt x="558509" y="223"/>
                </a:lnTo>
                <a:lnTo>
                  <a:pt x="554012" y="0"/>
                </a:lnTo>
                <a:lnTo>
                  <a:pt x="46520" y="0"/>
                </a:lnTo>
                <a:lnTo>
                  <a:pt x="42023" y="223"/>
                </a:lnTo>
                <a:lnTo>
                  <a:pt x="37373" y="936"/>
                </a:lnTo>
                <a:lnTo>
                  <a:pt x="32876" y="2095"/>
                </a:lnTo>
                <a:lnTo>
                  <a:pt x="28574" y="3673"/>
                </a:lnTo>
                <a:lnTo>
                  <a:pt x="24468" y="5642"/>
                </a:lnTo>
                <a:lnTo>
                  <a:pt x="20614" y="7988"/>
                </a:lnTo>
                <a:lnTo>
                  <a:pt x="17010" y="10684"/>
                </a:lnTo>
                <a:lnTo>
                  <a:pt x="13701" y="13701"/>
                </a:lnTo>
                <a:lnTo>
                  <a:pt x="10684" y="17010"/>
                </a:lnTo>
                <a:lnTo>
                  <a:pt x="7988" y="20614"/>
                </a:lnTo>
                <a:lnTo>
                  <a:pt x="5642" y="24468"/>
                </a:lnTo>
                <a:lnTo>
                  <a:pt x="3673" y="28574"/>
                </a:lnTo>
                <a:lnTo>
                  <a:pt x="2095" y="32876"/>
                </a:lnTo>
                <a:lnTo>
                  <a:pt x="936" y="37373"/>
                </a:lnTo>
                <a:lnTo>
                  <a:pt x="223" y="42023"/>
                </a:lnTo>
                <a:lnTo>
                  <a:pt x="0" y="46520"/>
                </a:lnTo>
                <a:lnTo>
                  <a:pt x="0" y="192296"/>
                </a:lnTo>
                <a:lnTo>
                  <a:pt x="223" y="196793"/>
                </a:lnTo>
                <a:lnTo>
                  <a:pt x="936" y="201444"/>
                </a:lnTo>
                <a:lnTo>
                  <a:pt x="2095" y="205941"/>
                </a:lnTo>
                <a:lnTo>
                  <a:pt x="3673" y="210242"/>
                </a:lnTo>
                <a:close/>
                <a:moveTo>
                  <a:pt x="21483" y="41576"/>
                </a:moveTo>
                <a:lnTo>
                  <a:pt x="22114" y="39122"/>
                </a:lnTo>
                <a:lnTo>
                  <a:pt x="23024" y="36651"/>
                </a:lnTo>
                <a:lnTo>
                  <a:pt x="24030" y="34556"/>
                </a:lnTo>
                <a:lnTo>
                  <a:pt x="25383" y="32328"/>
                </a:lnTo>
                <a:lnTo>
                  <a:pt x="26783" y="30448"/>
                </a:lnTo>
                <a:lnTo>
                  <a:pt x="28462" y="28589"/>
                </a:lnTo>
                <a:lnTo>
                  <a:pt x="30458" y="26776"/>
                </a:lnTo>
                <a:lnTo>
                  <a:pt x="32328" y="25383"/>
                </a:lnTo>
                <a:lnTo>
                  <a:pt x="34462" y="24087"/>
                </a:lnTo>
                <a:lnTo>
                  <a:pt x="36671" y="23016"/>
                </a:lnTo>
                <a:lnTo>
                  <a:pt x="39122" y="22114"/>
                </a:lnTo>
                <a:lnTo>
                  <a:pt x="41576" y="21483"/>
                </a:lnTo>
                <a:lnTo>
                  <a:pt x="44194" y="21087"/>
                </a:lnTo>
                <a:lnTo>
                  <a:pt x="47031" y="20949"/>
                </a:lnTo>
                <a:lnTo>
                  <a:pt x="553502" y="20949"/>
                </a:lnTo>
                <a:lnTo>
                  <a:pt x="556339" y="21087"/>
                </a:lnTo>
                <a:lnTo>
                  <a:pt x="558956" y="21483"/>
                </a:lnTo>
                <a:lnTo>
                  <a:pt x="561410" y="22114"/>
                </a:lnTo>
                <a:lnTo>
                  <a:pt x="563812" y="22998"/>
                </a:lnTo>
                <a:lnTo>
                  <a:pt x="566078" y="24092"/>
                </a:lnTo>
                <a:lnTo>
                  <a:pt x="568139" y="25343"/>
                </a:lnTo>
                <a:lnTo>
                  <a:pt x="570086" y="26786"/>
                </a:lnTo>
                <a:lnTo>
                  <a:pt x="572004" y="28528"/>
                </a:lnTo>
                <a:lnTo>
                  <a:pt x="573756" y="30458"/>
                </a:lnTo>
                <a:lnTo>
                  <a:pt x="575149" y="32328"/>
                </a:lnTo>
                <a:lnTo>
                  <a:pt x="576445" y="34462"/>
                </a:lnTo>
                <a:lnTo>
                  <a:pt x="577516" y="36671"/>
                </a:lnTo>
                <a:lnTo>
                  <a:pt x="578419" y="39122"/>
                </a:lnTo>
                <a:lnTo>
                  <a:pt x="579049" y="41576"/>
                </a:lnTo>
                <a:lnTo>
                  <a:pt x="579445" y="44194"/>
                </a:lnTo>
                <a:lnTo>
                  <a:pt x="579584" y="47031"/>
                </a:lnTo>
                <a:lnTo>
                  <a:pt x="579584" y="191786"/>
                </a:lnTo>
                <a:lnTo>
                  <a:pt x="579445" y="194623"/>
                </a:lnTo>
                <a:lnTo>
                  <a:pt x="579049" y="197240"/>
                </a:lnTo>
                <a:lnTo>
                  <a:pt x="578419" y="199694"/>
                </a:lnTo>
                <a:lnTo>
                  <a:pt x="577516" y="202145"/>
                </a:lnTo>
                <a:lnTo>
                  <a:pt x="576445" y="204355"/>
                </a:lnTo>
                <a:lnTo>
                  <a:pt x="575149" y="206489"/>
                </a:lnTo>
                <a:lnTo>
                  <a:pt x="573756" y="208358"/>
                </a:lnTo>
                <a:lnTo>
                  <a:pt x="572004" y="210288"/>
                </a:lnTo>
                <a:lnTo>
                  <a:pt x="570086" y="212030"/>
                </a:lnTo>
                <a:lnTo>
                  <a:pt x="568139" y="213473"/>
                </a:lnTo>
                <a:lnTo>
                  <a:pt x="566078" y="214725"/>
                </a:lnTo>
                <a:lnTo>
                  <a:pt x="563812" y="215818"/>
                </a:lnTo>
                <a:lnTo>
                  <a:pt x="561410" y="216703"/>
                </a:lnTo>
                <a:lnTo>
                  <a:pt x="558956" y="217333"/>
                </a:lnTo>
                <a:lnTo>
                  <a:pt x="556339" y="217729"/>
                </a:lnTo>
                <a:lnTo>
                  <a:pt x="553502" y="217868"/>
                </a:lnTo>
                <a:lnTo>
                  <a:pt x="47031" y="217868"/>
                </a:lnTo>
                <a:lnTo>
                  <a:pt x="44194" y="217729"/>
                </a:lnTo>
                <a:lnTo>
                  <a:pt x="41576" y="217333"/>
                </a:lnTo>
                <a:lnTo>
                  <a:pt x="39122" y="216703"/>
                </a:lnTo>
                <a:lnTo>
                  <a:pt x="36671" y="215800"/>
                </a:lnTo>
                <a:lnTo>
                  <a:pt x="34462" y="214729"/>
                </a:lnTo>
                <a:lnTo>
                  <a:pt x="32328" y="213433"/>
                </a:lnTo>
                <a:lnTo>
                  <a:pt x="30458" y="212040"/>
                </a:lnTo>
                <a:lnTo>
                  <a:pt x="28462" y="210228"/>
                </a:lnTo>
                <a:lnTo>
                  <a:pt x="26783" y="208368"/>
                </a:lnTo>
                <a:lnTo>
                  <a:pt x="25383" y="206489"/>
                </a:lnTo>
                <a:lnTo>
                  <a:pt x="24030" y="204260"/>
                </a:lnTo>
                <a:lnTo>
                  <a:pt x="23024" y="202165"/>
                </a:lnTo>
                <a:lnTo>
                  <a:pt x="22114" y="199694"/>
                </a:lnTo>
                <a:lnTo>
                  <a:pt x="21483" y="197240"/>
                </a:lnTo>
                <a:lnTo>
                  <a:pt x="21087" y="194623"/>
                </a:lnTo>
                <a:lnTo>
                  <a:pt x="20949" y="191786"/>
                </a:lnTo>
                <a:lnTo>
                  <a:pt x="20949" y="47031"/>
                </a:lnTo>
                <a:lnTo>
                  <a:pt x="21087" y="44194"/>
                </a:lnTo>
                <a:lnTo>
                  <a:pt x="21483" y="41576"/>
                </a:lnTo>
                <a:close/>
              </a:path>
            </a:pathLst>
          </a:custGeom>
          <a:solidFill xmlns:a="http://schemas.openxmlformats.org/drawingml/2006/main">
            <a:srgbClr val="FC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y">
            <a:extLst xmlns:a="http://schemas.openxmlformats.org/drawingml/2006/main">
              <a:ext uri="{FF2B5EF4-FFF2-40B4-BE49-F238E27FC236}">
                <a16:creationId xmlns:a16="http://schemas.microsoft.com/office/drawing/2014/main" id="{530C4C64-FEC1-4108-8DCC-B7E3C2F6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42" y="1129914"/>
            <a:ext cx="98493" cy="155213"/>
          </a:xfrm>
          <a:custGeom xmlns:a="http://schemas.openxmlformats.org/drawingml/2006/main">
            <a:pathLst>
              <a:path w="98493" h="155213">
                <a:moveTo>
                  <a:pt x="97248" y="14165"/>
                </a:moveTo>
                <a:lnTo>
                  <a:pt x="64097" y="85840"/>
                </a:lnTo>
                <a:cubicBezTo>
                  <a:pt x="55922" y="103280"/>
                  <a:pt x="49662" y="117876"/>
                  <a:pt x="45319" y="129629"/>
                </a:cubicBezTo>
                <a:lnTo>
                  <a:pt x="38995" y="148219"/>
                </a:lnTo>
                <a:cubicBezTo>
                  <a:pt x="37334" y="152882"/>
                  <a:pt x="34460" y="155213"/>
                  <a:pt x="30372" y="155213"/>
                </a:cubicBezTo>
                <a:cubicBezTo>
                  <a:pt x="27689" y="155213"/>
                  <a:pt x="25374" y="154330"/>
                  <a:pt x="23426" y="152564"/>
                </a:cubicBezTo>
                <a:cubicBezTo>
                  <a:pt x="21478" y="150799"/>
                  <a:pt x="20504" y="148601"/>
                  <a:pt x="20504" y="145968"/>
                </a:cubicBezTo>
                <a:cubicBezTo>
                  <a:pt x="20504" y="139548"/>
                  <a:pt x="27402" y="121078"/>
                  <a:pt x="41199" y="90556"/>
                </a:cubicBezTo>
                <a:lnTo>
                  <a:pt x="6898" y="24453"/>
                </a:lnTo>
                <a:lnTo>
                  <a:pt x="2587" y="17447"/>
                </a:lnTo>
                <a:cubicBezTo>
                  <a:pt x="862" y="14504"/>
                  <a:pt x="0" y="12042"/>
                  <a:pt x="0" y="10060"/>
                </a:cubicBezTo>
                <a:cubicBezTo>
                  <a:pt x="0" y="7441"/>
                  <a:pt x="1006" y="5142"/>
                  <a:pt x="3018" y="3162"/>
                </a:cubicBezTo>
                <a:cubicBezTo>
                  <a:pt x="5030" y="1182"/>
                  <a:pt x="7282" y="192"/>
                  <a:pt x="9773" y="192"/>
                </a:cubicBezTo>
                <a:cubicBezTo>
                  <a:pt x="12711" y="192"/>
                  <a:pt x="14978" y="1309"/>
                  <a:pt x="16575" y="3545"/>
                </a:cubicBezTo>
                <a:cubicBezTo>
                  <a:pt x="27434" y="18641"/>
                  <a:pt x="39091" y="40134"/>
                  <a:pt x="51546" y="68023"/>
                </a:cubicBezTo>
                <a:lnTo>
                  <a:pt x="65726" y="34866"/>
                </a:lnTo>
                <a:cubicBezTo>
                  <a:pt x="70836" y="23427"/>
                  <a:pt x="75754" y="13593"/>
                  <a:pt x="80481" y="5365"/>
                </a:cubicBezTo>
                <a:cubicBezTo>
                  <a:pt x="82525" y="1788"/>
                  <a:pt x="85208" y="0"/>
                  <a:pt x="88529" y="0"/>
                </a:cubicBezTo>
                <a:cubicBezTo>
                  <a:pt x="91148" y="0"/>
                  <a:pt x="93463" y="925"/>
                  <a:pt x="95475" y="2776"/>
                </a:cubicBezTo>
                <a:cubicBezTo>
                  <a:pt x="97487" y="4626"/>
                  <a:pt x="98493" y="6828"/>
                  <a:pt x="98493" y="9380"/>
                </a:cubicBezTo>
                <a:cubicBezTo>
                  <a:pt x="98493" y="10784"/>
                  <a:pt x="98078" y="12379"/>
                  <a:pt x="97248" y="14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1">
            <a:extLst xmlns:a="http://schemas.openxmlformats.org/drawingml/2006/main">
              <a:ext uri="{FF2B5EF4-FFF2-40B4-BE49-F238E27FC236}">
                <a16:creationId xmlns:a16="http://schemas.microsoft.com/office/drawing/2014/main" id="{F60A1BAA-EDA8-4DB7-8982-3D8F8B23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81" y="1171157"/>
            <a:ext cx="39902" cy="96931"/>
          </a:xfrm>
          <a:custGeom xmlns:a="http://schemas.openxmlformats.org/drawingml/2006/main">
            <a:pathLst>
              <a:path w="39902" h="96931">
                <a:moveTo>
                  <a:pt x="33882" y="96931"/>
                </a:moveTo>
                <a:lnTo>
                  <a:pt x="21533" y="96931"/>
                </a:lnTo>
                <a:lnTo>
                  <a:pt x="9246" y="96868"/>
                </a:lnTo>
                <a:cubicBezTo>
                  <a:pt x="6350" y="96868"/>
                  <a:pt x="4323" y="96682"/>
                  <a:pt x="3165" y="96310"/>
                </a:cubicBezTo>
                <a:cubicBezTo>
                  <a:pt x="1055" y="95565"/>
                  <a:pt x="0" y="93993"/>
                  <a:pt x="0" y="91594"/>
                </a:cubicBezTo>
                <a:cubicBezTo>
                  <a:pt x="0" y="87415"/>
                  <a:pt x="3248" y="85326"/>
                  <a:pt x="9743" y="85326"/>
                </a:cubicBezTo>
                <a:lnTo>
                  <a:pt x="12721" y="85388"/>
                </a:lnTo>
                <a:lnTo>
                  <a:pt x="15266" y="85512"/>
                </a:lnTo>
                <a:cubicBezTo>
                  <a:pt x="15266" y="83523"/>
                  <a:pt x="15090" y="80580"/>
                  <a:pt x="14738" y="76685"/>
                </a:cubicBezTo>
                <a:cubicBezTo>
                  <a:pt x="14387" y="72788"/>
                  <a:pt x="14211" y="69866"/>
                  <a:pt x="14211" y="67918"/>
                </a:cubicBezTo>
                <a:cubicBezTo>
                  <a:pt x="14211" y="62653"/>
                  <a:pt x="14686" y="54653"/>
                  <a:pt x="15638" y="43918"/>
                </a:cubicBezTo>
                <a:cubicBezTo>
                  <a:pt x="16548" y="33349"/>
                  <a:pt x="16982" y="25329"/>
                  <a:pt x="16941" y="19858"/>
                </a:cubicBezTo>
                <a:cubicBezTo>
                  <a:pt x="11398" y="24160"/>
                  <a:pt x="7860" y="26311"/>
                  <a:pt x="6330" y="26311"/>
                </a:cubicBezTo>
                <a:cubicBezTo>
                  <a:pt x="4675" y="26311"/>
                  <a:pt x="3237" y="25691"/>
                  <a:pt x="2017" y="24450"/>
                </a:cubicBezTo>
                <a:cubicBezTo>
                  <a:pt x="796" y="23209"/>
                  <a:pt x="186" y="21781"/>
                  <a:pt x="186" y="20168"/>
                </a:cubicBezTo>
                <a:cubicBezTo>
                  <a:pt x="186" y="18224"/>
                  <a:pt x="1965" y="15865"/>
                  <a:pt x="5523" y="13094"/>
                </a:cubicBezTo>
                <a:cubicBezTo>
                  <a:pt x="7757" y="11522"/>
                  <a:pt x="10922" y="8998"/>
                  <a:pt x="15017" y="5523"/>
                </a:cubicBezTo>
                <a:cubicBezTo>
                  <a:pt x="18658" y="1841"/>
                  <a:pt x="22133" y="0"/>
                  <a:pt x="25443" y="0"/>
                </a:cubicBezTo>
                <a:cubicBezTo>
                  <a:pt x="28215" y="0"/>
                  <a:pt x="29600" y="1595"/>
                  <a:pt x="29600" y="4786"/>
                </a:cubicBezTo>
                <a:cubicBezTo>
                  <a:pt x="29600" y="5739"/>
                  <a:pt x="29476" y="7158"/>
                  <a:pt x="29228" y="9043"/>
                </a:cubicBezTo>
                <a:cubicBezTo>
                  <a:pt x="28980" y="10928"/>
                  <a:pt x="28856" y="12346"/>
                  <a:pt x="28856" y="13299"/>
                </a:cubicBezTo>
                <a:cubicBezTo>
                  <a:pt x="28856" y="14667"/>
                  <a:pt x="28928" y="16739"/>
                  <a:pt x="29073" y="19514"/>
                </a:cubicBezTo>
                <a:cubicBezTo>
                  <a:pt x="29218" y="22290"/>
                  <a:pt x="29290" y="24361"/>
                  <a:pt x="29290" y="25728"/>
                </a:cubicBezTo>
                <a:cubicBezTo>
                  <a:pt x="29290" y="30452"/>
                  <a:pt x="28794" y="37496"/>
                  <a:pt x="27801" y="46860"/>
                </a:cubicBezTo>
                <a:cubicBezTo>
                  <a:pt x="26808" y="56222"/>
                  <a:pt x="26311" y="63244"/>
                  <a:pt x="26311" y="67925"/>
                </a:cubicBezTo>
                <a:cubicBezTo>
                  <a:pt x="26311" y="70329"/>
                  <a:pt x="26477" y="73250"/>
                  <a:pt x="26808" y="76689"/>
                </a:cubicBezTo>
                <a:cubicBezTo>
                  <a:pt x="27139" y="80128"/>
                  <a:pt x="27325" y="82945"/>
                  <a:pt x="27366" y="85140"/>
                </a:cubicBezTo>
                <a:lnTo>
                  <a:pt x="33882" y="85016"/>
                </a:lnTo>
                <a:cubicBezTo>
                  <a:pt x="35620" y="85016"/>
                  <a:pt x="37057" y="85585"/>
                  <a:pt x="38195" y="86722"/>
                </a:cubicBezTo>
                <a:cubicBezTo>
                  <a:pt x="39333" y="87860"/>
                  <a:pt x="39902" y="89277"/>
                  <a:pt x="39902" y="90973"/>
                </a:cubicBezTo>
                <a:cubicBezTo>
                  <a:pt x="39902" y="92711"/>
                  <a:pt x="39333" y="94138"/>
                  <a:pt x="38195" y="95255"/>
                </a:cubicBezTo>
                <a:cubicBezTo>
                  <a:pt x="37057" y="96372"/>
                  <a:pt x="35620" y="96931"/>
                  <a:pt x="33882" y="969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1CE44E-25CE-45AB-AAB6-C6315ED6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435" y="1355515"/>
            <a:ext cx="574835" cy="232951"/>
          </a:xfrm>
          <a:custGeom xmlns:a="http://schemas.openxmlformats.org/drawingml/2006/main">
            <a:pathLst>
              <a:path w="574835" h="232951">
                <a:moveTo>
                  <a:pt x="0" y="38546"/>
                </a:moveTo>
                <a:cubicBezTo>
                  <a:pt x="140" y="17625"/>
                  <a:pt x="17485" y="279"/>
                  <a:pt x="38546" y="0"/>
                </a:cubicBezTo>
                <a:lnTo>
                  <a:pt x="534614" y="0"/>
                </a:lnTo>
                <a:cubicBezTo>
                  <a:pt x="556791" y="279"/>
                  <a:pt x="574137" y="17625"/>
                  <a:pt x="574835" y="38546"/>
                </a:cubicBezTo>
                <a:lnTo>
                  <a:pt x="574835" y="194405"/>
                </a:lnTo>
                <a:cubicBezTo>
                  <a:pt x="574137" y="215465"/>
                  <a:pt x="556791" y="232811"/>
                  <a:pt x="534614" y="232951"/>
                </a:cubicBezTo>
                <a:lnTo>
                  <a:pt x="38546" y="232951"/>
                </a:lnTo>
                <a:cubicBezTo>
                  <a:pt x="17485" y="232811"/>
                  <a:pt x="140" y="215465"/>
                  <a:pt x="0" y="194405"/>
                </a:cubicBezTo>
                <a:lnTo>
                  <a:pt x="0" y="38546"/>
                </a:lnTo>
              </a:path>
            </a:pathLst>
          </a:custGeom>
          <a:solidFill xmlns:a="http://schemas.openxmlformats.org/drawingml/2006/main">
            <a:srgbClr val="ECF5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B69AD-6D8C-4206-AA69-29EB4344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100" y="1345320"/>
            <a:ext cx="594946" cy="253481"/>
          </a:xfrm>
          <a:custGeom xmlns:a="http://schemas.openxmlformats.org/drawingml/2006/main">
            <a:pathLst>
              <a:path w="594946" h="253481">
                <a:moveTo>
                  <a:pt x="3855" y="223412"/>
                </a:moveTo>
                <a:lnTo>
                  <a:pt x="5935" y="227727"/>
                </a:lnTo>
                <a:lnTo>
                  <a:pt x="8407" y="231792"/>
                </a:lnTo>
                <a:lnTo>
                  <a:pt x="11243" y="235576"/>
                </a:lnTo>
                <a:lnTo>
                  <a:pt x="14413" y="239068"/>
                </a:lnTo>
                <a:lnTo>
                  <a:pt x="17904" y="242238"/>
                </a:lnTo>
                <a:lnTo>
                  <a:pt x="21689" y="245073"/>
                </a:lnTo>
                <a:lnTo>
                  <a:pt x="25753" y="247545"/>
                </a:lnTo>
                <a:lnTo>
                  <a:pt x="30069" y="249626"/>
                </a:lnTo>
                <a:lnTo>
                  <a:pt x="34593" y="251274"/>
                </a:lnTo>
                <a:lnTo>
                  <a:pt x="39314" y="252489"/>
                </a:lnTo>
                <a:lnTo>
                  <a:pt x="44216" y="253243"/>
                </a:lnTo>
                <a:lnTo>
                  <a:pt x="48964" y="253481"/>
                </a:lnTo>
                <a:lnTo>
                  <a:pt x="545982" y="253481"/>
                </a:lnTo>
                <a:lnTo>
                  <a:pt x="550730" y="253243"/>
                </a:lnTo>
                <a:lnTo>
                  <a:pt x="555632" y="252489"/>
                </a:lnTo>
                <a:lnTo>
                  <a:pt x="560353" y="251274"/>
                </a:lnTo>
                <a:lnTo>
                  <a:pt x="564878" y="249626"/>
                </a:lnTo>
                <a:lnTo>
                  <a:pt x="569193" y="247545"/>
                </a:lnTo>
                <a:lnTo>
                  <a:pt x="573257" y="245073"/>
                </a:lnTo>
                <a:lnTo>
                  <a:pt x="577042" y="242238"/>
                </a:lnTo>
                <a:lnTo>
                  <a:pt x="580533" y="239068"/>
                </a:lnTo>
                <a:lnTo>
                  <a:pt x="583704" y="235576"/>
                </a:lnTo>
                <a:lnTo>
                  <a:pt x="586539" y="231792"/>
                </a:lnTo>
                <a:lnTo>
                  <a:pt x="589011" y="227727"/>
                </a:lnTo>
                <a:lnTo>
                  <a:pt x="591092" y="223412"/>
                </a:lnTo>
                <a:lnTo>
                  <a:pt x="592740" y="218887"/>
                </a:lnTo>
                <a:lnTo>
                  <a:pt x="593955" y="214167"/>
                </a:lnTo>
                <a:lnTo>
                  <a:pt x="594709" y="209265"/>
                </a:lnTo>
                <a:lnTo>
                  <a:pt x="594946" y="204516"/>
                </a:lnTo>
                <a:lnTo>
                  <a:pt x="594946" y="48964"/>
                </a:lnTo>
                <a:lnTo>
                  <a:pt x="594709" y="44216"/>
                </a:lnTo>
                <a:lnTo>
                  <a:pt x="593955" y="39314"/>
                </a:lnTo>
                <a:lnTo>
                  <a:pt x="592740" y="34593"/>
                </a:lnTo>
                <a:lnTo>
                  <a:pt x="591092" y="30069"/>
                </a:lnTo>
                <a:lnTo>
                  <a:pt x="589011" y="25753"/>
                </a:lnTo>
                <a:lnTo>
                  <a:pt x="586539" y="21689"/>
                </a:lnTo>
                <a:lnTo>
                  <a:pt x="583704" y="17904"/>
                </a:lnTo>
                <a:lnTo>
                  <a:pt x="580533" y="14413"/>
                </a:lnTo>
                <a:lnTo>
                  <a:pt x="577042" y="11243"/>
                </a:lnTo>
                <a:lnTo>
                  <a:pt x="573257" y="8407"/>
                </a:lnTo>
                <a:lnTo>
                  <a:pt x="569193" y="5935"/>
                </a:lnTo>
                <a:lnTo>
                  <a:pt x="564878" y="3855"/>
                </a:lnTo>
                <a:lnTo>
                  <a:pt x="560353" y="2207"/>
                </a:lnTo>
                <a:lnTo>
                  <a:pt x="555632" y="992"/>
                </a:lnTo>
                <a:lnTo>
                  <a:pt x="550730" y="237"/>
                </a:lnTo>
                <a:lnTo>
                  <a:pt x="545982" y="0"/>
                </a:lnTo>
                <a:lnTo>
                  <a:pt x="48964" y="0"/>
                </a:lnTo>
                <a:lnTo>
                  <a:pt x="44216" y="237"/>
                </a:lnTo>
                <a:lnTo>
                  <a:pt x="39314" y="992"/>
                </a:lnTo>
                <a:lnTo>
                  <a:pt x="34593" y="2207"/>
                </a:lnTo>
                <a:lnTo>
                  <a:pt x="30069" y="3855"/>
                </a:lnTo>
                <a:lnTo>
                  <a:pt x="25753" y="5935"/>
                </a:lnTo>
                <a:lnTo>
                  <a:pt x="21689" y="8407"/>
                </a:lnTo>
                <a:lnTo>
                  <a:pt x="17904" y="11243"/>
                </a:lnTo>
                <a:lnTo>
                  <a:pt x="14413" y="14413"/>
                </a:lnTo>
                <a:lnTo>
                  <a:pt x="11243" y="17904"/>
                </a:lnTo>
                <a:lnTo>
                  <a:pt x="8407" y="21689"/>
                </a:lnTo>
                <a:lnTo>
                  <a:pt x="5935" y="25753"/>
                </a:lnTo>
                <a:lnTo>
                  <a:pt x="3855" y="30069"/>
                </a:lnTo>
                <a:lnTo>
                  <a:pt x="2207" y="34593"/>
                </a:lnTo>
                <a:lnTo>
                  <a:pt x="992" y="39314"/>
                </a:lnTo>
                <a:lnTo>
                  <a:pt x="237" y="44216"/>
                </a:lnTo>
                <a:lnTo>
                  <a:pt x="0" y="48964"/>
                </a:lnTo>
                <a:lnTo>
                  <a:pt x="0" y="204516"/>
                </a:lnTo>
                <a:lnTo>
                  <a:pt x="237" y="209265"/>
                </a:lnTo>
                <a:lnTo>
                  <a:pt x="992" y="214167"/>
                </a:lnTo>
                <a:lnTo>
                  <a:pt x="2207" y="218887"/>
                </a:lnTo>
                <a:lnTo>
                  <a:pt x="3855" y="223412"/>
                </a:lnTo>
                <a:close/>
                <a:moveTo>
                  <a:pt x="21538" y="43533"/>
                </a:moveTo>
                <a:lnTo>
                  <a:pt x="22232" y="40818"/>
                </a:lnTo>
                <a:lnTo>
                  <a:pt x="23163" y="38266"/>
                </a:lnTo>
                <a:lnTo>
                  <a:pt x="24384" y="35741"/>
                </a:lnTo>
                <a:lnTo>
                  <a:pt x="25761" y="33472"/>
                </a:lnTo>
                <a:lnTo>
                  <a:pt x="27397" y="31270"/>
                </a:lnTo>
                <a:lnTo>
                  <a:pt x="29241" y="29241"/>
                </a:lnTo>
                <a:lnTo>
                  <a:pt x="31270" y="27397"/>
                </a:lnTo>
                <a:lnTo>
                  <a:pt x="33472" y="25761"/>
                </a:lnTo>
                <a:lnTo>
                  <a:pt x="35741" y="24384"/>
                </a:lnTo>
                <a:lnTo>
                  <a:pt x="38266" y="23163"/>
                </a:lnTo>
                <a:lnTo>
                  <a:pt x="40818" y="22232"/>
                </a:lnTo>
                <a:lnTo>
                  <a:pt x="43530" y="21539"/>
                </a:lnTo>
                <a:lnTo>
                  <a:pt x="46414" y="21100"/>
                </a:lnTo>
                <a:lnTo>
                  <a:pt x="49477" y="20949"/>
                </a:lnTo>
                <a:lnTo>
                  <a:pt x="545469" y="20949"/>
                </a:lnTo>
                <a:lnTo>
                  <a:pt x="548551" y="21101"/>
                </a:lnTo>
                <a:lnTo>
                  <a:pt x="551414" y="21538"/>
                </a:lnTo>
                <a:lnTo>
                  <a:pt x="554128" y="22232"/>
                </a:lnTo>
                <a:lnTo>
                  <a:pt x="556680" y="23163"/>
                </a:lnTo>
                <a:lnTo>
                  <a:pt x="559205" y="24384"/>
                </a:lnTo>
                <a:lnTo>
                  <a:pt x="561475" y="25761"/>
                </a:lnTo>
                <a:lnTo>
                  <a:pt x="563676" y="27397"/>
                </a:lnTo>
                <a:lnTo>
                  <a:pt x="565705" y="29241"/>
                </a:lnTo>
                <a:lnTo>
                  <a:pt x="567549" y="31270"/>
                </a:lnTo>
                <a:lnTo>
                  <a:pt x="569185" y="33472"/>
                </a:lnTo>
                <a:lnTo>
                  <a:pt x="570563" y="35741"/>
                </a:lnTo>
                <a:lnTo>
                  <a:pt x="571784" y="38266"/>
                </a:lnTo>
                <a:lnTo>
                  <a:pt x="572714" y="40818"/>
                </a:lnTo>
                <a:lnTo>
                  <a:pt x="573408" y="43533"/>
                </a:lnTo>
                <a:lnTo>
                  <a:pt x="573845" y="46396"/>
                </a:lnTo>
                <a:lnTo>
                  <a:pt x="573997" y="49477"/>
                </a:lnTo>
                <a:lnTo>
                  <a:pt x="573997" y="204003"/>
                </a:lnTo>
                <a:lnTo>
                  <a:pt x="573845" y="207085"/>
                </a:lnTo>
                <a:lnTo>
                  <a:pt x="573408" y="209948"/>
                </a:lnTo>
                <a:lnTo>
                  <a:pt x="572714" y="212662"/>
                </a:lnTo>
                <a:lnTo>
                  <a:pt x="571784" y="215214"/>
                </a:lnTo>
                <a:lnTo>
                  <a:pt x="570563" y="217740"/>
                </a:lnTo>
                <a:lnTo>
                  <a:pt x="569185" y="220009"/>
                </a:lnTo>
                <a:lnTo>
                  <a:pt x="567549" y="222211"/>
                </a:lnTo>
                <a:lnTo>
                  <a:pt x="565705" y="224240"/>
                </a:lnTo>
                <a:lnTo>
                  <a:pt x="563676" y="226084"/>
                </a:lnTo>
                <a:lnTo>
                  <a:pt x="561475" y="227720"/>
                </a:lnTo>
                <a:lnTo>
                  <a:pt x="559205" y="229097"/>
                </a:lnTo>
                <a:lnTo>
                  <a:pt x="556680" y="230318"/>
                </a:lnTo>
                <a:lnTo>
                  <a:pt x="554128" y="231249"/>
                </a:lnTo>
                <a:lnTo>
                  <a:pt x="551414" y="231943"/>
                </a:lnTo>
                <a:lnTo>
                  <a:pt x="548551" y="232380"/>
                </a:lnTo>
                <a:lnTo>
                  <a:pt x="545469" y="232532"/>
                </a:lnTo>
                <a:lnTo>
                  <a:pt x="49477" y="232532"/>
                </a:lnTo>
                <a:lnTo>
                  <a:pt x="46414" y="232381"/>
                </a:lnTo>
                <a:lnTo>
                  <a:pt x="43530" y="231942"/>
                </a:lnTo>
                <a:lnTo>
                  <a:pt x="40818" y="231249"/>
                </a:lnTo>
                <a:lnTo>
                  <a:pt x="38266" y="230318"/>
                </a:lnTo>
                <a:lnTo>
                  <a:pt x="35741" y="229097"/>
                </a:lnTo>
                <a:lnTo>
                  <a:pt x="33472" y="227720"/>
                </a:lnTo>
                <a:lnTo>
                  <a:pt x="31270" y="226084"/>
                </a:lnTo>
                <a:lnTo>
                  <a:pt x="29241" y="224240"/>
                </a:lnTo>
                <a:lnTo>
                  <a:pt x="27397" y="222211"/>
                </a:lnTo>
                <a:lnTo>
                  <a:pt x="25761" y="220009"/>
                </a:lnTo>
                <a:lnTo>
                  <a:pt x="24384" y="217740"/>
                </a:lnTo>
                <a:lnTo>
                  <a:pt x="23163" y="215214"/>
                </a:lnTo>
                <a:lnTo>
                  <a:pt x="22232" y="212662"/>
                </a:lnTo>
                <a:lnTo>
                  <a:pt x="21538" y="209948"/>
                </a:lnTo>
                <a:lnTo>
                  <a:pt x="21101" y="207085"/>
                </a:lnTo>
                <a:lnTo>
                  <a:pt x="20949" y="204003"/>
                </a:lnTo>
                <a:lnTo>
                  <a:pt x="20949" y="49477"/>
                </a:lnTo>
                <a:lnTo>
                  <a:pt x="21101" y="46396"/>
                </a:lnTo>
                <a:lnTo>
                  <a:pt x="21538" y="43533"/>
                </a:lnTo>
                <a:close/>
              </a:path>
            </a:pathLst>
          </a:custGeom>
          <a:solidFill xmlns:a="http://schemas.openxmlformats.org/drawingml/2006/main">
            <a:srgbClr val="AAD1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y">
            <a:extLst xmlns:a="http://schemas.openxmlformats.org/drawingml/2006/main">
              <a:ext uri="{FF2B5EF4-FFF2-40B4-BE49-F238E27FC236}">
                <a16:creationId xmlns:a16="http://schemas.microsoft.com/office/drawing/2014/main" id="{D396073C-56E7-4964-B49D-8290A0A4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292" y="1405768"/>
            <a:ext cx="98493" cy="155213"/>
          </a:xfrm>
          <a:custGeom xmlns:a="http://schemas.openxmlformats.org/drawingml/2006/main">
            <a:pathLst>
              <a:path w="98493" h="155213">
                <a:moveTo>
                  <a:pt x="97248" y="14165"/>
                </a:moveTo>
                <a:lnTo>
                  <a:pt x="64097" y="85840"/>
                </a:lnTo>
                <a:cubicBezTo>
                  <a:pt x="55922" y="103280"/>
                  <a:pt x="49662" y="117876"/>
                  <a:pt x="45319" y="129629"/>
                </a:cubicBezTo>
                <a:lnTo>
                  <a:pt x="38995" y="148219"/>
                </a:lnTo>
                <a:cubicBezTo>
                  <a:pt x="37334" y="152882"/>
                  <a:pt x="34460" y="155213"/>
                  <a:pt x="30372" y="155213"/>
                </a:cubicBezTo>
                <a:cubicBezTo>
                  <a:pt x="27689" y="155213"/>
                  <a:pt x="25374" y="154330"/>
                  <a:pt x="23426" y="152564"/>
                </a:cubicBezTo>
                <a:cubicBezTo>
                  <a:pt x="21478" y="150799"/>
                  <a:pt x="20504" y="148601"/>
                  <a:pt x="20504" y="145968"/>
                </a:cubicBezTo>
                <a:cubicBezTo>
                  <a:pt x="20504" y="139548"/>
                  <a:pt x="27402" y="121078"/>
                  <a:pt x="41199" y="90556"/>
                </a:cubicBezTo>
                <a:lnTo>
                  <a:pt x="6898" y="24453"/>
                </a:lnTo>
                <a:lnTo>
                  <a:pt x="2587" y="17447"/>
                </a:lnTo>
                <a:cubicBezTo>
                  <a:pt x="862" y="14504"/>
                  <a:pt x="0" y="12042"/>
                  <a:pt x="0" y="10060"/>
                </a:cubicBezTo>
                <a:cubicBezTo>
                  <a:pt x="0" y="7441"/>
                  <a:pt x="1006" y="5142"/>
                  <a:pt x="3018" y="3162"/>
                </a:cubicBezTo>
                <a:cubicBezTo>
                  <a:pt x="5030" y="1182"/>
                  <a:pt x="7282" y="192"/>
                  <a:pt x="9773" y="192"/>
                </a:cubicBezTo>
                <a:cubicBezTo>
                  <a:pt x="12711" y="192"/>
                  <a:pt x="14978" y="1309"/>
                  <a:pt x="16575" y="3545"/>
                </a:cubicBezTo>
                <a:cubicBezTo>
                  <a:pt x="27434" y="18641"/>
                  <a:pt x="39091" y="40134"/>
                  <a:pt x="51546" y="68023"/>
                </a:cubicBezTo>
                <a:lnTo>
                  <a:pt x="65726" y="34866"/>
                </a:lnTo>
                <a:cubicBezTo>
                  <a:pt x="70836" y="23427"/>
                  <a:pt x="75754" y="13593"/>
                  <a:pt x="80481" y="5365"/>
                </a:cubicBezTo>
                <a:cubicBezTo>
                  <a:pt x="82525" y="1788"/>
                  <a:pt x="85208" y="0"/>
                  <a:pt x="88529" y="0"/>
                </a:cubicBezTo>
                <a:cubicBezTo>
                  <a:pt x="91148" y="0"/>
                  <a:pt x="93463" y="925"/>
                  <a:pt x="95475" y="2776"/>
                </a:cubicBezTo>
                <a:cubicBezTo>
                  <a:pt x="97487" y="4626"/>
                  <a:pt x="98493" y="6828"/>
                  <a:pt x="98493" y="9380"/>
                </a:cubicBezTo>
                <a:cubicBezTo>
                  <a:pt x="98493" y="10784"/>
                  <a:pt x="98078" y="12379"/>
                  <a:pt x="97248" y="14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2">
            <a:extLst xmlns:a="http://schemas.openxmlformats.org/drawingml/2006/main">
              <a:ext uri="{FF2B5EF4-FFF2-40B4-BE49-F238E27FC236}">
                <a16:creationId xmlns:a16="http://schemas.microsoft.com/office/drawing/2014/main" id="{264CB3E8-00C0-46CB-A7F3-A2C103A5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8803" y="1448500"/>
            <a:ext cx="58208" cy="95565"/>
          </a:xfrm>
          <a:custGeom xmlns:a="http://schemas.openxmlformats.org/drawingml/2006/main">
            <a:pathLst>
              <a:path w="58208" h="95565">
                <a:moveTo>
                  <a:pt x="52375" y="95441"/>
                </a:moveTo>
                <a:cubicBezTo>
                  <a:pt x="51340" y="95441"/>
                  <a:pt x="49882" y="95110"/>
                  <a:pt x="48000" y="94448"/>
                </a:cubicBezTo>
                <a:cubicBezTo>
                  <a:pt x="46117" y="93786"/>
                  <a:pt x="44680" y="93455"/>
                  <a:pt x="43687" y="93455"/>
                </a:cubicBezTo>
                <a:cubicBezTo>
                  <a:pt x="41577" y="93455"/>
                  <a:pt x="38412" y="93587"/>
                  <a:pt x="34193" y="93851"/>
                </a:cubicBezTo>
                <a:cubicBezTo>
                  <a:pt x="29973" y="94115"/>
                  <a:pt x="26787" y="94247"/>
                  <a:pt x="24636" y="94247"/>
                </a:cubicBezTo>
                <a:cubicBezTo>
                  <a:pt x="23023" y="94247"/>
                  <a:pt x="20633" y="94466"/>
                  <a:pt x="17469" y="94906"/>
                </a:cubicBezTo>
                <a:cubicBezTo>
                  <a:pt x="14304" y="95346"/>
                  <a:pt x="11915" y="95565"/>
                  <a:pt x="10301" y="95565"/>
                </a:cubicBezTo>
                <a:cubicBezTo>
                  <a:pt x="9846" y="95565"/>
                  <a:pt x="9184" y="95483"/>
                  <a:pt x="8315" y="95317"/>
                </a:cubicBezTo>
                <a:cubicBezTo>
                  <a:pt x="7447" y="95152"/>
                  <a:pt x="6785" y="95069"/>
                  <a:pt x="6330" y="95069"/>
                </a:cubicBezTo>
                <a:cubicBezTo>
                  <a:pt x="3475" y="95069"/>
                  <a:pt x="1613" y="93682"/>
                  <a:pt x="745" y="90907"/>
                </a:cubicBezTo>
                <a:cubicBezTo>
                  <a:pt x="248" y="89458"/>
                  <a:pt x="0" y="86974"/>
                  <a:pt x="0" y="83455"/>
                </a:cubicBezTo>
                <a:cubicBezTo>
                  <a:pt x="0" y="73809"/>
                  <a:pt x="2627" y="66046"/>
                  <a:pt x="7881" y="60167"/>
                </a:cubicBezTo>
                <a:cubicBezTo>
                  <a:pt x="10281" y="57476"/>
                  <a:pt x="16755" y="52509"/>
                  <a:pt x="27304" y="45264"/>
                </a:cubicBezTo>
                <a:cubicBezTo>
                  <a:pt x="33220" y="41205"/>
                  <a:pt x="37171" y="38038"/>
                  <a:pt x="39157" y="35761"/>
                </a:cubicBezTo>
                <a:cubicBezTo>
                  <a:pt x="42715" y="31787"/>
                  <a:pt x="44494" y="27130"/>
                  <a:pt x="44494" y="21789"/>
                </a:cubicBezTo>
                <a:cubicBezTo>
                  <a:pt x="44494" y="19139"/>
                  <a:pt x="42777" y="16779"/>
                  <a:pt x="39343" y="14709"/>
                </a:cubicBezTo>
                <a:cubicBezTo>
                  <a:pt x="36323" y="12846"/>
                  <a:pt x="33365" y="11915"/>
                  <a:pt x="30469" y="11915"/>
                </a:cubicBezTo>
                <a:cubicBezTo>
                  <a:pt x="26663" y="11915"/>
                  <a:pt x="23043" y="13017"/>
                  <a:pt x="19610" y="15221"/>
                </a:cubicBezTo>
                <a:lnTo>
                  <a:pt x="10736" y="22206"/>
                </a:lnTo>
                <a:cubicBezTo>
                  <a:pt x="8957" y="23619"/>
                  <a:pt x="7529" y="24326"/>
                  <a:pt x="6454" y="24326"/>
                </a:cubicBezTo>
                <a:cubicBezTo>
                  <a:pt x="2193" y="24326"/>
                  <a:pt x="62" y="22625"/>
                  <a:pt x="62" y="19224"/>
                </a:cubicBezTo>
                <a:cubicBezTo>
                  <a:pt x="62" y="17274"/>
                  <a:pt x="848" y="15595"/>
                  <a:pt x="2420" y="14185"/>
                </a:cubicBezTo>
                <a:cubicBezTo>
                  <a:pt x="7260" y="9623"/>
                  <a:pt x="11460" y="6326"/>
                  <a:pt x="15017" y="4293"/>
                </a:cubicBezTo>
                <a:cubicBezTo>
                  <a:pt x="20023" y="1431"/>
                  <a:pt x="25174" y="0"/>
                  <a:pt x="30469" y="0"/>
                </a:cubicBezTo>
                <a:cubicBezTo>
                  <a:pt x="37171" y="0"/>
                  <a:pt x="43149" y="1820"/>
                  <a:pt x="48403" y="5461"/>
                </a:cubicBezTo>
                <a:cubicBezTo>
                  <a:pt x="54278" y="9557"/>
                  <a:pt x="57215" y="14811"/>
                  <a:pt x="57215" y="21223"/>
                </a:cubicBezTo>
                <a:cubicBezTo>
                  <a:pt x="57215" y="25443"/>
                  <a:pt x="56615" y="29332"/>
                  <a:pt x="55415" y="32889"/>
                </a:cubicBezTo>
                <a:cubicBezTo>
                  <a:pt x="54216" y="36447"/>
                  <a:pt x="52395" y="39695"/>
                  <a:pt x="49955" y="42632"/>
                </a:cubicBezTo>
                <a:cubicBezTo>
                  <a:pt x="46852" y="46355"/>
                  <a:pt x="41598" y="50513"/>
                  <a:pt x="34193" y="55105"/>
                </a:cubicBezTo>
                <a:cubicBezTo>
                  <a:pt x="26415" y="59987"/>
                  <a:pt x="21306" y="63690"/>
                  <a:pt x="18865" y="66213"/>
                </a:cubicBezTo>
                <a:cubicBezTo>
                  <a:pt x="14273" y="70971"/>
                  <a:pt x="12018" y="76742"/>
                  <a:pt x="12101" y="83527"/>
                </a:cubicBezTo>
                <a:lnTo>
                  <a:pt x="24884" y="82309"/>
                </a:lnTo>
                <a:cubicBezTo>
                  <a:pt x="33655" y="81797"/>
                  <a:pt x="39922" y="81541"/>
                  <a:pt x="43687" y="81541"/>
                </a:cubicBezTo>
                <a:cubicBezTo>
                  <a:pt x="46831" y="81541"/>
                  <a:pt x="49810" y="82081"/>
                  <a:pt x="52623" y="83162"/>
                </a:cubicBezTo>
                <a:cubicBezTo>
                  <a:pt x="56346" y="84616"/>
                  <a:pt x="58208" y="86632"/>
                  <a:pt x="58208" y="89208"/>
                </a:cubicBezTo>
                <a:cubicBezTo>
                  <a:pt x="58208" y="90828"/>
                  <a:pt x="57649" y="92272"/>
                  <a:pt x="56532" y="93541"/>
                </a:cubicBezTo>
                <a:cubicBezTo>
                  <a:pt x="55415" y="94808"/>
                  <a:pt x="54030" y="95441"/>
                  <a:pt x="52375" y="954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158359-A0CF-4E9D-8BA3-7B56AE15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435" y="1769464"/>
            <a:ext cx="574835" cy="218287"/>
          </a:xfrm>
          <a:custGeom xmlns:a="http://schemas.openxmlformats.org/drawingml/2006/main">
            <a:pathLst>
              <a:path w="574835" h="218287">
                <a:moveTo>
                  <a:pt x="0" y="36870"/>
                </a:moveTo>
                <a:cubicBezTo>
                  <a:pt x="140" y="16675"/>
                  <a:pt x="16396" y="419"/>
                  <a:pt x="36870" y="0"/>
                </a:cubicBezTo>
                <a:lnTo>
                  <a:pt x="537965" y="0"/>
                </a:lnTo>
                <a:cubicBezTo>
                  <a:pt x="557881" y="419"/>
                  <a:pt x="574137" y="16675"/>
                  <a:pt x="574835" y="36870"/>
                </a:cubicBezTo>
                <a:lnTo>
                  <a:pt x="574835" y="182674"/>
                </a:lnTo>
                <a:cubicBezTo>
                  <a:pt x="574137" y="202030"/>
                  <a:pt x="557881" y="218287"/>
                  <a:pt x="537965" y="217868"/>
                </a:cubicBezTo>
                <a:lnTo>
                  <a:pt x="36870" y="217868"/>
                </a:lnTo>
                <a:cubicBezTo>
                  <a:pt x="16396" y="218287"/>
                  <a:pt x="140" y="202030"/>
                  <a:pt x="0" y="182674"/>
                </a:cubicBezTo>
                <a:lnTo>
                  <a:pt x="0" y="36870"/>
                </a:lnTo>
              </a:path>
            </a:pathLst>
          </a:custGeom>
          <a:solidFill xmlns:a="http://schemas.openxmlformats.org/drawingml/2006/main">
            <a:srgbClr val="FCF3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A19779-8CAE-4882-A1C0-3A709577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100" y="1759408"/>
            <a:ext cx="594946" cy="238816"/>
          </a:xfrm>
          <a:custGeom xmlns:a="http://schemas.openxmlformats.org/drawingml/2006/main">
            <a:pathLst>
              <a:path w="594946" h="238816">
                <a:moveTo>
                  <a:pt x="3673" y="210242"/>
                </a:moveTo>
                <a:lnTo>
                  <a:pt x="5642" y="214348"/>
                </a:lnTo>
                <a:lnTo>
                  <a:pt x="7988" y="218203"/>
                </a:lnTo>
                <a:lnTo>
                  <a:pt x="10684" y="221806"/>
                </a:lnTo>
                <a:lnTo>
                  <a:pt x="13701" y="225116"/>
                </a:lnTo>
                <a:lnTo>
                  <a:pt x="17010" y="228133"/>
                </a:lnTo>
                <a:lnTo>
                  <a:pt x="20614" y="230828"/>
                </a:lnTo>
                <a:lnTo>
                  <a:pt x="24468" y="233174"/>
                </a:lnTo>
                <a:lnTo>
                  <a:pt x="28574" y="235143"/>
                </a:lnTo>
                <a:lnTo>
                  <a:pt x="32876" y="236722"/>
                </a:lnTo>
                <a:lnTo>
                  <a:pt x="37373" y="237881"/>
                </a:lnTo>
                <a:lnTo>
                  <a:pt x="42023" y="238593"/>
                </a:lnTo>
                <a:lnTo>
                  <a:pt x="46520" y="238816"/>
                </a:lnTo>
                <a:lnTo>
                  <a:pt x="548426" y="238816"/>
                </a:lnTo>
                <a:lnTo>
                  <a:pt x="552937" y="238593"/>
                </a:lnTo>
                <a:lnTo>
                  <a:pt x="557573" y="237881"/>
                </a:lnTo>
                <a:lnTo>
                  <a:pt x="562070" y="236722"/>
                </a:lnTo>
                <a:lnTo>
                  <a:pt x="566372" y="235143"/>
                </a:lnTo>
                <a:lnTo>
                  <a:pt x="570478" y="233174"/>
                </a:lnTo>
                <a:lnTo>
                  <a:pt x="574332" y="230828"/>
                </a:lnTo>
                <a:lnTo>
                  <a:pt x="577936" y="228133"/>
                </a:lnTo>
                <a:lnTo>
                  <a:pt x="581246" y="225116"/>
                </a:lnTo>
                <a:lnTo>
                  <a:pt x="584262" y="221806"/>
                </a:lnTo>
                <a:lnTo>
                  <a:pt x="586958" y="218203"/>
                </a:lnTo>
                <a:lnTo>
                  <a:pt x="589304" y="214348"/>
                </a:lnTo>
                <a:lnTo>
                  <a:pt x="591273" y="210242"/>
                </a:lnTo>
                <a:lnTo>
                  <a:pt x="592851" y="205941"/>
                </a:lnTo>
                <a:lnTo>
                  <a:pt x="594010" y="201444"/>
                </a:lnTo>
                <a:lnTo>
                  <a:pt x="594723" y="196793"/>
                </a:lnTo>
                <a:lnTo>
                  <a:pt x="594946" y="192296"/>
                </a:lnTo>
                <a:lnTo>
                  <a:pt x="594946" y="46520"/>
                </a:lnTo>
                <a:lnTo>
                  <a:pt x="594723" y="42023"/>
                </a:lnTo>
                <a:lnTo>
                  <a:pt x="594010" y="37373"/>
                </a:lnTo>
                <a:lnTo>
                  <a:pt x="592851" y="32876"/>
                </a:lnTo>
                <a:lnTo>
                  <a:pt x="591273" y="28574"/>
                </a:lnTo>
                <a:lnTo>
                  <a:pt x="589304" y="24468"/>
                </a:lnTo>
                <a:lnTo>
                  <a:pt x="586958" y="20614"/>
                </a:lnTo>
                <a:lnTo>
                  <a:pt x="584262" y="17010"/>
                </a:lnTo>
                <a:lnTo>
                  <a:pt x="581246" y="13701"/>
                </a:lnTo>
                <a:lnTo>
                  <a:pt x="577936" y="10684"/>
                </a:lnTo>
                <a:lnTo>
                  <a:pt x="574332" y="7988"/>
                </a:lnTo>
                <a:lnTo>
                  <a:pt x="570478" y="5642"/>
                </a:lnTo>
                <a:lnTo>
                  <a:pt x="566372" y="3673"/>
                </a:lnTo>
                <a:lnTo>
                  <a:pt x="562070" y="2095"/>
                </a:lnTo>
                <a:lnTo>
                  <a:pt x="557573" y="936"/>
                </a:lnTo>
                <a:lnTo>
                  <a:pt x="552937" y="223"/>
                </a:lnTo>
                <a:lnTo>
                  <a:pt x="548426" y="0"/>
                </a:lnTo>
                <a:lnTo>
                  <a:pt x="46520" y="0"/>
                </a:lnTo>
                <a:lnTo>
                  <a:pt x="42023" y="223"/>
                </a:lnTo>
                <a:lnTo>
                  <a:pt x="37373" y="936"/>
                </a:lnTo>
                <a:lnTo>
                  <a:pt x="32876" y="2095"/>
                </a:lnTo>
                <a:lnTo>
                  <a:pt x="28574" y="3673"/>
                </a:lnTo>
                <a:lnTo>
                  <a:pt x="24468" y="5642"/>
                </a:lnTo>
                <a:lnTo>
                  <a:pt x="20614" y="7988"/>
                </a:lnTo>
                <a:lnTo>
                  <a:pt x="17010" y="10684"/>
                </a:lnTo>
                <a:lnTo>
                  <a:pt x="13701" y="13701"/>
                </a:lnTo>
                <a:lnTo>
                  <a:pt x="10684" y="17010"/>
                </a:lnTo>
                <a:lnTo>
                  <a:pt x="7988" y="20614"/>
                </a:lnTo>
                <a:lnTo>
                  <a:pt x="5642" y="24468"/>
                </a:lnTo>
                <a:lnTo>
                  <a:pt x="3673" y="28574"/>
                </a:lnTo>
                <a:lnTo>
                  <a:pt x="2095" y="32876"/>
                </a:lnTo>
                <a:lnTo>
                  <a:pt x="936" y="37373"/>
                </a:lnTo>
                <a:lnTo>
                  <a:pt x="223" y="42023"/>
                </a:lnTo>
                <a:lnTo>
                  <a:pt x="0" y="46520"/>
                </a:lnTo>
                <a:lnTo>
                  <a:pt x="0" y="192296"/>
                </a:lnTo>
                <a:lnTo>
                  <a:pt x="223" y="196793"/>
                </a:lnTo>
                <a:lnTo>
                  <a:pt x="936" y="201444"/>
                </a:lnTo>
                <a:lnTo>
                  <a:pt x="2095" y="205941"/>
                </a:lnTo>
                <a:lnTo>
                  <a:pt x="3673" y="210242"/>
                </a:lnTo>
                <a:close/>
                <a:moveTo>
                  <a:pt x="21483" y="41576"/>
                </a:moveTo>
                <a:lnTo>
                  <a:pt x="22114" y="39122"/>
                </a:lnTo>
                <a:lnTo>
                  <a:pt x="23016" y="36671"/>
                </a:lnTo>
                <a:lnTo>
                  <a:pt x="24087" y="34462"/>
                </a:lnTo>
                <a:lnTo>
                  <a:pt x="25383" y="32328"/>
                </a:lnTo>
                <a:lnTo>
                  <a:pt x="26776" y="30458"/>
                </a:lnTo>
                <a:lnTo>
                  <a:pt x="28528" y="28528"/>
                </a:lnTo>
                <a:lnTo>
                  <a:pt x="30458" y="26776"/>
                </a:lnTo>
                <a:lnTo>
                  <a:pt x="32328" y="25383"/>
                </a:lnTo>
                <a:lnTo>
                  <a:pt x="34454" y="24092"/>
                </a:lnTo>
                <a:lnTo>
                  <a:pt x="36721" y="22998"/>
                </a:lnTo>
                <a:lnTo>
                  <a:pt x="39122" y="22114"/>
                </a:lnTo>
                <a:lnTo>
                  <a:pt x="41576" y="21483"/>
                </a:lnTo>
                <a:lnTo>
                  <a:pt x="44194" y="21087"/>
                </a:lnTo>
                <a:lnTo>
                  <a:pt x="47031" y="20949"/>
                </a:lnTo>
                <a:lnTo>
                  <a:pt x="547916" y="20949"/>
                </a:lnTo>
                <a:lnTo>
                  <a:pt x="550752" y="21087"/>
                </a:lnTo>
                <a:lnTo>
                  <a:pt x="553370" y="21483"/>
                </a:lnTo>
                <a:lnTo>
                  <a:pt x="555824" y="22114"/>
                </a:lnTo>
                <a:lnTo>
                  <a:pt x="558275" y="23016"/>
                </a:lnTo>
                <a:lnTo>
                  <a:pt x="560484" y="24087"/>
                </a:lnTo>
                <a:lnTo>
                  <a:pt x="562618" y="25383"/>
                </a:lnTo>
                <a:lnTo>
                  <a:pt x="564488" y="26776"/>
                </a:lnTo>
                <a:lnTo>
                  <a:pt x="566418" y="28528"/>
                </a:lnTo>
                <a:lnTo>
                  <a:pt x="568170" y="30458"/>
                </a:lnTo>
                <a:lnTo>
                  <a:pt x="569563" y="32328"/>
                </a:lnTo>
                <a:lnTo>
                  <a:pt x="570859" y="34462"/>
                </a:lnTo>
                <a:lnTo>
                  <a:pt x="571930" y="36671"/>
                </a:lnTo>
                <a:lnTo>
                  <a:pt x="572832" y="39122"/>
                </a:lnTo>
                <a:lnTo>
                  <a:pt x="573463" y="41576"/>
                </a:lnTo>
                <a:lnTo>
                  <a:pt x="573859" y="44194"/>
                </a:lnTo>
                <a:lnTo>
                  <a:pt x="573997" y="47031"/>
                </a:lnTo>
                <a:lnTo>
                  <a:pt x="573997" y="191786"/>
                </a:lnTo>
                <a:lnTo>
                  <a:pt x="573859" y="194623"/>
                </a:lnTo>
                <a:lnTo>
                  <a:pt x="573463" y="197240"/>
                </a:lnTo>
                <a:lnTo>
                  <a:pt x="572832" y="199694"/>
                </a:lnTo>
                <a:lnTo>
                  <a:pt x="571930" y="202145"/>
                </a:lnTo>
                <a:lnTo>
                  <a:pt x="570859" y="204355"/>
                </a:lnTo>
                <a:lnTo>
                  <a:pt x="569563" y="206489"/>
                </a:lnTo>
                <a:lnTo>
                  <a:pt x="568170" y="208358"/>
                </a:lnTo>
                <a:lnTo>
                  <a:pt x="566418" y="210288"/>
                </a:lnTo>
                <a:lnTo>
                  <a:pt x="564488" y="212040"/>
                </a:lnTo>
                <a:lnTo>
                  <a:pt x="562618" y="213433"/>
                </a:lnTo>
                <a:lnTo>
                  <a:pt x="560390" y="214787"/>
                </a:lnTo>
                <a:lnTo>
                  <a:pt x="558295" y="215793"/>
                </a:lnTo>
                <a:lnTo>
                  <a:pt x="555824" y="216703"/>
                </a:lnTo>
                <a:lnTo>
                  <a:pt x="553370" y="217333"/>
                </a:lnTo>
                <a:lnTo>
                  <a:pt x="550752" y="217729"/>
                </a:lnTo>
                <a:lnTo>
                  <a:pt x="547916" y="217868"/>
                </a:lnTo>
                <a:lnTo>
                  <a:pt x="47031" y="217868"/>
                </a:lnTo>
                <a:lnTo>
                  <a:pt x="44194" y="217729"/>
                </a:lnTo>
                <a:lnTo>
                  <a:pt x="41576" y="217333"/>
                </a:lnTo>
                <a:lnTo>
                  <a:pt x="39122" y="216703"/>
                </a:lnTo>
                <a:lnTo>
                  <a:pt x="36701" y="215811"/>
                </a:lnTo>
                <a:lnTo>
                  <a:pt x="34547" y="214781"/>
                </a:lnTo>
                <a:lnTo>
                  <a:pt x="32328" y="213433"/>
                </a:lnTo>
                <a:lnTo>
                  <a:pt x="30458" y="212040"/>
                </a:lnTo>
                <a:lnTo>
                  <a:pt x="28528" y="210288"/>
                </a:lnTo>
                <a:lnTo>
                  <a:pt x="26776" y="208358"/>
                </a:lnTo>
                <a:lnTo>
                  <a:pt x="25383" y="206489"/>
                </a:lnTo>
                <a:lnTo>
                  <a:pt x="24087" y="204355"/>
                </a:lnTo>
                <a:lnTo>
                  <a:pt x="23016" y="202145"/>
                </a:lnTo>
                <a:lnTo>
                  <a:pt x="22114" y="199694"/>
                </a:lnTo>
                <a:lnTo>
                  <a:pt x="21483" y="197240"/>
                </a:lnTo>
                <a:lnTo>
                  <a:pt x="21087" y="194623"/>
                </a:lnTo>
                <a:lnTo>
                  <a:pt x="20949" y="191786"/>
                </a:lnTo>
                <a:lnTo>
                  <a:pt x="20949" y="47031"/>
                </a:lnTo>
                <a:lnTo>
                  <a:pt x="21087" y="44194"/>
                </a:lnTo>
                <a:lnTo>
                  <a:pt x="21483" y="41576"/>
                </a:lnTo>
                <a:close/>
              </a:path>
            </a:pathLst>
          </a:custGeom>
          <a:solidFill xmlns:a="http://schemas.openxmlformats.org/drawingml/2006/main">
            <a:srgbClr val="FC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y">
            <a:extLst xmlns:a="http://schemas.openxmlformats.org/drawingml/2006/main">
              <a:ext uri="{FF2B5EF4-FFF2-40B4-BE49-F238E27FC236}">
                <a16:creationId xmlns:a16="http://schemas.microsoft.com/office/drawing/2014/main" id="{E08A6508-0AF9-4B05-8188-E90303E9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0467" y="1812845"/>
            <a:ext cx="98493" cy="155213"/>
          </a:xfrm>
          <a:custGeom xmlns:a="http://schemas.openxmlformats.org/drawingml/2006/main">
            <a:pathLst>
              <a:path w="98493" h="155213">
                <a:moveTo>
                  <a:pt x="97248" y="14165"/>
                </a:moveTo>
                <a:lnTo>
                  <a:pt x="64097" y="85840"/>
                </a:lnTo>
                <a:cubicBezTo>
                  <a:pt x="55922" y="103280"/>
                  <a:pt x="49662" y="117876"/>
                  <a:pt x="45319" y="129629"/>
                </a:cubicBezTo>
                <a:lnTo>
                  <a:pt x="38995" y="148219"/>
                </a:lnTo>
                <a:cubicBezTo>
                  <a:pt x="37334" y="152882"/>
                  <a:pt x="34460" y="155213"/>
                  <a:pt x="30372" y="155213"/>
                </a:cubicBezTo>
                <a:cubicBezTo>
                  <a:pt x="27689" y="155213"/>
                  <a:pt x="25374" y="154330"/>
                  <a:pt x="23426" y="152564"/>
                </a:cubicBezTo>
                <a:cubicBezTo>
                  <a:pt x="21478" y="150799"/>
                  <a:pt x="20504" y="148601"/>
                  <a:pt x="20504" y="145968"/>
                </a:cubicBezTo>
                <a:cubicBezTo>
                  <a:pt x="20504" y="139548"/>
                  <a:pt x="27402" y="121078"/>
                  <a:pt x="41199" y="90556"/>
                </a:cubicBezTo>
                <a:lnTo>
                  <a:pt x="6898" y="24453"/>
                </a:lnTo>
                <a:lnTo>
                  <a:pt x="2587" y="17447"/>
                </a:lnTo>
                <a:cubicBezTo>
                  <a:pt x="862" y="14504"/>
                  <a:pt x="0" y="12042"/>
                  <a:pt x="0" y="10060"/>
                </a:cubicBezTo>
                <a:cubicBezTo>
                  <a:pt x="0" y="7441"/>
                  <a:pt x="1006" y="5142"/>
                  <a:pt x="3018" y="3162"/>
                </a:cubicBezTo>
                <a:cubicBezTo>
                  <a:pt x="5030" y="1182"/>
                  <a:pt x="7282" y="192"/>
                  <a:pt x="9773" y="192"/>
                </a:cubicBezTo>
                <a:cubicBezTo>
                  <a:pt x="12711" y="192"/>
                  <a:pt x="14978" y="1309"/>
                  <a:pt x="16575" y="3545"/>
                </a:cubicBezTo>
                <a:cubicBezTo>
                  <a:pt x="27434" y="18641"/>
                  <a:pt x="39091" y="40134"/>
                  <a:pt x="51546" y="68023"/>
                </a:cubicBezTo>
                <a:lnTo>
                  <a:pt x="65726" y="34866"/>
                </a:lnTo>
                <a:cubicBezTo>
                  <a:pt x="70836" y="23427"/>
                  <a:pt x="75754" y="13593"/>
                  <a:pt x="80481" y="5365"/>
                </a:cubicBezTo>
                <a:cubicBezTo>
                  <a:pt x="82525" y="1788"/>
                  <a:pt x="85208" y="0"/>
                  <a:pt x="88529" y="0"/>
                </a:cubicBezTo>
                <a:cubicBezTo>
                  <a:pt x="91148" y="0"/>
                  <a:pt x="93463" y="925"/>
                  <a:pt x="95475" y="2776"/>
                </a:cubicBezTo>
                <a:cubicBezTo>
                  <a:pt x="97487" y="4626"/>
                  <a:pt x="98493" y="6828"/>
                  <a:pt x="98493" y="9380"/>
                </a:cubicBezTo>
                <a:cubicBezTo>
                  <a:pt x="98493" y="10784"/>
                  <a:pt x="98078" y="12379"/>
                  <a:pt x="97248" y="14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k">
            <a:extLst xmlns:a="http://schemas.openxmlformats.org/drawingml/2006/main">
              <a:ext uri="{FF2B5EF4-FFF2-40B4-BE49-F238E27FC236}">
                <a16:creationId xmlns:a16="http://schemas.microsoft.com/office/drawing/2014/main" id="{A364287C-7838-46F6-9FCD-CAD92278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916" y="1851233"/>
            <a:ext cx="56657" cy="102143"/>
          </a:xfrm>
          <a:custGeom xmlns:a="http://schemas.openxmlformats.org/drawingml/2006/main">
            <a:pathLst>
              <a:path w="56657" h="102143">
                <a:moveTo>
                  <a:pt x="50203" y="102143"/>
                </a:moveTo>
                <a:cubicBezTo>
                  <a:pt x="47927" y="102143"/>
                  <a:pt x="46169" y="100943"/>
                  <a:pt x="44928" y="98544"/>
                </a:cubicBezTo>
                <a:cubicBezTo>
                  <a:pt x="42777" y="94363"/>
                  <a:pt x="39529" y="89416"/>
                  <a:pt x="35185" y="83703"/>
                </a:cubicBezTo>
                <a:lnTo>
                  <a:pt x="24202" y="68738"/>
                </a:lnTo>
                <a:cubicBezTo>
                  <a:pt x="21802" y="70642"/>
                  <a:pt x="18079" y="73313"/>
                  <a:pt x="13032" y="76749"/>
                </a:cubicBezTo>
                <a:cubicBezTo>
                  <a:pt x="12577" y="83165"/>
                  <a:pt x="12349" y="89415"/>
                  <a:pt x="12349" y="95499"/>
                </a:cubicBezTo>
                <a:cubicBezTo>
                  <a:pt x="12349" y="97362"/>
                  <a:pt x="11780" y="98873"/>
                  <a:pt x="10642" y="100031"/>
                </a:cubicBezTo>
                <a:cubicBezTo>
                  <a:pt x="9505" y="101191"/>
                  <a:pt x="8047" y="101771"/>
                  <a:pt x="6268" y="101771"/>
                </a:cubicBezTo>
                <a:cubicBezTo>
                  <a:pt x="2089" y="101771"/>
                  <a:pt x="0" y="98956"/>
                  <a:pt x="0" y="93325"/>
                </a:cubicBezTo>
                <a:cubicBezTo>
                  <a:pt x="0" y="89890"/>
                  <a:pt x="238" y="84748"/>
                  <a:pt x="714" y="77897"/>
                </a:cubicBezTo>
                <a:cubicBezTo>
                  <a:pt x="1189" y="71045"/>
                  <a:pt x="1427" y="65902"/>
                  <a:pt x="1427" y="62467"/>
                </a:cubicBezTo>
                <a:cubicBezTo>
                  <a:pt x="1427" y="56174"/>
                  <a:pt x="1520" y="48982"/>
                  <a:pt x="1707" y="40889"/>
                </a:cubicBezTo>
                <a:cubicBezTo>
                  <a:pt x="1893" y="32796"/>
                  <a:pt x="1986" y="25644"/>
                  <a:pt x="1986" y="19435"/>
                </a:cubicBezTo>
                <a:cubicBezTo>
                  <a:pt x="1986" y="17572"/>
                  <a:pt x="1893" y="15378"/>
                  <a:pt x="1707" y="12853"/>
                </a:cubicBezTo>
                <a:cubicBezTo>
                  <a:pt x="1520" y="10328"/>
                  <a:pt x="1427" y="8134"/>
                  <a:pt x="1427" y="6271"/>
                </a:cubicBezTo>
                <a:cubicBezTo>
                  <a:pt x="1427" y="4409"/>
                  <a:pt x="1996" y="2898"/>
                  <a:pt x="3134" y="1739"/>
                </a:cubicBezTo>
                <a:cubicBezTo>
                  <a:pt x="4271" y="580"/>
                  <a:pt x="5730" y="0"/>
                  <a:pt x="7509" y="0"/>
                </a:cubicBezTo>
                <a:cubicBezTo>
                  <a:pt x="9288" y="0"/>
                  <a:pt x="10746" y="580"/>
                  <a:pt x="11884" y="1739"/>
                </a:cubicBezTo>
                <a:cubicBezTo>
                  <a:pt x="13021" y="2898"/>
                  <a:pt x="13590" y="4409"/>
                  <a:pt x="13590" y="6271"/>
                </a:cubicBezTo>
                <a:cubicBezTo>
                  <a:pt x="13590" y="8176"/>
                  <a:pt x="13694" y="10422"/>
                  <a:pt x="13900" y="13010"/>
                </a:cubicBezTo>
                <a:cubicBezTo>
                  <a:pt x="14107" y="15597"/>
                  <a:pt x="14211" y="17842"/>
                  <a:pt x="14211" y="19745"/>
                </a:cubicBezTo>
                <a:lnTo>
                  <a:pt x="13776" y="39741"/>
                </a:lnTo>
                <a:cubicBezTo>
                  <a:pt x="13569" y="46943"/>
                  <a:pt x="13507" y="54146"/>
                  <a:pt x="13590" y="61350"/>
                </a:cubicBezTo>
                <a:cubicBezTo>
                  <a:pt x="19216" y="57044"/>
                  <a:pt x="24636" y="52325"/>
                  <a:pt x="29849" y="47191"/>
                </a:cubicBezTo>
                <a:lnTo>
                  <a:pt x="43501" y="33097"/>
                </a:lnTo>
                <a:cubicBezTo>
                  <a:pt x="44866" y="31690"/>
                  <a:pt x="46335" y="30987"/>
                  <a:pt x="47907" y="30987"/>
                </a:cubicBezTo>
                <a:cubicBezTo>
                  <a:pt x="49520" y="30987"/>
                  <a:pt x="50978" y="31628"/>
                  <a:pt x="52282" y="32911"/>
                </a:cubicBezTo>
                <a:cubicBezTo>
                  <a:pt x="53585" y="34193"/>
                  <a:pt x="54236" y="35683"/>
                  <a:pt x="54236" y="37381"/>
                </a:cubicBezTo>
                <a:cubicBezTo>
                  <a:pt x="54236" y="38788"/>
                  <a:pt x="53637" y="40175"/>
                  <a:pt x="52437" y="41540"/>
                </a:cubicBezTo>
                <a:cubicBezTo>
                  <a:pt x="47348" y="47492"/>
                  <a:pt x="41081" y="53878"/>
                  <a:pt x="33634" y="60698"/>
                </a:cubicBezTo>
                <a:lnTo>
                  <a:pt x="47162" y="79171"/>
                </a:lnTo>
                <a:cubicBezTo>
                  <a:pt x="53492" y="87823"/>
                  <a:pt x="56657" y="93452"/>
                  <a:pt x="56657" y="96060"/>
                </a:cubicBezTo>
                <a:cubicBezTo>
                  <a:pt x="56657" y="97716"/>
                  <a:pt x="56005" y="99144"/>
                  <a:pt x="54702" y="100344"/>
                </a:cubicBezTo>
                <a:cubicBezTo>
                  <a:pt x="53399" y="101543"/>
                  <a:pt x="51899" y="102143"/>
                  <a:pt x="50203" y="102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CB8CAD-9A5B-4317-9972-9C8CFE1E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2787" y="2087606"/>
            <a:ext cx="579863" cy="218147"/>
          </a:xfrm>
          <a:custGeom xmlns:a="http://schemas.openxmlformats.org/drawingml/2006/main">
            <a:pathLst>
              <a:path w="579863" h="218147">
                <a:moveTo>
                  <a:pt x="0" y="37149"/>
                </a:moveTo>
                <a:cubicBezTo>
                  <a:pt x="279" y="16256"/>
                  <a:pt x="16536" y="0"/>
                  <a:pt x="36870" y="279"/>
                </a:cubicBezTo>
                <a:lnTo>
                  <a:pt x="542993" y="279"/>
                </a:lnTo>
                <a:cubicBezTo>
                  <a:pt x="563607" y="0"/>
                  <a:pt x="579863" y="16256"/>
                  <a:pt x="579863" y="37149"/>
                </a:cubicBezTo>
                <a:lnTo>
                  <a:pt x="579863" y="181277"/>
                </a:lnTo>
                <a:cubicBezTo>
                  <a:pt x="579863" y="201611"/>
                  <a:pt x="563607" y="217868"/>
                  <a:pt x="542993" y="218147"/>
                </a:cubicBezTo>
                <a:lnTo>
                  <a:pt x="36870" y="218147"/>
                </a:lnTo>
                <a:cubicBezTo>
                  <a:pt x="16536" y="217868"/>
                  <a:pt x="279" y="201611"/>
                  <a:pt x="0" y="181277"/>
                </a:cubicBezTo>
                <a:lnTo>
                  <a:pt x="0" y="37149"/>
                </a:lnTo>
              </a:path>
            </a:pathLst>
          </a:custGeom>
          <a:solidFill xmlns:a="http://schemas.openxmlformats.org/drawingml/2006/main">
            <a:srgbClr val="ECF5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7B0CC9-F128-4A8E-A138-B6A2138B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592" y="2077132"/>
            <a:ext cx="600532" cy="238816"/>
          </a:xfrm>
          <a:custGeom xmlns:a="http://schemas.openxmlformats.org/drawingml/2006/main">
            <a:pathLst>
              <a:path w="600532" h="238816">
                <a:moveTo>
                  <a:pt x="3673" y="210242"/>
                </a:moveTo>
                <a:lnTo>
                  <a:pt x="5642" y="214348"/>
                </a:lnTo>
                <a:lnTo>
                  <a:pt x="7988" y="218203"/>
                </a:lnTo>
                <a:lnTo>
                  <a:pt x="10684" y="221806"/>
                </a:lnTo>
                <a:lnTo>
                  <a:pt x="13701" y="225116"/>
                </a:lnTo>
                <a:lnTo>
                  <a:pt x="17010" y="228133"/>
                </a:lnTo>
                <a:lnTo>
                  <a:pt x="20614" y="230828"/>
                </a:lnTo>
                <a:lnTo>
                  <a:pt x="24468" y="233174"/>
                </a:lnTo>
                <a:lnTo>
                  <a:pt x="28574" y="235143"/>
                </a:lnTo>
                <a:lnTo>
                  <a:pt x="32876" y="236722"/>
                </a:lnTo>
                <a:lnTo>
                  <a:pt x="37373" y="237881"/>
                </a:lnTo>
                <a:lnTo>
                  <a:pt x="42023" y="238593"/>
                </a:lnTo>
                <a:lnTo>
                  <a:pt x="46520" y="238816"/>
                </a:lnTo>
                <a:lnTo>
                  <a:pt x="554012" y="238816"/>
                </a:lnTo>
                <a:lnTo>
                  <a:pt x="558509" y="238593"/>
                </a:lnTo>
                <a:lnTo>
                  <a:pt x="563160" y="237881"/>
                </a:lnTo>
                <a:lnTo>
                  <a:pt x="567657" y="236722"/>
                </a:lnTo>
                <a:lnTo>
                  <a:pt x="571958" y="235143"/>
                </a:lnTo>
                <a:lnTo>
                  <a:pt x="576064" y="233174"/>
                </a:lnTo>
                <a:lnTo>
                  <a:pt x="579919" y="230828"/>
                </a:lnTo>
                <a:lnTo>
                  <a:pt x="583522" y="228133"/>
                </a:lnTo>
                <a:lnTo>
                  <a:pt x="586832" y="225116"/>
                </a:lnTo>
                <a:lnTo>
                  <a:pt x="589849" y="221806"/>
                </a:lnTo>
                <a:lnTo>
                  <a:pt x="592544" y="218203"/>
                </a:lnTo>
                <a:lnTo>
                  <a:pt x="594890" y="214348"/>
                </a:lnTo>
                <a:lnTo>
                  <a:pt x="596859" y="210242"/>
                </a:lnTo>
                <a:lnTo>
                  <a:pt x="598438" y="205941"/>
                </a:lnTo>
                <a:lnTo>
                  <a:pt x="599597" y="201444"/>
                </a:lnTo>
                <a:lnTo>
                  <a:pt x="600309" y="196793"/>
                </a:lnTo>
                <a:lnTo>
                  <a:pt x="600532" y="192296"/>
                </a:lnTo>
                <a:lnTo>
                  <a:pt x="600532" y="46520"/>
                </a:lnTo>
                <a:lnTo>
                  <a:pt x="600309" y="42023"/>
                </a:lnTo>
                <a:lnTo>
                  <a:pt x="599597" y="37373"/>
                </a:lnTo>
                <a:lnTo>
                  <a:pt x="598438" y="32876"/>
                </a:lnTo>
                <a:lnTo>
                  <a:pt x="596859" y="28574"/>
                </a:lnTo>
                <a:lnTo>
                  <a:pt x="594890" y="24468"/>
                </a:lnTo>
                <a:lnTo>
                  <a:pt x="592544" y="20614"/>
                </a:lnTo>
                <a:lnTo>
                  <a:pt x="589849" y="17010"/>
                </a:lnTo>
                <a:lnTo>
                  <a:pt x="586832" y="13701"/>
                </a:lnTo>
                <a:lnTo>
                  <a:pt x="583522" y="10684"/>
                </a:lnTo>
                <a:lnTo>
                  <a:pt x="579919" y="7988"/>
                </a:lnTo>
                <a:lnTo>
                  <a:pt x="576064" y="5642"/>
                </a:lnTo>
                <a:lnTo>
                  <a:pt x="571958" y="3673"/>
                </a:lnTo>
                <a:lnTo>
                  <a:pt x="567657" y="2095"/>
                </a:lnTo>
                <a:lnTo>
                  <a:pt x="563160" y="936"/>
                </a:lnTo>
                <a:lnTo>
                  <a:pt x="558509" y="223"/>
                </a:lnTo>
                <a:lnTo>
                  <a:pt x="554012" y="0"/>
                </a:lnTo>
                <a:lnTo>
                  <a:pt x="46520" y="0"/>
                </a:lnTo>
                <a:lnTo>
                  <a:pt x="42023" y="223"/>
                </a:lnTo>
                <a:lnTo>
                  <a:pt x="37373" y="936"/>
                </a:lnTo>
                <a:lnTo>
                  <a:pt x="32876" y="2095"/>
                </a:lnTo>
                <a:lnTo>
                  <a:pt x="28574" y="3673"/>
                </a:lnTo>
                <a:lnTo>
                  <a:pt x="24468" y="5642"/>
                </a:lnTo>
                <a:lnTo>
                  <a:pt x="20614" y="7988"/>
                </a:lnTo>
                <a:lnTo>
                  <a:pt x="17010" y="10684"/>
                </a:lnTo>
                <a:lnTo>
                  <a:pt x="13701" y="13701"/>
                </a:lnTo>
                <a:lnTo>
                  <a:pt x="10684" y="17010"/>
                </a:lnTo>
                <a:lnTo>
                  <a:pt x="7988" y="20614"/>
                </a:lnTo>
                <a:lnTo>
                  <a:pt x="5642" y="24468"/>
                </a:lnTo>
                <a:lnTo>
                  <a:pt x="3673" y="28574"/>
                </a:lnTo>
                <a:lnTo>
                  <a:pt x="2095" y="32876"/>
                </a:lnTo>
                <a:lnTo>
                  <a:pt x="936" y="37373"/>
                </a:lnTo>
                <a:lnTo>
                  <a:pt x="223" y="42023"/>
                </a:lnTo>
                <a:lnTo>
                  <a:pt x="0" y="46520"/>
                </a:lnTo>
                <a:lnTo>
                  <a:pt x="0" y="192296"/>
                </a:lnTo>
                <a:lnTo>
                  <a:pt x="223" y="196793"/>
                </a:lnTo>
                <a:lnTo>
                  <a:pt x="936" y="201444"/>
                </a:lnTo>
                <a:lnTo>
                  <a:pt x="2095" y="205941"/>
                </a:lnTo>
                <a:lnTo>
                  <a:pt x="3673" y="210242"/>
                </a:lnTo>
                <a:close/>
                <a:moveTo>
                  <a:pt x="21483" y="41576"/>
                </a:moveTo>
                <a:lnTo>
                  <a:pt x="22114" y="39122"/>
                </a:lnTo>
                <a:lnTo>
                  <a:pt x="23024" y="36651"/>
                </a:lnTo>
                <a:lnTo>
                  <a:pt x="24030" y="34556"/>
                </a:lnTo>
                <a:lnTo>
                  <a:pt x="25383" y="32328"/>
                </a:lnTo>
                <a:lnTo>
                  <a:pt x="26783" y="30448"/>
                </a:lnTo>
                <a:lnTo>
                  <a:pt x="28462" y="28589"/>
                </a:lnTo>
                <a:lnTo>
                  <a:pt x="30458" y="26776"/>
                </a:lnTo>
                <a:lnTo>
                  <a:pt x="32328" y="25383"/>
                </a:lnTo>
                <a:lnTo>
                  <a:pt x="34462" y="24087"/>
                </a:lnTo>
                <a:lnTo>
                  <a:pt x="36671" y="23016"/>
                </a:lnTo>
                <a:lnTo>
                  <a:pt x="39122" y="22114"/>
                </a:lnTo>
                <a:lnTo>
                  <a:pt x="41576" y="21483"/>
                </a:lnTo>
                <a:lnTo>
                  <a:pt x="44194" y="21087"/>
                </a:lnTo>
                <a:lnTo>
                  <a:pt x="47031" y="20949"/>
                </a:lnTo>
                <a:lnTo>
                  <a:pt x="553502" y="20949"/>
                </a:lnTo>
                <a:lnTo>
                  <a:pt x="556339" y="21087"/>
                </a:lnTo>
                <a:lnTo>
                  <a:pt x="558956" y="21483"/>
                </a:lnTo>
                <a:lnTo>
                  <a:pt x="561410" y="22114"/>
                </a:lnTo>
                <a:lnTo>
                  <a:pt x="563812" y="22998"/>
                </a:lnTo>
                <a:lnTo>
                  <a:pt x="566078" y="24092"/>
                </a:lnTo>
                <a:lnTo>
                  <a:pt x="568139" y="25343"/>
                </a:lnTo>
                <a:lnTo>
                  <a:pt x="570086" y="26786"/>
                </a:lnTo>
                <a:lnTo>
                  <a:pt x="572004" y="28528"/>
                </a:lnTo>
                <a:lnTo>
                  <a:pt x="573756" y="30458"/>
                </a:lnTo>
                <a:lnTo>
                  <a:pt x="575149" y="32328"/>
                </a:lnTo>
                <a:lnTo>
                  <a:pt x="576445" y="34462"/>
                </a:lnTo>
                <a:lnTo>
                  <a:pt x="577516" y="36671"/>
                </a:lnTo>
                <a:lnTo>
                  <a:pt x="578419" y="39122"/>
                </a:lnTo>
                <a:lnTo>
                  <a:pt x="579049" y="41576"/>
                </a:lnTo>
                <a:lnTo>
                  <a:pt x="579445" y="44194"/>
                </a:lnTo>
                <a:lnTo>
                  <a:pt x="579584" y="47031"/>
                </a:lnTo>
                <a:lnTo>
                  <a:pt x="579584" y="191786"/>
                </a:lnTo>
                <a:lnTo>
                  <a:pt x="579445" y="194623"/>
                </a:lnTo>
                <a:lnTo>
                  <a:pt x="579049" y="197240"/>
                </a:lnTo>
                <a:lnTo>
                  <a:pt x="578419" y="199694"/>
                </a:lnTo>
                <a:lnTo>
                  <a:pt x="577516" y="202145"/>
                </a:lnTo>
                <a:lnTo>
                  <a:pt x="576445" y="204355"/>
                </a:lnTo>
                <a:lnTo>
                  <a:pt x="575149" y="206489"/>
                </a:lnTo>
                <a:lnTo>
                  <a:pt x="573756" y="208358"/>
                </a:lnTo>
                <a:lnTo>
                  <a:pt x="572004" y="210288"/>
                </a:lnTo>
                <a:lnTo>
                  <a:pt x="570086" y="212030"/>
                </a:lnTo>
                <a:lnTo>
                  <a:pt x="568139" y="213473"/>
                </a:lnTo>
                <a:lnTo>
                  <a:pt x="565985" y="214781"/>
                </a:lnTo>
                <a:lnTo>
                  <a:pt x="563831" y="215811"/>
                </a:lnTo>
                <a:lnTo>
                  <a:pt x="561410" y="216703"/>
                </a:lnTo>
                <a:lnTo>
                  <a:pt x="558956" y="217333"/>
                </a:lnTo>
                <a:lnTo>
                  <a:pt x="556339" y="217729"/>
                </a:lnTo>
                <a:lnTo>
                  <a:pt x="553502" y="217868"/>
                </a:lnTo>
                <a:lnTo>
                  <a:pt x="47031" y="217868"/>
                </a:lnTo>
                <a:lnTo>
                  <a:pt x="44194" y="217729"/>
                </a:lnTo>
                <a:lnTo>
                  <a:pt x="41576" y="217333"/>
                </a:lnTo>
                <a:lnTo>
                  <a:pt x="39122" y="216703"/>
                </a:lnTo>
                <a:lnTo>
                  <a:pt x="36651" y="215793"/>
                </a:lnTo>
                <a:lnTo>
                  <a:pt x="34556" y="214787"/>
                </a:lnTo>
                <a:lnTo>
                  <a:pt x="32328" y="213433"/>
                </a:lnTo>
                <a:lnTo>
                  <a:pt x="30458" y="212040"/>
                </a:lnTo>
                <a:lnTo>
                  <a:pt x="28462" y="210228"/>
                </a:lnTo>
                <a:lnTo>
                  <a:pt x="26783" y="208368"/>
                </a:lnTo>
                <a:lnTo>
                  <a:pt x="25383" y="206489"/>
                </a:lnTo>
                <a:lnTo>
                  <a:pt x="24030" y="204260"/>
                </a:lnTo>
                <a:lnTo>
                  <a:pt x="23024" y="202165"/>
                </a:lnTo>
                <a:lnTo>
                  <a:pt x="22114" y="199694"/>
                </a:lnTo>
                <a:lnTo>
                  <a:pt x="21483" y="197240"/>
                </a:lnTo>
                <a:lnTo>
                  <a:pt x="21087" y="194623"/>
                </a:lnTo>
                <a:lnTo>
                  <a:pt x="20949" y="191786"/>
                </a:lnTo>
                <a:lnTo>
                  <a:pt x="20949" y="47031"/>
                </a:lnTo>
                <a:lnTo>
                  <a:pt x="21087" y="44194"/>
                </a:lnTo>
                <a:lnTo>
                  <a:pt x="21483" y="41576"/>
                </a:lnTo>
                <a:close/>
              </a:path>
            </a:pathLst>
          </a:custGeom>
          <a:solidFill xmlns:a="http://schemas.openxmlformats.org/drawingml/2006/main">
            <a:srgbClr val="AAD1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ny">
            <a:extLst xmlns:a="http://schemas.openxmlformats.org/drawingml/2006/main">
              <a:ext uri="{FF2B5EF4-FFF2-40B4-BE49-F238E27FC236}">
                <a16:creationId xmlns:a16="http://schemas.microsoft.com/office/drawing/2014/main" id="{6D26878F-60E3-4FD3-88FD-EDAD877A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4983" y="2125395"/>
            <a:ext cx="188879" cy="160387"/>
          </a:xfrm>
          <a:custGeom xmlns:a="http://schemas.openxmlformats.org/drawingml/2006/main">
            <a:pathLst>
              <a:path w="188879" h="160387">
                <a:moveTo>
                  <a:pt x="74924" y="111715"/>
                </a:moveTo>
                <a:cubicBezTo>
                  <a:pt x="69431" y="111715"/>
                  <a:pt x="66333" y="108707"/>
                  <a:pt x="65630" y="102691"/>
                </a:cubicBezTo>
                <a:lnTo>
                  <a:pt x="62948" y="81664"/>
                </a:lnTo>
                <a:cubicBezTo>
                  <a:pt x="62053" y="74175"/>
                  <a:pt x="61606" y="67165"/>
                  <a:pt x="61606" y="60636"/>
                </a:cubicBezTo>
                <a:cubicBezTo>
                  <a:pt x="61606" y="58844"/>
                  <a:pt x="61718" y="55804"/>
                  <a:pt x="61942" y="51516"/>
                </a:cubicBezTo>
                <a:cubicBezTo>
                  <a:pt x="62165" y="47227"/>
                  <a:pt x="62277" y="44186"/>
                  <a:pt x="62277" y="42393"/>
                </a:cubicBezTo>
                <a:cubicBezTo>
                  <a:pt x="62277" y="28567"/>
                  <a:pt x="59722" y="21653"/>
                  <a:pt x="54612" y="21653"/>
                </a:cubicBezTo>
                <a:cubicBezTo>
                  <a:pt x="47458" y="21653"/>
                  <a:pt x="40624" y="25906"/>
                  <a:pt x="34109" y="34411"/>
                </a:cubicBezTo>
                <a:cubicBezTo>
                  <a:pt x="28232" y="42148"/>
                  <a:pt x="23633" y="51930"/>
                  <a:pt x="20312" y="63759"/>
                </a:cubicBezTo>
                <a:cubicBezTo>
                  <a:pt x="20184" y="66254"/>
                  <a:pt x="19897" y="69388"/>
                  <a:pt x="19450" y="73161"/>
                </a:cubicBezTo>
                <a:cubicBezTo>
                  <a:pt x="19066" y="76358"/>
                  <a:pt x="18875" y="79459"/>
                  <a:pt x="18875" y="82463"/>
                </a:cubicBezTo>
                <a:cubicBezTo>
                  <a:pt x="18875" y="84381"/>
                  <a:pt x="19066" y="87259"/>
                  <a:pt x="19450" y="91095"/>
                </a:cubicBezTo>
                <a:cubicBezTo>
                  <a:pt x="19833" y="94932"/>
                  <a:pt x="20024" y="97809"/>
                  <a:pt x="20024" y="99727"/>
                </a:cubicBezTo>
                <a:cubicBezTo>
                  <a:pt x="20024" y="102605"/>
                  <a:pt x="19146" y="104940"/>
                  <a:pt x="17390" y="106730"/>
                </a:cubicBezTo>
                <a:cubicBezTo>
                  <a:pt x="15633" y="108521"/>
                  <a:pt x="13382" y="109416"/>
                  <a:pt x="10635" y="109416"/>
                </a:cubicBezTo>
                <a:cubicBezTo>
                  <a:pt x="7825" y="109416"/>
                  <a:pt x="5557" y="108520"/>
                  <a:pt x="3832" y="106727"/>
                </a:cubicBezTo>
                <a:cubicBezTo>
                  <a:pt x="2108" y="104937"/>
                  <a:pt x="1246" y="102601"/>
                  <a:pt x="1246" y="99721"/>
                </a:cubicBezTo>
                <a:cubicBezTo>
                  <a:pt x="1246" y="97803"/>
                  <a:pt x="1038" y="94925"/>
                  <a:pt x="623" y="91086"/>
                </a:cubicBezTo>
                <a:cubicBezTo>
                  <a:pt x="208" y="87246"/>
                  <a:pt x="0" y="84365"/>
                  <a:pt x="0" y="82445"/>
                </a:cubicBezTo>
                <a:cubicBezTo>
                  <a:pt x="0" y="75854"/>
                  <a:pt x="463" y="66720"/>
                  <a:pt x="1389" y="55043"/>
                </a:cubicBezTo>
                <a:cubicBezTo>
                  <a:pt x="2315" y="43366"/>
                  <a:pt x="2779" y="34232"/>
                  <a:pt x="2779" y="27641"/>
                </a:cubicBezTo>
                <a:cubicBezTo>
                  <a:pt x="2779" y="25593"/>
                  <a:pt x="2667" y="22554"/>
                  <a:pt x="2443" y="18524"/>
                </a:cubicBezTo>
                <a:cubicBezTo>
                  <a:pt x="2220" y="14492"/>
                  <a:pt x="2108" y="11453"/>
                  <a:pt x="2108" y="9407"/>
                </a:cubicBezTo>
                <a:cubicBezTo>
                  <a:pt x="2108" y="6655"/>
                  <a:pt x="3018" y="4399"/>
                  <a:pt x="4838" y="2641"/>
                </a:cubicBezTo>
                <a:cubicBezTo>
                  <a:pt x="6659" y="880"/>
                  <a:pt x="8910" y="0"/>
                  <a:pt x="11593" y="0"/>
                </a:cubicBezTo>
                <a:cubicBezTo>
                  <a:pt x="17470" y="0"/>
                  <a:pt x="20695" y="4169"/>
                  <a:pt x="21270" y="12506"/>
                </a:cubicBezTo>
                <a:lnTo>
                  <a:pt x="21557" y="23761"/>
                </a:lnTo>
                <a:cubicBezTo>
                  <a:pt x="32288" y="9453"/>
                  <a:pt x="43306" y="2299"/>
                  <a:pt x="54612" y="2299"/>
                </a:cubicBezTo>
                <a:cubicBezTo>
                  <a:pt x="64832" y="2299"/>
                  <a:pt x="71954" y="6811"/>
                  <a:pt x="75978" y="15833"/>
                </a:cubicBezTo>
                <a:cubicBezTo>
                  <a:pt x="78725" y="21847"/>
                  <a:pt x="80226" y="30741"/>
                  <a:pt x="80481" y="42516"/>
                </a:cubicBezTo>
                <a:lnTo>
                  <a:pt x="80481" y="52208"/>
                </a:lnTo>
                <a:lnTo>
                  <a:pt x="80385" y="61133"/>
                </a:lnTo>
                <a:cubicBezTo>
                  <a:pt x="80385" y="66445"/>
                  <a:pt x="81072" y="73308"/>
                  <a:pt x="82445" y="81724"/>
                </a:cubicBezTo>
                <a:cubicBezTo>
                  <a:pt x="83818" y="90137"/>
                  <a:pt x="84505" y="96967"/>
                  <a:pt x="84505" y="102212"/>
                </a:cubicBezTo>
                <a:cubicBezTo>
                  <a:pt x="84505" y="105029"/>
                  <a:pt x="83595" y="107316"/>
                  <a:pt x="81775" y="109075"/>
                </a:cubicBezTo>
                <a:cubicBezTo>
                  <a:pt x="79954" y="110835"/>
                  <a:pt x="77671" y="111715"/>
                  <a:pt x="74924" y="111715"/>
                </a:cubicBezTo>
                <a:close/>
                <a:moveTo>
                  <a:pt x="187633" y="19339"/>
                </a:moveTo>
                <a:lnTo>
                  <a:pt x="154483" y="91014"/>
                </a:lnTo>
                <a:cubicBezTo>
                  <a:pt x="146307" y="108454"/>
                  <a:pt x="140047" y="123050"/>
                  <a:pt x="135704" y="134803"/>
                </a:cubicBezTo>
                <a:lnTo>
                  <a:pt x="129380" y="153393"/>
                </a:lnTo>
                <a:cubicBezTo>
                  <a:pt x="127720" y="158056"/>
                  <a:pt x="124845" y="160387"/>
                  <a:pt x="120757" y="160387"/>
                </a:cubicBezTo>
                <a:cubicBezTo>
                  <a:pt x="118075" y="160387"/>
                  <a:pt x="115759" y="159504"/>
                  <a:pt x="113811" y="157737"/>
                </a:cubicBezTo>
                <a:cubicBezTo>
                  <a:pt x="111863" y="155973"/>
                  <a:pt x="110889" y="153774"/>
                  <a:pt x="110889" y="151142"/>
                </a:cubicBezTo>
                <a:cubicBezTo>
                  <a:pt x="110889" y="144722"/>
                  <a:pt x="117787" y="126252"/>
                  <a:pt x="131584" y="95730"/>
                </a:cubicBezTo>
                <a:lnTo>
                  <a:pt x="97284" y="29626"/>
                </a:lnTo>
                <a:lnTo>
                  <a:pt x="92972" y="22620"/>
                </a:lnTo>
                <a:cubicBezTo>
                  <a:pt x="91248" y="19678"/>
                  <a:pt x="90385" y="17216"/>
                  <a:pt x="90385" y="15234"/>
                </a:cubicBezTo>
                <a:cubicBezTo>
                  <a:pt x="90385" y="12615"/>
                  <a:pt x="91391" y="10316"/>
                  <a:pt x="93403" y="8336"/>
                </a:cubicBezTo>
                <a:cubicBezTo>
                  <a:pt x="95415" y="6355"/>
                  <a:pt x="97667" y="5365"/>
                  <a:pt x="100158" y="5365"/>
                </a:cubicBezTo>
                <a:cubicBezTo>
                  <a:pt x="103096" y="5365"/>
                  <a:pt x="105364" y="6483"/>
                  <a:pt x="106961" y="8719"/>
                </a:cubicBezTo>
                <a:cubicBezTo>
                  <a:pt x="117819" y="23815"/>
                  <a:pt x="129476" y="45308"/>
                  <a:pt x="141932" y="73196"/>
                </a:cubicBezTo>
                <a:lnTo>
                  <a:pt x="156112" y="40040"/>
                </a:lnTo>
                <a:cubicBezTo>
                  <a:pt x="161221" y="28601"/>
                  <a:pt x="166140" y="18767"/>
                  <a:pt x="170866" y="10539"/>
                </a:cubicBezTo>
                <a:cubicBezTo>
                  <a:pt x="172910" y="6962"/>
                  <a:pt x="175593" y="5174"/>
                  <a:pt x="178915" y="5174"/>
                </a:cubicBezTo>
                <a:cubicBezTo>
                  <a:pt x="181533" y="5174"/>
                  <a:pt x="183849" y="6099"/>
                  <a:pt x="185861" y="7949"/>
                </a:cubicBezTo>
                <a:cubicBezTo>
                  <a:pt x="187873" y="9800"/>
                  <a:pt x="188879" y="12001"/>
                  <a:pt x="188879" y="14554"/>
                </a:cubicBezTo>
                <a:cubicBezTo>
                  <a:pt x="188879" y="15957"/>
                  <a:pt x="188464" y="17552"/>
                  <a:pt x="187633" y="19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11">
            <a:extLst xmlns:a="http://schemas.openxmlformats.org/drawingml/2006/main">
              <a:ext uri="{FF2B5EF4-FFF2-40B4-BE49-F238E27FC236}">
                <a16:creationId xmlns:a16="http://schemas.microsoft.com/office/drawing/2014/main" id="{0A324448-08D9-4AC7-92F0-4CC26AE2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521" y="2171811"/>
            <a:ext cx="97161" cy="96931"/>
          </a:xfrm>
          <a:custGeom xmlns:a="http://schemas.openxmlformats.org/drawingml/2006/main">
            <a:pathLst>
              <a:path w="97161" h="96931">
                <a:moveTo>
                  <a:pt x="33882" y="96931"/>
                </a:moveTo>
                <a:lnTo>
                  <a:pt x="21533" y="96931"/>
                </a:lnTo>
                <a:lnTo>
                  <a:pt x="9246" y="96868"/>
                </a:lnTo>
                <a:cubicBezTo>
                  <a:pt x="6350" y="96868"/>
                  <a:pt x="4323" y="96682"/>
                  <a:pt x="3165" y="96310"/>
                </a:cubicBezTo>
                <a:cubicBezTo>
                  <a:pt x="1055" y="95565"/>
                  <a:pt x="0" y="93993"/>
                  <a:pt x="0" y="91594"/>
                </a:cubicBezTo>
                <a:cubicBezTo>
                  <a:pt x="0" y="87415"/>
                  <a:pt x="3248" y="85326"/>
                  <a:pt x="9743" y="85326"/>
                </a:cubicBezTo>
                <a:lnTo>
                  <a:pt x="12721" y="85388"/>
                </a:lnTo>
                <a:lnTo>
                  <a:pt x="15266" y="85512"/>
                </a:lnTo>
                <a:cubicBezTo>
                  <a:pt x="15266" y="83523"/>
                  <a:pt x="15090" y="80580"/>
                  <a:pt x="14738" y="76685"/>
                </a:cubicBezTo>
                <a:cubicBezTo>
                  <a:pt x="14387" y="72788"/>
                  <a:pt x="14211" y="69866"/>
                  <a:pt x="14211" y="67918"/>
                </a:cubicBezTo>
                <a:cubicBezTo>
                  <a:pt x="14211" y="62653"/>
                  <a:pt x="14686" y="54653"/>
                  <a:pt x="15638" y="43918"/>
                </a:cubicBezTo>
                <a:cubicBezTo>
                  <a:pt x="16548" y="33349"/>
                  <a:pt x="16982" y="25329"/>
                  <a:pt x="16941" y="19858"/>
                </a:cubicBezTo>
                <a:cubicBezTo>
                  <a:pt x="11398" y="24160"/>
                  <a:pt x="7860" y="26311"/>
                  <a:pt x="6330" y="26311"/>
                </a:cubicBezTo>
                <a:cubicBezTo>
                  <a:pt x="4675" y="26311"/>
                  <a:pt x="3237" y="25691"/>
                  <a:pt x="2017" y="24450"/>
                </a:cubicBezTo>
                <a:cubicBezTo>
                  <a:pt x="796" y="23209"/>
                  <a:pt x="186" y="21781"/>
                  <a:pt x="186" y="20168"/>
                </a:cubicBezTo>
                <a:cubicBezTo>
                  <a:pt x="186" y="18224"/>
                  <a:pt x="1965" y="15865"/>
                  <a:pt x="5523" y="13094"/>
                </a:cubicBezTo>
                <a:cubicBezTo>
                  <a:pt x="7757" y="11522"/>
                  <a:pt x="10922" y="8998"/>
                  <a:pt x="15017" y="5523"/>
                </a:cubicBezTo>
                <a:cubicBezTo>
                  <a:pt x="18658" y="1841"/>
                  <a:pt x="22133" y="0"/>
                  <a:pt x="25443" y="0"/>
                </a:cubicBezTo>
                <a:cubicBezTo>
                  <a:pt x="28215" y="0"/>
                  <a:pt x="29600" y="1595"/>
                  <a:pt x="29600" y="4786"/>
                </a:cubicBezTo>
                <a:cubicBezTo>
                  <a:pt x="29600" y="5739"/>
                  <a:pt x="29476" y="7158"/>
                  <a:pt x="29228" y="9043"/>
                </a:cubicBezTo>
                <a:cubicBezTo>
                  <a:pt x="28980" y="10928"/>
                  <a:pt x="28856" y="12346"/>
                  <a:pt x="28856" y="13299"/>
                </a:cubicBezTo>
                <a:cubicBezTo>
                  <a:pt x="28856" y="14667"/>
                  <a:pt x="28928" y="16739"/>
                  <a:pt x="29073" y="19514"/>
                </a:cubicBezTo>
                <a:cubicBezTo>
                  <a:pt x="29218" y="22290"/>
                  <a:pt x="29290" y="24361"/>
                  <a:pt x="29290" y="25728"/>
                </a:cubicBezTo>
                <a:cubicBezTo>
                  <a:pt x="29290" y="30452"/>
                  <a:pt x="28794" y="37496"/>
                  <a:pt x="27801" y="46860"/>
                </a:cubicBezTo>
                <a:cubicBezTo>
                  <a:pt x="26808" y="56222"/>
                  <a:pt x="26311" y="63244"/>
                  <a:pt x="26311" y="67925"/>
                </a:cubicBezTo>
                <a:cubicBezTo>
                  <a:pt x="26311" y="70329"/>
                  <a:pt x="26477" y="73250"/>
                  <a:pt x="26808" y="76689"/>
                </a:cubicBezTo>
                <a:cubicBezTo>
                  <a:pt x="27139" y="80128"/>
                  <a:pt x="27325" y="82945"/>
                  <a:pt x="27366" y="85140"/>
                </a:cubicBezTo>
                <a:lnTo>
                  <a:pt x="33882" y="85016"/>
                </a:lnTo>
                <a:cubicBezTo>
                  <a:pt x="35620" y="85016"/>
                  <a:pt x="37057" y="85585"/>
                  <a:pt x="38195" y="86722"/>
                </a:cubicBezTo>
                <a:cubicBezTo>
                  <a:pt x="39333" y="87860"/>
                  <a:pt x="39902" y="89277"/>
                  <a:pt x="39902" y="90973"/>
                </a:cubicBezTo>
                <a:cubicBezTo>
                  <a:pt x="39902" y="92711"/>
                  <a:pt x="39333" y="94138"/>
                  <a:pt x="38195" y="95255"/>
                </a:cubicBezTo>
                <a:cubicBezTo>
                  <a:pt x="37057" y="96372"/>
                  <a:pt x="35620" y="96931"/>
                  <a:pt x="33882" y="96931"/>
                </a:cubicBezTo>
                <a:close/>
                <a:moveTo>
                  <a:pt x="91142" y="96931"/>
                </a:moveTo>
                <a:lnTo>
                  <a:pt x="78793" y="96931"/>
                </a:lnTo>
                <a:lnTo>
                  <a:pt x="66506" y="96868"/>
                </a:lnTo>
                <a:cubicBezTo>
                  <a:pt x="63610" y="96868"/>
                  <a:pt x="61583" y="96682"/>
                  <a:pt x="60425" y="96310"/>
                </a:cubicBezTo>
                <a:cubicBezTo>
                  <a:pt x="58315" y="95565"/>
                  <a:pt x="57260" y="93993"/>
                  <a:pt x="57260" y="91594"/>
                </a:cubicBezTo>
                <a:cubicBezTo>
                  <a:pt x="57260" y="87415"/>
                  <a:pt x="60507" y="85326"/>
                  <a:pt x="67002" y="85326"/>
                </a:cubicBezTo>
                <a:lnTo>
                  <a:pt x="69981" y="85388"/>
                </a:lnTo>
                <a:lnTo>
                  <a:pt x="72525" y="85512"/>
                </a:lnTo>
                <a:cubicBezTo>
                  <a:pt x="72525" y="83523"/>
                  <a:pt x="72350" y="80580"/>
                  <a:pt x="71998" y="76685"/>
                </a:cubicBezTo>
                <a:cubicBezTo>
                  <a:pt x="71646" y="72788"/>
                  <a:pt x="71470" y="69866"/>
                  <a:pt x="71470" y="67918"/>
                </a:cubicBezTo>
                <a:cubicBezTo>
                  <a:pt x="71470" y="62653"/>
                  <a:pt x="71946" y="54653"/>
                  <a:pt x="72898" y="43918"/>
                </a:cubicBezTo>
                <a:cubicBezTo>
                  <a:pt x="73808" y="33349"/>
                  <a:pt x="74242" y="25329"/>
                  <a:pt x="74201" y="19858"/>
                </a:cubicBezTo>
                <a:cubicBezTo>
                  <a:pt x="68657" y="24160"/>
                  <a:pt x="65120" y="26311"/>
                  <a:pt x="63589" y="26311"/>
                </a:cubicBezTo>
                <a:cubicBezTo>
                  <a:pt x="61935" y="26311"/>
                  <a:pt x="60497" y="25691"/>
                  <a:pt x="59277" y="24450"/>
                </a:cubicBezTo>
                <a:cubicBezTo>
                  <a:pt x="58056" y="23209"/>
                  <a:pt x="57446" y="21781"/>
                  <a:pt x="57446" y="20168"/>
                </a:cubicBezTo>
                <a:cubicBezTo>
                  <a:pt x="57446" y="18224"/>
                  <a:pt x="59225" y="15865"/>
                  <a:pt x="62783" y="13094"/>
                </a:cubicBezTo>
                <a:cubicBezTo>
                  <a:pt x="65017" y="11522"/>
                  <a:pt x="68181" y="8998"/>
                  <a:pt x="72277" y="5523"/>
                </a:cubicBezTo>
                <a:cubicBezTo>
                  <a:pt x="75918" y="1841"/>
                  <a:pt x="79393" y="0"/>
                  <a:pt x="82702" y="0"/>
                </a:cubicBezTo>
                <a:cubicBezTo>
                  <a:pt x="85474" y="0"/>
                  <a:pt x="86860" y="1595"/>
                  <a:pt x="86860" y="4786"/>
                </a:cubicBezTo>
                <a:cubicBezTo>
                  <a:pt x="86860" y="5739"/>
                  <a:pt x="86736" y="7158"/>
                  <a:pt x="86488" y="9043"/>
                </a:cubicBezTo>
                <a:cubicBezTo>
                  <a:pt x="86240" y="10928"/>
                  <a:pt x="86115" y="12346"/>
                  <a:pt x="86115" y="13299"/>
                </a:cubicBezTo>
                <a:cubicBezTo>
                  <a:pt x="86115" y="14667"/>
                  <a:pt x="86188" y="16739"/>
                  <a:pt x="86333" y="19514"/>
                </a:cubicBezTo>
                <a:cubicBezTo>
                  <a:pt x="86477" y="22290"/>
                  <a:pt x="86550" y="24361"/>
                  <a:pt x="86550" y="25728"/>
                </a:cubicBezTo>
                <a:cubicBezTo>
                  <a:pt x="86550" y="30452"/>
                  <a:pt x="86053" y="37496"/>
                  <a:pt x="85061" y="46860"/>
                </a:cubicBezTo>
                <a:cubicBezTo>
                  <a:pt x="84068" y="56222"/>
                  <a:pt x="83571" y="63244"/>
                  <a:pt x="83571" y="67925"/>
                </a:cubicBezTo>
                <a:cubicBezTo>
                  <a:pt x="83571" y="70329"/>
                  <a:pt x="83737" y="73250"/>
                  <a:pt x="84068" y="76689"/>
                </a:cubicBezTo>
                <a:cubicBezTo>
                  <a:pt x="84399" y="80128"/>
                  <a:pt x="84585" y="82945"/>
                  <a:pt x="84626" y="85140"/>
                </a:cubicBezTo>
                <a:lnTo>
                  <a:pt x="91142" y="85016"/>
                </a:lnTo>
                <a:cubicBezTo>
                  <a:pt x="92880" y="85016"/>
                  <a:pt x="94317" y="85585"/>
                  <a:pt x="95455" y="86722"/>
                </a:cubicBezTo>
                <a:cubicBezTo>
                  <a:pt x="96592" y="87860"/>
                  <a:pt x="97161" y="89277"/>
                  <a:pt x="97161" y="90973"/>
                </a:cubicBezTo>
                <a:cubicBezTo>
                  <a:pt x="97161" y="92711"/>
                  <a:pt x="96592" y="94138"/>
                  <a:pt x="95455" y="95255"/>
                </a:cubicBezTo>
                <a:cubicBezTo>
                  <a:pt x="94317" y="96372"/>
                  <a:pt x="92880" y="96931"/>
                  <a:pt x="91142" y="969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39EFB-D84F-4454-9908-DC41EB19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6139" y="2485075"/>
            <a:ext cx="574835" cy="218426"/>
          </a:xfrm>
          <a:custGeom xmlns:a="http://schemas.openxmlformats.org/drawingml/2006/main">
            <a:pathLst>
              <a:path w="574835" h="218426">
                <a:moveTo>
                  <a:pt x="0" y="36870"/>
                </a:moveTo>
                <a:cubicBezTo>
                  <a:pt x="419" y="16815"/>
                  <a:pt x="16675" y="559"/>
                  <a:pt x="36870" y="0"/>
                </a:cubicBezTo>
                <a:lnTo>
                  <a:pt x="537965" y="0"/>
                </a:lnTo>
                <a:cubicBezTo>
                  <a:pt x="558160" y="559"/>
                  <a:pt x="574416" y="16815"/>
                  <a:pt x="574835" y="36870"/>
                </a:cubicBezTo>
                <a:lnTo>
                  <a:pt x="574835" y="182674"/>
                </a:lnTo>
                <a:cubicBezTo>
                  <a:pt x="574416" y="202170"/>
                  <a:pt x="558160" y="218426"/>
                  <a:pt x="537965" y="217868"/>
                </a:cubicBezTo>
                <a:lnTo>
                  <a:pt x="36870" y="217868"/>
                </a:lnTo>
                <a:cubicBezTo>
                  <a:pt x="16675" y="218426"/>
                  <a:pt x="419" y="202170"/>
                  <a:pt x="0" y="182674"/>
                </a:cubicBezTo>
                <a:lnTo>
                  <a:pt x="0" y="36870"/>
                </a:lnTo>
              </a:path>
            </a:pathLst>
          </a:custGeom>
          <a:solidFill xmlns:a="http://schemas.openxmlformats.org/drawingml/2006/main">
            <a:srgbClr val="ECF5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06E85E-04C5-4763-86AB-AFAA09EB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083" y="2475159"/>
            <a:ext cx="594946" cy="238816"/>
          </a:xfrm>
          <a:custGeom xmlns:a="http://schemas.openxmlformats.org/drawingml/2006/main">
            <a:pathLst>
              <a:path w="594946" h="238816">
                <a:moveTo>
                  <a:pt x="3673" y="210242"/>
                </a:moveTo>
                <a:lnTo>
                  <a:pt x="5642" y="214348"/>
                </a:lnTo>
                <a:lnTo>
                  <a:pt x="7988" y="218203"/>
                </a:lnTo>
                <a:lnTo>
                  <a:pt x="10684" y="221806"/>
                </a:lnTo>
                <a:lnTo>
                  <a:pt x="13701" y="225116"/>
                </a:lnTo>
                <a:lnTo>
                  <a:pt x="17010" y="228133"/>
                </a:lnTo>
                <a:lnTo>
                  <a:pt x="20614" y="230828"/>
                </a:lnTo>
                <a:lnTo>
                  <a:pt x="24468" y="233174"/>
                </a:lnTo>
                <a:lnTo>
                  <a:pt x="28574" y="235143"/>
                </a:lnTo>
                <a:lnTo>
                  <a:pt x="32876" y="236722"/>
                </a:lnTo>
                <a:lnTo>
                  <a:pt x="37373" y="237881"/>
                </a:lnTo>
                <a:lnTo>
                  <a:pt x="42023" y="238593"/>
                </a:lnTo>
                <a:lnTo>
                  <a:pt x="46520" y="238816"/>
                </a:lnTo>
                <a:lnTo>
                  <a:pt x="548426" y="238816"/>
                </a:lnTo>
                <a:lnTo>
                  <a:pt x="552923" y="238593"/>
                </a:lnTo>
                <a:lnTo>
                  <a:pt x="557573" y="237881"/>
                </a:lnTo>
                <a:lnTo>
                  <a:pt x="562070" y="236722"/>
                </a:lnTo>
                <a:lnTo>
                  <a:pt x="566372" y="235143"/>
                </a:lnTo>
                <a:lnTo>
                  <a:pt x="570478" y="233174"/>
                </a:lnTo>
                <a:lnTo>
                  <a:pt x="574332" y="230828"/>
                </a:lnTo>
                <a:lnTo>
                  <a:pt x="577936" y="228133"/>
                </a:lnTo>
                <a:lnTo>
                  <a:pt x="581246" y="225116"/>
                </a:lnTo>
                <a:lnTo>
                  <a:pt x="584262" y="221806"/>
                </a:lnTo>
                <a:lnTo>
                  <a:pt x="586958" y="218203"/>
                </a:lnTo>
                <a:lnTo>
                  <a:pt x="589304" y="214348"/>
                </a:lnTo>
                <a:lnTo>
                  <a:pt x="591273" y="210242"/>
                </a:lnTo>
                <a:lnTo>
                  <a:pt x="592851" y="205941"/>
                </a:lnTo>
                <a:lnTo>
                  <a:pt x="594010" y="201444"/>
                </a:lnTo>
                <a:lnTo>
                  <a:pt x="594723" y="196793"/>
                </a:lnTo>
                <a:lnTo>
                  <a:pt x="594946" y="192296"/>
                </a:lnTo>
                <a:lnTo>
                  <a:pt x="594946" y="46520"/>
                </a:lnTo>
                <a:lnTo>
                  <a:pt x="594723" y="42023"/>
                </a:lnTo>
                <a:lnTo>
                  <a:pt x="594010" y="37373"/>
                </a:lnTo>
                <a:lnTo>
                  <a:pt x="592851" y="32876"/>
                </a:lnTo>
                <a:lnTo>
                  <a:pt x="591273" y="28574"/>
                </a:lnTo>
                <a:lnTo>
                  <a:pt x="589304" y="24468"/>
                </a:lnTo>
                <a:lnTo>
                  <a:pt x="586958" y="20614"/>
                </a:lnTo>
                <a:lnTo>
                  <a:pt x="584262" y="17010"/>
                </a:lnTo>
                <a:lnTo>
                  <a:pt x="581246" y="13701"/>
                </a:lnTo>
                <a:lnTo>
                  <a:pt x="577936" y="10684"/>
                </a:lnTo>
                <a:lnTo>
                  <a:pt x="574332" y="7988"/>
                </a:lnTo>
                <a:lnTo>
                  <a:pt x="570478" y="5642"/>
                </a:lnTo>
                <a:lnTo>
                  <a:pt x="566372" y="3673"/>
                </a:lnTo>
                <a:lnTo>
                  <a:pt x="562070" y="2095"/>
                </a:lnTo>
                <a:lnTo>
                  <a:pt x="557573" y="936"/>
                </a:lnTo>
                <a:lnTo>
                  <a:pt x="552923" y="223"/>
                </a:lnTo>
                <a:lnTo>
                  <a:pt x="548426" y="0"/>
                </a:lnTo>
                <a:lnTo>
                  <a:pt x="46520" y="0"/>
                </a:lnTo>
                <a:lnTo>
                  <a:pt x="42023" y="223"/>
                </a:lnTo>
                <a:lnTo>
                  <a:pt x="37373" y="936"/>
                </a:lnTo>
                <a:lnTo>
                  <a:pt x="32876" y="2095"/>
                </a:lnTo>
                <a:lnTo>
                  <a:pt x="28574" y="3673"/>
                </a:lnTo>
                <a:lnTo>
                  <a:pt x="24468" y="5642"/>
                </a:lnTo>
                <a:lnTo>
                  <a:pt x="20614" y="7988"/>
                </a:lnTo>
                <a:lnTo>
                  <a:pt x="17010" y="10684"/>
                </a:lnTo>
                <a:lnTo>
                  <a:pt x="13701" y="13701"/>
                </a:lnTo>
                <a:lnTo>
                  <a:pt x="10684" y="17010"/>
                </a:lnTo>
                <a:lnTo>
                  <a:pt x="7988" y="20614"/>
                </a:lnTo>
                <a:lnTo>
                  <a:pt x="5642" y="24468"/>
                </a:lnTo>
                <a:lnTo>
                  <a:pt x="3673" y="28574"/>
                </a:lnTo>
                <a:lnTo>
                  <a:pt x="2095" y="32876"/>
                </a:lnTo>
                <a:lnTo>
                  <a:pt x="936" y="37373"/>
                </a:lnTo>
                <a:lnTo>
                  <a:pt x="223" y="42023"/>
                </a:lnTo>
                <a:lnTo>
                  <a:pt x="0" y="46520"/>
                </a:lnTo>
                <a:lnTo>
                  <a:pt x="0" y="192296"/>
                </a:lnTo>
                <a:lnTo>
                  <a:pt x="223" y="196793"/>
                </a:lnTo>
                <a:lnTo>
                  <a:pt x="936" y="201444"/>
                </a:lnTo>
                <a:lnTo>
                  <a:pt x="2095" y="205941"/>
                </a:lnTo>
                <a:lnTo>
                  <a:pt x="3673" y="210242"/>
                </a:lnTo>
                <a:close/>
                <a:moveTo>
                  <a:pt x="21483" y="41576"/>
                </a:moveTo>
                <a:lnTo>
                  <a:pt x="22114" y="39122"/>
                </a:lnTo>
                <a:lnTo>
                  <a:pt x="23024" y="36651"/>
                </a:lnTo>
                <a:lnTo>
                  <a:pt x="24030" y="34556"/>
                </a:lnTo>
                <a:lnTo>
                  <a:pt x="25383" y="32328"/>
                </a:lnTo>
                <a:lnTo>
                  <a:pt x="26783" y="30448"/>
                </a:lnTo>
                <a:lnTo>
                  <a:pt x="28462" y="28589"/>
                </a:lnTo>
                <a:lnTo>
                  <a:pt x="30458" y="26776"/>
                </a:lnTo>
                <a:lnTo>
                  <a:pt x="32328" y="25383"/>
                </a:lnTo>
                <a:lnTo>
                  <a:pt x="34462" y="24087"/>
                </a:lnTo>
                <a:lnTo>
                  <a:pt x="36671" y="23016"/>
                </a:lnTo>
                <a:lnTo>
                  <a:pt x="39122" y="22114"/>
                </a:lnTo>
                <a:lnTo>
                  <a:pt x="41576" y="21483"/>
                </a:lnTo>
                <a:lnTo>
                  <a:pt x="44194" y="21087"/>
                </a:lnTo>
                <a:lnTo>
                  <a:pt x="47031" y="20949"/>
                </a:lnTo>
                <a:lnTo>
                  <a:pt x="547916" y="20949"/>
                </a:lnTo>
                <a:lnTo>
                  <a:pt x="550752" y="21087"/>
                </a:lnTo>
                <a:lnTo>
                  <a:pt x="553370" y="21483"/>
                </a:lnTo>
                <a:lnTo>
                  <a:pt x="555824" y="22114"/>
                </a:lnTo>
                <a:lnTo>
                  <a:pt x="558225" y="22998"/>
                </a:lnTo>
                <a:lnTo>
                  <a:pt x="560492" y="24092"/>
                </a:lnTo>
                <a:lnTo>
                  <a:pt x="562553" y="25343"/>
                </a:lnTo>
                <a:lnTo>
                  <a:pt x="564499" y="26786"/>
                </a:lnTo>
                <a:lnTo>
                  <a:pt x="566418" y="28528"/>
                </a:lnTo>
                <a:lnTo>
                  <a:pt x="568170" y="30458"/>
                </a:lnTo>
                <a:lnTo>
                  <a:pt x="569563" y="32328"/>
                </a:lnTo>
                <a:lnTo>
                  <a:pt x="570859" y="34462"/>
                </a:lnTo>
                <a:lnTo>
                  <a:pt x="571930" y="36671"/>
                </a:lnTo>
                <a:lnTo>
                  <a:pt x="572832" y="39122"/>
                </a:lnTo>
                <a:lnTo>
                  <a:pt x="573463" y="41576"/>
                </a:lnTo>
                <a:lnTo>
                  <a:pt x="573841" y="44074"/>
                </a:lnTo>
                <a:lnTo>
                  <a:pt x="573997" y="47051"/>
                </a:lnTo>
                <a:lnTo>
                  <a:pt x="573997" y="191765"/>
                </a:lnTo>
                <a:lnTo>
                  <a:pt x="573841" y="194742"/>
                </a:lnTo>
                <a:lnTo>
                  <a:pt x="573463" y="197240"/>
                </a:lnTo>
                <a:lnTo>
                  <a:pt x="572832" y="199694"/>
                </a:lnTo>
                <a:lnTo>
                  <a:pt x="571930" y="202145"/>
                </a:lnTo>
                <a:lnTo>
                  <a:pt x="570859" y="204355"/>
                </a:lnTo>
                <a:lnTo>
                  <a:pt x="569563" y="206489"/>
                </a:lnTo>
                <a:lnTo>
                  <a:pt x="568170" y="208358"/>
                </a:lnTo>
                <a:lnTo>
                  <a:pt x="566418" y="210288"/>
                </a:lnTo>
                <a:lnTo>
                  <a:pt x="564499" y="212030"/>
                </a:lnTo>
                <a:lnTo>
                  <a:pt x="562553" y="213473"/>
                </a:lnTo>
                <a:lnTo>
                  <a:pt x="560399" y="214781"/>
                </a:lnTo>
                <a:lnTo>
                  <a:pt x="558245" y="215811"/>
                </a:lnTo>
                <a:lnTo>
                  <a:pt x="555824" y="216703"/>
                </a:lnTo>
                <a:lnTo>
                  <a:pt x="553370" y="217333"/>
                </a:lnTo>
                <a:lnTo>
                  <a:pt x="550752" y="217729"/>
                </a:lnTo>
                <a:lnTo>
                  <a:pt x="547916" y="217868"/>
                </a:lnTo>
                <a:lnTo>
                  <a:pt x="47031" y="217868"/>
                </a:lnTo>
                <a:lnTo>
                  <a:pt x="44194" y="217729"/>
                </a:lnTo>
                <a:lnTo>
                  <a:pt x="41576" y="217333"/>
                </a:lnTo>
                <a:lnTo>
                  <a:pt x="39122" y="216703"/>
                </a:lnTo>
                <a:lnTo>
                  <a:pt x="36651" y="215793"/>
                </a:lnTo>
                <a:lnTo>
                  <a:pt x="34556" y="214787"/>
                </a:lnTo>
                <a:lnTo>
                  <a:pt x="32328" y="213433"/>
                </a:lnTo>
                <a:lnTo>
                  <a:pt x="30458" y="212040"/>
                </a:lnTo>
                <a:lnTo>
                  <a:pt x="28462" y="210228"/>
                </a:lnTo>
                <a:lnTo>
                  <a:pt x="26783" y="208368"/>
                </a:lnTo>
                <a:lnTo>
                  <a:pt x="25383" y="206489"/>
                </a:lnTo>
                <a:lnTo>
                  <a:pt x="24030" y="204260"/>
                </a:lnTo>
                <a:lnTo>
                  <a:pt x="23024" y="202165"/>
                </a:lnTo>
                <a:lnTo>
                  <a:pt x="22114" y="199694"/>
                </a:lnTo>
                <a:lnTo>
                  <a:pt x="21483" y="197240"/>
                </a:lnTo>
                <a:lnTo>
                  <a:pt x="21087" y="194623"/>
                </a:lnTo>
                <a:lnTo>
                  <a:pt x="20949" y="191786"/>
                </a:lnTo>
                <a:lnTo>
                  <a:pt x="20949" y="47031"/>
                </a:lnTo>
                <a:lnTo>
                  <a:pt x="21087" y="44194"/>
                </a:lnTo>
                <a:lnTo>
                  <a:pt x="21483" y="41576"/>
                </a:lnTo>
                <a:close/>
              </a:path>
            </a:pathLst>
          </a:custGeom>
          <a:solidFill xmlns:a="http://schemas.openxmlformats.org/drawingml/2006/main">
            <a:srgbClr val="AAD1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ny">
            <a:extLst xmlns:a="http://schemas.openxmlformats.org/drawingml/2006/main">
              <a:ext uri="{FF2B5EF4-FFF2-40B4-BE49-F238E27FC236}">
                <a16:creationId xmlns:a16="http://schemas.microsoft.com/office/drawing/2014/main" id="{A6AFB9F5-ABFB-4F0A-AB93-70F02C16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9621" y="2523422"/>
            <a:ext cx="188879" cy="160387"/>
          </a:xfrm>
          <a:custGeom xmlns:a="http://schemas.openxmlformats.org/drawingml/2006/main">
            <a:pathLst>
              <a:path w="188879" h="160387">
                <a:moveTo>
                  <a:pt x="74924" y="111715"/>
                </a:moveTo>
                <a:cubicBezTo>
                  <a:pt x="69431" y="111715"/>
                  <a:pt x="66333" y="108707"/>
                  <a:pt x="65630" y="102691"/>
                </a:cubicBezTo>
                <a:lnTo>
                  <a:pt x="62948" y="81664"/>
                </a:lnTo>
                <a:cubicBezTo>
                  <a:pt x="62053" y="74175"/>
                  <a:pt x="61606" y="67165"/>
                  <a:pt x="61606" y="60636"/>
                </a:cubicBezTo>
                <a:cubicBezTo>
                  <a:pt x="61606" y="58844"/>
                  <a:pt x="61718" y="55804"/>
                  <a:pt x="61942" y="51516"/>
                </a:cubicBezTo>
                <a:cubicBezTo>
                  <a:pt x="62165" y="47227"/>
                  <a:pt x="62277" y="44186"/>
                  <a:pt x="62277" y="42393"/>
                </a:cubicBezTo>
                <a:cubicBezTo>
                  <a:pt x="62277" y="28567"/>
                  <a:pt x="59722" y="21653"/>
                  <a:pt x="54612" y="21653"/>
                </a:cubicBezTo>
                <a:cubicBezTo>
                  <a:pt x="47458" y="21653"/>
                  <a:pt x="40624" y="25906"/>
                  <a:pt x="34109" y="34411"/>
                </a:cubicBezTo>
                <a:cubicBezTo>
                  <a:pt x="28232" y="42148"/>
                  <a:pt x="23633" y="51930"/>
                  <a:pt x="20312" y="63759"/>
                </a:cubicBezTo>
                <a:cubicBezTo>
                  <a:pt x="20184" y="66254"/>
                  <a:pt x="19897" y="69388"/>
                  <a:pt x="19450" y="73161"/>
                </a:cubicBezTo>
                <a:cubicBezTo>
                  <a:pt x="19066" y="76358"/>
                  <a:pt x="18875" y="79459"/>
                  <a:pt x="18875" y="82463"/>
                </a:cubicBezTo>
                <a:cubicBezTo>
                  <a:pt x="18875" y="84381"/>
                  <a:pt x="19066" y="87259"/>
                  <a:pt x="19450" y="91095"/>
                </a:cubicBezTo>
                <a:cubicBezTo>
                  <a:pt x="19833" y="94932"/>
                  <a:pt x="20024" y="97809"/>
                  <a:pt x="20024" y="99727"/>
                </a:cubicBezTo>
                <a:cubicBezTo>
                  <a:pt x="20024" y="102605"/>
                  <a:pt x="19146" y="104940"/>
                  <a:pt x="17390" y="106730"/>
                </a:cubicBezTo>
                <a:cubicBezTo>
                  <a:pt x="15633" y="108521"/>
                  <a:pt x="13382" y="109416"/>
                  <a:pt x="10635" y="109416"/>
                </a:cubicBezTo>
                <a:cubicBezTo>
                  <a:pt x="7825" y="109416"/>
                  <a:pt x="5557" y="108520"/>
                  <a:pt x="3832" y="106727"/>
                </a:cubicBezTo>
                <a:cubicBezTo>
                  <a:pt x="2108" y="104937"/>
                  <a:pt x="1246" y="102601"/>
                  <a:pt x="1246" y="99721"/>
                </a:cubicBezTo>
                <a:cubicBezTo>
                  <a:pt x="1246" y="97803"/>
                  <a:pt x="1038" y="94925"/>
                  <a:pt x="623" y="91086"/>
                </a:cubicBezTo>
                <a:cubicBezTo>
                  <a:pt x="208" y="87246"/>
                  <a:pt x="0" y="84365"/>
                  <a:pt x="0" y="82445"/>
                </a:cubicBezTo>
                <a:cubicBezTo>
                  <a:pt x="0" y="75854"/>
                  <a:pt x="463" y="66720"/>
                  <a:pt x="1389" y="55043"/>
                </a:cubicBezTo>
                <a:cubicBezTo>
                  <a:pt x="2315" y="43366"/>
                  <a:pt x="2779" y="34232"/>
                  <a:pt x="2779" y="27641"/>
                </a:cubicBezTo>
                <a:cubicBezTo>
                  <a:pt x="2779" y="25593"/>
                  <a:pt x="2667" y="22554"/>
                  <a:pt x="2443" y="18524"/>
                </a:cubicBezTo>
                <a:cubicBezTo>
                  <a:pt x="2220" y="14492"/>
                  <a:pt x="2108" y="11453"/>
                  <a:pt x="2108" y="9407"/>
                </a:cubicBezTo>
                <a:cubicBezTo>
                  <a:pt x="2108" y="6655"/>
                  <a:pt x="3018" y="4399"/>
                  <a:pt x="4838" y="2641"/>
                </a:cubicBezTo>
                <a:cubicBezTo>
                  <a:pt x="6659" y="880"/>
                  <a:pt x="8910" y="0"/>
                  <a:pt x="11593" y="0"/>
                </a:cubicBezTo>
                <a:cubicBezTo>
                  <a:pt x="17470" y="0"/>
                  <a:pt x="20695" y="4169"/>
                  <a:pt x="21270" y="12506"/>
                </a:cubicBezTo>
                <a:lnTo>
                  <a:pt x="21557" y="23761"/>
                </a:lnTo>
                <a:cubicBezTo>
                  <a:pt x="32288" y="9453"/>
                  <a:pt x="43306" y="2299"/>
                  <a:pt x="54612" y="2299"/>
                </a:cubicBezTo>
                <a:cubicBezTo>
                  <a:pt x="64832" y="2299"/>
                  <a:pt x="71954" y="6811"/>
                  <a:pt x="75978" y="15833"/>
                </a:cubicBezTo>
                <a:cubicBezTo>
                  <a:pt x="78725" y="21847"/>
                  <a:pt x="80226" y="30741"/>
                  <a:pt x="80481" y="42516"/>
                </a:cubicBezTo>
                <a:lnTo>
                  <a:pt x="80481" y="52208"/>
                </a:lnTo>
                <a:lnTo>
                  <a:pt x="80385" y="61133"/>
                </a:lnTo>
                <a:cubicBezTo>
                  <a:pt x="80385" y="66445"/>
                  <a:pt x="81072" y="73308"/>
                  <a:pt x="82445" y="81724"/>
                </a:cubicBezTo>
                <a:cubicBezTo>
                  <a:pt x="83818" y="90137"/>
                  <a:pt x="84505" y="96967"/>
                  <a:pt x="84505" y="102212"/>
                </a:cubicBezTo>
                <a:cubicBezTo>
                  <a:pt x="84505" y="105029"/>
                  <a:pt x="83595" y="107316"/>
                  <a:pt x="81775" y="109075"/>
                </a:cubicBezTo>
                <a:cubicBezTo>
                  <a:pt x="79954" y="110835"/>
                  <a:pt x="77671" y="111715"/>
                  <a:pt x="74924" y="111715"/>
                </a:cubicBezTo>
                <a:close/>
                <a:moveTo>
                  <a:pt x="187633" y="19339"/>
                </a:moveTo>
                <a:lnTo>
                  <a:pt x="154483" y="91014"/>
                </a:lnTo>
                <a:cubicBezTo>
                  <a:pt x="146307" y="108454"/>
                  <a:pt x="140047" y="123050"/>
                  <a:pt x="135704" y="134803"/>
                </a:cubicBezTo>
                <a:lnTo>
                  <a:pt x="129380" y="153393"/>
                </a:lnTo>
                <a:cubicBezTo>
                  <a:pt x="127720" y="158056"/>
                  <a:pt x="124845" y="160387"/>
                  <a:pt x="120757" y="160387"/>
                </a:cubicBezTo>
                <a:cubicBezTo>
                  <a:pt x="118075" y="160387"/>
                  <a:pt x="115759" y="159504"/>
                  <a:pt x="113811" y="157737"/>
                </a:cubicBezTo>
                <a:cubicBezTo>
                  <a:pt x="111863" y="155973"/>
                  <a:pt x="110889" y="153774"/>
                  <a:pt x="110889" y="151142"/>
                </a:cubicBezTo>
                <a:cubicBezTo>
                  <a:pt x="110889" y="144722"/>
                  <a:pt x="117787" y="126252"/>
                  <a:pt x="131584" y="95730"/>
                </a:cubicBezTo>
                <a:lnTo>
                  <a:pt x="97284" y="29626"/>
                </a:lnTo>
                <a:lnTo>
                  <a:pt x="92972" y="22620"/>
                </a:lnTo>
                <a:cubicBezTo>
                  <a:pt x="91248" y="19678"/>
                  <a:pt x="90385" y="17216"/>
                  <a:pt x="90385" y="15234"/>
                </a:cubicBezTo>
                <a:cubicBezTo>
                  <a:pt x="90385" y="12615"/>
                  <a:pt x="91391" y="10316"/>
                  <a:pt x="93403" y="8336"/>
                </a:cubicBezTo>
                <a:cubicBezTo>
                  <a:pt x="95415" y="6355"/>
                  <a:pt x="97667" y="5365"/>
                  <a:pt x="100158" y="5365"/>
                </a:cubicBezTo>
                <a:cubicBezTo>
                  <a:pt x="103096" y="5365"/>
                  <a:pt x="105364" y="6483"/>
                  <a:pt x="106961" y="8719"/>
                </a:cubicBezTo>
                <a:cubicBezTo>
                  <a:pt x="117819" y="23815"/>
                  <a:pt x="129476" y="45308"/>
                  <a:pt x="141932" y="73196"/>
                </a:cubicBezTo>
                <a:lnTo>
                  <a:pt x="156112" y="40040"/>
                </a:lnTo>
                <a:cubicBezTo>
                  <a:pt x="161221" y="28601"/>
                  <a:pt x="166140" y="18767"/>
                  <a:pt x="170866" y="10539"/>
                </a:cubicBezTo>
                <a:cubicBezTo>
                  <a:pt x="172910" y="6962"/>
                  <a:pt x="175593" y="5174"/>
                  <a:pt x="178915" y="5174"/>
                </a:cubicBezTo>
                <a:cubicBezTo>
                  <a:pt x="181533" y="5174"/>
                  <a:pt x="183849" y="6099"/>
                  <a:pt x="185861" y="7949"/>
                </a:cubicBezTo>
                <a:cubicBezTo>
                  <a:pt x="187873" y="9800"/>
                  <a:pt x="188879" y="12001"/>
                  <a:pt x="188879" y="14554"/>
                </a:cubicBezTo>
                <a:cubicBezTo>
                  <a:pt x="188879" y="15957"/>
                  <a:pt x="188464" y="17552"/>
                  <a:pt x="187633" y="19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k2">
            <a:extLst xmlns:a="http://schemas.openxmlformats.org/drawingml/2006/main">
              <a:ext uri="{FF2B5EF4-FFF2-40B4-BE49-F238E27FC236}">
                <a16:creationId xmlns:a16="http://schemas.microsoft.com/office/drawing/2014/main" id="{E0DF1CCF-E673-48FE-9A72-9D1A56DC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455" y="2566984"/>
            <a:ext cx="126703" cy="102143"/>
          </a:xfrm>
          <a:custGeom xmlns:a="http://schemas.openxmlformats.org/drawingml/2006/main">
            <a:pathLst>
              <a:path w="126703" h="102143">
                <a:moveTo>
                  <a:pt x="50203" y="102143"/>
                </a:moveTo>
                <a:cubicBezTo>
                  <a:pt x="47927" y="102143"/>
                  <a:pt x="46169" y="100943"/>
                  <a:pt x="44928" y="98544"/>
                </a:cubicBezTo>
                <a:cubicBezTo>
                  <a:pt x="42777" y="94363"/>
                  <a:pt x="39529" y="89416"/>
                  <a:pt x="35185" y="83703"/>
                </a:cubicBezTo>
                <a:lnTo>
                  <a:pt x="24202" y="68738"/>
                </a:lnTo>
                <a:cubicBezTo>
                  <a:pt x="21802" y="70642"/>
                  <a:pt x="18079" y="73313"/>
                  <a:pt x="13032" y="76749"/>
                </a:cubicBezTo>
                <a:cubicBezTo>
                  <a:pt x="12577" y="83165"/>
                  <a:pt x="12349" y="89415"/>
                  <a:pt x="12349" y="95499"/>
                </a:cubicBezTo>
                <a:cubicBezTo>
                  <a:pt x="12349" y="97362"/>
                  <a:pt x="11780" y="98873"/>
                  <a:pt x="10642" y="100031"/>
                </a:cubicBezTo>
                <a:cubicBezTo>
                  <a:pt x="9505" y="101191"/>
                  <a:pt x="8047" y="101771"/>
                  <a:pt x="6268" y="101771"/>
                </a:cubicBezTo>
                <a:cubicBezTo>
                  <a:pt x="2089" y="101771"/>
                  <a:pt x="0" y="98956"/>
                  <a:pt x="0" y="93325"/>
                </a:cubicBezTo>
                <a:cubicBezTo>
                  <a:pt x="0" y="89890"/>
                  <a:pt x="238" y="84748"/>
                  <a:pt x="714" y="77897"/>
                </a:cubicBezTo>
                <a:cubicBezTo>
                  <a:pt x="1189" y="71045"/>
                  <a:pt x="1427" y="65902"/>
                  <a:pt x="1427" y="62467"/>
                </a:cubicBezTo>
                <a:cubicBezTo>
                  <a:pt x="1427" y="56174"/>
                  <a:pt x="1520" y="48982"/>
                  <a:pt x="1707" y="40889"/>
                </a:cubicBezTo>
                <a:cubicBezTo>
                  <a:pt x="1893" y="32796"/>
                  <a:pt x="1986" y="25644"/>
                  <a:pt x="1986" y="19435"/>
                </a:cubicBezTo>
                <a:cubicBezTo>
                  <a:pt x="1986" y="17572"/>
                  <a:pt x="1893" y="15378"/>
                  <a:pt x="1707" y="12853"/>
                </a:cubicBezTo>
                <a:cubicBezTo>
                  <a:pt x="1520" y="10328"/>
                  <a:pt x="1427" y="8134"/>
                  <a:pt x="1427" y="6271"/>
                </a:cubicBezTo>
                <a:cubicBezTo>
                  <a:pt x="1427" y="4409"/>
                  <a:pt x="1996" y="2898"/>
                  <a:pt x="3134" y="1739"/>
                </a:cubicBezTo>
                <a:cubicBezTo>
                  <a:pt x="4271" y="580"/>
                  <a:pt x="5730" y="0"/>
                  <a:pt x="7509" y="0"/>
                </a:cubicBezTo>
                <a:cubicBezTo>
                  <a:pt x="9288" y="0"/>
                  <a:pt x="10746" y="580"/>
                  <a:pt x="11884" y="1739"/>
                </a:cubicBezTo>
                <a:cubicBezTo>
                  <a:pt x="13021" y="2898"/>
                  <a:pt x="13590" y="4409"/>
                  <a:pt x="13590" y="6271"/>
                </a:cubicBezTo>
                <a:cubicBezTo>
                  <a:pt x="13590" y="8176"/>
                  <a:pt x="13694" y="10422"/>
                  <a:pt x="13900" y="13010"/>
                </a:cubicBezTo>
                <a:cubicBezTo>
                  <a:pt x="14107" y="15597"/>
                  <a:pt x="14211" y="17842"/>
                  <a:pt x="14211" y="19745"/>
                </a:cubicBezTo>
                <a:lnTo>
                  <a:pt x="13776" y="39741"/>
                </a:lnTo>
                <a:cubicBezTo>
                  <a:pt x="13569" y="46943"/>
                  <a:pt x="13507" y="54146"/>
                  <a:pt x="13590" y="61350"/>
                </a:cubicBezTo>
                <a:cubicBezTo>
                  <a:pt x="19216" y="57044"/>
                  <a:pt x="24636" y="52325"/>
                  <a:pt x="29849" y="47191"/>
                </a:cubicBezTo>
                <a:lnTo>
                  <a:pt x="43501" y="33097"/>
                </a:lnTo>
                <a:cubicBezTo>
                  <a:pt x="44866" y="31690"/>
                  <a:pt x="46335" y="30987"/>
                  <a:pt x="47907" y="30987"/>
                </a:cubicBezTo>
                <a:cubicBezTo>
                  <a:pt x="49520" y="30987"/>
                  <a:pt x="50978" y="31628"/>
                  <a:pt x="52282" y="32911"/>
                </a:cubicBezTo>
                <a:cubicBezTo>
                  <a:pt x="53585" y="34193"/>
                  <a:pt x="54236" y="35683"/>
                  <a:pt x="54236" y="37381"/>
                </a:cubicBezTo>
                <a:cubicBezTo>
                  <a:pt x="54236" y="38788"/>
                  <a:pt x="53637" y="40175"/>
                  <a:pt x="52437" y="41540"/>
                </a:cubicBezTo>
                <a:cubicBezTo>
                  <a:pt x="47348" y="47492"/>
                  <a:pt x="41081" y="53878"/>
                  <a:pt x="33634" y="60698"/>
                </a:cubicBezTo>
                <a:lnTo>
                  <a:pt x="47162" y="79171"/>
                </a:lnTo>
                <a:cubicBezTo>
                  <a:pt x="53492" y="87823"/>
                  <a:pt x="56657" y="93452"/>
                  <a:pt x="56657" y="96060"/>
                </a:cubicBezTo>
                <a:cubicBezTo>
                  <a:pt x="56657" y="97716"/>
                  <a:pt x="56005" y="99144"/>
                  <a:pt x="54702" y="100344"/>
                </a:cubicBezTo>
                <a:cubicBezTo>
                  <a:pt x="53399" y="101543"/>
                  <a:pt x="51899" y="102143"/>
                  <a:pt x="50203" y="102143"/>
                </a:cubicBezTo>
                <a:close/>
                <a:moveTo>
                  <a:pt x="120870" y="99785"/>
                </a:moveTo>
                <a:cubicBezTo>
                  <a:pt x="119836" y="99785"/>
                  <a:pt x="118378" y="99454"/>
                  <a:pt x="116495" y="98792"/>
                </a:cubicBezTo>
                <a:cubicBezTo>
                  <a:pt x="114613" y="98130"/>
                  <a:pt x="113175" y="97799"/>
                  <a:pt x="112182" y="97799"/>
                </a:cubicBezTo>
                <a:cubicBezTo>
                  <a:pt x="110073" y="97799"/>
                  <a:pt x="106908" y="97931"/>
                  <a:pt x="102688" y="98195"/>
                </a:cubicBezTo>
                <a:cubicBezTo>
                  <a:pt x="98468" y="98459"/>
                  <a:pt x="95283" y="98590"/>
                  <a:pt x="93131" y="98590"/>
                </a:cubicBezTo>
                <a:cubicBezTo>
                  <a:pt x="91518" y="98590"/>
                  <a:pt x="89129" y="98810"/>
                  <a:pt x="85964" y="99250"/>
                </a:cubicBezTo>
                <a:cubicBezTo>
                  <a:pt x="82799" y="99689"/>
                  <a:pt x="80410" y="99909"/>
                  <a:pt x="78797" y="99909"/>
                </a:cubicBezTo>
                <a:cubicBezTo>
                  <a:pt x="78342" y="99909"/>
                  <a:pt x="77680" y="99826"/>
                  <a:pt x="76811" y="99661"/>
                </a:cubicBezTo>
                <a:cubicBezTo>
                  <a:pt x="75942" y="99495"/>
                  <a:pt x="75280" y="99413"/>
                  <a:pt x="74825" y="99413"/>
                </a:cubicBezTo>
                <a:cubicBezTo>
                  <a:pt x="71971" y="99413"/>
                  <a:pt x="70109" y="98026"/>
                  <a:pt x="69240" y="95251"/>
                </a:cubicBezTo>
                <a:cubicBezTo>
                  <a:pt x="68744" y="93802"/>
                  <a:pt x="68495" y="91318"/>
                  <a:pt x="68495" y="87799"/>
                </a:cubicBezTo>
                <a:cubicBezTo>
                  <a:pt x="68495" y="78153"/>
                  <a:pt x="71122" y="70390"/>
                  <a:pt x="76376" y="64510"/>
                </a:cubicBezTo>
                <a:cubicBezTo>
                  <a:pt x="78776" y="61820"/>
                  <a:pt x="85250" y="56852"/>
                  <a:pt x="95800" y="49607"/>
                </a:cubicBezTo>
                <a:cubicBezTo>
                  <a:pt x="101716" y="45549"/>
                  <a:pt x="105667" y="42382"/>
                  <a:pt x="107652" y="40105"/>
                </a:cubicBezTo>
                <a:cubicBezTo>
                  <a:pt x="111210" y="36131"/>
                  <a:pt x="112989" y="31474"/>
                  <a:pt x="112989" y="26133"/>
                </a:cubicBezTo>
                <a:cubicBezTo>
                  <a:pt x="112989" y="23483"/>
                  <a:pt x="111272" y="21123"/>
                  <a:pt x="107839" y="19053"/>
                </a:cubicBezTo>
                <a:cubicBezTo>
                  <a:pt x="104819" y="17190"/>
                  <a:pt x="101861" y="16259"/>
                  <a:pt x="98965" y="16259"/>
                </a:cubicBezTo>
                <a:cubicBezTo>
                  <a:pt x="95159" y="16259"/>
                  <a:pt x="91539" y="17361"/>
                  <a:pt x="88105" y="19565"/>
                </a:cubicBezTo>
                <a:lnTo>
                  <a:pt x="79231" y="26550"/>
                </a:lnTo>
                <a:cubicBezTo>
                  <a:pt x="77452" y="27963"/>
                  <a:pt x="76025" y="28670"/>
                  <a:pt x="74949" y="28670"/>
                </a:cubicBezTo>
                <a:cubicBezTo>
                  <a:pt x="70688" y="28670"/>
                  <a:pt x="68558" y="26969"/>
                  <a:pt x="68558" y="23567"/>
                </a:cubicBezTo>
                <a:cubicBezTo>
                  <a:pt x="68558" y="21618"/>
                  <a:pt x="69344" y="19939"/>
                  <a:pt x="70916" y="18529"/>
                </a:cubicBezTo>
                <a:cubicBezTo>
                  <a:pt x="75756" y="13967"/>
                  <a:pt x="79955" y="10670"/>
                  <a:pt x="83513" y="8637"/>
                </a:cubicBezTo>
                <a:cubicBezTo>
                  <a:pt x="88519" y="5775"/>
                  <a:pt x="93669" y="4344"/>
                  <a:pt x="98965" y="4344"/>
                </a:cubicBezTo>
                <a:cubicBezTo>
                  <a:pt x="105667" y="4344"/>
                  <a:pt x="111645" y="6164"/>
                  <a:pt x="116899" y="9805"/>
                </a:cubicBezTo>
                <a:cubicBezTo>
                  <a:pt x="122773" y="13900"/>
                  <a:pt x="125711" y="19154"/>
                  <a:pt x="125711" y="25567"/>
                </a:cubicBezTo>
                <a:cubicBezTo>
                  <a:pt x="125711" y="29787"/>
                  <a:pt x="125111" y="33675"/>
                  <a:pt x="123911" y="37233"/>
                </a:cubicBezTo>
                <a:cubicBezTo>
                  <a:pt x="122711" y="40791"/>
                  <a:pt x="120891" y="44039"/>
                  <a:pt x="118450" y="46976"/>
                </a:cubicBezTo>
                <a:cubicBezTo>
                  <a:pt x="115347" y="50699"/>
                  <a:pt x="110093" y="54857"/>
                  <a:pt x="102688" y="59449"/>
                </a:cubicBezTo>
                <a:cubicBezTo>
                  <a:pt x="94910" y="64331"/>
                  <a:pt x="89801" y="68033"/>
                  <a:pt x="87360" y="70557"/>
                </a:cubicBezTo>
                <a:cubicBezTo>
                  <a:pt x="82768" y="75315"/>
                  <a:pt x="80514" y="81086"/>
                  <a:pt x="80596" y="87870"/>
                </a:cubicBezTo>
                <a:lnTo>
                  <a:pt x="93380" y="86653"/>
                </a:lnTo>
                <a:cubicBezTo>
                  <a:pt x="102150" y="86141"/>
                  <a:pt x="108418" y="85885"/>
                  <a:pt x="112182" y="85885"/>
                </a:cubicBezTo>
                <a:cubicBezTo>
                  <a:pt x="115327" y="85885"/>
                  <a:pt x="118305" y="86425"/>
                  <a:pt x="121118" y="87506"/>
                </a:cubicBezTo>
                <a:cubicBezTo>
                  <a:pt x="124842" y="88960"/>
                  <a:pt x="126703" y="90976"/>
                  <a:pt x="126703" y="93552"/>
                </a:cubicBezTo>
                <a:cubicBezTo>
                  <a:pt x="126703" y="95172"/>
                  <a:pt x="126145" y="96616"/>
                  <a:pt x="125028" y="97885"/>
                </a:cubicBezTo>
                <a:cubicBezTo>
                  <a:pt x="123911" y="99152"/>
                  <a:pt x="122525" y="99785"/>
                  <a:pt x="120870" y="997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0B576-5039-4679-ADAF-9C6D9E66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885" y="1658854"/>
            <a:ext cx="328477" cy="135748"/>
          </a:xfrm>
          <a:custGeom xmlns:a="http://schemas.openxmlformats.org/drawingml/2006/main">
            <a:pathLst>
              <a:path w="328477" h="135748">
                <a:moveTo>
                  <a:pt x="0" y="33518"/>
                </a:moveTo>
                <a:lnTo>
                  <a:pt x="261441" y="33518"/>
                </a:lnTo>
                <a:lnTo>
                  <a:pt x="261441" y="0"/>
                </a:lnTo>
                <a:lnTo>
                  <a:pt x="328477" y="67036"/>
                </a:lnTo>
                <a:lnTo>
                  <a:pt x="261441" y="135748"/>
                </a:lnTo>
                <a:lnTo>
                  <a:pt x="261441" y="102230"/>
                </a:lnTo>
                <a:lnTo>
                  <a:pt x="0" y="102230"/>
                </a:lnTo>
                <a:lnTo>
                  <a:pt x="33518" y="67036"/>
                </a:lnTo>
                <a:lnTo>
                  <a:pt x="0" y="33518"/>
                </a:lnTo>
              </a:path>
            </a:pathLst>
          </a:custGeom>
          <a:solidFill xmlns:a="http://schemas.openxmlformats.org/drawingml/2006/main">
            <a:srgbClr val="D8E4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6ABE94-E003-4B94-A230-3FCDFDF3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8939" y="1781195"/>
            <a:ext cx="605002" cy="243565"/>
          </a:xfrm>
          <a:custGeom xmlns:a="http://schemas.openxmlformats.org/drawingml/2006/main">
            <a:pathLst>
              <a:path w="605002" h="243565">
                <a:moveTo>
                  <a:pt x="0" y="41898"/>
                </a:moveTo>
                <a:cubicBezTo>
                  <a:pt x="698" y="18686"/>
                  <a:pt x="18826" y="559"/>
                  <a:pt x="41898" y="0"/>
                </a:cubicBezTo>
                <a:lnTo>
                  <a:pt x="564780" y="0"/>
                </a:lnTo>
                <a:cubicBezTo>
                  <a:pt x="586595" y="559"/>
                  <a:pt x="604722" y="18686"/>
                  <a:pt x="605002" y="41898"/>
                </a:cubicBezTo>
                <a:lnTo>
                  <a:pt x="605002" y="202784"/>
                </a:lnTo>
                <a:cubicBezTo>
                  <a:pt x="604722" y="225437"/>
                  <a:pt x="586595" y="243565"/>
                  <a:pt x="564780" y="243006"/>
                </a:cubicBezTo>
                <a:lnTo>
                  <a:pt x="41898" y="243006"/>
                </a:lnTo>
                <a:cubicBezTo>
                  <a:pt x="18826" y="243565"/>
                  <a:pt x="698" y="225437"/>
                  <a:pt x="0" y="202784"/>
                </a:cubicBezTo>
                <a:lnTo>
                  <a:pt x="0" y="41898"/>
                </a:lnTo>
              </a:path>
            </a:pathLst>
          </a:custGeom>
          <a:solidFill xmlns:a="http://schemas.openxmlformats.org/drawingml/2006/main">
            <a:srgbClr val="CF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0162E6-2DF2-42FC-BBC0-265ADC66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9163" y="1771279"/>
            <a:ext cx="624973" cy="263955"/>
          </a:xfrm>
          <a:custGeom xmlns:a="http://schemas.openxmlformats.org/drawingml/2006/main">
            <a:pathLst>
              <a:path w="624973" h="263955">
                <a:moveTo>
                  <a:pt x="3994" y="232825"/>
                </a:moveTo>
                <a:lnTo>
                  <a:pt x="6145" y="237294"/>
                </a:lnTo>
                <a:lnTo>
                  <a:pt x="8701" y="241498"/>
                </a:lnTo>
                <a:lnTo>
                  <a:pt x="11634" y="245422"/>
                </a:lnTo>
                <a:lnTo>
                  <a:pt x="14916" y="249039"/>
                </a:lnTo>
                <a:lnTo>
                  <a:pt x="18533" y="252321"/>
                </a:lnTo>
                <a:lnTo>
                  <a:pt x="22457" y="255254"/>
                </a:lnTo>
                <a:lnTo>
                  <a:pt x="26661" y="257810"/>
                </a:lnTo>
                <a:lnTo>
                  <a:pt x="31130" y="259961"/>
                </a:lnTo>
                <a:lnTo>
                  <a:pt x="35822" y="261679"/>
                </a:lnTo>
                <a:lnTo>
                  <a:pt x="40711" y="262935"/>
                </a:lnTo>
                <a:lnTo>
                  <a:pt x="45780" y="263704"/>
                </a:lnTo>
                <a:lnTo>
                  <a:pt x="50710" y="263955"/>
                </a:lnTo>
                <a:lnTo>
                  <a:pt x="574263" y="263955"/>
                </a:lnTo>
                <a:lnTo>
                  <a:pt x="579193" y="263704"/>
                </a:lnTo>
                <a:lnTo>
                  <a:pt x="584262" y="262935"/>
                </a:lnTo>
                <a:lnTo>
                  <a:pt x="589150" y="261679"/>
                </a:lnTo>
                <a:lnTo>
                  <a:pt x="593843" y="259961"/>
                </a:lnTo>
                <a:lnTo>
                  <a:pt x="598312" y="257810"/>
                </a:lnTo>
                <a:lnTo>
                  <a:pt x="602516" y="255254"/>
                </a:lnTo>
                <a:lnTo>
                  <a:pt x="606440" y="252321"/>
                </a:lnTo>
                <a:lnTo>
                  <a:pt x="610043" y="249039"/>
                </a:lnTo>
                <a:lnTo>
                  <a:pt x="613339" y="245422"/>
                </a:lnTo>
                <a:lnTo>
                  <a:pt x="616272" y="241498"/>
                </a:lnTo>
                <a:lnTo>
                  <a:pt x="618828" y="237294"/>
                </a:lnTo>
                <a:lnTo>
                  <a:pt x="620978" y="232825"/>
                </a:lnTo>
                <a:lnTo>
                  <a:pt x="622696" y="228133"/>
                </a:lnTo>
                <a:lnTo>
                  <a:pt x="623953" y="223244"/>
                </a:lnTo>
                <a:lnTo>
                  <a:pt x="624721" y="218175"/>
                </a:lnTo>
                <a:lnTo>
                  <a:pt x="624973" y="213245"/>
                </a:lnTo>
                <a:lnTo>
                  <a:pt x="624973" y="50710"/>
                </a:lnTo>
                <a:lnTo>
                  <a:pt x="624721" y="45780"/>
                </a:lnTo>
                <a:lnTo>
                  <a:pt x="623953" y="40711"/>
                </a:lnTo>
                <a:lnTo>
                  <a:pt x="622696" y="35822"/>
                </a:lnTo>
                <a:lnTo>
                  <a:pt x="620978" y="31130"/>
                </a:lnTo>
                <a:lnTo>
                  <a:pt x="618828" y="26661"/>
                </a:lnTo>
                <a:lnTo>
                  <a:pt x="616272" y="22457"/>
                </a:lnTo>
                <a:lnTo>
                  <a:pt x="613339" y="18533"/>
                </a:lnTo>
                <a:lnTo>
                  <a:pt x="610043" y="14916"/>
                </a:lnTo>
                <a:lnTo>
                  <a:pt x="606440" y="11634"/>
                </a:lnTo>
                <a:lnTo>
                  <a:pt x="602516" y="8701"/>
                </a:lnTo>
                <a:lnTo>
                  <a:pt x="598312" y="6145"/>
                </a:lnTo>
                <a:lnTo>
                  <a:pt x="593843" y="3994"/>
                </a:lnTo>
                <a:lnTo>
                  <a:pt x="589150" y="2276"/>
                </a:lnTo>
                <a:lnTo>
                  <a:pt x="584262" y="1020"/>
                </a:lnTo>
                <a:lnTo>
                  <a:pt x="579193" y="251"/>
                </a:lnTo>
                <a:lnTo>
                  <a:pt x="574263" y="0"/>
                </a:lnTo>
                <a:lnTo>
                  <a:pt x="50710" y="0"/>
                </a:lnTo>
                <a:lnTo>
                  <a:pt x="45780" y="251"/>
                </a:lnTo>
                <a:lnTo>
                  <a:pt x="40711" y="1020"/>
                </a:lnTo>
                <a:lnTo>
                  <a:pt x="35822" y="2276"/>
                </a:lnTo>
                <a:lnTo>
                  <a:pt x="31130" y="3994"/>
                </a:lnTo>
                <a:lnTo>
                  <a:pt x="26661" y="6145"/>
                </a:lnTo>
                <a:lnTo>
                  <a:pt x="22457" y="8701"/>
                </a:lnTo>
                <a:lnTo>
                  <a:pt x="18533" y="11634"/>
                </a:lnTo>
                <a:lnTo>
                  <a:pt x="14916" y="14916"/>
                </a:lnTo>
                <a:lnTo>
                  <a:pt x="11634" y="18533"/>
                </a:lnTo>
                <a:lnTo>
                  <a:pt x="8701" y="22457"/>
                </a:lnTo>
                <a:lnTo>
                  <a:pt x="6145" y="26661"/>
                </a:lnTo>
                <a:lnTo>
                  <a:pt x="3994" y="31130"/>
                </a:lnTo>
                <a:lnTo>
                  <a:pt x="2276" y="35822"/>
                </a:lnTo>
                <a:lnTo>
                  <a:pt x="1020" y="40711"/>
                </a:lnTo>
                <a:lnTo>
                  <a:pt x="251" y="45780"/>
                </a:lnTo>
                <a:lnTo>
                  <a:pt x="0" y="50710"/>
                </a:lnTo>
                <a:lnTo>
                  <a:pt x="0" y="213245"/>
                </a:lnTo>
                <a:lnTo>
                  <a:pt x="251" y="218175"/>
                </a:lnTo>
                <a:lnTo>
                  <a:pt x="1020" y="223244"/>
                </a:lnTo>
                <a:lnTo>
                  <a:pt x="2276" y="228133"/>
                </a:lnTo>
                <a:lnTo>
                  <a:pt x="3994" y="232825"/>
                </a:lnTo>
                <a:close/>
                <a:moveTo>
                  <a:pt x="21569" y="44911"/>
                </a:moveTo>
                <a:lnTo>
                  <a:pt x="22310" y="42049"/>
                </a:lnTo>
                <a:lnTo>
                  <a:pt x="23285" y="39374"/>
                </a:lnTo>
                <a:lnTo>
                  <a:pt x="24600" y="36637"/>
                </a:lnTo>
                <a:lnTo>
                  <a:pt x="26051" y="34245"/>
                </a:lnTo>
                <a:lnTo>
                  <a:pt x="27803" y="31895"/>
                </a:lnTo>
                <a:lnTo>
                  <a:pt x="29750" y="29750"/>
                </a:lnTo>
                <a:lnTo>
                  <a:pt x="31895" y="27803"/>
                </a:lnTo>
                <a:lnTo>
                  <a:pt x="34245" y="26051"/>
                </a:lnTo>
                <a:lnTo>
                  <a:pt x="36637" y="24600"/>
                </a:lnTo>
                <a:lnTo>
                  <a:pt x="39374" y="23285"/>
                </a:lnTo>
                <a:lnTo>
                  <a:pt x="42049" y="22310"/>
                </a:lnTo>
                <a:lnTo>
                  <a:pt x="44911" y="21569"/>
                </a:lnTo>
                <a:lnTo>
                  <a:pt x="47851" y="21119"/>
                </a:lnTo>
                <a:lnTo>
                  <a:pt x="51230" y="20949"/>
                </a:lnTo>
                <a:lnTo>
                  <a:pt x="573743" y="20949"/>
                </a:lnTo>
                <a:lnTo>
                  <a:pt x="577121" y="21119"/>
                </a:lnTo>
                <a:lnTo>
                  <a:pt x="580062" y="21569"/>
                </a:lnTo>
                <a:lnTo>
                  <a:pt x="582924" y="22310"/>
                </a:lnTo>
                <a:lnTo>
                  <a:pt x="585599" y="23285"/>
                </a:lnTo>
                <a:lnTo>
                  <a:pt x="588336" y="24600"/>
                </a:lnTo>
                <a:lnTo>
                  <a:pt x="590719" y="26046"/>
                </a:lnTo>
                <a:lnTo>
                  <a:pt x="593135" y="27855"/>
                </a:lnTo>
                <a:lnTo>
                  <a:pt x="595223" y="29750"/>
                </a:lnTo>
                <a:lnTo>
                  <a:pt x="597170" y="31895"/>
                </a:lnTo>
                <a:lnTo>
                  <a:pt x="598922" y="34245"/>
                </a:lnTo>
                <a:lnTo>
                  <a:pt x="600373" y="36637"/>
                </a:lnTo>
                <a:lnTo>
                  <a:pt x="601687" y="39374"/>
                </a:lnTo>
                <a:lnTo>
                  <a:pt x="602663" y="42049"/>
                </a:lnTo>
                <a:lnTo>
                  <a:pt x="603404" y="44911"/>
                </a:lnTo>
                <a:lnTo>
                  <a:pt x="603853" y="47851"/>
                </a:lnTo>
                <a:lnTo>
                  <a:pt x="604024" y="51230"/>
                </a:lnTo>
                <a:lnTo>
                  <a:pt x="604024" y="212725"/>
                </a:lnTo>
                <a:lnTo>
                  <a:pt x="603853" y="216104"/>
                </a:lnTo>
                <a:lnTo>
                  <a:pt x="603404" y="219044"/>
                </a:lnTo>
                <a:lnTo>
                  <a:pt x="602663" y="221906"/>
                </a:lnTo>
                <a:lnTo>
                  <a:pt x="601687" y="224581"/>
                </a:lnTo>
                <a:lnTo>
                  <a:pt x="600373" y="227318"/>
                </a:lnTo>
                <a:lnTo>
                  <a:pt x="598927" y="229701"/>
                </a:lnTo>
                <a:lnTo>
                  <a:pt x="597118" y="232117"/>
                </a:lnTo>
                <a:lnTo>
                  <a:pt x="595223" y="234205"/>
                </a:lnTo>
                <a:lnTo>
                  <a:pt x="593135" y="236100"/>
                </a:lnTo>
                <a:lnTo>
                  <a:pt x="590719" y="237909"/>
                </a:lnTo>
                <a:lnTo>
                  <a:pt x="588336" y="239355"/>
                </a:lnTo>
                <a:lnTo>
                  <a:pt x="585599" y="240670"/>
                </a:lnTo>
                <a:lnTo>
                  <a:pt x="582924" y="241645"/>
                </a:lnTo>
                <a:lnTo>
                  <a:pt x="580062" y="242386"/>
                </a:lnTo>
                <a:lnTo>
                  <a:pt x="577121" y="242836"/>
                </a:lnTo>
                <a:lnTo>
                  <a:pt x="573743" y="243006"/>
                </a:lnTo>
                <a:lnTo>
                  <a:pt x="51230" y="243006"/>
                </a:lnTo>
                <a:lnTo>
                  <a:pt x="47851" y="242836"/>
                </a:lnTo>
                <a:lnTo>
                  <a:pt x="44911" y="242386"/>
                </a:lnTo>
                <a:lnTo>
                  <a:pt x="42049" y="241645"/>
                </a:lnTo>
                <a:lnTo>
                  <a:pt x="39374" y="240670"/>
                </a:lnTo>
                <a:lnTo>
                  <a:pt x="36637" y="239355"/>
                </a:lnTo>
                <a:lnTo>
                  <a:pt x="34245" y="237904"/>
                </a:lnTo>
                <a:lnTo>
                  <a:pt x="31895" y="236152"/>
                </a:lnTo>
                <a:lnTo>
                  <a:pt x="29750" y="234205"/>
                </a:lnTo>
                <a:lnTo>
                  <a:pt x="27855" y="232117"/>
                </a:lnTo>
                <a:lnTo>
                  <a:pt x="26046" y="229701"/>
                </a:lnTo>
                <a:lnTo>
                  <a:pt x="24600" y="227318"/>
                </a:lnTo>
                <a:lnTo>
                  <a:pt x="23285" y="224581"/>
                </a:lnTo>
                <a:lnTo>
                  <a:pt x="22310" y="221906"/>
                </a:lnTo>
                <a:lnTo>
                  <a:pt x="21569" y="219044"/>
                </a:lnTo>
                <a:lnTo>
                  <a:pt x="21119" y="216104"/>
                </a:lnTo>
                <a:lnTo>
                  <a:pt x="20949" y="212725"/>
                </a:lnTo>
                <a:lnTo>
                  <a:pt x="20949" y="51230"/>
                </a:lnTo>
                <a:lnTo>
                  <a:pt x="21119" y="47851"/>
                </a:lnTo>
                <a:lnTo>
                  <a:pt x="21569" y="44911"/>
                </a:ln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q+c">
            <a:extLst xmlns:a="http://schemas.openxmlformats.org/drawingml/2006/main">
              <a:ext uri="{FF2B5EF4-FFF2-40B4-BE49-F238E27FC236}">
                <a16:creationId xmlns:a16="http://schemas.microsoft.com/office/drawing/2014/main" id="{E2CAA012-CFFB-422E-9445-3847340F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574" y="1826474"/>
            <a:ext cx="322324" cy="176348"/>
          </a:xfrm>
          <a:custGeom xmlns:a="http://schemas.openxmlformats.org/drawingml/2006/main">
            <a:pathLst>
              <a:path w="322324" h="176348">
                <a:moveTo>
                  <a:pt x="92344" y="81612"/>
                </a:moveTo>
                <a:lnTo>
                  <a:pt x="87340" y="123378"/>
                </a:lnTo>
                <a:cubicBezTo>
                  <a:pt x="85527" y="138896"/>
                  <a:pt x="84621" y="152927"/>
                  <a:pt x="84621" y="165471"/>
                </a:cubicBezTo>
                <a:cubicBezTo>
                  <a:pt x="84621" y="168662"/>
                  <a:pt x="83642" y="171272"/>
                  <a:pt x="81684" y="173303"/>
                </a:cubicBezTo>
                <a:cubicBezTo>
                  <a:pt x="79727" y="175333"/>
                  <a:pt x="77152" y="176348"/>
                  <a:pt x="73962" y="176348"/>
                </a:cubicBezTo>
                <a:cubicBezTo>
                  <a:pt x="67291" y="176348"/>
                  <a:pt x="63738" y="172693"/>
                  <a:pt x="63303" y="165383"/>
                </a:cubicBezTo>
                <a:cubicBezTo>
                  <a:pt x="63085" y="162199"/>
                  <a:pt x="63266" y="158183"/>
                  <a:pt x="63846" y="153334"/>
                </a:cubicBezTo>
                <a:lnTo>
                  <a:pt x="65260" y="141284"/>
                </a:lnTo>
                <a:lnTo>
                  <a:pt x="67327" y="117288"/>
                </a:lnTo>
                <a:cubicBezTo>
                  <a:pt x="61091" y="118955"/>
                  <a:pt x="56704" y="119789"/>
                  <a:pt x="54166" y="119789"/>
                </a:cubicBezTo>
                <a:cubicBezTo>
                  <a:pt x="38359" y="119789"/>
                  <a:pt x="25560" y="115684"/>
                  <a:pt x="15771" y="107475"/>
                </a:cubicBezTo>
                <a:cubicBezTo>
                  <a:pt x="5257" y="98685"/>
                  <a:pt x="0" y="86518"/>
                  <a:pt x="0" y="70973"/>
                </a:cubicBezTo>
                <a:cubicBezTo>
                  <a:pt x="0" y="49689"/>
                  <a:pt x="5982" y="32617"/>
                  <a:pt x="17947" y="19757"/>
                </a:cubicBezTo>
                <a:cubicBezTo>
                  <a:pt x="30201" y="6537"/>
                  <a:pt x="46879" y="0"/>
                  <a:pt x="67980" y="145"/>
                </a:cubicBezTo>
                <a:cubicBezTo>
                  <a:pt x="71968" y="145"/>
                  <a:pt x="74977" y="1740"/>
                  <a:pt x="77007" y="4931"/>
                </a:cubicBezTo>
                <a:cubicBezTo>
                  <a:pt x="80125" y="2175"/>
                  <a:pt x="82881" y="798"/>
                  <a:pt x="85274" y="798"/>
                </a:cubicBezTo>
                <a:cubicBezTo>
                  <a:pt x="88174" y="798"/>
                  <a:pt x="90694" y="1958"/>
                  <a:pt x="92833" y="4278"/>
                </a:cubicBezTo>
                <a:cubicBezTo>
                  <a:pt x="94972" y="6599"/>
                  <a:pt x="96042" y="9245"/>
                  <a:pt x="96042" y="12218"/>
                </a:cubicBezTo>
                <a:cubicBezTo>
                  <a:pt x="96042" y="33609"/>
                  <a:pt x="94809" y="56740"/>
                  <a:pt x="92344" y="81612"/>
                </a:cubicBezTo>
                <a:moveTo>
                  <a:pt x="60257" y="18962"/>
                </a:moveTo>
                <a:cubicBezTo>
                  <a:pt x="46915" y="21361"/>
                  <a:pt x="36836" y="28159"/>
                  <a:pt x="30020" y="39356"/>
                </a:cubicBezTo>
                <a:cubicBezTo>
                  <a:pt x="24509" y="48442"/>
                  <a:pt x="21753" y="59130"/>
                  <a:pt x="21753" y="71418"/>
                </a:cubicBezTo>
                <a:cubicBezTo>
                  <a:pt x="21753" y="79997"/>
                  <a:pt x="24364" y="86977"/>
                  <a:pt x="29585" y="92356"/>
                </a:cubicBezTo>
                <a:cubicBezTo>
                  <a:pt x="35313" y="98318"/>
                  <a:pt x="43253" y="101154"/>
                  <a:pt x="53405" y="100864"/>
                </a:cubicBezTo>
                <a:cubicBezTo>
                  <a:pt x="60293" y="100646"/>
                  <a:pt x="65333" y="96902"/>
                  <a:pt x="68523" y="89630"/>
                </a:cubicBezTo>
                <a:cubicBezTo>
                  <a:pt x="72004" y="81488"/>
                  <a:pt x="73853" y="67639"/>
                  <a:pt x="74071" y="48081"/>
                </a:cubicBezTo>
                <a:lnTo>
                  <a:pt x="75593" y="18962"/>
                </a:lnTo>
                <a:cubicBezTo>
                  <a:pt x="74143" y="19469"/>
                  <a:pt x="71605" y="19578"/>
                  <a:pt x="67980" y="19288"/>
                </a:cubicBezTo>
                <a:cubicBezTo>
                  <a:pt x="63991" y="18853"/>
                  <a:pt x="61417" y="18744"/>
                  <a:pt x="60257" y="18962"/>
                </a:cubicBezTo>
                <a:close/>
                <a:moveTo>
                  <a:pt x="208696" y="45827"/>
                </a:moveTo>
                <a:cubicBezTo>
                  <a:pt x="208696" y="48510"/>
                  <a:pt x="207808" y="50849"/>
                  <a:pt x="206031" y="52843"/>
                </a:cubicBezTo>
                <a:cubicBezTo>
                  <a:pt x="204255" y="54837"/>
                  <a:pt x="202025" y="55834"/>
                  <a:pt x="199342" y="55834"/>
                </a:cubicBezTo>
                <a:cubicBezTo>
                  <a:pt x="198472" y="55834"/>
                  <a:pt x="197167" y="55689"/>
                  <a:pt x="195426" y="55399"/>
                </a:cubicBezTo>
                <a:cubicBezTo>
                  <a:pt x="193686" y="55109"/>
                  <a:pt x="192345" y="54964"/>
                  <a:pt x="191402" y="54964"/>
                </a:cubicBezTo>
                <a:lnTo>
                  <a:pt x="180525" y="55181"/>
                </a:lnTo>
                <a:cubicBezTo>
                  <a:pt x="176102" y="55326"/>
                  <a:pt x="172476" y="55326"/>
                  <a:pt x="169648" y="55181"/>
                </a:cubicBezTo>
                <a:lnTo>
                  <a:pt x="169648" y="80820"/>
                </a:lnTo>
                <a:cubicBezTo>
                  <a:pt x="169648" y="87366"/>
                  <a:pt x="166422" y="90640"/>
                  <a:pt x="159968" y="90640"/>
                </a:cubicBezTo>
                <a:cubicBezTo>
                  <a:pt x="156778" y="90640"/>
                  <a:pt x="154367" y="89821"/>
                  <a:pt x="152735" y="88185"/>
                </a:cubicBezTo>
                <a:cubicBezTo>
                  <a:pt x="151104" y="86549"/>
                  <a:pt x="150288" y="84094"/>
                  <a:pt x="150288" y="80820"/>
                </a:cubicBezTo>
                <a:lnTo>
                  <a:pt x="150179" y="68274"/>
                </a:lnTo>
                <a:lnTo>
                  <a:pt x="150070" y="55616"/>
                </a:lnTo>
                <a:cubicBezTo>
                  <a:pt x="141296" y="56124"/>
                  <a:pt x="135097" y="56378"/>
                  <a:pt x="131471" y="56378"/>
                </a:cubicBezTo>
                <a:cubicBezTo>
                  <a:pt x="120232" y="56378"/>
                  <a:pt x="114612" y="53042"/>
                  <a:pt x="114612" y="46371"/>
                </a:cubicBezTo>
                <a:cubicBezTo>
                  <a:pt x="114612" y="41658"/>
                  <a:pt x="116606" y="38721"/>
                  <a:pt x="120594" y="37561"/>
                </a:cubicBezTo>
                <a:cubicBezTo>
                  <a:pt x="121972" y="37198"/>
                  <a:pt x="125598" y="37017"/>
                  <a:pt x="131471" y="37017"/>
                </a:cubicBezTo>
                <a:cubicBezTo>
                  <a:pt x="135097" y="37017"/>
                  <a:pt x="141296" y="36763"/>
                  <a:pt x="150070" y="36256"/>
                </a:cubicBezTo>
                <a:lnTo>
                  <a:pt x="149962" y="23489"/>
                </a:lnTo>
                <a:cubicBezTo>
                  <a:pt x="149962" y="16870"/>
                  <a:pt x="150288" y="12287"/>
                  <a:pt x="150940" y="9740"/>
                </a:cubicBezTo>
                <a:cubicBezTo>
                  <a:pt x="151666" y="7123"/>
                  <a:pt x="152789" y="5160"/>
                  <a:pt x="154312" y="3850"/>
                </a:cubicBezTo>
                <a:cubicBezTo>
                  <a:pt x="155835" y="2540"/>
                  <a:pt x="157793" y="1885"/>
                  <a:pt x="160186" y="1885"/>
                </a:cubicBezTo>
                <a:cubicBezTo>
                  <a:pt x="162941" y="1885"/>
                  <a:pt x="165280" y="2777"/>
                  <a:pt x="167201" y="4560"/>
                </a:cubicBezTo>
                <a:cubicBezTo>
                  <a:pt x="169123" y="6341"/>
                  <a:pt x="170084" y="8614"/>
                  <a:pt x="170084" y="11379"/>
                </a:cubicBezTo>
                <a:cubicBezTo>
                  <a:pt x="170084" y="12616"/>
                  <a:pt x="169957" y="14580"/>
                  <a:pt x="169703" y="17272"/>
                </a:cubicBezTo>
                <a:cubicBezTo>
                  <a:pt x="169449" y="19962"/>
                  <a:pt x="169322" y="21998"/>
                  <a:pt x="169322" y="23380"/>
                </a:cubicBezTo>
                <a:lnTo>
                  <a:pt x="169431" y="35821"/>
                </a:lnTo>
                <a:lnTo>
                  <a:pt x="177588" y="36147"/>
                </a:lnTo>
                <a:cubicBezTo>
                  <a:pt x="179039" y="36147"/>
                  <a:pt x="181250" y="36056"/>
                  <a:pt x="184223" y="35875"/>
                </a:cubicBezTo>
                <a:cubicBezTo>
                  <a:pt x="187196" y="35694"/>
                  <a:pt x="189408" y="35603"/>
                  <a:pt x="190858" y="35603"/>
                </a:cubicBezTo>
                <a:cubicBezTo>
                  <a:pt x="202750" y="35603"/>
                  <a:pt x="208696" y="39011"/>
                  <a:pt x="208696" y="45827"/>
                </a:cubicBezTo>
                <a:close/>
                <a:moveTo>
                  <a:pt x="281210" y="122835"/>
                </a:moveTo>
                <a:cubicBezTo>
                  <a:pt x="266345" y="122835"/>
                  <a:pt x="253946" y="118331"/>
                  <a:pt x="244012" y="109324"/>
                </a:cubicBezTo>
                <a:cubicBezTo>
                  <a:pt x="233570" y="99881"/>
                  <a:pt x="228349" y="87423"/>
                  <a:pt x="228349" y="71949"/>
                </a:cubicBezTo>
                <a:cubicBezTo>
                  <a:pt x="228349" y="57204"/>
                  <a:pt x="233244" y="41986"/>
                  <a:pt x="243033" y="26297"/>
                </a:cubicBezTo>
                <a:cubicBezTo>
                  <a:pt x="253910" y="8862"/>
                  <a:pt x="266164" y="145"/>
                  <a:pt x="279796" y="145"/>
                </a:cubicBezTo>
                <a:cubicBezTo>
                  <a:pt x="286902" y="145"/>
                  <a:pt x="294842" y="1818"/>
                  <a:pt x="303616" y="5165"/>
                </a:cubicBezTo>
                <a:cubicBezTo>
                  <a:pt x="314711" y="9459"/>
                  <a:pt x="320258" y="14698"/>
                  <a:pt x="320258" y="20882"/>
                </a:cubicBezTo>
                <a:cubicBezTo>
                  <a:pt x="320258" y="23647"/>
                  <a:pt x="319351" y="26103"/>
                  <a:pt x="317539" y="28251"/>
                </a:cubicBezTo>
                <a:cubicBezTo>
                  <a:pt x="315726" y="30397"/>
                  <a:pt x="313478" y="31470"/>
                  <a:pt x="310795" y="31470"/>
                </a:cubicBezTo>
                <a:cubicBezTo>
                  <a:pt x="308692" y="31470"/>
                  <a:pt x="306861" y="30830"/>
                  <a:pt x="305302" y="29550"/>
                </a:cubicBezTo>
                <a:cubicBezTo>
                  <a:pt x="303743" y="28267"/>
                  <a:pt x="302239" y="27003"/>
                  <a:pt x="300788" y="25756"/>
                </a:cubicBezTo>
                <a:cubicBezTo>
                  <a:pt x="296510" y="22314"/>
                  <a:pt x="289513" y="20593"/>
                  <a:pt x="279796" y="20593"/>
                </a:cubicBezTo>
                <a:cubicBezTo>
                  <a:pt x="272400" y="20593"/>
                  <a:pt x="265076" y="27210"/>
                  <a:pt x="257825" y="40443"/>
                </a:cubicBezTo>
                <a:cubicBezTo>
                  <a:pt x="251227" y="52585"/>
                  <a:pt x="247927" y="63090"/>
                  <a:pt x="247927" y="71959"/>
                </a:cubicBezTo>
                <a:cubicBezTo>
                  <a:pt x="247927" y="81555"/>
                  <a:pt x="251190" y="89117"/>
                  <a:pt x="257717" y="94644"/>
                </a:cubicBezTo>
                <a:cubicBezTo>
                  <a:pt x="263807" y="99805"/>
                  <a:pt x="271639" y="102386"/>
                  <a:pt x="281210" y="102386"/>
                </a:cubicBezTo>
                <a:cubicBezTo>
                  <a:pt x="285561" y="102386"/>
                  <a:pt x="290202" y="101226"/>
                  <a:pt x="295133" y="98906"/>
                </a:cubicBezTo>
                <a:lnTo>
                  <a:pt x="307750" y="92162"/>
                </a:lnTo>
                <a:cubicBezTo>
                  <a:pt x="309925" y="91002"/>
                  <a:pt x="311484" y="90422"/>
                  <a:pt x="312427" y="90422"/>
                </a:cubicBezTo>
                <a:cubicBezTo>
                  <a:pt x="315109" y="90422"/>
                  <a:pt x="317430" y="91492"/>
                  <a:pt x="319388" y="93631"/>
                </a:cubicBezTo>
                <a:cubicBezTo>
                  <a:pt x="321345" y="95770"/>
                  <a:pt x="322324" y="98217"/>
                  <a:pt x="322324" y="100972"/>
                </a:cubicBezTo>
                <a:cubicBezTo>
                  <a:pt x="322324" y="106266"/>
                  <a:pt x="316741" y="111378"/>
                  <a:pt x="305574" y="116309"/>
                </a:cubicBezTo>
                <a:cubicBezTo>
                  <a:pt x="295785" y="120659"/>
                  <a:pt x="287664" y="122835"/>
                  <a:pt x="281210" y="1228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i">
            <a:extLst xmlns:a="http://schemas.openxmlformats.org/drawingml/2006/main">
              <a:ext uri="{FF2B5EF4-FFF2-40B4-BE49-F238E27FC236}">
                <a16:creationId xmlns:a16="http://schemas.microsoft.com/office/drawing/2014/main" id="{14D5C247-0C0F-4A16-A024-86B02577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2778" y="1879590"/>
            <a:ext cx="19098" cy="107177"/>
          </a:xfrm>
          <a:custGeom xmlns:a="http://schemas.openxmlformats.org/drawingml/2006/main">
            <a:pathLst>
              <a:path w="19098" h="107177">
                <a:moveTo>
                  <a:pt x="10760" y="16533"/>
                </a:moveTo>
                <a:cubicBezTo>
                  <a:pt x="8480" y="16533"/>
                  <a:pt x="6509" y="15725"/>
                  <a:pt x="4846" y="14110"/>
                </a:cubicBezTo>
                <a:cubicBezTo>
                  <a:pt x="3183" y="12495"/>
                  <a:pt x="2352" y="10547"/>
                  <a:pt x="2352" y="8266"/>
                </a:cubicBezTo>
                <a:cubicBezTo>
                  <a:pt x="2352" y="5986"/>
                  <a:pt x="3183" y="4038"/>
                  <a:pt x="4846" y="2423"/>
                </a:cubicBezTo>
                <a:cubicBezTo>
                  <a:pt x="6509" y="808"/>
                  <a:pt x="8480" y="0"/>
                  <a:pt x="10760" y="0"/>
                </a:cubicBezTo>
                <a:cubicBezTo>
                  <a:pt x="13041" y="0"/>
                  <a:pt x="15001" y="808"/>
                  <a:pt x="16640" y="2423"/>
                </a:cubicBezTo>
                <a:cubicBezTo>
                  <a:pt x="18279" y="4038"/>
                  <a:pt x="19098" y="5986"/>
                  <a:pt x="19098" y="8266"/>
                </a:cubicBezTo>
                <a:cubicBezTo>
                  <a:pt x="19098" y="10547"/>
                  <a:pt x="18279" y="12495"/>
                  <a:pt x="16640" y="14110"/>
                </a:cubicBezTo>
                <a:cubicBezTo>
                  <a:pt x="15001" y="15725"/>
                  <a:pt x="13041" y="16533"/>
                  <a:pt x="10760" y="16533"/>
                </a:cubicBezTo>
                <a:moveTo>
                  <a:pt x="13967" y="74437"/>
                </a:moveTo>
                <a:cubicBezTo>
                  <a:pt x="13967" y="77290"/>
                  <a:pt x="14050" y="81559"/>
                  <a:pt x="14217" y="87242"/>
                </a:cubicBezTo>
                <a:cubicBezTo>
                  <a:pt x="14383" y="92923"/>
                  <a:pt x="14466" y="97191"/>
                  <a:pt x="14466" y="100044"/>
                </a:cubicBezTo>
                <a:cubicBezTo>
                  <a:pt x="14466" y="102136"/>
                  <a:pt x="13825" y="103848"/>
                  <a:pt x="12542" y="105180"/>
                </a:cubicBezTo>
                <a:cubicBezTo>
                  <a:pt x="11259" y="106511"/>
                  <a:pt x="9573" y="107177"/>
                  <a:pt x="7482" y="107177"/>
                </a:cubicBezTo>
                <a:cubicBezTo>
                  <a:pt x="5440" y="107177"/>
                  <a:pt x="3765" y="106511"/>
                  <a:pt x="2459" y="105180"/>
                </a:cubicBezTo>
                <a:cubicBezTo>
                  <a:pt x="1152" y="103848"/>
                  <a:pt x="499" y="102136"/>
                  <a:pt x="499" y="100044"/>
                </a:cubicBezTo>
                <a:cubicBezTo>
                  <a:pt x="499" y="97191"/>
                  <a:pt x="416" y="92923"/>
                  <a:pt x="249" y="87242"/>
                </a:cubicBezTo>
                <a:cubicBezTo>
                  <a:pt x="83" y="81559"/>
                  <a:pt x="0" y="77290"/>
                  <a:pt x="0" y="74437"/>
                </a:cubicBezTo>
                <a:cubicBezTo>
                  <a:pt x="0" y="69967"/>
                  <a:pt x="238" y="64391"/>
                  <a:pt x="713" y="57711"/>
                </a:cubicBezTo>
                <a:cubicBezTo>
                  <a:pt x="1188" y="51028"/>
                  <a:pt x="1425" y="45452"/>
                  <a:pt x="1425" y="40982"/>
                </a:cubicBezTo>
                <a:cubicBezTo>
                  <a:pt x="1425" y="38843"/>
                  <a:pt x="2078" y="37107"/>
                  <a:pt x="3385" y="35775"/>
                </a:cubicBezTo>
                <a:cubicBezTo>
                  <a:pt x="4691" y="34444"/>
                  <a:pt x="6366" y="33778"/>
                  <a:pt x="8409" y="33778"/>
                </a:cubicBezTo>
                <a:cubicBezTo>
                  <a:pt x="10452" y="33778"/>
                  <a:pt x="12126" y="34444"/>
                  <a:pt x="13433" y="35775"/>
                </a:cubicBezTo>
                <a:cubicBezTo>
                  <a:pt x="14739" y="37107"/>
                  <a:pt x="15392" y="38843"/>
                  <a:pt x="15392" y="40982"/>
                </a:cubicBezTo>
                <a:cubicBezTo>
                  <a:pt x="15392" y="45452"/>
                  <a:pt x="15155" y="51028"/>
                  <a:pt x="14680" y="57711"/>
                </a:cubicBezTo>
                <a:cubicBezTo>
                  <a:pt x="14205" y="64391"/>
                  <a:pt x="13967" y="69967"/>
                  <a:pt x="13967" y="744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ED347-7FA2-424F-A7AA-FADCC824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9818" y="1341130"/>
            <a:ext cx="105750" cy="1113778"/>
          </a:xfrm>
          <a:custGeom xmlns:a="http://schemas.openxmlformats.org/drawingml/2006/main">
            <a:pathLst>
              <a:path w="105750" h="1113778">
                <a:moveTo>
                  <a:pt x="83837" y="2584"/>
                </a:moveTo>
                <a:lnTo>
                  <a:pt x="78656" y="3994"/>
                </a:lnTo>
                <a:lnTo>
                  <a:pt x="73572" y="5698"/>
                </a:lnTo>
                <a:lnTo>
                  <a:pt x="68614" y="7695"/>
                </a:lnTo>
                <a:lnTo>
                  <a:pt x="63782" y="9958"/>
                </a:lnTo>
                <a:lnTo>
                  <a:pt x="59076" y="12472"/>
                </a:lnTo>
                <a:lnTo>
                  <a:pt x="54509" y="15251"/>
                </a:lnTo>
                <a:lnTo>
                  <a:pt x="50082" y="18267"/>
                </a:lnTo>
                <a:lnTo>
                  <a:pt x="45794" y="21521"/>
                </a:lnTo>
                <a:lnTo>
                  <a:pt x="41674" y="24999"/>
                </a:lnTo>
                <a:lnTo>
                  <a:pt x="37708" y="28686"/>
                </a:lnTo>
                <a:lnTo>
                  <a:pt x="33909" y="32582"/>
                </a:lnTo>
                <a:lnTo>
                  <a:pt x="30278" y="36688"/>
                </a:lnTo>
                <a:lnTo>
                  <a:pt x="26828" y="40976"/>
                </a:lnTo>
                <a:lnTo>
                  <a:pt x="23560" y="45445"/>
                </a:lnTo>
                <a:lnTo>
                  <a:pt x="20474" y="50096"/>
                </a:lnTo>
                <a:lnTo>
                  <a:pt x="17597" y="54914"/>
                </a:lnTo>
                <a:lnTo>
                  <a:pt x="14902" y="59886"/>
                </a:lnTo>
                <a:lnTo>
                  <a:pt x="12416" y="65011"/>
                </a:lnTo>
                <a:lnTo>
                  <a:pt x="10139" y="70290"/>
                </a:lnTo>
                <a:lnTo>
                  <a:pt x="8072" y="75695"/>
                </a:lnTo>
                <a:lnTo>
                  <a:pt x="6229" y="81239"/>
                </a:lnTo>
                <a:lnTo>
                  <a:pt x="4609" y="86896"/>
                </a:lnTo>
                <a:lnTo>
                  <a:pt x="3226" y="92678"/>
                </a:lnTo>
                <a:lnTo>
                  <a:pt x="2081" y="98557"/>
                </a:lnTo>
                <a:lnTo>
                  <a:pt x="1173" y="104549"/>
                </a:lnTo>
                <a:lnTo>
                  <a:pt x="531" y="110624"/>
                </a:lnTo>
                <a:lnTo>
                  <a:pt x="126" y="116783"/>
                </a:lnTo>
                <a:lnTo>
                  <a:pt x="0" y="122914"/>
                </a:lnTo>
                <a:lnTo>
                  <a:pt x="0" y="990865"/>
                </a:lnTo>
                <a:lnTo>
                  <a:pt x="126" y="996996"/>
                </a:lnTo>
                <a:lnTo>
                  <a:pt x="531" y="1003155"/>
                </a:lnTo>
                <a:lnTo>
                  <a:pt x="1173" y="1009230"/>
                </a:lnTo>
                <a:lnTo>
                  <a:pt x="2081" y="1015221"/>
                </a:lnTo>
                <a:lnTo>
                  <a:pt x="3226" y="1021101"/>
                </a:lnTo>
                <a:lnTo>
                  <a:pt x="4609" y="1026883"/>
                </a:lnTo>
                <a:lnTo>
                  <a:pt x="6229" y="1032539"/>
                </a:lnTo>
                <a:lnTo>
                  <a:pt x="8072" y="1038083"/>
                </a:lnTo>
                <a:lnTo>
                  <a:pt x="10139" y="1043488"/>
                </a:lnTo>
                <a:lnTo>
                  <a:pt x="12416" y="1048767"/>
                </a:lnTo>
                <a:lnTo>
                  <a:pt x="14902" y="1053893"/>
                </a:lnTo>
                <a:lnTo>
                  <a:pt x="17597" y="1058864"/>
                </a:lnTo>
                <a:lnTo>
                  <a:pt x="20474" y="1063683"/>
                </a:lnTo>
                <a:lnTo>
                  <a:pt x="23560" y="1068333"/>
                </a:lnTo>
                <a:lnTo>
                  <a:pt x="26828" y="1072802"/>
                </a:lnTo>
                <a:lnTo>
                  <a:pt x="30278" y="1077090"/>
                </a:lnTo>
                <a:lnTo>
                  <a:pt x="33909" y="1081196"/>
                </a:lnTo>
                <a:lnTo>
                  <a:pt x="37708" y="1085092"/>
                </a:lnTo>
                <a:lnTo>
                  <a:pt x="41674" y="1088779"/>
                </a:lnTo>
                <a:lnTo>
                  <a:pt x="45794" y="1092257"/>
                </a:lnTo>
                <a:lnTo>
                  <a:pt x="50082" y="1095511"/>
                </a:lnTo>
                <a:lnTo>
                  <a:pt x="54509" y="1098527"/>
                </a:lnTo>
                <a:lnTo>
                  <a:pt x="59076" y="1101307"/>
                </a:lnTo>
                <a:lnTo>
                  <a:pt x="63782" y="1103821"/>
                </a:lnTo>
                <a:lnTo>
                  <a:pt x="68614" y="1106083"/>
                </a:lnTo>
                <a:lnTo>
                  <a:pt x="73572" y="1108080"/>
                </a:lnTo>
                <a:lnTo>
                  <a:pt x="78656" y="1109784"/>
                </a:lnTo>
                <a:lnTo>
                  <a:pt x="83837" y="1111195"/>
                </a:lnTo>
                <a:lnTo>
                  <a:pt x="89116" y="1112312"/>
                </a:lnTo>
                <a:lnTo>
                  <a:pt x="94479" y="1113122"/>
                </a:lnTo>
                <a:lnTo>
                  <a:pt x="99926" y="1113611"/>
                </a:lnTo>
                <a:lnTo>
                  <a:pt x="105135" y="1113778"/>
                </a:lnTo>
                <a:lnTo>
                  <a:pt x="105750" y="1092829"/>
                </a:lnTo>
                <a:lnTo>
                  <a:pt x="101111" y="1092697"/>
                </a:lnTo>
                <a:lnTo>
                  <a:pt x="96841" y="1092300"/>
                </a:lnTo>
                <a:lnTo>
                  <a:pt x="92836" y="1091688"/>
                </a:lnTo>
                <a:lnTo>
                  <a:pt x="88796" y="1090844"/>
                </a:lnTo>
                <a:lnTo>
                  <a:pt x="84935" y="1089788"/>
                </a:lnTo>
                <a:lnTo>
                  <a:pt x="80764" y="1088393"/>
                </a:lnTo>
                <a:lnTo>
                  <a:pt x="77062" y="1086905"/>
                </a:lnTo>
                <a:lnTo>
                  <a:pt x="72990" y="1085001"/>
                </a:lnTo>
                <a:lnTo>
                  <a:pt x="69469" y="1083106"/>
                </a:lnTo>
                <a:lnTo>
                  <a:pt x="65717" y="1080827"/>
                </a:lnTo>
                <a:lnTo>
                  <a:pt x="62338" y="1078515"/>
                </a:lnTo>
                <a:lnTo>
                  <a:pt x="58772" y="1075801"/>
                </a:lnTo>
                <a:lnTo>
                  <a:pt x="55547" y="1073074"/>
                </a:lnTo>
                <a:lnTo>
                  <a:pt x="52418" y="1070164"/>
                </a:lnTo>
                <a:lnTo>
                  <a:pt x="49240" y="1066909"/>
                </a:lnTo>
                <a:lnTo>
                  <a:pt x="46325" y="1063610"/>
                </a:lnTo>
                <a:lnTo>
                  <a:pt x="43494" y="1060100"/>
                </a:lnTo>
                <a:lnTo>
                  <a:pt x="40824" y="1056457"/>
                </a:lnTo>
                <a:lnTo>
                  <a:pt x="38156" y="1052429"/>
                </a:lnTo>
                <a:lnTo>
                  <a:pt x="35851" y="1048596"/>
                </a:lnTo>
                <a:lnTo>
                  <a:pt x="33557" y="1044357"/>
                </a:lnTo>
                <a:lnTo>
                  <a:pt x="31484" y="1040097"/>
                </a:lnTo>
                <a:lnTo>
                  <a:pt x="29523" y="1035547"/>
                </a:lnTo>
                <a:lnTo>
                  <a:pt x="27797" y="1031016"/>
                </a:lnTo>
                <a:lnTo>
                  <a:pt x="26284" y="1026478"/>
                </a:lnTo>
                <a:lnTo>
                  <a:pt x="24845" y="1021435"/>
                </a:lnTo>
                <a:lnTo>
                  <a:pt x="23701" y="1016671"/>
                </a:lnTo>
                <a:lnTo>
                  <a:pt x="22762" y="1011856"/>
                </a:lnTo>
                <a:lnTo>
                  <a:pt x="21954" y="1006509"/>
                </a:lnTo>
                <a:lnTo>
                  <a:pt x="21414" y="1001449"/>
                </a:lnTo>
                <a:lnTo>
                  <a:pt x="21074" y="996277"/>
                </a:lnTo>
                <a:lnTo>
                  <a:pt x="20949" y="990529"/>
                </a:lnTo>
                <a:lnTo>
                  <a:pt x="20949" y="123249"/>
                </a:lnTo>
                <a:lnTo>
                  <a:pt x="21073" y="117508"/>
                </a:lnTo>
                <a:lnTo>
                  <a:pt x="21414" y="112330"/>
                </a:lnTo>
                <a:lnTo>
                  <a:pt x="21954" y="107269"/>
                </a:lnTo>
                <a:lnTo>
                  <a:pt x="22762" y="101922"/>
                </a:lnTo>
                <a:lnTo>
                  <a:pt x="23701" y="97107"/>
                </a:lnTo>
                <a:lnTo>
                  <a:pt x="24845" y="92343"/>
                </a:lnTo>
                <a:lnTo>
                  <a:pt x="26284" y="87300"/>
                </a:lnTo>
                <a:lnTo>
                  <a:pt x="27797" y="82762"/>
                </a:lnTo>
                <a:lnTo>
                  <a:pt x="29523" y="78231"/>
                </a:lnTo>
                <a:lnTo>
                  <a:pt x="31484" y="73681"/>
                </a:lnTo>
                <a:lnTo>
                  <a:pt x="33557" y="69421"/>
                </a:lnTo>
                <a:lnTo>
                  <a:pt x="35851" y="65183"/>
                </a:lnTo>
                <a:lnTo>
                  <a:pt x="38156" y="61349"/>
                </a:lnTo>
                <a:lnTo>
                  <a:pt x="40824" y="57321"/>
                </a:lnTo>
                <a:lnTo>
                  <a:pt x="43494" y="53678"/>
                </a:lnTo>
                <a:lnTo>
                  <a:pt x="46325" y="50168"/>
                </a:lnTo>
                <a:lnTo>
                  <a:pt x="49240" y="46869"/>
                </a:lnTo>
                <a:lnTo>
                  <a:pt x="52418" y="43614"/>
                </a:lnTo>
                <a:lnTo>
                  <a:pt x="55547" y="40704"/>
                </a:lnTo>
                <a:lnTo>
                  <a:pt x="58772" y="37977"/>
                </a:lnTo>
                <a:lnTo>
                  <a:pt x="62338" y="35263"/>
                </a:lnTo>
                <a:lnTo>
                  <a:pt x="65717" y="32951"/>
                </a:lnTo>
                <a:lnTo>
                  <a:pt x="69469" y="30672"/>
                </a:lnTo>
                <a:lnTo>
                  <a:pt x="72994" y="28775"/>
                </a:lnTo>
                <a:lnTo>
                  <a:pt x="76867" y="26951"/>
                </a:lnTo>
                <a:lnTo>
                  <a:pt x="80764" y="25385"/>
                </a:lnTo>
                <a:lnTo>
                  <a:pt x="84935" y="23991"/>
                </a:lnTo>
                <a:lnTo>
                  <a:pt x="88796" y="22935"/>
                </a:lnTo>
                <a:lnTo>
                  <a:pt x="93058" y="22044"/>
                </a:lnTo>
                <a:lnTo>
                  <a:pt x="96818" y="21480"/>
                </a:lnTo>
                <a:lnTo>
                  <a:pt x="101111" y="21082"/>
                </a:lnTo>
                <a:lnTo>
                  <a:pt x="105750" y="20949"/>
                </a:lnTo>
                <a:lnTo>
                  <a:pt x="105135" y="0"/>
                </a:lnTo>
                <a:lnTo>
                  <a:pt x="99926" y="154"/>
                </a:lnTo>
                <a:lnTo>
                  <a:pt x="94479" y="656"/>
                </a:lnTo>
                <a:lnTo>
                  <a:pt x="89116" y="1466"/>
                </a:lnTo>
                <a:lnTo>
                  <a:pt x="83837" y="2584"/>
                </a:ln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9378E9-CD6F-4569-B2B3-64169689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3139" y="1429115"/>
            <a:ext cx="580282" cy="218007"/>
          </a:xfrm>
          <a:custGeom xmlns:a="http://schemas.openxmlformats.org/drawingml/2006/main">
            <a:pathLst>
              <a:path w="580282" h="218007">
                <a:moveTo>
                  <a:pt x="0" y="37010"/>
                </a:moveTo>
                <a:cubicBezTo>
                  <a:pt x="698" y="16256"/>
                  <a:pt x="16955" y="0"/>
                  <a:pt x="36870" y="140"/>
                </a:cubicBezTo>
                <a:lnTo>
                  <a:pt x="544669" y="140"/>
                </a:lnTo>
                <a:cubicBezTo>
                  <a:pt x="564026" y="0"/>
                  <a:pt x="580282" y="16256"/>
                  <a:pt x="579863" y="37010"/>
                </a:cubicBezTo>
                <a:lnTo>
                  <a:pt x="579863" y="181137"/>
                </a:lnTo>
                <a:cubicBezTo>
                  <a:pt x="580282" y="201611"/>
                  <a:pt x="564026" y="217868"/>
                  <a:pt x="544669" y="218007"/>
                </a:cubicBezTo>
                <a:lnTo>
                  <a:pt x="36870" y="218007"/>
                </a:lnTo>
                <a:cubicBezTo>
                  <a:pt x="16955" y="217868"/>
                  <a:pt x="698" y="201611"/>
                  <a:pt x="0" y="181137"/>
                </a:cubicBezTo>
                <a:lnTo>
                  <a:pt x="0" y="37010"/>
                </a:lnTo>
              </a:path>
            </a:pathLst>
          </a:custGeom>
          <a:solidFill xmlns:a="http://schemas.openxmlformats.org/drawingml/2006/main">
            <a:srgbClr val="ECF5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F3CDA-4051-4456-8DCB-35F4DE70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3363" y="1418641"/>
            <a:ext cx="600532" cy="238816"/>
          </a:xfrm>
          <a:custGeom xmlns:a="http://schemas.openxmlformats.org/drawingml/2006/main">
            <a:pathLst>
              <a:path w="600532" h="238816">
                <a:moveTo>
                  <a:pt x="3673" y="210242"/>
                </a:moveTo>
                <a:lnTo>
                  <a:pt x="5642" y="214348"/>
                </a:lnTo>
                <a:lnTo>
                  <a:pt x="7988" y="218203"/>
                </a:lnTo>
                <a:lnTo>
                  <a:pt x="10684" y="221806"/>
                </a:lnTo>
                <a:lnTo>
                  <a:pt x="13701" y="225116"/>
                </a:lnTo>
                <a:lnTo>
                  <a:pt x="17010" y="228133"/>
                </a:lnTo>
                <a:lnTo>
                  <a:pt x="20614" y="230828"/>
                </a:lnTo>
                <a:lnTo>
                  <a:pt x="24468" y="233174"/>
                </a:lnTo>
                <a:lnTo>
                  <a:pt x="28574" y="235143"/>
                </a:lnTo>
                <a:lnTo>
                  <a:pt x="32876" y="236722"/>
                </a:lnTo>
                <a:lnTo>
                  <a:pt x="37373" y="237881"/>
                </a:lnTo>
                <a:lnTo>
                  <a:pt x="42023" y="238593"/>
                </a:lnTo>
                <a:lnTo>
                  <a:pt x="46520" y="238816"/>
                </a:lnTo>
                <a:lnTo>
                  <a:pt x="554012" y="238816"/>
                </a:lnTo>
                <a:lnTo>
                  <a:pt x="558509" y="238593"/>
                </a:lnTo>
                <a:lnTo>
                  <a:pt x="563160" y="237881"/>
                </a:lnTo>
                <a:lnTo>
                  <a:pt x="567657" y="236722"/>
                </a:lnTo>
                <a:lnTo>
                  <a:pt x="571958" y="235143"/>
                </a:lnTo>
                <a:lnTo>
                  <a:pt x="576064" y="233174"/>
                </a:lnTo>
                <a:lnTo>
                  <a:pt x="579919" y="230828"/>
                </a:lnTo>
                <a:lnTo>
                  <a:pt x="583522" y="228133"/>
                </a:lnTo>
                <a:lnTo>
                  <a:pt x="586832" y="225116"/>
                </a:lnTo>
                <a:lnTo>
                  <a:pt x="589849" y="221806"/>
                </a:lnTo>
                <a:lnTo>
                  <a:pt x="592544" y="218203"/>
                </a:lnTo>
                <a:lnTo>
                  <a:pt x="594890" y="214348"/>
                </a:lnTo>
                <a:lnTo>
                  <a:pt x="596859" y="210242"/>
                </a:lnTo>
                <a:lnTo>
                  <a:pt x="598438" y="205941"/>
                </a:lnTo>
                <a:lnTo>
                  <a:pt x="599597" y="201444"/>
                </a:lnTo>
                <a:lnTo>
                  <a:pt x="600309" y="196793"/>
                </a:lnTo>
                <a:lnTo>
                  <a:pt x="600532" y="192296"/>
                </a:lnTo>
                <a:lnTo>
                  <a:pt x="600532" y="46520"/>
                </a:lnTo>
                <a:lnTo>
                  <a:pt x="600309" y="42023"/>
                </a:lnTo>
                <a:lnTo>
                  <a:pt x="599597" y="37373"/>
                </a:lnTo>
                <a:lnTo>
                  <a:pt x="598438" y="32876"/>
                </a:lnTo>
                <a:lnTo>
                  <a:pt x="596859" y="28574"/>
                </a:lnTo>
                <a:lnTo>
                  <a:pt x="594890" y="24468"/>
                </a:lnTo>
                <a:lnTo>
                  <a:pt x="592544" y="20614"/>
                </a:lnTo>
                <a:lnTo>
                  <a:pt x="589849" y="17010"/>
                </a:lnTo>
                <a:lnTo>
                  <a:pt x="586832" y="13701"/>
                </a:lnTo>
                <a:lnTo>
                  <a:pt x="583522" y="10684"/>
                </a:lnTo>
                <a:lnTo>
                  <a:pt x="579919" y="7988"/>
                </a:lnTo>
                <a:lnTo>
                  <a:pt x="576064" y="5642"/>
                </a:lnTo>
                <a:lnTo>
                  <a:pt x="571958" y="3673"/>
                </a:lnTo>
                <a:lnTo>
                  <a:pt x="567657" y="2095"/>
                </a:lnTo>
                <a:lnTo>
                  <a:pt x="563160" y="936"/>
                </a:lnTo>
                <a:lnTo>
                  <a:pt x="558509" y="223"/>
                </a:lnTo>
                <a:lnTo>
                  <a:pt x="554012" y="0"/>
                </a:lnTo>
                <a:lnTo>
                  <a:pt x="46520" y="0"/>
                </a:lnTo>
                <a:lnTo>
                  <a:pt x="42023" y="223"/>
                </a:lnTo>
                <a:lnTo>
                  <a:pt x="37373" y="936"/>
                </a:lnTo>
                <a:lnTo>
                  <a:pt x="32876" y="2095"/>
                </a:lnTo>
                <a:lnTo>
                  <a:pt x="28574" y="3673"/>
                </a:lnTo>
                <a:lnTo>
                  <a:pt x="24468" y="5642"/>
                </a:lnTo>
                <a:lnTo>
                  <a:pt x="20614" y="7988"/>
                </a:lnTo>
                <a:lnTo>
                  <a:pt x="17010" y="10684"/>
                </a:lnTo>
                <a:lnTo>
                  <a:pt x="13701" y="13701"/>
                </a:lnTo>
                <a:lnTo>
                  <a:pt x="10684" y="17010"/>
                </a:lnTo>
                <a:lnTo>
                  <a:pt x="7988" y="20614"/>
                </a:lnTo>
                <a:lnTo>
                  <a:pt x="5642" y="24468"/>
                </a:lnTo>
                <a:lnTo>
                  <a:pt x="3673" y="28574"/>
                </a:lnTo>
                <a:lnTo>
                  <a:pt x="2095" y="32876"/>
                </a:lnTo>
                <a:lnTo>
                  <a:pt x="936" y="37373"/>
                </a:lnTo>
                <a:lnTo>
                  <a:pt x="223" y="42023"/>
                </a:lnTo>
                <a:lnTo>
                  <a:pt x="0" y="46520"/>
                </a:lnTo>
                <a:lnTo>
                  <a:pt x="0" y="192296"/>
                </a:lnTo>
                <a:lnTo>
                  <a:pt x="223" y="196793"/>
                </a:lnTo>
                <a:lnTo>
                  <a:pt x="936" y="201444"/>
                </a:lnTo>
                <a:lnTo>
                  <a:pt x="2095" y="205941"/>
                </a:lnTo>
                <a:lnTo>
                  <a:pt x="3673" y="210242"/>
                </a:lnTo>
                <a:close/>
                <a:moveTo>
                  <a:pt x="21483" y="41576"/>
                </a:moveTo>
                <a:lnTo>
                  <a:pt x="22114" y="39122"/>
                </a:lnTo>
                <a:lnTo>
                  <a:pt x="23024" y="36651"/>
                </a:lnTo>
                <a:lnTo>
                  <a:pt x="24030" y="34556"/>
                </a:lnTo>
                <a:lnTo>
                  <a:pt x="25383" y="32328"/>
                </a:lnTo>
                <a:lnTo>
                  <a:pt x="26776" y="30458"/>
                </a:lnTo>
                <a:lnTo>
                  <a:pt x="28528" y="28528"/>
                </a:lnTo>
                <a:lnTo>
                  <a:pt x="30458" y="26776"/>
                </a:lnTo>
                <a:lnTo>
                  <a:pt x="32328" y="25383"/>
                </a:lnTo>
                <a:lnTo>
                  <a:pt x="34547" y="24035"/>
                </a:lnTo>
                <a:lnTo>
                  <a:pt x="36701" y="23005"/>
                </a:lnTo>
                <a:lnTo>
                  <a:pt x="39122" y="22114"/>
                </a:lnTo>
                <a:lnTo>
                  <a:pt x="41576" y="21483"/>
                </a:lnTo>
                <a:lnTo>
                  <a:pt x="44194" y="21087"/>
                </a:lnTo>
                <a:lnTo>
                  <a:pt x="47031" y="20949"/>
                </a:lnTo>
                <a:lnTo>
                  <a:pt x="553502" y="20949"/>
                </a:lnTo>
                <a:lnTo>
                  <a:pt x="556339" y="21087"/>
                </a:lnTo>
                <a:lnTo>
                  <a:pt x="558956" y="21483"/>
                </a:lnTo>
                <a:lnTo>
                  <a:pt x="561410" y="22114"/>
                </a:lnTo>
                <a:lnTo>
                  <a:pt x="563831" y="23005"/>
                </a:lnTo>
                <a:lnTo>
                  <a:pt x="565985" y="24035"/>
                </a:lnTo>
                <a:lnTo>
                  <a:pt x="568139" y="25343"/>
                </a:lnTo>
                <a:lnTo>
                  <a:pt x="570086" y="26786"/>
                </a:lnTo>
                <a:lnTo>
                  <a:pt x="572004" y="28528"/>
                </a:lnTo>
                <a:lnTo>
                  <a:pt x="573756" y="30458"/>
                </a:lnTo>
                <a:lnTo>
                  <a:pt x="575149" y="32328"/>
                </a:lnTo>
                <a:lnTo>
                  <a:pt x="576445" y="34462"/>
                </a:lnTo>
                <a:lnTo>
                  <a:pt x="577516" y="36671"/>
                </a:lnTo>
                <a:lnTo>
                  <a:pt x="578419" y="39122"/>
                </a:lnTo>
                <a:lnTo>
                  <a:pt x="579049" y="41576"/>
                </a:lnTo>
                <a:lnTo>
                  <a:pt x="579445" y="44194"/>
                </a:lnTo>
                <a:lnTo>
                  <a:pt x="579584" y="47031"/>
                </a:lnTo>
                <a:lnTo>
                  <a:pt x="579584" y="191786"/>
                </a:lnTo>
                <a:lnTo>
                  <a:pt x="579445" y="194623"/>
                </a:lnTo>
                <a:lnTo>
                  <a:pt x="579049" y="197240"/>
                </a:lnTo>
                <a:lnTo>
                  <a:pt x="578419" y="199694"/>
                </a:lnTo>
                <a:lnTo>
                  <a:pt x="577516" y="202145"/>
                </a:lnTo>
                <a:lnTo>
                  <a:pt x="576445" y="204355"/>
                </a:lnTo>
                <a:lnTo>
                  <a:pt x="575149" y="206489"/>
                </a:lnTo>
                <a:lnTo>
                  <a:pt x="573756" y="208358"/>
                </a:lnTo>
                <a:lnTo>
                  <a:pt x="572004" y="210288"/>
                </a:lnTo>
                <a:lnTo>
                  <a:pt x="570086" y="212030"/>
                </a:lnTo>
                <a:lnTo>
                  <a:pt x="568139" y="213473"/>
                </a:lnTo>
                <a:lnTo>
                  <a:pt x="566078" y="214725"/>
                </a:lnTo>
                <a:lnTo>
                  <a:pt x="563812" y="215818"/>
                </a:lnTo>
                <a:lnTo>
                  <a:pt x="561410" y="216703"/>
                </a:lnTo>
                <a:lnTo>
                  <a:pt x="558956" y="217333"/>
                </a:lnTo>
                <a:lnTo>
                  <a:pt x="556339" y="217729"/>
                </a:lnTo>
                <a:lnTo>
                  <a:pt x="553502" y="217868"/>
                </a:lnTo>
                <a:lnTo>
                  <a:pt x="47031" y="217868"/>
                </a:lnTo>
                <a:lnTo>
                  <a:pt x="44194" y="217729"/>
                </a:lnTo>
                <a:lnTo>
                  <a:pt x="41576" y="217333"/>
                </a:lnTo>
                <a:lnTo>
                  <a:pt x="39122" y="216703"/>
                </a:lnTo>
                <a:lnTo>
                  <a:pt x="36721" y="215818"/>
                </a:lnTo>
                <a:lnTo>
                  <a:pt x="34454" y="214725"/>
                </a:lnTo>
                <a:lnTo>
                  <a:pt x="32328" y="213433"/>
                </a:lnTo>
                <a:lnTo>
                  <a:pt x="30458" y="212040"/>
                </a:lnTo>
                <a:lnTo>
                  <a:pt x="28528" y="210288"/>
                </a:lnTo>
                <a:lnTo>
                  <a:pt x="26776" y="208358"/>
                </a:lnTo>
                <a:lnTo>
                  <a:pt x="25383" y="206489"/>
                </a:lnTo>
                <a:lnTo>
                  <a:pt x="24030" y="204260"/>
                </a:lnTo>
                <a:lnTo>
                  <a:pt x="23024" y="202165"/>
                </a:lnTo>
                <a:lnTo>
                  <a:pt x="22114" y="199694"/>
                </a:lnTo>
                <a:lnTo>
                  <a:pt x="21483" y="197240"/>
                </a:lnTo>
                <a:lnTo>
                  <a:pt x="21087" y="194623"/>
                </a:lnTo>
                <a:lnTo>
                  <a:pt x="20949" y="191786"/>
                </a:lnTo>
                <a:lnTo>
                  <a:pt x="20949" y="47031"/>
                </a:lnTo>
                <a:lnTo>
                  <a:pt x="21087" y="44194"/>
                </a:lnTo>
                <a:lnTo>
                  <a:pt x="21483" y="41576"/>
                </a:lnTo>
                <a:close/>
              </a:path>
            </a:pathLst>
          </a:custGeom>
          <a:solidFill xmlns:a="http://schemas.openxmlformats.org/drawingml/2006/main">
            <a:srgbClr val="AAD1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ny">
            <a:extLst xmlns:a="http://schemas.openxmlformats.org/drawingml/2006/main">
              <a:ext uri="{FF2B5EF4-FFF2-40B4-BE49-F238E27FC236}">
                <a16:creationId xmlns:a16="http://schemas.microsoft.com/office/drawing/2014/main" id="{A094974F-3675-43F6-9361-DBC21D8D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229" y="1466904"/>
            <a:ext cx="188879" cy="160387"/>
          </a:xfrm>
          <a:custGeom xmlns:a="http://schemas.openxmlformats.org/drawingml/2006/main">
            <a:pathLst>
              <a:path w="188879" h="160387">
                <a:moveTo>
                  <a:pt x="74924" y="111715"/>
                </a:moveTo>
                <a:cubicBezTo>
                  <a:pt x="69431" y="111715"/>
                  <a:pt x="66333" y="108707"/>
                  <a:pt x="65630" y="102691"/>
                </a:cubicBezTo>
                <a:lnTo>
                  <a:pt x="62948" y="81664"/>
                </a:lnTo>
                <a:cubicBezTo>
                  <a:pt x="62053" y="74175"/>
                  <a:pt x="61606" y="67165"/>
                  <a:pt x="61606" y="60636"/>
                </a:cubicBezTo>
                <a:cubicBezTo>
                  <a:pt x="61606" y="58844"/>
                  <a:pt x="61718" y="55804"/>
                  <a:pt x="61942" y="51516"/>
                </a:cubicBezTo>
                <a:cubicBezTo>
                  <a:pt x="62165" y="47227"/>
                  <a:pt x="62277" y="44186"/>
                  <a:pt x="62277" y="42393"/>
                </a:cubicBezTo>
                <a:cubicBezTo>
                  <a:pt x="62277" y="28567"/>
                  <a:pt x="59722" y="21653"/>
                  <a:pt x="54612" y="21653"/>
                </a:cubicBezTo>
                <a:cubicBezTo>
                  <a:pt x="47458" y="21653"/>
                  <a:pt x="40624" y="25906"/>
                  <a:pt x="34109" y="34411"/>
                </a:cubicBezTo>
                <a:cubicBezTo>
                  <a:pt x="28232" y="42148"/>
                  <a:pt x="23633" y="51930"/>
                  <a:pt x="20312" y="63759"/>
                </a:cubicBezTo>
                <a:cubicBezTo>
                  <a:pt x="20184" y="66254"/>
                  <a:pt x="19897" y="69388"/>
                  <a:pt x="19450" y="73161"/>
                </a:cubicBezTo>
                <a:cubicBezTo>
                  <a:pt x="19066" y="76358"/>
                  <a:pt x="18875" y="79459"/>
                  <a:pt x="18875" y="82463"/>
                </a:cubicBezTo>
                <a:cubicBezTo>
                  <a:pt x="18875" y="84381"/>
                  <a:pt x="19066" y="87259"/>
                  <a:pt x="19450" y="91095"/>
                </a:cubicBezTo>
                <a:cubicBezTo>
                  <a:pt x="19833" y="94932"/>
                  <a:pt x="20024" y="97809"/>
                  <a:pt x="20024" y="99727"/>
                </a:cubicBezTo>
                <a:cubicBezTo>
                  <a:pt x="20024" y="102605"/>
                  <a:pt x="19146" y="104940"/>
                  <a:pt x="17390" y="106730"/>
                </a:cubicBezTo>
                <a:cubicBezTo>
                  <a:pt x="15633" y="108521"/>
                  <a:pt x="13382" y="109416"/>
                  <a:pt x="10635" y="109416"/>
                </a:cubicBezTo>
                <a:cubicBezTo>
                  <a:pt x="7825" y="109416"/>
                  <a:pt x="5557" y="108520"/>
                  <a:pt x="3832" y="106727"/>
                </a:cubicBezTo>
                <a:cubicBezTo>
                  <a:pt x="2108" y="104937"/>
                  <a:pt x="1246" y="102601"/>
                  <a:pt x="1246" y="99721"/>
                </a:cubicBezTo>
                <a:cubicBezTo>
                  <a:pt x="1246" y="97803"/>
                  <a:pt x="1038" y="94925"/>
                  <a:pt x="623" y="91086"/>
                </a:cubicBezTo>
                <a:cubicBezTo>
                  <a:pt x="208" y="87246"/>
                  <a:pt x="0" y="84365"/>
                  <a:pt x="0" y="82445"/>
                </a:cubicBezTo>
                <a:cubicBezTo>
                  <a:pt x="0" y="75854"/>
                  <a:pt x="463" y="66720"/>
                  <a:pt x="1389" y="55043"/>
                </a:cubicBezTo>
                <a:cubicBezTo>
                  <a:pt x="2315" y="43366"/>
                  <a:pt x="2779" y="34232"/>
                  <a:pt x="2779" y="27641"/>
                </a:cubicBezTo>
                <a:cubicBezTo>
                  <a:pt x="2779" y="25593"/>
                  <a:pt x="2667" y="22554"/>
                  <a:pt x="2443" y="18524"/>
                </a:cubicBezTo>
                <a:cubicBezTo>
                  <a:pt x="2220" y="14492"/>
                  <a:pt x="2108" y="11453"/>
                  <a:pt x="2108" y="9407"/>
                </a:cubicBezTo>
                <a:cubicBezTo>
                  <a:pt x="2108" y="6655"/>
                  <a:pt x="3018" y="4399"/>
                  <a:pt x="4838" y="2641"/>
                </a:cubicBezTo>
                <a:cubicBezTo>
                  <a:pt x="6659" y="880"/>
                  <a:pt x="8910" y="0"/>
                  <a:pt x="11593" y="0"/>
                </a:cubicBezTo>
                <a:cubicBezTo>
                  <a:pt x="17470" y="0"/>
                  <a:pt x="20695" y="4169"/>
                  <a:pt x="21270" y="12506"/>
                </a:cubicBezTo>
                <a:lnTo>
                  <a:pt x="21557" y="23761"/>
                </a:lnTo>
                <a:cubicBezTo>
                  <a:pt x="32288" y="9453"/>
                  <a:pt x="43306" y="2299"/>
                  <a:pt x="54612" y="2299"/>
                </a:cubicBezTo>
                <a:cubicBezTo>
                  <a:pt x="64832" y="2299"/>
                  <a:pt x="71954" y="6811"/>
                  <a:pt x="75978" y="15833"/>
                </a:cubicBezTo>
                <a:cubicBezTo>
                  <a:pt x="78725" y="21847"/>
                  <a:pt x="80226" y="30741"/>
                  <a:pt x="80481" y="42516"/>
                </a:cubicBezTo>
                <a:lnTo>
                  <a:pt x="80481" y="52208"/>
                </a:lnTo>
                <a:lnTo>
                  <a:pt x="80385" y="61133"/>
                </a:lnTo>
                <a:cubicBezTo>
                  <a:pt x="80385" y="66445"/>
                  <a:pt x="81072" y="73308"/>
                  <a:pt x="82445" y="81724"/>
                </a:cubicBezTo>
                <a:cubicBezTo>
                  <a:pt x="83818" y="90137"/>
                  <a:pt x="84505" y="96967"/>
                  <a:pt x="84505" y="102212"/>
                </a:cubicBezTo>
                <a:cubicBezTo>
                  <a:pt x="84505" y="105029"/>
                  <a:pt x="83595" y="107316"/>
                  <a:pt x="81775" y="109075"/>
                </a:cubicBezTo>
                <a:cubicBezTo>
                  <a:pt x="79954" y="110835"/>
                  <a:pt x="77671" y="111715"/>
                  <a:pt x="74924" y="111715"/>
                </a:cubicBezTo>
                <a:close/>
                <a:moveTo>
                  <a:pt x="187633" y="19339"/>
                </a:moveTo>
                <a:lnTo>
                  <a:pt x="154482" y="91014"/>
                </a:lnTo>
                <a:cubicBezTo>
                  <a:pt x="146307" y="108454"/>
                  <a:pt x="140047" y="123050"/>
                  <a:pt x="135704" y="134803"/>
                </a:cubicBezTo>
                <a:lnTo>
                  <a:pt x="129380" y="153393"/>
                </a:lnTo>
                <a:cubicBezTo>
                  <a:pt x="127719" y="158056"/>
                  <a:pt x="124845" y="160387"/>
                  <a:pt x="120757" y="160387"/>
                </a:cubicBezTo>
                <a:cubicBezTo>
                  <a:pt x="118074" y="160387"/>
                  <a:pt x="115759" y="159504"/>
                  <a:pt x="113811" y="157737"/>
                </a:cubicBezTo>
                <a:cubicBezTo>
                  <a:pt x="111863" y="155973"/>
                  <a:pt x="110889" y="153774"/>
                  <a:pt x="110889" y="151142"/>
                </a:cubicBezTo>
                <a:cubicBezTo>
                  <a:pt x="110889" y="144722"/>
                  <a:pt x="117787" y="126252"/>
                  <a:pt x="131584" y="95730"/>
                </a:cubicBezTo>
                <a:lnTo>
                  <a:pt x="97283" y="29626"/>
                </a:lnTo>
                <a:lnTo>
                  <a:pt x="92972" y="22620"/>
                </a:lnTo>
                <a:cubicBezTo>
                  <a:pt x="91247" y="19678"/>
                  <a:pt x="90385" y="17216"/>
                  <a:pt x="90385" y="15234"/>
                </a:cubicBezTo>
                <a:cubicBezTo>
                  <a:pt x="90385" y="12615"/>
                  <a:pt x="91391" y="10316"/>
                  <a:pt x="93403" y="8336"/>
                </a:cubicBezTo>
                <a:cubicBezTo>
                  <a:pt x="95415" y="6355"/>
                  <a:pt x="97667" y="5365"/>
                  <a:pt x="100158" y="5365"/>
                </a:cubicBezTo>
                <a:cubicBezTo>
                  <a:pt x="103096" y="5365"/>
                  <a:pt x="105363" y="6483"/>
                  <a:pt x="106960" y="8719"/>
                </a:cubicBezTo>
                <a:cubicBezTo>
                  <a:pt x="117819" y="23815"/>
                  <a:pt x="129476" y="45308"/>
                  <a:pt x="141931" y="73196"/>
                </a:cubicBezTo>
                <a:lnTo>
                  <a:pt x="156111" y="40040"/>
                </a:lnTo>
                <a:cubicBezTo>
                  <a:pt x="161221" y="28601"/>
                  <a:pt x="166139" y="18767"/>
                  <a:pt x="170866" y="10539"/>
                </a:cubicBezTo>
                <a:cubicBezTo>
                  <a:pt x="172910" y="6962"/>
                  <a:pt x="175593" y="5174"/>
                  <a:pt x="178914" y="5174"/>
                </a:cubicBezTo>
                <a:cubicBezTo>
                  <a:pt x="181533" y="5174"/>
                  <a:pt x="183848" y="6099"/>
                  <a:pt x="185861" y="7949"/>
                </a:cubicBezTo>
                <a:cubicBezTo>
                  <a:pt x="187873" y="9800"/>
                  <a:pt x="188879" y="12001"/>
                  <a:pt x="188879" y="14554"/>
                </a:cubicBezTo>
                <a:cubicBezTo>
                  <a:pt x="188879" y="15957"/>
                  <a:pt x="188463" y="17552"/>
                  <a:pt x="187633" y="19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i1">
            <a:extLst xmlns:a="http://schemas.openxmlformats.org/drawingml/2006/main">
              <a:ext uri="{FF2B5EF4-FFF2-40B4-BE49-F238E27FC236}">
                <a16:creationId xmlns:a16="http://schemas.microsoft.com/office/drawing/2014/main" id="{57C1061E-B4F4-4522-8E77-558F7C97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055" y="1513320"/>
            <a:ext cx="74211" cy="97179"/>
          </a:xfrm>
          <a:custGeom xmlns:a="http://schemas.openxmlformats.org/drawingml/2006/main">
            <a:pathLst>
              <a:path w="74211" h="97179">
                <a:moveTo>
                  <a:pt x="9370" y="18244"/>
                </a:moveTo>
                <a:cubicBezTo>
                  <a:pt x="7385" y="18244"/>
                  <a:pt x="5668" y="17541"/>
                  <a:pt x="4220" y="16134"/>
                </a:cubicBezTo>
                <a:cubicBezTo>
                  <a:pt x="2772" y="14728"/>
                  <a:pt x="2048" y="13032"/>
                  <a:pt x="2048" y="11046"/>
                </a:cubicBezTo>
                <a:cubicBezTo>
                  <a:pt x="2048" y="9060"/>
                  <a:pt x="2772" y="7364"/>
                  <a:pt x="4220" y="5957"/>
                </a:cubicBezTo>
                <a:cubicBezTo>
                  <a:pt x="5668" y="4551"/>
                  <a:pt x="7385" y="3847"/>
                  <a:pt x="9370" y="3847"/>
                </a:cubicBezTo>
                <a:cubicBezTo>
                  <a:pt x="11356" y="3847"/>
                  <a:pt x="13063" y="4551"/>
                  <a:pt x="14490" y="5957"/>
                </a:cubicBezTo>
                <a:cubicBezTo>
                  <a:pt x="15917" y="7364"/>
                  <a:pt x="16631" y="9060"/>
                  <a:pt x="16631" y="11046"/>
                </a:cubicBezTo>
                <a:cubicBezTo>
                  <a:pt x="16631" y="13032"/>
                  <a:pt x="15917" y="14728"/>
                  <a:pt x="14490" y="16134"/>
                </a:cubicBezTo>
                <a:cubicBezTo>
                  <a:pt x="13063" y="17541"/>
                  <a:pt x="11356" y="18244"/>
                  <a:pt x="9370" y="18244"/>
                </a:cubicBezTo>
                <a:moveTo>
                  <a:pt x="12163" y="68668"/>
                </a:moveTo>
                <a:cubicBezTo>
                  <a:pt x="12163" y="71153"/>
                  <a:pt x="12235" y="74870"/>
                  <a:pt x="12380" y="79819"/>
                </a:cubicBezTo>
                <a:cubicBezTo>
                  <a:pt x="12525" y="84766"/>
                  <a:pt x="12597" y="88483"/>
                  <a:pt x="12597" y="90967"/>
                </a:cubicBezTo>
                <a:cubicBezTo>
                  <a:pt x="12597" y="92789"/>
                  <a:pt x="12039" y="94280"/>
                  <a:pt x="10922" y="95439"/>
                </a:cubicBezTo>
                <a:cubicBezTo>
                  <a:pt x="9805" y="96599"/>
                  <a:pt x="8336" y="97179"/>
                  <a:pt x="6516" y="97179"/>
                </a:cubicBezTo>
                <a:cubicBezTo>
                  <a:pt x="4737" y="97179"/>
                  <a:pt x="3279" y="96599"/>
                  <a:pt x="2141" y="95439"/>
                </a:cubicBezTo>
                <a:cubicBezTo>
                  <a:pt x="1003" y="94280"/>
                  <a:pt x="434" y="92789"/>
                  <a:pt x="434" y="90967"/>
                </a:cubicBezTo>
                <a:cubicBezTo>
                  <a:pt x="434" y="88483"/>
                  <a:pt x="362" y="84766"/>
                  <a:pt x="217" y="79819"/>
                </a:cubicBezTo>
                <a:cubicBezTo>
                  <a:pt x="72" y="74870"/>
                  <a:pt x="0" y="71153"/>
                  <a:pt x="0" y="68668"/>
                </a:cubicBezTo>
                <a:cubicBezTo>
                  <a:pt x="0" y="64775"/>
                  <a:pt x="207" y="59920"/>
                  <a:pt x="621" y="54103"/>
                </a:cubicBezTo>
                <a:cubicBezTo>
                  <a:pt x="1034" y="48284"/>
                  <a:pt x="1241" y="43428"/>
                  <a:pt x="1241" y="39535"/>
                </a:cubicBezTo>
                <a:cubicBezTo>
                  <a:pt x="1241" y="37672"/>
                  <a:pt x="1810" y="36161"/>
                  <a:pt x="2948" y="35001"/>
                </a:cubicBezTo>
                <a:cubicBezTo>
                  <a:pt x="4085" y="33842"/>
                  <a:pt x="5544" y="33262"/>
                  <a:pt x="7323" y="33262"/>
                </a:cubicBezTo>
                <a:cubicBezTo>
                  <a:pt x="9101" y="33262"/>
                  <a:pt x="10560" y="33842"/>
                  <a:pt x="11697" y="35001"/>
                </a:cubicBezTo>
                <a:cubicBezTo>
                  <a:pt x="12835" y="36161"/>
                  <a:pt x="13404" y="37672"/>
                  <a:pt x="13404" y="39535"/>
                </a:cubicBezTo>
                <a:cubicBezTo>
                  <a:pt x="13404" y="43428"/>
                  <a:pt x="13197" y="48284"/>
                  <a:pt x="12783" y="54103"/>
                </a:cubicBezTo>
                <a:cubicBezTo>
                  <a:pt x="12370" y="59920"/>
                  <a:pt x="12163" y="64775"/>
                  <a:pt x="12163" y="68668"/>
                </a:cubicBezTo>
                <a:close/>
                <a:moveTo>
                  <a:pt x="68192" y="96931"/>
                </a:moveTo>
                <a:lnTo>
                  <a:pt x="55843" y="96931"/>
                </a:lnTo>
                <a:lnTo>
                  <a:pt x="43556" y="96868"/>
                </a:lnTo>
                <a:cubicBezTo>
                  <a:pt x="40660" y="96868"/>
                  <a:pt x="38633" y="96682"/>
                  <a:pt x="37475" y="96310"/>
                </a:cubicBezTo>
                <a:cubicBezTo>
                  <a:pt x="35365" y="95565"/>
                  <a:pt x="34310" y="93993"/>
                  <a:pt x="34310" y="91594"/>
                </a:cubicBezTo>
                <a:cubicBezTo>
                  <a:pt x="34310" y="87415"/>
                  <a:pt x="37557" y="85326"/>
                  <a:pt x="44053" y="85326"/>
                </a:cubicBezTo>
                <a:lnTo>
                  <a:pt x="47031" y="85388"/>
                </a:lnTo>
                <a:lnTo>
                  <a:pt x="49575" y="85512"/>
                </a:lnTo>
                <a:cubicBezTo>
                  <a:pt x="49575" y="83523"/>
                  <a:pt x="49400" y="80580"/>
                  <a:pt x="49048" y="76685"/>
                </a:cubicBezTo>
                <a:cubicBezTo>
                  <a:pt x="48696" y="72788"/>
                  <a:pt x="48521" y="69866"/>
                  <a:pt x="48521" y="67918"/>
                </a:cubicBezTo>
                <a:cubicBezTo>
                  <a:pt x="48521" y="62653"/>
                  <a:pt x="48996" y="54653"/>
                  <a:pt x="49948" y="43918"/>
                </a:cubicBezTo>
                <a:cubicBezTo>
                  <a:pt x="50858" y="33349"/>
                  <a:pt x="51292" y="25329"/>
                  <a:pt x="51251" y="19858"/>
                </a:cubicBezTo>
                <a:cubicBezTo>
                  <a:pt x="45707" y="24160"/>
                  <a:pt x="42170" y="26311"/>
                  <a:pt x="40640" y="26311"/>
                </a:cubicBezTo>
                <a:cubicBezTo>
                  <a:pt x="38985" y="26311"/>
                  <a:pt x="37547" y="25691"/>
                  <a:pt x="36327" y="24450"/>
                </a:cubicBezTo>
                <a:cubicBezTo>
                  <a:pt x="35106" y="23209"/>
                  <a:pt x="34496" y="21781"/>
                  <a:pt x="34496" y="20168"/>
                </a:cubicBezTo>
                <a:cubicBezTo>
                  <a:pt x="34496" y="18224"/>
                  <a:pt x="36275" y="15865"/>
                  <a:pt x="39833" y="13094"/>
                </a:cubicBezTo>
                <a:cubicBezTo>
                  <a:pt x="42067" y="11522"/>
                  <a:pt x="45232" y="8998"/>
                  <a:pt x="49327" y="5523"/>
                </a:cubicBezTo>
                <a:cubicBezTo>
                  <a:pt x="52968" y="1841"/>
                  <a:pt x="56443" y="0"/>
                  <a:pt x="59753" y="0"/>
                </a:cubicBezTo>
                <a:cubicBezTo>
                  <a:pt x="62524" y="0"/>
                  <a:pt x="63910" y="1595"/>
                  <a:pt x="63910" y="4786"/>
                </a:cubicBezTo>
                <a:cubicBezTo>
                  <a:pt x="63910" y="5739"/>
                  <a:pt x="63786" y="7158"/>
                  <a:pt x="63538" y="9043"/>
                </a:cubicBezTo>
                <a:cubicBezTo>
                  <a:pt x="63290" y="10928"/>
                  <a:pt x="63166" y="12346"/>
                  <a:pt x="63166" y="13299"/>
                </a:cubicBezTo>
                <a:cubicBezTo>
                  <a:pt x="63166" y="14667"/>
                  <a:pt x="63238" y="16739"/>
                  <a:pt x="63383" y="19514"/>
                </a:cubicBezTo>
                <a:cubicBezTo>
                  <a:pt x="63528" y="22290"/>
                  <a:pt x="63600" y="24361"/>
                  <a:pt x="63600" y="25728"/>
                </a:cubicBezTo>
                <a:cubicBezTo>
                  <a:pt x="63600" y="30452"/>
                  <a:pt x="63104" y="37496"/>
                  <a:pt x="62111" y="46860"/>
                </a:cubicBezTo>
                <a:cubicBezTo>
                  <a:pt x="61118" y="56222"/>
                  <a:pt x="60621" y="63244"/>
                  <a:pt x="60621" y="67925"/>
                </a:cubicBezTo>
                <a:cubicBezTo>
                  <a:pt x="60621" y="70329"/>
                  <a:pt x="60787" y="73250"/>
                  <a:pt x="61118" y="76689"/>
                </a:cubicBezTo>
                <a:cubicBezTo>
                  <a:pt x="61449" y="80128"/>
                  <a:pt x="61635" y="82945"/>
                  <a:pt x="61676" y="85140"/>
                </a:cubicBezTo>
                <a:lnTo>
                  <a:pt x="68192" y="85016"/>
                </a:lnTo>
                <a:cubicBezTo>
                  <a:pt x="69930" y="85016"/>
                  <a:pt x="71367" y="85585"/>
                  <a:pt x="72505" y="86722"/>
                </a:cubicBezTo>
                <a:cubicBezTo>
                  <a:pt x="73643" y="87860"/>
                  <a:pt x="74211" y="89277"/>
                  <a:pt x="74211" y="90973"/>
                </a:cubicBezTo>
                <a:cubicBezTo>
                  <a:pt x="74211" y="92711"/>
                  <a:pt x="73643" y="94138"/>
                  <a:pt x="72505" y="95255"/>
                </a:cubicBezTo>
                <a:cubicBezTo>
                  <a:pt x="71367" y="96372"/>
                  <a:pt x="69930" y="96931"/>
                  <a:pt x="68192" y="969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1A355C-8061-4F9A-A5EF-292344D2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4870" y="1735946"/>
            <a:ext cx="574835" cy="232951"/>
          </a:xfrm>
          <a:custGeom xmlns:a="http://schemas.openxmlformats.org/drawingml/2006/main">
            <a:pathLst>
              <a:path w="574835" h="232951">
                <a:moveTo>
                  <a:pt x="0" y="38546"/>
                </a:moveTo>
                <a:cubicBezTo>
                  <a:pt x="140" y="17765"/>
                  <a:pt x="17485" y="419"/>
                  <a:pt x="38546" y="0"/>
                </a:cubicBezTo>
                <a:lnTo>
                  <a:pt x="534614" y="0"/>
                </a:lnTo>
                <a:cubicBezTo>
                  <a:pt x="556791" y="419"/>
                  <a:pt x="574137" y="17765"/>
                  <a:pt x="574835" y="38546"/>
                </a:cubicBezTo>
                <a:lnTo>
                  <a:pt x="574835" y="194405"/>
                </a:lnTo>
                <a:cubicBezTo>
                  <a:pt x="574137" y="215605"/>
                  <a:pt x="556791" y="232951"/>
                  <a:pt x="534614" y="232951"/>
                </a:cubicBezTo>
                <a:lnTo>
                  <a:pt x="38546" y="232951"/>
                </a:lnTo>
                <a:cubicBezTo>
                  <a:pt x="17485" y="232951"/>
                  <a:pt x="140" y="215605"/>
                  <a:pt x="0" y="194405"/>
                </a:cubicBezTo>
                <a:lnTo>
                  <a:pt x="0" y="38546"/>
                </a:lnTo>
              </a:path>
            </a:pathLst>
          </a:custGeom>
          <a:solidFill xmlns:a="http://schemas.openxmlformats.org/drawingml/2006/main">
            <a:srgbClr val="FCF3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C56FA-3149-49C7-AC92-583F35D3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535" y="1725890"/>
            <a:ext cx="594946" cy="253481"/>
          </a:xfrm>
          <a:custGeom xmlns:a="http://schemas.openxmlformats.org/drawingml/2006/main">
            <a:pathLst>
              <a:path w="594946" h="253481">
                <a:moveTo>
                  <a:pt x="3855" y="223412"/>
                </a:moveTo>
                <a:lnTo>
                  <a:pt x="5935" y="227727"/>
                </a:lnTo>
                <a:lnTo>
                  <a:pt x="8407" y="231792"/>
                </a:lnTo>
                <a:lnTo>
                  <a:pt x="11243" y="235576"/>
                </a:lnTo>
                <a:lnTo>
                  <a:pt x="14413" y="239068"/>
                </a:lnTo>
                <a:lnTo>
                  <a:pt x="17904" y="242238"/>
                </a:lnTo>
                <a:lnTo>
                  <a:pt x="21689" y="245073"/>
                </a:lnTo>
                <a:lnTo>
                  <a:pt x="25753" y="247545"/>
                </a:lnTo>
                <a:lnTo>
                  <a:pt x="30069" y="249626"/>
                </a:lnTo>
                <a:lnTo>
                  <a:pt x="34593" y="251274"/>
                </a:lnTo>
                <a:lnTo>
                  <a:pt x="39314" y="252489"/>
                </a:lnTo>
                <a:lnTo>
                  <a:pt x="44216" y="253243"/>
                </a:lnTo>
                <a:lnTo>
                  <a:pt x="48964" y="253481"/>
                </a:lnTo>
                <a:lnTo>
                  <a:pt x="545982" y="253481"/>
                </a:lnTo>
                <a:lnTo>
                  <a:pt x="550730" y="253243"/>
                </a:lnTo>
                <a:lnTo>
                  <a:pt x="555632" y="252489"/>
                </a:lnTo>
                <a:lnTo>
                  <a:pt x="560353" y="251274"/>
                </a:lnTo>
                <a:lnTo>
                  <a:pt x="564878" y="249626"/>
                </a:lnTo>
                <a:lnTo>
                  <a:pt x="569193" y="247545"/>
                </a:lnTo>
                <a:lnTo>
                  <a:pt x="573257" y="245073"/>
                </a:lnTo>
                <a:lnTo>
                  <a:pt x="577042" y="242238"/>
                </a:lnTo>
                <a:lnTo>
                  <a:pt x="580533" y="239068"/>
                </a:lnTo>
                <a:lnTo>
                  <a:pt x="583704" y="235576"/>
                </a:lnTo>
                <a:lnTo>
                  <a:pt x="586539" y="231792"/>
                </a:lnTo>
                <a:lnTo>
                  <a:pt x="589011" y="227727"/>
                </a:lnTo>
                <a:lnTo>
                  <a:pt x="591092" y="223412"/>
                </a:lnTo>
                <a:lnTo>
                  <a:pt x="592740" y="218887"/>
                </a:lnTo>
                <a:lnTo>
                  <a:pt x="593955" y="214167"/>
                </a:lnTo>
                <a:lnTo>
                  <a:pt x="594709" y="209265"/>
                </a:lnTo>
                <a:lnTo>
                  <a:pt x="594946" y="204516"/>
                </a:lnTo>
                <a:lnTo>
                  <a:pt x="594946" y="48964"/>
                </a:lnTo>
                <a:lnTo>
                  <a:pt x="594709" y="44216"/>
                </a:lnTo>
                <a:lnTo>
                  <a:pt x="593955" y="39314"/>
                </a:lnTo>
                <a:lnTo>
                  <a:pt x="592740" y="34593"/>
                </a:lnTo>
                <a:lnTo>
                  <a:pt x="591092" y="30069"/>
                </a:lnTo>
                <a:lnTo>
                  <a:pt x="589011" y="25753"/>
                </a:lnTo>
                <a:lnTo>
                  <a:pt x="586539" y="21689"/>
                </a:lnTo>
                <a:lnTo>
                  <a:pt x="583704" y="17904"/>
                </a:lnTo>
                <a:lnTo>
                  <a:pt x="580533" y="14413"/>
                </a:lnTo>
                <a:lnTo>
                  <a:pt x="577042" y="11243"/>
                </a:lnTo>
                <a:lnTo>
                  <a:pt x="573257" y="8407"/>
                </a:lnTo>
                <a:lnTo>
                  <a:pt x="569193" y="5935"/>
                </a:lnTo>
                <a:lnTo>
                  <a:pt x="564878" y="3855"/>
                </a:lnTo>
                <a:lnTo>
                  <a:pt x="560353" y="2207"/>
                </a:lnTo>
                <a:lnTo>
                  <a:pt x="555632" y="992"/>
                </a:lnTo>
                <a:lnTo>
                  <a:pt x="550730" y="237"/>
                </a:lnTo>
                <a:lnTo>
                  <a:pt x="545982" y="0"/>
                </a:lnTo>
                <a:lnTo>
                  <a:pt x="48964" y="0"/>
                </a:lnTo>
                <a:lnTo>
                  <a:pt x="44216" y="237"/>
                </a:lnTo>
                <a:lnTo>
                  <a:pt x="39314" y="992"/>
                </a:lnTo>
                <a:lnTo>
                  <a:pt x="34593" y="2207"/>
                </a:lnTo>
                <a:lnTo>
                  <a:pt x="30069" y="3855"/>
                </a:lnTo>
                <a:lnTo>
                  <a:pt x="25753" y="5935"/>
                </a:lnTo>
                <a:lnTo>
                  <a:pt x="21689" y="8407"/>
                </a:lnTo>
                <a:lnTo>
                  <a:pt x="17904" y="11243"/>
                </a:lnTo>
                <a:lnTo>
                  <a:pt x="14413" y="14413"/>
                </a:lnTo>
                <a:lnTo>
                  <a:pt x="11243" y="17904"/>
                </a:lnTo>
                <a:lnTo>
                  <a:pt x="8407" y="21689"/>
                </a:lnTo>
                <a:lnTo>
                  <a:pt x="5935" y="25753"/>
                </a:lnTo>
                <a:lnTo>
                  <a:pt x="3855" y="30069"/>
                </a:lnTo>
                <a:lnTo>
                  <a:pt x="2207" y="34593"/>
                </a:lnTo>
                <a:lnTo>
                  <a:pt x="992" y="39314"/>
                </a:lnTo>
                <a:lnTo>
                  <a:pt x="237" y="44216"/>
                </a:lnTo>
                <a:lnTo>
                  <a:pt x="0" y="48964"/>
                </a:lnTo>
                <a:lnTo>
                  <a:pt x="0" y="204516"/>
                </a:lnTo>
                <a:lnTo>
                  <a:pt x="237" y="209265"/>
                </a:lnTo>
                <a:lnTo>
                  <a:pt x="992" y="214167"/>
                </a:lnTo>
                <a:lnTo>
                  <a:pt x="2207" y="218887"/>
                </a:lnTo>
                <a:lnTo>
                  <a:pt x="3855" y="223412"/>
                </a:lnTo>
                <a:close/>
                <a:moveTo>
                  <a:pt x="21538" y="43533"/>
                </a:moveTo>
                <a:lnTo>
                  <a:pt x="22232" y="40818"/>
                </a:lnTo>
                <a:lnTo>
                  <a:pt x="23163" y="38266"/>
                </a:lnTo>
                <a:lnTo>
                  <a:pt x="24384" y="35741"/>
                </a:lnTo>
                <a:lnTo>
                  <a:pt x="25761" y="33472"/>
                </a:lnTo>
                <a:lnTo>
                  <a:pt x="27397" y="31270"/>
                </a:lnTo>
                <a:lnTo>
                  <a:pt x="29241" y="29241"/>
                </a:lnTo>
                <a:lnTo>
                  <a:pt x="31270" y="27397"/>
                </a:lnTo>
                <a:lnTo>
                  <a:pt x="33472" y="25761"/>
                </a:lnTo>
                <a:lnTo>
                  <a:pt x="35741" y="24384"/>
                </a:lnTo>
                <a:lnTo>
                  <a:pt x="38266" y="23163"/>
                </a:lnTo>
                <a:lnTo>
                  <a:pt x="40818" y="22232"/>
                </a:lnTo>
                <a:lnTo>
                  <a:pt x="43533" y="21538"/>
                </a:lnTo>
                <a:lnTo>
                  <a:pt x="46396" y="21101"/>
                </a:lnTo>
                <a:lnTo>
                  <a:pt x="49477" y="20949"/>
                </a:lnTo>
                <a:lnTo>
                  <a:pt x="545469" y="20949"/>
                </a:lnTo>
                <a:lnTo>
                  <a:pt x="548551" y="21101"/>
                </a:lnTo>
                <a:lnTo>
                  <a:pt x="551414" y="21538"/>
                </a:lnTo>
                <a:lnTo>
                  <a:pt x="554128" y="22232"/>
                </a:lnTo>
                <a:lnTo>
                  <a:pt x="556680" y="23163"/>
                </a:lnTo>
                <a:lnTo>
                  <a:pt x="559205" y="24384"/>
                </a:lnTo>
                <a:lnTo>
                  <a:pt x="561475" y="25761"/>
                </a:lnTo>
                <a:lnTo>
                  <a:pt x="563676" y="27397"/>
                </a:lnTo>
                <a:lnTo>
                  <a:pt x="565705" y="29241"/>
                </a:lnTo>
                <a:lnTo>
                  <a:pt x="567549" y="31270"/>
                </a:lnTo>
                <a:lnTo>
                  <a:pt x="569185" y="33472"/>
                </a:lnTo>
                <a:lnTo>
                  <a:pt x="570563" y="35741"/>
                </a:lnTo>
                <a:lnTo>
                  <a:pt x="571784" y="38266"/>
                </a:lnTo>
                <a:lnTo>
                  <a:pt x="572714" y="40818"/>
                </a:lnTo>
                <a:lnTo>
                  <a:pt x="573408" y="43533"/>
                </a:lnTo>
                <a:lnTo>
                  <a:pt x="573845" y="46396"/>
                </a:lnTo>
                <a:lnTo>
                  <a:pt x="573997" y="49477"/>
                </a:lnTo>
                <a:lnTo>
                  <a:pt x="573997" y="204003"/>
                </a:lnTo>
                <a:lnTo>
                  <a:pt x="573845" y="207085"/>
                </a:lnTo>
                <a:lnTo>
                  <a:pt x="573408" y="209948"/>
                </a:lnTo>
                <a:lnTo>
                  <a:pt x="572714" y="212662"/>
                </a:lnTo>
                <a:lnTo>
                  <a:pt x="571784" y="215214"/>
                </a:lnTo>
                <a:lnTo>
                  <a:pt x="570563" y="217740"/>
                </a:lnTo>
                <a:lnTo>
                  <a:pt x="569185" y="220009"/>
                </a:lnTo>
                <a:lnTo>
                  <a:pt x="567549" y="222211"/>
                </a:lnTo>
                <a:lnTo>
                  <a:pt x="565705" y="224240"/>
                </a:lnTo>
                <a:lnTo>
                  <a:pt x="563676" y="226084"/>
                </a:lnTo>
                <a:lnTo>
                  <a:pt x="561475" y="227720"/>
                </a:lnTo>
                <a:lnTo>
                  <a:pt x="559205" y="229097"/>
                </a:lnTo>
                <a:lnTo>
                  <a:pt x="556680" y="230318"/>
                </a:lnTo>
                <a:lnTo>
                  <a:pt x="554128" y="231249"/>
                </a:lnTo>
                <a:lnTo>
                  <a:pt x="551414" y="231943"/>
                </a:lnTo>
                <a:lnTo>
                  <a:pt x="548551" y="232380"/>
                </a:lnTo>
                <a:lnTo>
                  <a:pt x="545469" y="232532"/>
                </a:lnTo>
                <a:lnTo>
                  <a:pt x="49477" y="232532"/>
                </a:lnTo>
                <a:lnTo>
                  <a:pt x="46396" y="232380"/>
                </a:lnTo>
                <a:lnTo>
                  <a:pt x="43533" y="231943"/>
                </a:lnTo>
                <a:lnTo>
                  <a:pt x="40818" y="231249"/>
                </a:lnTo>
                <a:lnTo>
                  <a:pt x="38266" y="230318"/>
                </a:lnTo>
                <a:lnTo>
                  <a:pt x="35741" y="229097"/>
                </a:lnTo>
                <a:lnTo>
                  <a:pt x="33472" y="227720"/>
                </a:lnTo>
                <a:lnTo>
                  <a:pt x="31270" y="226084"/>
                </a:lnTo>
                <a:lnTo>
                  <a:pt x="29241" y="224240"/>
                </a:lnTo>
                <a:lnTo>
                  <a:pt x="27397" y="222211"/>
                </a:lnTo>
                <a:lnTo>
                  <a:pt x="25761" y="220009"/>
                </a:lnTo>
                <a:lnTo>
                  <a:pt x="24384" y="217740"/>
                </a:lnTo>
                <a:lnTo>
                  <a:pt x="23163" y="215214"/>
                </a:lnTo>
                <a:lnTo>
                  <a:pt x="22232" y="212662"/>
                </a:lnTo>
                <a:lnTo>
                  <a:pt x="21538" y="209948"/>
                </a:lnTo>
                <a:lnTo>
                  <a:pt x="21101" y="207085"/>
                </a:lnTo>
                <a:lnTo>
                  <a:pt x="20949" y="204003"/>
                </a:lnTo>
                <a:lnTo>
                  <a:pt x="20949" y="49477"/>
                </a:lnTo>
                <a:lnTo>
                  <a:pt x="21101" y="46396"/>
                </a:lnTo>
                <a:lnTo>
                  <a:pt x="21538" y="43533"/>
                </a:lnTo>
                <a:close/>
              </a:path>
            </a:pathLst>
          </a:custGeom>
          <a:solidFill xmlns:a="http://schemas.openxmlformats.org/drawingml/2006/main">
            <a:srgbClr val="FC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ny">
            <a:extLst xmlns:a="http://schemas.openxmlformats.org/drawingml/2006/main">
              <a:ext uri="{FF2B5EF4-FFF2-40B4-BE49-F238E27FC236}">
                <a16:creationId xmlns:a16="http://schemas.microsoft.com/office/drawing/2014/main" id="{E6302B5E-BC1B-46DA-89EE-A38AF988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4859" y="1781164"/>
            <a:ext cx="188879" cy="160387"/>
          </a:xfrm>
          <a:custGeom xmlns:a="http://schemas.openxmlformats.org/drawingml/2006/main">
            <a:pathLst>
              <a:path w="188879" h="160387">
                <a:moveTo>
                  <a:pt x="74924" y="111715"/>
                </a:moveTo>
                <a:cubicBezTo>
                  <a:pt x="69431" y="111715"/>
                  <a:pt x="66333" y="108707"/>
                  <a:pt x="65630" y="102691"/>
                </a:cubicBezTo>
                <a:lnTo>
                  <a:pt x="62948" y="81664"/>
                </a:lnTo>
                <a:cubicBezTo>
                  <a:pt x="62053" y="74175"/>
                  <a:pt x="61606" y="67165"/>
                  <a:pt x="61606" y="60636"/>
                </a:cubicBezTo>
                <a:cubicBezTo>
                  <a:pt x="61606" y="58844"/>
                  <a:pt x="61718" y="55804"/>
                  <a:pt x="61942" y="51516"/>
                </a:cubicBezTo>
                <a:cubicBezTo>
                  <a:pt x="62165" y="47227"/>
                  <a:pt x="62277" y="44186"/>
                  <a:pt x="62277" y="42393"/>
                </a:cubicBezTo>
                <a:cubicBezTo>
                  <a:pt x="62277" y="28567"/>
                  <a:pt x="59722" y="21653"/>
                  <a:pt x="54612" y="21653"/>
                </a:cubicBezTo>
                <a:cubicBezTo>
                  <a:pt x="47458" y="21653"/>
                  <a:pt x="40624" y="25906"/>
                  <a:pt x="34109" y="34411"/>
                </a:cubicBezTo>
                <a:cubicBezTo>
                  <a:pt x="28232" y="42148"/>
                  <a:pt x="23633" y="51930"/>
                  <a:pt x="20312" y="63759"/>
                </a:cubicBezTo>
                <a:cubicBezTo>
                  <a:pt x="20184" y="66254"/>
                  <a:pt x="19897" y="69388"/>
                  <a:pt x="19450" y="73161"/>
                </a:cubicBezTo>
                <a:cubicBezTo>
                  <a:pt x="19066" y="76358"/>
                  <a:pt x="18875" y="79459"/>
                  <a:pt x="18875" y="82463"/>
                </a:cubicBezTo>
                <a:cubicBezTo>
                  <a:pt x="18875" y="84381"/>
                  <a:pt x="19066" y="87259"/>
                  <a:pt x="19450" y="91095"/>
                </a:cubicBezTo>
                <a:cubicBezTo>
                  <a:pt x="19833" y="94932"/>
                  <a:pt x="20024" y="97809"/>
                  <a:pt x="20024" y="99727"/>
                </a:cubicBezTo>
                <a:cubicBezTo>
                  <a:pt x="20024" y="102605"/>
                  <a:pt x="19146" y="104940"/>
                  <a:pt x="17390" y="106730"/>
                </a:cubicBezTo>
                <a:cubicBezTo>
                  <a:pt x="15633" y="108521"/>
                  <a:pt x="13382" y="109416"/>
                  <a:pt x="10635" y="109416"/>
                </a:cubicBezTo>
                <a:cubicBezTo>
                  <a:pt x="7825" y="109416"/>
                  <a:pt x="5557" y="108520"/>
                  <a:pt x="3832" y="106727"/>
                </a:cubicBezTo>
                <a:cubicBezTo>
                  <a:pt x="2108" y="104937"/>
                  <a:pt x="1246" y="102601"/>
                  <a:pt x="1246" y="99721"/>
                </a:cubicBezTo>
                <a:cubicBezTo>
                  <a:pt x="1246" y="97803"/>
                  <a:pt x="1038" y="94925"/>
                  <a:pt x="623" y="91086"/>
                </a:cubicBezTo>
                <a:cubicBezTo>
                  <a:pt x="208" y="87246"/>
                  <a:pt x="0" y="84365"/>
                  <a:pt x="0" y="82445"/>
                </a:cubicBezTo>
                <a:cubicBezTo>
                  <a:pt x="0" y="75854"/>
                  <a:pt x="463" y="66720"/>
                  <a:pt x="1389" y="55043"/>
                </a:cubicBezTo>
                <a:cubicBezTo>
                  <a:pt x="2315" y="43366"/>
                  <a:pt x="2779" y="34232"/>
                  <a:pt x="2779" y="27641"/>
                </a:cubicBezTo>
                <a:cubicBezTo>
                  <a:pt x="2779" y="25593"/>
                  <a:pt x="2667" y="22554"/>
                  <a:pt x="2443" y="18524"/>
                </a:cubicBezTo>
                <a:cubicBezTo>
                  <a:pt x="2220" y="14492"/>
                  <a:pt x="2108" y="11453"/>
                  <a:pt x="2108" y="9407"/>
                </a:cubicBezTo>
                <a:cubicBezTo>
                  <a:pt x="2108" y="6655"/>
                  <a:pt x="3018" y="4399"/>
                  <a:pt x="4838" y="2641"/>
                </a:cubicBezTo>
                <a:cubicBezTo>
                  <a:pt x="6659" y="880"/>
                  <a:pt x="8910" y="0"/>
                  <a:pt x="11593" y="0"/>
                </a:cubicBezTo>
                <a:cubicBezTo>
                  <a:pt x="17470" y="0"/>
                  <a:pt x="20695" y="4169"/>
                  <a:pt x="21270" y="12506"/>
                </a:cubicBezTo>
                <a:lnTo>
                  <a:pt x="21557" y="23761"/>
                </a:lnTo>
                <a:cubicBezTo>
                  <a:pt x="32288" y="9453"/>
                  <a:pt x="43306" y="2299"/>
                  <a:pt x="54612" y="2299"/>
                </a:cubicBezTo>
                <a:cubicBezTo>
                  <a:pt x="64832" y="2299"/>
                  <a:pt x="71954" y="6811"/>
                  <a:pt x="75978" y="15833"/>
                </a:cubicBezTo>
                <a:cubicBezTo>
                  <a:pt x="78725" y="21847"/>
                  <a:pt x="80226" y="30741"/>
                  <a:pt x="80481" y="42516"/>
                </a:cubicBezTo>
                <a:lnTo>
                  <a:pt x="80481" y="52208"/>
                </a:lnTo>
                <a:lnTo>
                  <a:pt x="80385" y="61133"/>
                </a:lnTo>
                <a:cubicBezTo>
                  <a:pt x="80385" y="66445"/>
                  <a:pt x="81072" y="73308"/>
                  <a:pt x="82445" y="81724"/>
                </a:cubicBezTo>
                <a:cubicBezTo>
                  <a:pt x="83818" y="90137"/>
                  <a:pt x="84505" y="96967"/>
                  <a:pt x="84505" y="102212"/>
                </a:cubicBezTo>
                <a:cubicBezTo>
                  <a:pt x="84505" y="105029"/>
                  <a:pt x="83595" y="107316"/>
                  <a:pt x="81775" y="109075"/>
                </a:cubicBezTo>
                <a:cubicBezTo>
                  <a:pt x="79954" y="110835"/>
                  <a:pt x="77671" y="111715"/>
                  <a:pt x="74924" y="111715"/>
                </a:cubicBezTo>
                <a:close/>
                <a:moveTo>
                  <a:pt x="187633" y="19339"/>
                </a:moveTo>
                <a:lnTo>
                  <a:pt x="154483" y="91014"/>
                </a:lnTo>
                <a:cubicBezTo>
                  <a:pt x="146307" y="108454"/>
                  <a:pt x="140047" y="123050"/>
                  <a:pt x="135704" y="134803"/>
                </a:cubicBezTo>
                <a:lnTo>
                  <a:pt x="129380" y="153393"/>
                </a:lnTo>
                <a:cubicBezTo>
                  <a:pt x="127720" y="158056"/>
                  <a:pt x="124845" y="160387"/>
                  <a:pt x="120757" y="160387"/>
                </a:cubicBezTo>
                <a:cubicBezTo>
                  <a:pt x="118075" y="160387"/>
                  <a:pt x="115759" y="159504"/>
                  <a:pt x="113811" y="157737"/>
                </a:cubicBezTo>
                <a:cubicBezTo>
                  <a:pt x="111863" y="155973"/>
                  <a:pt x="110889" y="153774"/>
                  <a:pt x="110889" y="151142"/>
                </a:cubicBezTo>
                <a:cubicBezTo>
                  <a:pt x="110889" y="144722"/>
                  <a:pt x="117787" y="126252"/>
                  <a:pt x="131584" y="95730"/>
                </a:cubicBezTo>
                <a:lnTo>
                  <a:pt x="97284" y="29626"/>
                </a:lnTo>
                <a:lnTo>
                  <a:pt x="92972" y="22620"/>
                </a:lnTo>
                <a:cubicBezTo>
                  <a:pt x="91248" y="19678"/>
                  <a:pt x="90385" y="17216"/>
                  <a:pt x="90385" y="15234"/>
                </a:cubicBezTo>
                <a:cubicBezTo>
                  <a:pt x="90385" y="12615"/>
                  <a:pt x="91391" y="10316"/>
                  <a:pt x="93403" y="8336"/>
                </a:cubicBezTo>
                <a:cubicBezTo>
                  <a:pt x="95415" y="6355"/>
                  <a:pt x="97667" y="5365"/>
                  <a:pt x="100158" y="5365"/>
                </a:cubicBezTo>
                <a:cubicBezTo>
                  <a:pt x="103096" y="5365"/>
                  <a:pt x="105364" y="6483"/>
                  <a:pt x="106961" y="8719"/>
                </a:cubicBezTo>
                <a:cubicBezTo>
                  <a:pt x="117819" y="23815"/>
                  <a:pt x="129476" y="45308"/>
                  <a:pt x="141932" y="73196"/>
                </a:cubicBezTo>
                <a:lnTo>
                  <a:pt x="156112" y="40040"/>
                </a:lnTo>
                <a:cubicBezTo>
                  <a:pt x="161221" y="28601"/>
                  <a:pt x="166140" y="18767"/>
                  <a:pt x="170866" y="10539"/>
                </a:cubicBezTo>
                <a:cubicBezTo>
                  <a:pt x="172910" y="6962"/>
                  <a:pt x="175593" y="5174"/>
                  <a:pt x="178915" y="5174"/>
                </a:cubicBezTo>
                <a:cubicBezTo>
                  <a:pt x="181533" y="5174"/>
                  <a:pt x="183849" y="6099"/>
                  <a:pt x="185861" y="7949"/>
                </a:cubicBezTo>
                <a:cubicBezTo>
                  <a:pt x="187873" y="9800"/>
                  <a:pt x="188879" y="12001"/>
                  <a:pt x="188879" y="14554"/>
                </a:cubicBezTo>
                <a:cubicBezTo>
                  <a:pt x="188879" y="15957"/>
                  <a:pt x="188464" y="17552"/>
                  <a:pt x="187633" y="19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i2">
            <a:extLst xmlns:a="http://schemas.openxmlformats.org/drawingml/2006/main">
              <a:ext uri="{FF2B5EF4-FFF2-40B4-BE49-F238E27FC236}">
                <a16:creationId xmlns:a16="http://schemas.microsoft.com/office/drawing/2014/main" id="{E5AB65C4-1C0D-4B83-B8F8-B2D46661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8687" y="1829070"/>
            <a:ext cx="92890" cy="95689"/>
          </a:xfrm>
          <a:custGeom xmlns:a="http://schemas.openxmlformats.org/drawingml/2006/main">
            <a:pathLst>
              <a:path w="92890" h="95689">
                <a:moveTo>
                  <a:pt x="9370" y="16755"/>
                </a:moveTo>
                <a:cubicBezTo>
                  <a:pt x="7385" y="16755"/>
                  <a:pt x="5668" y="16052"/>
                  <a:pt x="4220" y="14645"/>
                </a:cubicBezTo>
                <a:cubicBezTo>
                  <a:pt x="2772" y="13238"/>
                  <a:pt x="2048" y="11542"/>
                  <a:pt x="2048" y="9557"/>
                </a:cubicBezTo>
                <a:cubicBezTo>
                  <a:pt x="2048" y="7571"/>
                  <a:pt x="2772" y="5875"/>
                  <a:pt x="4220" y="4468"/>
                </a:cubicBezTo>
                <a:cubicBezTo>
                  <a:pt x="5668" y="3061"/>
                  <a:pt x="7385" y="2358"/>
                  <a:pt x="9370" y="2358"/>
                </a:cubicBezTo>
                <a:cubicBezTo>
                  <a:pt x="11356" y="2358"/>
                  <a:pt x="13063" y="3061"/>
                  <a:pt x="14490" y="4468"/>
                </a:cubicBezTo>
                <a:cubicBezTo>
                  <a:pt x="15917" y="5875"/>
                  <a:pt x="16631" y="7571"/>
                  <a:pt x="16631" y="9557"/>
                </a:cubicBezTo>
                <a:cubicBezTo>
                  <a:pt x="16631" y="11542"/>
                  <a:pt x="15917" y="13238"/>
                  <a:pt x="14490" y="14645"/>
                </a:cubicBezTo>
                <a:cubicBezTo>
                  <a:pt x="13063" y="16052"/>
                  <a:pt x="11356" y="16755"/>
                  <a:pt x="9370" y="16755"/>
                </a:cubicBezTo>
                <a:moveTo>
                  <a:pt x="12163" y="67179"/>
                </a:moveTo>
                <a:cubicBezTo>
                  <a:pt x="12163" y="69664"/>
                  <a:pt x="12235" y="73380"/>
                  <a:pt x="12380" y="78329"/>
                </a:cubicBezTo>
                <a:cubicBezTo>
                  <a:pt x="12525" y="83277"/>
                  <a:pt x="12597" y="86993"/>
                  <a:pt x="12597" y="89478"/>
                </a:cubicBezTo>
                <a:cubicBezTo>
                  <a:pt x="12597" y="91300"/>
                  <a:pt x="12039" y="92790"/>
                  <a:pt x="10922" y="93950"/>
                </a:cubicBezTo>
                <a:cubicBezTo>
                  <a:pt x="9805" y="95110"/>
                  <a:pt x="8336" y="95689"/>
                  <a:pt x="6516" y="95689"/>
                </a:cubicBezTo>
                <a:cubicBezTo>
                  <a:pt x="4737" y="95689"/>
                  <a:pt x="3279" y="95110"/>
                  <a:pt x="2141" y="93950"/>
                </a:cubicBezTo>
                <a:cubicBezTo>
                  <a:pt x="1003" y="92790"/>
                  <a:pt x="434" y="91300"/>
                  <a:pt x="434" y="89478"/>
                </a:cubicBezTo>
                <a:cubicBezTo>
                  <a:pt x="434" y="86993"/>
                  <a:pt x="362" y="83277"/>
                  <a:pt x="217" y="78329"/>
                </a:cubicBezTo>
                <a:cubicBezTo>
                  <a:pt x="72" y="73380"/>
                  <a:pt x="0" y="69664"/>
                  <a:pt x="0" y="67179"/>
                </a:cubicBezTo>
                <a:cubicBezTo>
                  <a:pt x="0" y="63286"/>
                  <a:pt x="207" y="58431"/>
                  <a:pt x="621" y="52613"/>
                </a:cubicBezTo>
                <a:cubicBezTo>
                  <a:pt x="1034" y="46794"/>
                  <a:pt x="1241" y="41938"/>
                  <a:pt x="1241" y="38046"/>
                </a:cubicBezTo>
                <a:cubicBezTo>
                  <a:pt x="1241" y="36183"/>
                  <a:pt x="1810" y="34672"/>
                  <a:pt x="2948" y="33512"/>
                </a:cubicBezTo>
                <a:cubicBezTo>
                  <a:pt x="4085" y="32352"/>
                  <a:pt x="5544" y="31772"/>
                  <a:pt x="7323" y="31772"/>
                </a:cubicBezTo>
                <a:cubicBezTo>
                  <a:pt x="9101" y="31772"/>
                  <a:pt x="10560" y="32352"/>
                  <a:pt x="11697" y="33512"/>
                </a:cubicBezTo>
                <a:cubicBezTo>
                  <a:pt x="12835" y="34672"/>
                  <a:pt x="13404" y="36183"/>
                  <a:pt x="13404" y="38046"/>
                </a:cubicBezTo>
                <a:cubicBezTo>
                  <a:pt x="13404" y="41938"/>
                  <a:pt x="13197" y="46794"/>
                  <a:pt x="12783" y="52613"/>
                </a:cubicBezTo>
                <a:cubicBezTo>
                  <a:pt x="12370" y="58431"/>
                  <a:pt x="12163" y="63286"/>
                  <a:pt x="12163" y="67179"/>
                </a:cubicBezTo>
                <a:close/>
                <a:moveTo>
                  <a:pt x="87057" y="95441"/>
                </a:moveTo>
                <a:cubicBezTo>
                  <a:pt x="86023" y="95441"/>
                  <a:pt x="84564" y="95110"/>
                  <a:pt x="82682" y="94448"/>
                </a:cubicBezTo>
                <a:cubicBezTo>
                  <a:pt x="80800" y="93786"/>
                  <a:pt x="79362" y="93455"/>
                  <a:pt x="78369" y="93455"/>
                </a:cubicBezTo>
                <a:cubicBezTo>
                  <a:pt x="76259" y="93455"/>
                  <a:pt x="73094" y="93587"/>
                  <a:pt x="68875" y="93851"/>
                </a:cubicBezTo>
                <a:cubicBezTo>
                  <a:pt x="64655" y="94115"/>
                  <a:pt x="61469" y="94247"/>
                  <a:pt x="59318" y="94247"/>
                </a:cubicBezTo>
                <a:cubicBezTo>
                  <a:pt x="57705" y="94247"/>
                  <a:pt x="55316" y="94466"/>
                  <a:pt x="52151" y="94906"/>
                </a:cubicBezTo>
                <a:cubicBezTo>
                  <a:pt x="48986" y="95346"/>
                  <a:pt x="46597" y="95565"/>
                  <a:pt x="44983" y="95565"/>
                </a:cubicBezTo>
                <a:cubicBezTo>
                  <a:pt x="44528" y="95565"/>
                  <a:pt x="43866" y="95483"/>
                  <a:pt x="42998" y="95317"/>
                </a:cubicBezTo>
                <a:cubicBezTo>
                  <a:pt x="42129" y="95152"/>
                  <a:pt x="41467" y="95069"/>
                  <a:pt x="41012" y="95069"/>
                </a:cubicBezTo>
                <a:cubicBezTo>
                  <a:pt x="38157" y="95069"/>
                  <a:pt x="36296" y="93682"/>
                  <a:pt x="35427" y="90907"/>
                </a:cubicBezTo>
                <a:cubicBezTo>
                  <a:pt x="34930" y="89458"/>
                  <a:pt x="34682" y="86974"/>
                  <a:pt x="34682" y="83455"/>
                </a:cubicBezTo>
                <a:cubicBezTo>
                  <a:pt x="34682" y="73809"/>
                  <a:pt x="37309" y="66046"/>
                  <a:pt x="42563" y="60167"/>
                </a:cubicBezTo>
                <a:cubicBezTo>
                  <a:pt x="44963" y="57476"/>
                  <a:pt x="51437" y="52509"/>
                  <a:pt x="61987" y="45264"/>
                </a:cubicBezTo>
                <a:cubicBezTo>
                  <a:pt x="67903" y="41205"/>
                  <a:pt x="71853" y="38038"/>
                  <a:pt x="73839" y="35761"/>
                </a:cubicBezTo>
                <a:cubicBezTo>
                  <a:pt x="77397" y="31787"/>
                  <a:pt x="79176" y="27130"/>
                  <a:pt x="79176" y="21789"/>
                </a:cubicBezTo>
                <a:cubicBezTo>
                  <a:pt x="79176" y="19139"/>
                  <a:pt x="77459" y="16779"/>
                  <a:pt x="74025" y="14709"/>
                </a:cubicBezTo>
                <a:cubicBezTo>
                  <a:pt x="71005" y="12846"/>
                  <a:pt x="68047" y="11915"/>
                  <a:pt x="65151" y="11915"/>
                </a:cubicBezTo>
                <a:cubicBezTo>
                  <a:pt x="61345" y="11915"/>
                  <a:pt x="57725" y="13017"/>
                  <a:pt x="54292" y="15221"/>
                </a:cubicBezTo>
                <a:lnTo>
                  <a:pt x="45418" y="22206"/>
                </a:lnTo>
                <a:cubicBezTo>
                  <a:pt x="43639" y="23619"/>
                  <a:pt x="42212" y="24326"/>
                  <a:pt x="41136" y="24326"/>
                </a:cubicBezTo>
                <a:cubicBezTo>
                  <a:pt x="36875" y="24326"/>
                  <a:pt x="34744" y="22625"/>
                  <a:pt x="34744" y="19224"/>
                </a:cubicBezTo>
                <a:cubicBezTo>
                  <a:pt x="34744" y="17274"/>
                  <a:pt x="35530" y="15595"/>
                  <a:pt x="37102" y="14185"/>
                </a:cubicBezTo>
                <a:cubicBezTo>
                  <a:pt x="41943" y="9623"/>
                  <a:pt x="46142" y="6326"/>
                  <a:pt x="49700" y="4293"/>
                </a:cubicBezTo>
                <a:cubicBezTo>
                  <a:pt x="54705" y="1431"/>
                  <a:pt x="59856" y="0"/>
                  <a:pt x="65151" y="0"/>
                </a:cubicBezTo>
                <a:cubicBezTo>
                  <a:pt x="71853" y="0"/>
                  <a:pt x="77831" y="1820"/>
                  <a:pt x="83085" y="5461"/>
                </a:cubicBezTo>
                <a:cubicBezTo>
                  <a:pt x="88960" y="9557"/>
                  <a:pt x="91897" y="14811"/>
                  <a:pt x="91897" y="21223"/>
                </a:cubicBezTo>
                <a:cubicBezTo>
                  <a:pt x="91897" y="25443"/>
                  <a:pt x="91297" y="29332"/>
                  <a:pt x="90098" y="32889"/>
                </a:cubicBezTo>
                <a:cubicBezTo>
                  <a:pt x="88898" y="36447"/>
                  <a:pt x="87078" y="39695"/>
                  <a:pt x="84637" y="42632"/>
                </a:cubicBezTo>
                <a:cubicBezTo>
                  <a:pt x="81534" y="46355"/>
                  <a:pt x="76280" y="50513"/>
                  <a:pt x="68875" y="55105"/>
                </a:cubicBezTo>
                <a:cubicBezTo>
                  <a:pt x="61097" y="59987"/>
                  <a:pt x="55988" y="63690"/>
                  <a:pt x="53547" y="66213"/>
                </a:cubicBezTo>
                <a:cubicBezTo>
                  <a:pt x="48955" y="70971"/>
                  <a:pt x="46700" y="76742"/>
                  <a:pt x="46783" y="83527"/>
                </a:cubicBezTo>
                <a:lnTo>
                  <a:pt x="59566" y="82309"/>
                </a:lnTo>
                <a:cubicBezTo>
                  <a:pt x="68337" y="81797"/>
                  <a:pt x="74604" y="81541"/>
                  <a:pt x="78369" y="81541"/>
                </a:cubicBezTo>
                <a:cubicBezTo>
                  <a:pt x="81513" y="81541"/>
                  <a:pt x="84492" y="82081"/>
                  <a:pt x="87305" y="83162"/>
                </a:cubicBezTo>
                <a:cubicBezTo>
                  <a:pt x="91028" y="84616"/>
                  <a:pt x="92890" y="86632"/>
                  <a:pt x="92890" y="89208"/>
                </a:cubicBezTo>
                <a:cubicBezTo>
                  <a:pt x="92890" y="90828"/>
                  <a:pt x="92332" y="92272"/>
                  <a:pt x="91215" y="93541"/>
                </a:cubicBezTo>
                <a:cubicBezTo>
                  <a:pt x="90098" y="94808"/>
                  <a:pt x="88712" y="95441"/>
                  <a:pt x="87057" y="954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F47FC6-E2CE-4590-BDBE-19BF1DC7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820" y="2184669"/>
            <a:ext cx="579584" cy="218287"/>
          </a:xfrm>
          <a:custGeom xmlns:a="http://schemas.openxmlformats.org/drawingml/2006/main">
            <a:pathLst>
              <a:path w="579584" h="218287">
                <a:moveTo>
                  <a:pt x="698" y="35613"/>
                </a:moveTo>
                <a:cubicBezTo>
                  <a:pt x="0" y="16256"/>
                  <a:pt x="16256" y="0"/>
                  <a:pt x="35892" y="419"/>
                </a:cubicBezTo>
                <a:lnTo>
                  <a:pt x="543691" y="419"/>
                </a:lnTo>
                <a:cubicBezTo>
                  <a:pt x="563327" y="0"/>
                  <a:pt x="579584" y="16256"/>
                  <a:pt x="578885" y="35613"/>
                </a:cubicBezTo>
                <a:lnTo>
                  <a:pt x="578885" y="181417"/>
                </a:lnTo>
                <a:cubicBezTo>
                  <a:pt x="579584" y="201611"/>
                  <a:pt x="563327" y="217868"/>
                  <a:pt x="543691" y="218287"/>
                </a:cubicBezTo>
                <a:lnTo>
                  <a:pt x="35892" y="218287"/>
                </a:lnTo>
                <a:cubicBezTo>
                  <a:pt x="16256" y="217868"/>
                  <a:pt x="0" y="201611"/>
                  <a:pt x="698" y="181417"/>
                </a:cubicBezTo>
                <a:lnTo>
                  <a:pt x="698" y="35613"/>
                </a:lnTo>
              </a:path>
            </a:pathLst>
          </a:custGeom>
          <a:solidFill xmlns:a="http://schemas.openxmlformats.org/drawingml/2006/main">
            <a:srgbClr val="FCF3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53805B-2AEF-47F9-88B9-EEAE223E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0345" y="2174195"/>
            <a:ext cx="600532" cy="238816"/>
          </a:xfrm>
          <a:custGeom xmlns:a="http://schemas.openxmlformats.org/drawingml/2006/main">
            <a:pathLst>
              <a:path w="600532" h="238816">
                <a:moveTo>
                  <a:pt x="3673" y="210242"/>
                </a:moveTo>
                <a:lnTo>
                  <a:pt x="5642" y="214348"/>
                </a:lnTo>
                <a:lnTo>
                  <a:pt x="7988" y="218203"/>
                </a:lnTo>
                <a:lnTo>
                  <a:pt x="10684" y="221806"/>
                </a:lnTo>
                <a:lnTo>
                  <a:pt x="13701" y="225116"/>
                </a:lnTo>
                <a:lnTo>
                  <a:pt x="17010" y="228133"/>
                </a:lnTo>
                <a:lnTo>
                  <a:pt x="20614" y="230828"/>
                </a:lnTo>
                <a:lnTo>
                  <a:pt x="24468" y="233174"/>
                </a:lnTo>
                <a:lnTo>
                  <a:pt x="28574" y="235143"/>
                </a:lnTo>
                <a:lnTo>
                  <a:pt x="32876" y="236722"/>
                </a:lnTo>
                <a:lnTo>
                  <a:pt x="37373" y="237881"/>
                </a:lnTo>
                <a:lnTo>
                  <a:pt x="42023" y="238593"/>
                </a:lnTo>
                <a:lnTo>
                  <a:pt x="46520" y="238816"/>
                </a:lnTo>
                <a:lnTo>
                  <a:pt x="554012" y="238816"/>
                </a:lnTo>
                <a:lnTo>
                  <a:pt x="558509" y="238593"/>
                </a:lnTo>
                <a:lnTo>
                  <a:pt x="563160" y="237881"/>
                </a:lnTo>
                <a:lnTo>
                  <a:pt x="567657" y="236722"/>
                </a:lnTo>
                <a:lnTo>
                  <a:pt x="571958" y="235143"/>
                </a:lnTo>
                <a:lnTo>
                  <a:pt x="576064" y="233174"/>
                </a:lnTo>
                <a:lnTo>
                  <a:pt x="579919" y="230828"/>
                </a:lnTo>
                <a:lnTo>
                  <a:pt x="583522" y="228133"/>
                </a:lnTo>
                <a:lnTo>
                  <a:pt x="586832" y="225116"/>
                </a:lnTo>
                <a:lnTo>
                  <a:pt x="589849" y="221806"/>
                </a:lnTo>
                <a:lnTo>
                  <a:pt x="592544" y="218203"/>
                </a:lnTo>
                <a:lnTo>
                  <a:pt x="594890" y="214348"/>
                </a:lnTo>
                <a:lnTo>
                  <a:pt x="596859" y="210242"/>
                </a:lnTo>
                <a:lnTo>
                  <a:pt x="598438" y="205941"/>
                </a:lnTo>
                <a:lnTo>
                  <a:pt x="599597" y="201444"/>
                </a:lnTo>
                <a:lnTo>
                  <a:pt x="600309" y="196793"/>
                </a:lnTo>
                <a:lnTo>
                  <a:pt x="600532" y="192296"/>
                </a:lnTo>
                <a:lnTo>
                  <a:pt x="600532" y="46520"/>
                </a:lnTo>
                <a:lnTo>
                  <a:pt x="600309" y="42023"/>
                </a:lnTo>
                <a:lnTo>
                  <a:pt x="599597" y="37373"/>
                </a:lnTo>
                <a:lnTo>
                  <a:pt x="598438" y="32876"/>
                </a:lnTo>
                <a:lnTo>
                  <a:pt x="596859" y="28574"/>
                </a:lnTo>
                <a:lnTo>
                  <a:pt x="594890" y="24468"/>
                </a:lnTo>
                <a:lnTo>
                  <a:pt x="592544" y="20614"/>
                </a:lnTo>
                <a:lnTo>
                  <a:pt x="589849" y="17010"/>
                </a:lnTo>
                <a:lnTo>
                  <a:pt x="586832" y="13701"/>
                </a:lnTo>
                <a:lnTo>
                  <a:pt x="583522" y="10684"/>
                </a:lnTo>
                <a:lnTo>
                  <a:pt x="579919" y="7988"/>
                </a:lnTo>
                <a:lnTo>
                  <a:pt x="576064" y="5642"/>
                </a:lnTo>
                <a:lnTo>
                  <a:pt x="571958" y="3673"/>
                </a:lnTo>
                <a:lnTo>
                  <a:pt x="567657" y="2095"/>
                </a:lnTo>
                <a:lnTo>
                  <a:pt x="563160" y="936"/>
                </a:lnTo>
                <a:lnTo>
                  <a:pt x="558509" y="223"/>
                </a:lnTo>
                <a:lnTo>
                  <a:pt x="554012" y="0"/>
                </a:lnTo>
                <a:lnTo>
                  <a:pt x="46520" y="0"/>
                </a:lnTo>
                <a:lnTo>
                  <a:pt x="42023" y="223"/>
                </a:lnTo>
                <a:lnTo>
                  <a:pt x="37373" y="936"/>
                </a:lnTo>
                <a:lnTo>
                  <a:pt x="32876" y="2095"/>
                </a:lnTo>
                <a:lnTo>
                  <a:pt x="28574" y="3673"/>
                </a:lnTo>
                <a:lnTo>
                  <a:pt x="24468" y="5642"/>
                </a:lnTo>
                <a:lnTo>
                  <a:pt x="20614" y="7988"/>
                </a:lnTo>
                <a:lnTo>
                  <a:pt x="17010" y="10684"/>
                </a:lnTo>
                <a:lnTo>
                  <a:pt x="13701" y="13701"/>
                </a:lnTo>
                <a:lnTo>
                  <a:pt x="10684" y="17010"/>
                </a:lnTo>
                <a:lnTo>
                  <a:pt x="7988" y="20614"/>
                </a:lnTo>
                <a:lnTo>
                  <a:pt x="5642" y="24468"/>
                </a:lnTo>
                <a:lnTo>
                  <a:pt x="3673" y="28574"/>
                </a:lnTo>
                <a:lnTo>
                  <a:pt x="2095" y="32876"/>
                </a:lnTo>
                <a:lnTo>
                  <a:pt x="936" y="37373"/>
                </a:lnTo>
                <a:lnTo>
                  <a:pt x="223" y="42023"/>
                </a:lnTo>
                <a:lnTo>
                  <a:pt x="0" y="46520"/>
                </a:lnTo>
                <a:lnTo>
                  <a:pt x="0" y="192296"/>
                </a:lnTo>
                <a:lnTo>
                  <a:pt x="223" y="196793"/>
                </a:lnTo>
                <a:lnTo>
                  <a:pt x="936" y="201444"/>
                </a:lnTo>
                <a:lnTo>
                  <a:pt x="2095" y="205941"/>
                </a:lnTo>
                <a:lnTo>
                  <a:pt x="3673" y="210242"/>
                </a:lnTo>
                <a:close/>
                <a:moveTo>
                  <a:pt x="21483" y="41576"/>
                </a:moveTo>
                <a:lnTo>
                  <a:pt x="22114" y="39122"/>
                </a:lnTo>
                <a:lnTo>
                  <a:pt x="23024" y="36651"/>
                </a:lnTo>
                <a:lnTo>
                  <a:pt x="24030" y="34556"/>
                </a:lnTo>
                <a:lnTo>
                  <a:pt x="25383" y="32328"/>
                </a:lnTo>
                <a:lnTo>
                  <a:pt x="26776" y="30458"/>
                </a:lnTo>
                <a:lnTo>
                  <a:pt x="28528" y="28528"/>
                </a:lnTo>
                <a:lnTo>
                  <a:pt x="30458" y="26776"/>
                </a:lnTo>
                <a:lnTo>
                  <a:pt x="32328" y="25383"/>
                </a:lnTo>
                <a:lnTo>
                  <a:pt x="34454" y="24092"/>
                </a:lnTo>
                <a:lnTo>
                  <a:pt x="36721" y="22998"/>
                </a:lnTo>
                <a:lnTo>
                  <a:pt x="39122" y="22114"/>
                </a:lnTo>
                <a:lnTo>
                  <a:pt x="41576" y="21483"/>
                </a:lnTo>
                <a:lnTo>
                  <a:pt x="44194" y="21087"/>
                </a:lnTo>
                <a:lnTo>
                  <a:pt x="47031" y="20949"/>
                </a:lnTo>
                <a:lnTo>
                  <a:pt x="553502" y="20949"/>
                </a:lnTo>
                <a:lnTo>
                  <a:pt x="556339" y="21087"/>
                </a:lnTo>
                <a:lnTo>
                  <a:pt x="558956" y="21483"/>
                </a:lnTo>
                <a:lnTo>
                  <a:pt x="561410" y="22114"/>
                </a:lnTo>
                <a:lnTo>
                  <a:pt x="563812" y="22998"/>
                </a:lnTo>
                <a:lnTo>
                  <a:pt x="566078" y="24092"/>
                </a:lnTo>
                <a:lnTo>
                  <a:pt x="568139" y="25343"/>
                </a:lnTo>
                <a:lnTo>
                  <a:pt x="570086" y="26786"/>
                </a:lnTo>
                <a:lnTo>
                  <a:pt x="572004" y="28528"/>
                </a:lnTo>
                <a:lnTo>
                  <a:pt x="573756" y="30458"/>
                </a:lnTo>
                <a:lnTo>
                  <a:pt x="575149" y="32328"/>
                </a:lnTo>
                <a:lnTo>
                  <a:pt x="576445" y="34462"/>
                </a:lnTo>
                <a:lnTo>
                  <a:pt x="577516" y="36671"/>
                </a:lnTo>
                <a:lnTo>
                  <a:pt x="578419" y="39122"/>
                </a:lnTo>
                <a:lnTo>
                  <a:pt x="579049" y="41576"/>
                </a:lnTo>
                <a:lnTo>
                  <a:pt x="579445" y="44194"/>
                </a:lnTo>
                <a:lnTo>
                  <a:pt x="579584" y="47031"/>
                </a:lnTo>
                <a:lnTo>
                  <a:pt x="579584" y="191786"/>
                </a:lnTo>
                <a:lnTo>
                  <a:pt x="579445" y="194623"/>
                </a:lnTo>
                <a:lnTo>
                  <a:pt x="579049" y="197240"/>
                </a:lnTo>
                <a:lnTo>
                  <a:pt x="578419" y="199694"/>
                </a:lnTo>
                <a:lnTo>
                  <a:pt x="577516" y="202145"/>
                </a:lnTo>
                <a:lnTo>
                  <a:pt x="576445" y="204355"/>
                </a:lnTo>
                <a:lnTo>
                  <a:pt x="575149" y="206489"/>
                </a:lnTo>
                <a:lnTo>
                  <a:pt x="573756" y="208358"/>
                </a:lnTo>
                <a:lnTo>
                  <a:pt x="572004" y="210288"/>
                </a:lnTo>
                <a:lnTo>
                  <a:pt x="570086" y="212030"/>
                </a:lnTo>
                <a:lnTo>
                  <a:pt x="568139" y="213473"/>
                </a:lnTo>
                <a:lnTo>
                  <a:pt x="565985" y="214781"/>
                </a:lnTo>
                <a:lnTo>
                  <a:pt x="563831" y="215811"/>
                </a:lnTo>
                <a:lnTo>
                  <a:pt x="561410" y="216703"/>
                </a:lnTo>
                <a:lnTo>
                  <a:pt x="558956" y="217333"/>
                </a:lnTo>
                <a:lnTo>
                  <a:pt x="556339" y="217729"/>
                </a:lnTo>
                <a:lnTo>
                  <a:pt x="553502" y="217868"/>
                </a:lnTo>
                <a:lnTo>
                  <a:pt x="47031" y="217868"/>
                </a:lnTo>
                <a:lnTo>
                  <a:pt x="44194" y="217729"/>
                </a:lnTo>
                <a:lnTo>
                  <a:pt x="41576" y="217333"/>
                </a:lnTo>
                <a:lnTo>
                  <a:pt x="39122" y="216703"/>
                </a:lnTo>
                <a:lnTo>
                  <a:pt x="36701" y="215811"/>
                </a:lnTo>
                <a:lnTo>
                  <a:pt x="34547" y="214781"/>
                </a:lnTo>
                <a:lnTo>
                  <a:pt x="32328" y="213433"/>
                </a:lnTo>
                <a:lnTo>
                  <a:pt x="30458" y="212040"/>
                </a:lnTo>
                <a:lnTo>
                  <a:pt x="28528" y="210288"/>
                </a:lnTo>
                <a:lnTo>
                  <a:pt x="26776" y="208358"/>
                </a:lnTo>
                <a:lnTo>
                  <a:pt x="25383" y="206489"/>
                </a:lnTo>
                <a:lnTo>
                  <a:pt x="24030" y="204260"/>
                </a:lnTo>
                <a:lnTo>
                  <a:pt x="23024" y="202165"/>
                </a:lnTo>
                <a:lnTo>
                  <a:pt x="22114" y="199694"/>
                </a:lnTo>
                <a:lnTo>
                  <a:pt x="21483" y="197240"/>
                </a:lnTo>
                <a:lnTo>
                  <a:pt x="21087" y="194623"/>
                </a:lnTo>
                <a:lnTo>
                  <a:pt x="20949" y="191786"/>
                </a:lnTo>
                <a:lnTo>
                  <a:pt x="20949" y="47031"/>
                </a:lnTo>
                <a:lnTo>
                  <a:pt x="21087" y="44194"/>
                </a:lnTo>
                <a:lnTo>
                  <a:pt x="21483" y="41576"/>
                </a:lnTo>
                <a:close/>
              </a:path>
            </a:pathLst>
          </a:custGeom>
          <a:solidFill xmlns:a="http://schemas.openxmlformats.org/drawingml/2006/main">
            <a:srgbClr val="FC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ny">
            <a:extLst xmlns:a="http://schemas.openxmlformats.org/drawingml/2006/main">
              <a:ext uri="{FF2B5EF4-FFF2-40B4-BE49-F238E27FC236}">
                <a16:creationId xmlns:a16="http://schemas.microsoft.com/office/drawing/2014/main" id="{448721D6-BCA8-45C6-82CD-F0340EE0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7625" y="2222458"/>
            <a:ext cx="188879" cy="160387"/>
          </a:xfrm>
          <a:custGeom xmlns:a="http://schemas.openxmlformats.org/drawingml/2006/main">
            <a:pathLst>
              <a:path w="188879" h="160387">
                <a:moveTo>
                  <a:pt x="74924" y="111715"/>
                </a:moveTo>
                <a:cubicBezTo>
                  <a:pt x="69431" y="111715"/>
                  <a:pt x="66333" y="108707"/>
                  <a:pt x="65630" y="102691"/>
                </a:cubicBezTo>
                <a:lnTo>
                  <a:pt x="62948" y="81664"/>
                </a:lnTo>
                <a:cubicBezTo>
                  <a:pt x="62053" y="74175"/>
                  <a:pt x="61606" y="67165"/>
                  <a:pt x="61606" y="60636"/>
                </a:cubicBezTo>
                <a:cubicBezTo>
                  <a:pt x="61606" y="58844"/>
                  <a:pt x="61718" y="55804"/>
                  <a:pt x="61942" y="51516"/>
                </a:cubicBezTo>
                <a:cubicBezTo>
                  <a:pt x="62165" y="47227"/>
                  <a:pt x="62277" y="44186"/>
                  <a:pt x="62277" y="42393"/>
                </a:cubicBezTo>
                <a:cubicBezTo>
                  <a:pt x="62277" y="28567"/>
                  <a:pt x="59722" y="21653"/>
                  <a:pt x="54612" y="21653"/>
                </a:cubicBezTo>
                <a:cubicBezTo>
                  <a:pt x="47458" y="21653"/>
                  <a:pt x="40624" y="25906"/>
                  <a:pt x="34109" y="34411"/>
                </a:cubicBezTo>
                <a:cubicBezTo>
                  <a:pt x="28232" y="42148"/>
                  <a:pt x="23633" y="51930"/>
                  <a:pt x="20312" y="63759"/>
                </a:cubicBezTo>
                <a:cubicBezTo>
                  <a:pt x="20184" y="66254"/>
                  <a:pt x="19897" y="69388"/>
                  <a:pt x="19450" y="73161"/>
                </a:cubicBezTo>
                <a:cubicBezTo>
                  <a:pt x="19066" y="76358"/>
                  <a:pt x="18875" y="79459"/>
                  <a:pt x="18875" y="82463"/>
                </a:cubicBezTo>
                <a:cubicBezTo>
                  <a:pt x="18875" y="84381"/>
                  <a:pt x="19066" y="87259"/>
                  <a:pt x="19450" y="91095"/>
                </a:cubicBezTo>
                <a:cubicBezTo>
                  <a:pt x="19833" y="94932"/>
                  <a:pt x="20024" y="97809"/>
                  <a:pt x="20024" y="99727"/>
                </a:cubicBezTo>
                <a:cubicBezTo>
                  <a:pt x="20024" y="102605"/>
                  <a:pt x="19146" y="104940"/>
                  <a:pt x="17390" y="106730"/>
                </a:cubicBezTo>
                <a:cubicBezTo>
                  <a:pt x="15633" y="108521"/>
                  <a:pt x="13382" y="109416"/>
                  <a:pt x="10635" y="109416"/>
                </a:cubicBezTo>
                <a:cubicBezTo>
                  <a:pt x="7825" y="109416"/>
                  <a:pt x="5557" y="108520"/>
                  <a:pt x="3832" y="106727"/>
                </a:cubicBezTo>
                <a:cubicBezTo>
                  <a:pt x="2108" y="104937"/>
                  <a:pt x="1246" y="102601"/>
                  <a:pt x="1246" y="99721"/>
                </a:cubicBezTo>
                <a:cubicBezTo>
                  <a:pt x="1246" y="97803"/>
                  <a:pt x="1038" y="94925"/>
                  <a:pt x="623" y="91086"/>
                </a:cubicBezTo>
                <a:cubicBezTo>
                  <a:pt x="208" y="87246"/>
                  <a:pt x="0" y="84365"/>
                  <a:pt x="0" y="82445"/>
                </a:cubicBezTo>
                <a:cubicBezTo>
                  <a:pt x="0" y="75854"/>
                  <a:pt x="463" y="66720"/>
                  <a:pt x="1389" y="55043"/>
                </a:cubicBezTo>
                <a:cubicBezTo>
                  <a:pt x="2315" y="43366"/>
                  <a:pt x="2779" y="34232"/>
                  <a:pt x="2779" y="27641"/>
                </a:cubicBezTo>
                <a:cubicBezTo>
                  <a:pt x="2779" y="25593"/>
                  <a:pt x="2667" y="22554"/>
                  <a:pt x="2443" y="18524"/>
                </a:cubicBezTo>
                <a:cubicBezTo>
                  <a:pt x="2220" y="14492"/>
                  <a:pt x="2108" y="11453"/>
                  <a:pt x="2108" y="9407"/>
                </a:cubicBezTo>
                <a:cubicBezTo>
                  <a:pt x="2108" y="6655"/>
                  <a:pt x="3018" y="4399"/>
                  <a:pt x="4838" y="2641"/>
                </a:cubicBezTo>
                <a:cubicBezTo>
                  <a:pt x="6659" y="880"/>
                  <a:pt x="8910" y="0"/>
                  <a:pt x="11593" y="0"/>
                </a:cubicBezTo>
                <a:cubicBezTo>
                  <a:pt x="17470" y="0"/>
                  <a:pt x="20695" y="4169"/>
                  <a:pt x="21270" y="12506"/>
                </a:cubicBezTo>
                <a:lnTo>
                  <a:pt x="21557" y="23761"/>
                </a:lnTo>
                <a:cubicBezTo>
                  <a:pt x="32288" y="9453"/>
                  <a:pt x="43306" y="2299"/>
                  <a:pt x="54612" y="2299"/>
                </a:cubicBezTo>
                <a:cubicBezTo>
                  <a:pt x="64832" y="2299"/>
                  <a:pt x="71954" y="6811"/>
                  <a:pt x="75978" y="15833"/>
                </a:cubicBezTo>
                <a:cubicBezTo>
                  <a:pt x="78725" y="21847"/>
                  <a:pt x="80226" y="30741"/>
                  <a:pt x="80481" y="42516"/>
                </a:cubicBezTo>
                <a:lnTo>
                  <a:pt x="80481" y="52208"/>
                </a:lnTo>
                <a:lnTo>
                  <a:pt x="80385" y="61133"/>
                </a:lnTo>
                <a:cubicBezTo>
                  <a:pt x="80385" y="66445"/>
                  <a:pt x="81072" y="73308"/>
                  <a:pt x="82445" y="81724"/>
                </a:cubicBezTo>
                <a:cubicBezTo>
                  <a:pt x="83818" y="90137"/>
                  <a:pt x="84505" y="96967"/>
                  <a:pt x="84505" y="102212"/>
                </a:cubicBezTo>
                <a:cubicBezTo>
                  <a:pt x="84505" y="105029"/>
                  <a:pt x="83595" y="107316"/>
                  <a:pt x="81775" y="109075"/>
                </a:cubicBezTo>
                <a:cubicBezTo>
                  <a:pt x="79954" y="110835"/>
                  <a:pt x="77671" y="111715"/>
                  <a:pt x="74924" y="111715"/>
                </a:cubicBezTo>
                <a:close/>
                <a:moveTo>
                  <a:pt x="187633" y="19339"/>
                </a:moveTo>
                <a:lnTo>
                  <a:pt x="154482" y="91014"/>
                </a:lnTo>
                <a:cubicBezTo>
                  <a:pt x="146307" y="108454"/>
                  <a:pt x="140047" y="123050"/>
                  <a:pt x="135704" y="134803"/>
                </a:cubicBezTo>
                <a:lnTo>
                  <a:pt x="129380" y="153393"/>
                </a:lnTo>
                <a:cubicBezTo>
                  <a:pt x="127719" y="158056"/>
                  <a:pt x="124845" y="160387"/>
                  <a:pt x="120757" y="160387"/>
                </a:cubicBezTo>
                <a:cubicBezTo>
                  <a:pt x="118074" y="160387"/>
                  <a:pt x="115759" y="159504"/>
                  <a:pt x="113811" y="157737"/>
                </a:cubicBezTo>
                <a:cubicBezTo>
                  <a:pt x="111863" y="155973"/>
                  <a:pt x="110889" y="153774"/>
                  <a:pt x="110889" y="151142"/>
                </a:cubicBezTo>
                <a:cubicBezTo>
                  <a:pt x="110889" y="144722"/>
                  <a:pt x="117787" y="126252"/>
                  <a:pt x="131584" y="95730"/>
                </a:cubicBezTo>
                <a:lnTo>
                  <a:pt x="97283" y="29626"/>
                </a:lnTo>
                <a:lnTo>
                  <a:pt x="92972" y="22620"/>
                </a:lnTo>
                <a:cubicBezTo>
                  <a:pt x="91247" y="19678"/>
                  <a:pt x="90385" y="17216"/>
                  <a:pt x="90385" y="15234"/>
                </a:cubicBezTo>
                <a:cubicBezTo>
                  <a:pt x="90385" y="12615"/>
                  <a:pt x="91391" y="10316"/>
                  <a:pt x="93403" y="8336"/>
                </a:cubicBezTo>
                <a:cubicBezTo>
                  <a:pt x="95415" y="6355"/>
                  <a:pt x="97667" y="5365"/>
                  <a:pt x="100158" y="5365"/>
                </a:cubicBezTo>
                <a:cubicBezTo>
                  <a:pt x="103096" y="5365"/>
                  <a:pt x="105363" y="6483"/>
                  <a:pt x="106960" y="8719"/>
                </a:cubicBezTo>
                <a:cubicBezTo>
                  <a:pt x="117819" y="23815"/>
                  <a:pt x="129476" y="45308"/>
                  <a:pt x="141931" y="73196"/>
                </a:cubicBezTo>
                <a:lnTo>
                  <a:pt x="156111" y="40040"/>
                </a:lnTo>
                <a:cubicBezTo>
                  <a:pt x="161221" y="28601"/>
                  <a:pt x="166139" y="18767"/>
                  <a:pt x="170866" y="10539"/>
                </a:cubicBezTo>
                <a:cubicBezTo>
                  <a:pt x="172910" y="6962"/>
                  <a:pt x="175593" y="5174"/>
                  <a:pt x="178914" y="5174"/>
                </a:cubicBezTo>
                <a:cubicBezTo>
                  <a:pt x="181533" y="5174"/>
                  <a:pt x="183848" y="6099"/>
                  <a:pt x="185861" y="7949"/>
                </a:cubicBezTo>
                <a:cubicBezTo>
                  <a:pt x="187873" y="9800"/>
                  <a:pt x="188879" y="12001"/>
                  <a:pt x="188879" y="14554"/>
                </a:cubicBezTo>
                <a:cubicBezTo>
                  <a:pt x="188879" y="15957"/>
                  <a:pt x="188463" y="17552"/>
                  <a:pt x="187633" y="19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ik">
            <a:extLst xmlns:a="http://schemas.openxmlformats.org/drawingml/2006/main">
              <a:ext uri="{FF2B5EF4-FFF2-40B4-BE49-F238E27FC236}">
                <a16:creationId xmlns:a16="http://schemas.microsoft.com/office/drawing/2014/main" id="{1DAF8AD5-EA8C-4DE6-AEAE-E3100510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452" y="2266020"/>
            <a:ext cx="91277" cy="102143"/>
          </a:xfrm>
          <a:custGeom xmlns:a="http://schemas.openxmlformats.org/drawingml/2006/main">
            <a:pathLst>
              <a:path w="91277" h="102143">
                <a:moveTo>
                  <a:pt x="9370" y="21099"/>
                </a:moveTo>
                <a:cubicBezTo>
                  <a:pt x="7385" y="21099"/>
                  <a:pt x="5668" y="20396"/>
                  <a:pt x="4220" y="18989"/>
                </a:cubicBezTo>
                <a:cubicBezTo>
                  <a:pt x="2772" y="17582"/>
                  <a:pt x="2048" y="15886"/>
                  <a:pt x="2048" y="13900"/>
                </a:cubicBezTo>
                <a:cubicBezTo>
                  <a:pt x="2048" y="11915"/>
                  <a:pt x="2772" y="10218"/>
                  <a:pt x="4220" y="8812"/>
                </a:cubicBezTo>
                <a:cubicBezTo>
                  <a:pt x="5668" y="7405"/>
                  <a:pt x="7385" y="6702"/>
                  <a:pt x="9370" y="6702"/>
                </a:cubicBezTo>
                <a:cubicBezTo>
                  <a:pt x="11356" y="6702"/>
                  <a:pt x="13063" y="7405"/>
                  <a:pt x="14490" y="8812"/>
                </a:cubicBezTo>
                <a:cubicBezTo>
                  <a:pt x="15917" y="10218"/>
                  <a:pt x="16631" y="11915"/>
                  <a:pt x="16631" y="13900"/>
                </a:cubicBezTo>
                <a:cubicBezTo>
                  <a:pt x="16631" y="15886"/>
                  <a:pt x="15917" y="17582"/>
                  <a:pt x="14490" y="18989"/>
                </a:cubicBezTo>
                <a:cubicBezTo>
                  <a:pt x="13063" y="20396"/>
                  <a:pt x="11356" y="21099"/>
                  <a:pt x="9370" y="21099"/>
                </a:cubicBezTo>
                <a:moveTo>
                  <a:pt x="12163" y="71523"/>
                </a:moveTo>
                <a:cubicBezTo>
                  <a:pt x="12163" y="74008"/>
                  <a:pt x="12235" y="77724"/>
                  <a:pt x="12380" y="82673"/>
                </a:cubicBezTo>
                <a:cubicBezTo>
                  <a:pt x="12525" y="87621"/>
                  <a:pt x="12597" y="91337"/>
                  <a:pt x="12597" y="93822"/>
                </a:cubicBezTo>
                <a:cubicBezTo>
                  <a:pt x="12597" y="95644"/>
                  <a:pt x="12039" y="97134"/>
                  <a:pt x="10922" y="98294"/>
                </a:cubicBezTo>
                <a:cubicBezTo>
                  <a:pt x="9805" y="99453"/>
                  <a:pt x="8336" y="100033"/>
                  <a:pt x="6516" y="100033"/>
                </a:cubicBezTo>
                <a:cubicBezTo>
                  <a:pt x="4737" y="100033"/>
                  <a:pt x="3279" y="99453"/>
                  <a:pt x="2141" y="98294"/>
                </a:cubicBezTo>
                <a:cubicBezTo>
                  <a:pt x="1003" y="97134"/>
                  <a:pt x="434" y="95644"/>
                  <a:pt x="434" y="93822"/>
                </a:cubicBezTo>
                <a:cubicBezTo>
                  <a:pt x="434" y="91337"/>
                  <a:pt x="362" y="87621"/>
                  <a:pt x="217" y="82673"/>
                </a:cubicBezTo>
                <a:cubicBezTo>
                  <a:pt x="72" y="77724"/>
                  <a:pt x="0" y="74008"/>
                  <a:pt x="0" y="71523"/>
                </a:cubicBezTo>
                <a:cubicBezTo>
                  <a:pt x="0" y="67630"/>
                  <a:pt x="207" y="62775"/>
                  <a:pt x="621" y="56957"/>
                </a:cubicBezTo>
                <a:cubicBezTo>
                  <a:pt x="1034" y="51138"/>
                  <a:pt x="1241" y="46282"/>
                  <a:pt x="1241" y="42390"/>
                </a:cubicBezTo>
                <a:cubicBezTo>
                  <a:pt x="1241" y="40527"/>
                  <a:pt x="1810" y="39015"/>
                  <a:pt x="2948" y="37856"/>
                </a:cubicBezTo>
                <a:cubicBezTo>
                  <a:pt x="4085" y="36696"/>
                  <a:pt x="5544" y="36116"/>
                  <a:pt x="7323" y="36116"/>
                </a:cubicBezTo>
                <a:cubicBezTo>
                  <a:pt x="9101" y="36116"/>
                  <a:pt x="10560" y="36696"/>
                  <a:pt x="11697" y="37856"/>
                </a:cubicBezTo>
                <a:cubicBezTo>
                  <a:pt x="12835" y="39015"/>
                  <a:pt x="13404" y="40527"/>
                  <a:pt x="13404" y="42390"/>
                </a:cubicBezTo>
                <a:cubicBezTo>
                  <a:pt x="13404" y="46282"/>
                  <a:pt x="13197" y="51138"/>
                  <a:pt x="12783" y="56957"/>
                </a:cubicBezTo>
                <a:cubicBezTo>
                  <a:pt x="12370" y="62775"/>
                  <a:pt x="12163" y="67630"/>
                  <a:pt x="12163" y="71523"/>
                </a:cubicBezTo>
                <a:close/>
                <a:moveTo>
                  <a:pt x="84823" y="102143"/>
                </a:moveTo>
                <a:cubicBezTo>
                  <a:pt x="82548" y="102143"/>
                  <a:pt x="80789" y="100943"/>
                  <a:pt x="79548" y="98544"/>
                </a:cubicBezTo>
                <a:cubicBezTo>
                  <a:pt x="77397" y="94363"/>
                  <a:pt x="74149" y="89416"/>
                  <a:pt x="69806" y="83703"/>
                </a:cubicBezTo>
                <a:lnTo>
                  <a:pt x="58822" y="68738"/>
                </a:lnTo>
                <a:cubicBezTo>
                  <a:pt x="56422" y="70642"/>
                  <a:pt x="52699" y="73313"/>
                  <a:pt x="47652" y="76749"/>
                </a:cubicBezTo>
                <a:cubicBezTo>
                  <a:pt x="47197" y="83165"/>
                  <a:pt x="46969" y="89415"/>
                  <a:pt x="46969" y="95499"/>
                </a:cubicBezTo>
                <a:cubicBezTo>
                  <a:pt x="46969" y="97362"/>
                  <a:pt x="46400" y="98873"/>
                  <a:pt x="45263" y="100031"/>
                </a:cubicBezTo>
                <a:cubicBezTo>
                  <a:pt x="44125" y="101191"/>
                  <a:pt x="42667" y="101771"/>
                  <a:pt x="40888" y="101771"/>
                </a:cubicBezTo>
                <a:cubicBezTo>
                  <a:pt x="36709" y="101771"/>
                  <a:pt x="34620" y="98956"/>
                  <a:pt x="34620" y="93325"/>
                </a:cubicBezTo>
                <a:cubicBezTo>
                  <a:pt x="34620" y="89890"/>
                  <a:pt x="34858" y="84748"/>
                  <a:pt x="35334" y="77897"/>
                </a:cubicBezTo>
                <a:cubicBezTo>
                  <a:pt x="35810" y="71045"/>
                  <a:pt x="36047" y="65902"/>
                  <a:pt x="36047" y="62467"/>
                </a:cubicBezTo>
                <a:cubicBezTo>
                  <a:pt x="36047" y="56174"/>
                  <a:pt x="36140" y="48982"/>
                  <a:pt x="36327" y="40889"/>
                </a:cubicBezTo>
                <a:cubicBezTo>
                  <a:pt x="36513" y="32796"/>
                  <a:pt x="36606" y="25644"/>
                  <a:pt x="36606" y="19435"/>
                </a:cubicBezTo>
                <a:cubicBezTo>
                  <a:pt x="36606" y="17572"/>
                  <a:pt x="36513" y="15378"/>
                  <a:pt x="36327" y="12853"/>
                </a:cubicBezTo>
                <a:cubicBezTo>
                  <a:pt x="36140" y="10328"/>
                  <a:pt x="36047" y="8134"/>
                  <a:pt x="36047" y="6271"/>
                </a:cubicBezTo>
                <a:cubicBezTo>
                  <a:pt x="36047" y="4409"/>
                  <a:pt x="36616" y="2898"/>
                  <a:pt x="37754" y="1739"/>
                </a:cubicBezTo>
                <a:cubicBezTo>
                  <a:pt x="38892" y="580"/>
                  <a:pt x="40350" y="0"/>
                  <a:pt x="42129" y="0"/>
                </a:cubicBezTo>
                <a:cubicBezTo>
                  <a:pt x="43908" y="0"/>
                  <a:pt x="45366" y="580"/>
                  <a:pt x="46504" y="1739"/>
                </a:cubicBezTo>
                <a:cubicBezTo>
                  <a:pt x="47641" y="2898"/>
                  <a:pt x="48210" y="4409"/>
                  <a:pt x="48210" y="6271"/>
                </a:cubicBezTo>
                <a:cubicBezTo>
                  <a:pt x="48210" y="8176"/>
                  <a:pt x="48314" y="10422"/>
                  <a:pt x="48521" y="13010"/>
                </a:cubicBezTo>
                <a:cubicBezTo>
                  <a:pt x="48727" y="15597"/>
                  <a:pt x="48831" y="17842"/>
                  <a:pt x="48831" y="19745"/>
                </a:cubicBezTo>
                <a:lnTo>
                  <a:pt x="48396" y="39741"/>
                </a:lnTo>
                <a:cubicBezTo>
                  <a:pt x="48190" y="46943"/>
                  <a:pt x="48128" y="54146"/>
                  <a:pt x="48210" y="61350"/>
                </a:cubicBezTo>
                <a:cubicBezTo>
                  <a:pt x="53837" y="57044"/>
                  <a:pt x="59256" y="52325"/>
                  <a:pt x="64469" y="47191"/>
                </a:cubicBezTo>
                <a:lnTo>
                  <a:pt x="78121" y="33097"/>
                </a:lnTo>
                <a:cubicBezTo>
                  <a:pt x="79486" y="31690"/>
                  <a:pt x="80955" y="30987"/>
                  <a:pt x="82527" y="30987"/>
                </a:cubicBezTo>
                <a:cubicBezTo>
                  <a:pt x="84140" y="30987"/>
                  <a:pt x="85599" y="31628"/>
                  <a:pt x="86902" y="32911"/>
                </a:cubicBezTo>
                <a:cubicBezTo>
                  <a:pt x="88205" y="34193"/>
                  <a:pt x="88857" y="35683"/>
                  <a:pt x="88857" y="37381"/>
                </a:cubicBezTo>
                <a:cubicBezTo>
                  <a:pt x="88857" y="38788"/>
                  <a:pt x="88257" y="40175"/>
                  <a:pt x="87057" y="41540"/>
                </a:cubicBezTo>
                <a:cubicBezTo>
                  <a:pt x="81968" y="47492"/>
                  <a:pt x="75701" y="53878"/>
                  <a:pt x="68254" y="60698"/>
                </a:cubicBezTo>
                <a:lnTo>
                  <a:pt x="81782" y="79171"/>
                </a:lnTo>
                <a:cubicBezTo>
                  <a:pt x="88112" y="87823"/>
                  <a:pt x="91277" y="93452"/>
                  <a:pt x="91277" y="96060"/>
                </a:cubicBezTo>
                <a:cubicBezTo>
                  <a:pt x="91277" y="97716"/>
                  <a:pt x="90625" y="99144"/>
                  <a:pt x="89322" y="100344"/>
                </a:cubicBezTo>
                <a:cubicBezTo>
                  <a:pt x="88019" y="101543"/>
                  <a:pt x="86519" y="102143"/>
                  <a:pt x="84823" y="102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F672FD-35BE-48D5-BA15-2A582807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7403" y="1814713"/>
            <a:ext cx="330153" cy="135748"/>
          </a:xfrm>
          <a:custGeom xmlns:a="http://schemas.openxmlformats.org/drawingml/2006/main">
            <a:pathLst>
              <a:path w="330153" h="135748">
                <a:moveTo>
                  <a:pt x="0" y="33518"/>
                </a:moveTo>
                <a:lnTo>
                  <a:pt x="261441" y="33518"/>
                </a:lnTo>
                <a:lnTo>
                  <a:pt x="261441" y="0"/>
                </a:lnTo>
                <a:lnTo>
                  <a:pt x="330153" y="67036"/>
                </a:lnTo>
                <a:lnTo>
                  <a:pt x="261441" y="135748"/>
                </a:lnTo>
                <a:lnTo>
                  <a:pt x="261441" y="102230"/>
                </a:lnTo>
                <a:lnTo>
                  <a:pt x="0" y="102230"/>
                </a:lnTo>
                <a:lnTo>
                  <a:pt x="35194" y="67036"/>
                </a:lnTo>
                <a:lnTo>
                  <a:pt x="0" y="33518"/>
                </a:lnTo>
              </a:path>
            </a:pathLst>
          </a:custGeom>
          <a:solidFill xmlns:a="http://schemas.openxmlformats.org/drawingml/2006/main">
            <a:srgbClr val="D8E4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Mix-GRPO">
            <a:extLst xmlns:a="http://schemas.openxmlformats.org/drawingml/2006/main">
              <a:ext uri="{FF2B5EF4-FFF2-40B4-BE49-F238E27FC236}">
                <a16:creationId xmlns:a16="http://schemas.microsoft.com/office/drawing/2014/main" id="{598551F8-D24A-4C40-8CBA-D496323C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863" y="953425"/>
            <a:ext cx="829419" cy="135513"/>
          </a:xfrm>
          <a:custGeom xmlns:a="http://schemas.openxmlformats.org/drawingml/2006/main">
            <a:pathLst>
              <a:path w="829419" h="135513">
                <a:moveTo>
                  <a:pt x="37397" y="63987"/>
                </a:moveTo>
                <a:cubicBezTo>
                  <a:pt x="34942" y="72845"/>
                  <a:pt x="31505" y="86216"/>
                  <a:pt x="27086" y="104100"/>
                </a:cubicBezTo>
                <a:cubicBezTo>
                  <a:pt x="26050" y="110278"/>
                  <a:pt x="25040" y="116430"/>
                  <a:pt x="24058" y="122555"/>
                </a:cubicBezTo>
                <a:cubicBezTo>
                  <a:pt x="21822" y="130321"/>
                  <a:pt x="17703" y="134203"/>
                  <a:pt x="11702" y="134203"/>
                </a:cubicBezTo>
                <a:cubicBezTo>
                  <a:pt x="7938" y="134203"/>
                  <a:pt x="4964" y="132919"/>
                  <a:pt x="2782" y="130350"/>
                </a:cubicBezTo>
                <a:cubicBezTo>
                  <a:pt x="927" y="128164"/>
                  <a:pt x="0" y="125568"/>
                  <a:pt x="0" y="122560"/>
                </a:cubicBezTo>
                <a:cubicBezTo>
                  <a:pt x="0" y="113707"/>
                  <a:pt x="1882" y="102912"/>
                  <a:pt x="5646" y="90176"/>
                </a:cubicBezTo>
                <a:cubicBezTo>
                  <a:pt x="11265" y="71100"/>
                  <a:pt x="14293" y="60524"/>
                  <a:pt x="14730" y="58448"/>
                </a:cubicBezTo>
                <a:cubicBezTo>
                  <a:pt x="16312" y="50031"/>
                  <a:pt x="17921" y="41614"/>
                  <a:pt x="19558" y="33195"/>
                </a:cubicBezTo>
                <a:cubicBezTo>
                  <a:pt x="22013" y="21609"/>
                  <a:pt x="24672" y="13890"/>
                  <a:pt x="27536" y="10037"/>
                </a:cubicBezTo>
                <a:cubicBezTo>
                  <a:pt x="30400" y="6183"/>
                  <a:pt x="34015" y="4255"/>
                  <a:pt x="38379" y="4255"/>
                </a:cubicBezTo>
                <a:cubicBezTo>
                  <a:pt x="43343" y="4255"/>
                  <a:pt x="46998" y="6768"/>
                  <a:pt x="49344" y="11794"/>
                </a:cubicBezTo>
                <a:cubicBezTo>
                  <a:pt x="51526" y="16545"/>
                  <a:pt x="53872" y="26268"/>
                  <a:pt x="56382" y="40962"/>
                </a:cubicBezTo>
                <a:cubicBezTo>
                  <a:pt x="58782" y="55219"/>
                  <a:pt x="62355" y="70568"/>
                  <a:pt x="67102" y="87010"/>
                </a:cubicBezTo>
                <a:cubicBezTo>
                  <a:pt x="73321" y="70802"/>
                  <a:pt x="79104" y="53012"/>
                  <a:pt x="84450" y="33640"/>
                </a:cubicBezTo>
                <a:lnTo>
                  <a:pt x="89032" y="14814"/>
                </a:lnTo>
                <a:cubicBezTo>
                  <a:pt x="91978" y="7011"/>
                  <a:pt x="96534" y="3110"/>
                  <a:pt x="102698" y="3110"/>
                </a:cubicBezTo>
                <a:cubicBezTo>
                  <a:pt x="108645" y="3110"/>
                  <a:pt x="113064" y="7640"/>
                  <a:pt x="115955" y="16701"/>
                </a:cubicBezTo>
                <a:cubicBezTo>
                  <a:pt x="117155" y="20360"/>
                  <a:pt x="118437" y="27183"/>
                  <a:pt x="119801" y="37172"/>
                </a:cubicBezTo>
                <a:cubicBezTo>
                  <a:pt x="122965" y="60427"/>
                  <a:pt x="126948" y="80352"/>
                  <a:pt x="131748" y="96947"/>
                </a:cubicBezTo>
                <a:cubicBezTo>
                  <a:pt x="136604" y="113815"/>
                  <a:pt x="139031" y="122985"/>
                  <a:pt x="139031" y="124458"/>
                </a:cubicBezTo>
                <a:cubicBezTo>
                  <a:pt x="139031" y="127678"/>
                  <a:pt x="137749" y="130380"/>
                  <a:pt x="135185" y="132564"/>
                </a:cubicBezTo>
                <a:cubicBezTo>
                  <a:pt x="132785" y="134530"/>
                  <a:pt x="130084" y="135513"/>
                  <a:pt x="127084" y="135513"/>
                </a:cubicBezTo>
                <a:cubicBezTo>
                  <a:pt x="121138" y="135513"/>
                  <a:pt x="116719" y="131252"/>
                  <a:pt x="113827" y="122732"/>
                </a:cubicBezTo>
                <a:lnTo>
                  <a:pt x="109245" y="102903"/>
                </a:lnTo>
                <a:cubicBezTo>
                  <a:pt x="106626" y="93071"/>
                  <a:pt x="103789" y="78952"/>
                  <a:pt x="100734" y="60545"/>
                </a:cubicBezTo>
                <a:cubicBezTo>
                  <a:pt x="98279" y="67865"/>
                  <a:pt x="94215" y="79364"/>
                  <a:pt x="88541" y="95039"/>
                </a:cubicBezTo>
                <a:lnTo>
                  <a:pt x="83632" y="110117"/>
                </a:lnTo>
                <a:cubicBezTo>
                  <a:pt x="81613" y="116070"/>
                  <a:pt x="79513" y="120959"/>
                  <a:pt x="77331" y="124782"/>
                </a:cubicBezTo>
                <a:cubicBezTo>
                  <a:pt x="74439" y="129863"/>
                  <a:pt x="70402" y="132403"/>
                  <a:pt x="65220" y="132403"/>
                </a:cubicBezTo>
                <a:cubicBezTo>
                  <a:pt x="60091" y="132403"/>
                  <a:pt x="56164" y="129371"/>
                  <a:pt x="53436" y="123307"/>
                </a:cubicBezTo>
                <a:lnTo>
                  <a:pt x="48853" y="108068"/>
                </a:lnTo>
                <a:cubicBezTo>
                  <a:pt x="44598" y="94084"/>
                  <a:pt x="40779" y="79390"/>
                  <a:pt x="37397" y="63987"/>
                </a:cubicBezTo>
                <a:close/>
                <a:moveTo>
                  <a:pt x="169150" y="30278"/>
                </a:moveTo>
                <a:cubicBezTo>
                  <a:pt x="165659" y="30278"/>
                  <a:pt x="162631" y="29105"/>
                  <a:pt x="160067" y="26759"/>
                </a:cubicBezTo>
                <a:cubicBezTo>
                  <a:pt x="157503" y="24413"/>
                  <a:pt x="156221" y="21549"/>
                  <a:pt x="156221" y="18167"/>
                </a:cubicBezTo>
                <a:cubicBezTo>
                  <a:pt x="156221" y="14784"/>
                  <a:pt x="157503" y="11920"/>
                  <a:pt x="160067" y="9574"/>
                </a:cubicBezTo>
                <a:cubicBezTo>
                  <a:pt x="162631" y="7228"/>
                  <a:pt x="165659" y="6056"/>
                  <a:pt x="169150" y="6056"/>
                </a:cubicBezTo>
                <a:cubicBezTo>
                  <a:pt x="172642" y="6056"/>
                  <a:pt x="175656" y="7228"/>
                  <a:pt x="178192" y="9574"/>
                </a:cubicBezTo>
                <a:cubicBezTo>
                  <a:pt x="180729" y="11920"/>
                  <a:pt x="181998" y="14784"/>
                  <a:pt x="181998" y="18167"/>
                </a:cubicBezTo>
                <a:cubicBezTo>
                  <a:pt x="181998" y="21549"/>
                  <a:pt x="180729" y="24413"/>
                  <a:pt x="178192" y="26759"/>
                </a:cubicBezTo>
                <a:cubicBezTo>
                  <a:pt x="175656" y="29105"/>
                  <a:pt x="172642" y="30278"/>
                  <a:pt x="169150" y="30278"/>
                </a:cubicBezTo>
                <a:moveTo>
                  <a:pt x="176106" y="90260"/>
                </a:moveTo>
                <a:cubicBezTo>
                  <a:pt x="176106" y="93369"/>
                  <a:pt x="176201" y="98361"/>
                  <a:pt x="176392" y="105235"/>
                </a:cubicBezTo>
                <a:cubicBezTo>
                  <a:pt x="176583" y="112109"/>
                  <a:pt x="176679" y="117101"/>
                  <a:pt x="176679" y="120210"/>
                </a:cubicBezTo>
                <a:cubicBezTo>
                  <a:pt x="176679" y="123374"/>
                  <a:pt x="175615" y="125979"/>
                  <a:pt x="173487" y="128025"/>
                </a:cubicBezTo>
                <a:cubicBezTo>
                  <a:pt x="171360" y="130071"/>
                  <a:pt x="168659" y="131094"/>
                  <a:pt x="165386" y="131094"/>
                </a:cubicBezTo>
                <a:cubicBezTo>
                  <a:pt x="162113" y="131094"/>
                  <a:pt x="159412" y="130071"/>
                  <a:pt x="157285" y="128025"/>
                </a:cubicBezTo>
                <a:cubicBezTo>
                  <a:pt x="155157" y="125979"/>
                  <a:pt x="154093" y="123374"/>
                  <a:pt x="154093" y="120210"/>
                </a:cubicBezTo>
                <a:cubicBezTo>
                  <a:pt x="154093" y="117101"/>
                  <a:pt x="153998" y="112109"/>
                  <a:pt x="153807" y="105235"/>
                </a:cubicBezTo>
                <a:cubicBezTo>
                  <a:pt x="153616" y="98361"/>
                  <a:pt x="153520" y="93369"/>
                  <a:pt x="153520" y="90260"/>
                </a:cubicBezTo>
                <a:cubicBezTo>
                  <a:pt x="153520" y="85405"/>
                  <a:pt x="153793" y="79322"/>
                  <a:pt x="154339" y="72012"/>
                </a:cubicBezTo>
                <a:cubicBezTo>
                  <a:pt x="154884" y="64701"/>
                  <a:pt x="155157" y="58618"/>
                  <a:pt x="155157" y="53763"/>
                </a:cubicBezTo>
                <a:cubicBezTo>
                  <a:pt x="155157" y="50599"/>
                  <a:pt x="156221" y="47994"/>
                  <a:pt x="158348" y="45948"/>
                </a:cubicBezTo>
                <a:cubicBezTo>
                  <a:pt x="160476" y="43902"/>
                  <a:pt x="163176" y="42880"/>
                  <a:pt x="166450" y="42880"/>
                </a:cubicBezTo>
                <a:cubicBezTo>
                  <a:pt x="169723" y="42880"/>
                  <a:pt x="172423" y="43902"/>
                  <a:pt x="174551" y="45948"/>
                </a:cubicBezTo>
                <a:cubicBezTo>
                  <a:pt x="176679" y="47994"/>
                  <a:pt x="177742" y="50599"/>
                  <a:pt x="177742" y="53763"/>
                </a:cubicBezTo>
                <a:cubicBezTo>
                  <a:pt x="177742" y="58618"/>
                  <a:pt x="177470" y="64701"/>
                  <a:pt x="176924" y="72012"/>
                </a:cubicBezTo>
                <a:cubicBezTo>
                  <a:pt x="176379" y="79322"/>
                  <a:pt x="176106" y="85405"/>
                  <a:pt x="176106" y="90260"/>
                </a:cubicBezTo>
                <a:close/>
                <a:moveTo>
                  <a:pt x="277882" y="62235"/>
                </a:moveTo>
                <a:cubicBezTo>
                  <a:pt x="274772" y="64912"/>
                  <a:pt x="270763" y="68437"/>
                  <a:pt x="265853" y="72809"/>
                </a:cubicBezTo>
                <a:lnTo>
                  <a:pt x="253333" y="84450"/>
                </a:lnTo>
                <a:lnTo>
                  <a:pt x="278291" y="114973"/>
                </a:lnTo>
                <a:cubicBezTo>
                  <a:pt x="280091" y="117210"/>
                  <a:pt x="280992" y="119419"/>
                  <a:pt x="280992" y="121601"/>
                </a:cubicBezTo>
                <a:cubicBezTo>
                  <a:pt x="280992" y="124438"/>
                  <a:pt x="279846" y="126920"/>
                  <a:pt x="277555" y="129048"/>
                </a:cubicBezTo>
                <a:cubicBezTo>
                  <a:pt x="275263" y="131176"/>
                  <a:pt x="272645" y="132239"/>
                  <a:pt x="269699" y="132239"/>
                </a:cubicBezTo>
                <a:cubicBezTo>
                  <a:pt x="266644" y="132239"/>
                  <a:pt x="263916" y="130930"/>
                  <a:pt x="261516" y="128311"/>
                </a:cubicBezTo>
                <a:cubicBezTo>
                  <a:pt x="256606" y="122965"/>
                  <a:pt x="248505" y="113336"/>
                  <a:pt x="237212" y="99425"/>
                </a:cubicBezTo>
                <a:cubicBezTo>
                  <a:pt x="232793" y="103844"/>
                  <a:pt x="225946" y="110281"/>
                  <a:pt x="216672" y="118737"/>
                </a:cubicBezTo>
                <a:cubicBezTo>
                  <a:pt x="213726" y="121192"/>
                  <a:pt x="211490" y="123238"/>
                  <a:pt x="209962" y="124875"/>
                </a:cubicBezTo>
                <a:cubicBezTo>
                  <a:pt x="207562" y="127384"/>
                  <a:pt x="204861" y="128639"/>
                  <a:pt x="201861" y="128639"/>
                </a:cubicBezTo>
                <a:cubicBezTo>
                  <a:pt x="198915" y="128639"/>
                  <a:pt x="196310" y="127575"/>
                  <a:pt x="194046" y="125447"/>
                </a:cubicBezTo>
                <a:cubicBezTo>
                  <a:pt x="191782" y="123320"/>
                  <a:pt x="190650" y="120838"/>
                  <a:pt x="190650" y="118001"/>
                </a:cubicBezTo>
                <a:cubicBezTo>
                  <a:pt x="190650" y="114837"/>
                  <a:pt x="192887" y="111209"/>
                  <a:pt x="197360" y="107117"/>
                </a:cubicBezTo>
                <a:cubicBezTo>
                  <a:pt x="200961" y="104008"/>
                  <a:pt x="204561" y="100925"/>
                  <a:pt x="208162" y="97870"/>
                </a:cubicBezTo>
                <a:cubicBezTo>
                  <a:pt x="211490" y="94542"/>
                  <a:pt x="216672" y="89442"/>
                  <a:pt x="223710" y="82568"/>
                </a:cubicBezTo>
                <a:cubicBezTo>
                  <a:pt x="220655" y="78313"/>
                  <a:pt x="217572" y="74057"/>
                  <a:pt x="214463" y="69802"/>
                </a:cubicBezTo>
                <a:cubicBezTo>
                  <a:pt x="210698" y="64783"/>
                  <a:pt x="207152" y="60882"/>
                  <a:pt x="203825" y="58100"/>
                </a:cubicBezTo>
                <a:cubicBezTo>
                  <a:pt x="200988" y="55754"/>
                  <a:pt x="199569" y="53108"/>
                  <a:pt x="199569" y="50163"/>
                </a:cubicBezTo>
                <a:cubicBezTo>
                  <a:pt x="199569" y="47326"/>
                  <a:pt x="200647" y="44803"/>
                  <a:pt x="202802" y="42593"/>
                </a:cubicBezTo>
                <a:cubicBezTo>
                  <a:pt x="204957" y="40384"/>
                  <a:pt x="207534" y="39279"/>
                  <a:pt x="210535" y="39279"/>
                </a:cubicBezTo>
                <a:cubicBezTo>
                  <a:pt x="214408" y="39279"/>
                  <a:pt x="219754" y="43180"/>
                  <a:pt x="226574" y="50981"/>
                </a:cubicBezTo>
                <a:lnTo>
                  <a:pt x="239667" y="67838"/>
                </a:lnTo>
                <a:cubicBezTo>
                  <a:pt x="244358" y="63900"/>
                  <a:pt x="249023" y="59961"/>
                  <a:pt x="253660" y="56021"/>
                </a:cubicBezTo>
                <a:cubicBezTo>
                  <a:pt x="259443" y="50989"/>
                  <a:pt x="263589" y="46694"/>
                  <a:pt x="266098" y="43138"/>
                </a:cubicBezTo>
                <a:cubicBezTo>
                  <a:pt x="268444" y="39802"/>
                  <a:pt x="271417" y="38133"/>
                  <a:pt x="275018" y="38133"/>
                </a:cubicBezTo>
                <a:cubicBezTo>
                  <a:pt x="277964" y="38133"/>
                  <a:pt x="280596" y="39172"/>
                  <a:pt x="282915" y="41248"/>
                </a:cubicBezTo>
                <a:cubicBezTo>
                  <a:pt x="285233" y="43325"/>
                  <a:pt x="286392" y="45784"/>
                  <a:pt x="286392" y="48626"/>
                </a:cubicBezTo>
                <a:cubicBezTo>
                  <a:pt x="286392" y="52179"/>
                  <a:pt x="283556" y="56715"/>
                  <a:pt x="277882" y="62235"/>
                </a:cubicBezTo>
                <a:close/>
                <a:moveTo>
                  <a:pt x="359609" y="93288"/>
                </a:moveTo>
                <a:cubicBezTo>
                  <a:pt x="352080" y="93833"/>
                  <a:pt x="338687" y="94106"/>
                  <a:pt x="319430" y="94106"/>
                </a:cubicBezTo>
                <a:cubicBezTo>
                  <a:pt x="316047" y="94106"/>
                  <a:pt x="313074" y="93346"/>
                  <a:pt x="310510" y="91825"/>
                </a:cubicBezTo>
                <a:cubicBezTo>
                  <a:pt x="307510" y="89977"/>
                  <a:pt x="306009" y="87478"/>
                  <a:pt x="306009" y="84327"/>
                </a:cubicBezTo>
                <a:cubicBezTo>
                  <a:pt x="306009" y="81177"/>
                  <a:pt x="307510" y="78677"/>
                  <a:pt x="310510" y="76829"/>
                </a:cubicBezTo>
                <a:cubicBezTo>
                  <a:pt x="313074" y="75254"/>
                  <a:pt x="316047" y="74466"/>
                  <a:pt x="319430" y="74466"/>
                </a:cubicBezTo>
                <a:cubicBezTo>
                  <a:pt x="323739" y="74466"/>
                  <a:pt x="330204" y="74330"/>
                  <a:pt x="338824" y="74057"/>
                </a:cubicBezTo>
                <a:cubicBezTo>
                  <a:pt x="347443" y="73785"/>
                  <a:pt x="353908" y="73648"/>
                  <a:pt x="358218" y="73648"/>
                </a:cubicBezTo>
                <a:cubicBezTo>
                  <a:pt x="361600" y="73648"/>
                  <a:pt x="364573" y="74330"/>
                  <a:pt x="367137" y="75694"/>
                </a:cubicBezTo>
                <a:cubicBezTo>
                  <a:pt x="370411" y="77440"/>
                  <a:pt x="372047" y="80031"/>
                  <a:pt x="372047" y="83468"/>
                </a:cubicBezTo>
                <a:cubicBezTo>
                  <a:pt x="372047" y="89414"/>
                  <a:pt x="367901" y="92688"/>
                  <a:pt x="359609" y="93288"/>
                </a:cubicBezTo>
                <a:close/>
                <a:moveTo>
                  <a:pt x="499284" y="80545"/>
                </a:moveTo>
                <a:cubicBezTo>
                  <a:pt x="495575" y="96819"/>
                  <a:pt x="488101" y="109845"/>
                  <a:pt x="476863" y="119622"/>
                </a:cubicBezTo>
                <a:cubicBezTo>
                  <a:pt x="465461" y="129452"/>
                  <a:pt x="452095" y="134367"/>
                  <a:pt x="436765" y="134367"/>
                </a:cubicBezTo>
                <a:cubicBezTo>
                  <a:pt x="422254" y="134367"/>
                  <a:pt x="411370" y="130530"/>
                  <a:pt x="404115" y="122857"/>
                </a:cubicBezTo>
                <a:cubicBezTo>
                  <a:pt x="396859" y="115182"/>
                  <a:pt x="393231" y="103670"/>
                  <a:pt x="393231" y="88322"/>
                </a:cubicBezTo>
                <a:cubicBezTo>
                  <a:pt x="393231" y="74339"/>
                  <a:pt x="396668" y="60001"/>
                  <a:pt x="403542" y="45309"/>
                </a:cubicBezTo>
                <a:cubicBezTo>
                  <a:pt x="410416" y="30615"/>
                  <a:pt x="419253" y="18708"/>
                  <a:pt x="430055" y="9587"/>
                </a:cubicBezTo>
                <a:cubicBezTo>
                  <a:pt x="437638" y="3196"/>
                  <a:pt x="445767" y="0"/>
                  <a:pt x="454441" y="0"/>
                </a:cubicBezTo>
                <a:cubicBezTo>
                  <a:pt x="459733" y="0"/>
                  <a:pt x="466934" y="1920"/>
                  <a:pt x="476044" y="5759"/>
                </a:cubicBezTo>
                <a:cubicBezTo>
                  <a:pt x="486846" y="10309"/>
                  <a:pt x="492247" y="15162"/>
                  <a:pt x="492247" y="20317"/>
                </a:cubicBezTo>
                <a:cubicBezTo>
                  <a:pt x="492247" y="23278"/>
                  <a:pt x="491129" y="25924"/>
                  <a:pt x="488892" y="28255"/>
                </a:cubicBezTo>
                <a:cubicBezTo>
                  <a:pt x="486655" y="30585"/>
                  <a:pt x="483900" y="31751"/>
                  <a:pt x="480627" y="31751"/>
                </a:cubicBezTo>
                <a:cubicBezTo>
                  <a:pt x="478990" y="31751"/>
                  <a:pt x="475376" y="30196"/>
                  <a:pt x="469784" y="27086"/>
                </a:cubicBezTo>
                <a:cubicBezTo>
                  <a:pt x="464192" y="23977"/>
                  <a:pt x="459078" y="22422"/>
                  <a:pt x="454441" y="22422"/>
                </a:cubicBezTo>
                <a:cubicBezTo>
                  <a:pt x="449531" y="22422"/>
                  <a:pt x="442903" y="27719"/>
                  <a:pt x="434556" y="38312"/>
                </a:cubicBezTo>
                <a:cubicBezTo>
                  <a:pt x="422390" y="53710"/>
                  <a:pt x="416307" y="70392"/>
                  <a:pt x="416307" y="88357"/>
                </a:cubicBezTo>
                <a:cubicBezTo>
                  <a:pt x="416307" y="97475"/>
                  <a:pt x="417644" y="103672"/>
                  <a:pt x="420317" y="106948"/>
                </a:cubicBezTo>
                <a:cubicBezTo>
                  <a:pt x="423154" y="110389"/>
                  <a:pt x="428637" y="112109"/>
                  <a:pt x="436765" y="112109"/>
                </a:cubicBezTo>
                <a:cubicBezTo>
                  <a:pt x="445112" y="112109"/>
                  <a:pt x="452450" y="109729"/>
                  <a:pt x="458778" y="104969"/>
                </a:cubicBezTo>
                <a:cubicBezTo>
                  <a:pt x="465488" y="99936"/>
                  <a:pt x="470453" y="92606"/>
                  <a:pt x="473671" y="82977"/>
                </a:cubicBezTo>
                <a:cubicBezTo>
                  <a:pt x="461015" y="83949"/>
                  <a:pt x="449995" y="86513"/>
                  <a:pt x="440611" y="90669"/>
                </a:cubicBezTo>
                <a:cubicBezTo>
                  <a:pt x="438920" y="91433"/>
                  <a:pt x="437229" y="91815"/>
                  <a:pt x="435538" y="91815"/>
                </a:cubicBezTo>
                <a:cubicBezTo>
                  <a:pt x="432155" y="91815"/>
                  <a:pt x="429346" y="90563"/>
                  <a:pt x="427109" y="88058"/>
                </a:cubicBezTo>
                <a:cubicBezTo>
                  <a:pt x="425091" y="85827"/>
                  <a:pt x="424081" y="83297"/>
                  <a:pt x="424081" y="80468"/>
                </a:cubicBezTo>
                <a:cubicBezTo>
                  <a:pt x="424081" y="72144"/>
                  <a:pt x="433956" y="66322"/>
                  <a:pt x="453704" y="63002"/>
                </a:cubicBezTo>
                <a:cubicBezTo>
                  <a:pt x="464833" y="61153"/>
                  <a:pt x="477817" y="60228"/>
                  <a:pt x="492656" y="60228"/>
                </a:cubicBezTo>
                <a:cubicBezTo>
                  <a:pt x="495929" y="60228"/>
                  <a:pt x="498671" y="61293"/>
                  <a:pt x="500880" y="63424"/>
                </a:cubicBezTo>
                <a:cubicBezTo>
                  <a:pt x="503090" y="65554"/>
                  <a:pt x="504194" y="68175"/>
                  <a:pt x="504194" y="71288"/>
                </a:cubicBezTo>
                <a:cubicBezTo>
                  <a:pt x="504194" y="75274"/>
                  <a:pt x="502558" y="78359"/>
                  <a:pt x="499284" y="80545"/>
                </a:cubicBezTo>
                <a:close/>
                <a:moveTo>
                  <a:pt x="596003" y="129621"/>
                </a:moveTo>
                <a:cubicBezTo>
                  <a:pt x="593057" y="129621"/>
                  <a:pt x="590357" y="128475"/>
                  <a:pt x="587902" y="126184"/>
                </a:cubicBezTo>
                <a:cubicBezTo>
                  <a:pt x="571372" y="110690"/>
                  <a:pt x="553205" y="99943"/>
                  <a:pt x="533402" y="93942"/>
                </a:cubicBezTo>
                <a:cubicBezTo>
                  <a:pt x="534002" y="109852"/>
                  <a:pt x="534302" y="118682"/>
                  <a:pt x="534302" y="120433"/>
                </a:cubicBezTo>
                <a:cubicBezTo>
                  <a:pt x="534302" y="123547"/>
                  <a:pt x="533211" y="126185"/>
                  <a:pt x="531029" y="128345"/>
                </a:cubicBezTo>
                <a:cubicBezTo>
                  <a:pt x="528847" y="130505"/>
                  <a:pt x="526119" y="131585"/>
                  <a:pt x="522846" y="131585"/>
                </a:cubicBezTo>
                <a:cubicBezTo>
                  <a:pt x="519573" y="131585"/>
                  <a:pt x="516845" y="130506"/>
                  <a:pt x="514663" y="128350"/>
                </a:cubicBezTo>
                <a:cubicBezTo>
                  <a:pt x="512481" y="126193"/>
                  <a:pt x="511389" y="123559"/>
                  <a:pt x="511389" y="120448"/>
                </a:cubicBezTo>
                <a:cubicBezTo>
                  <a:pt x="511389" y="116355"/>
                  <a:pt x="511444" y="110228"/>
                  <a:pt x="511553" y="102067"/>
                </a:cubicBezTo>
                <a:cubicBezTo>
                  <a:pt x="511662" y="93906"/>
                  <a:pt x="511717" y="87778"/>
                  <a:pt x="511717" y="83683"/>
                </a:cubicBezTo>
                <a:lnTo>
                  <a:pt x="511880" y="17604"/>
                </a:lnTo>
                <a:cubicBezTo>
                  <a:pt x="511880" y="14055"/>
                  <a:pt x="512944" y="10833"/>
                  <a:pt x="515072" y="7940"/>
                </a:cubicBezTo>
                <a:cubicBezTo>
                  <a:pt x="517854" y="4229"/>
                  <a:pt x="521700" y="2564"/>
                  <a:pt x="526610" y="2946"/>
                </a:cubicBezTo>
                <a:cubicBezTo>
                  <a:pt x="539867" y="3928"/>
                  <a:pt x="546659" y="4446"/>
                  <a:pt x="546986" y="4501"/>
                </a:cubicBezTo>
                <a:cubicBezTo>
                  <a:pt x="554624" y="5428"/>
                  <a:pt x="561116" y="7255"/>
                  <a:pt x="566462" y="9981"/>
                </a:cubicBezTo>
                <a:cubicBezTo>
                  <a:pt x="589757" y="21707"/>
                  <a:pt x="601404" y="36241"/>
                  <a:pt x="601404" y="53584"/>
                </a:cubicBezTo>
                <a:cubicBezTo>
                  <a:pt x="601404" y="60729"/>
                  <a:pt x="598963" y="67042"/>
                  <a:pt x="594080" y="72523"/>
                </a:cubicBezTo>
                <a:cubicBezTo>
                  <a:pt x="589197" y="78004"/>
                  <a:pt x="581873" y="82626"/>
                  <a:pt x="572108" y="86388"/>
                </a:cubicBezTo>
                <a:cubicBezTo>
                  <a:pt x="586565" y="94467"/>
                  <a:pt x="597449" y="102710"/>
                  <a:pt x="604759" y="111117"/>
                </a:cubicBezTo>
                <a:cubicBezTo>
                  <a:pt x="606668" y="113299"/>
                  <a:pt x="607623" y="115727"/>
                  <a:pt x="607623" y="118402"/>
                </a:cubicBezTo>
                <a:cubicBezTo>
                  <a:pt x="607623" y="121459"/>
                  <a:pt x="606477" y="124093"/>
                  <a:pt x="604186" y="126304"/>
                </a:cubicBezTo>
                <a:cubicBezTo>
                  <a:pt x="601895" y="128515"/>
                  <a:pt x="599167" y="129621"/>
                  <a:pt x="596003" y="129621"/>
                </a:cubicBezTo>
                <a:moveTo>
                  <a:pt x="543549" y="26677"/>
                </a:moveTo>
                <a:cubicBezTo>
                  <a:pt x="543113" y="26622"/>
                  <a:pt x="539921" y="26404"/>
                  <a:pt x="533975" y="26022"/>
                </a:cubicBezTo>
                <a:lnTo>
                  <a:pt x="533975" y="69393"/>
                </a:lnTo>
                <a:cubicBezTo>
                  <a:pt x="535339" y="69447"/>
                  <a:pt x="536539" y="69475"/>
                  <a:pt x="537575" y="69475"/>
                </a:cubicBezTo>
                <a:cubicBezTo>
                  <a:pt x="550941" y="69475"/>
                  <a:pt x="560843" y="67814"/>
                  <a:pt x="567280" y="64493"/>
                </a:cubicBezTo>
                <a:cubicBezTo>
                  <a:pt x="570063" y="63077"/>
                  <a:pt x="572613" y="61198"/>
                  <a:pt x="574931" y="58857"/>
                </a:cubicBezTo>
                <a:cubicBezTo>
                  <a:pt x="577250" y="56515"/>
                  <a:pt x="578409" y="54745"/>
                  <a:pt x="578409" y="53548"/>
                </a:cubicBezTo>
                <a:cubicBezTo>
                  <a:pt x="578409" y="47448"/>
                  <a:pt x="574536" y="41568"/>
                  <a:pt x="566789" y="35906"/>
                </a:cubicBezTo>
                <a:cubicBezTo>
                  <a:pt x="559424" y="30570"/>
                  <a:pt x="551678" y="27494"/>
                  <a:pt x="543549" y="26677"/>
                </a:cubicBezTo>
                <a:close/>
                <a:moveTo>
                  <a:pt x="645195" y="82977"/>
                </a:moveTo>
                <a:cubicBezTo>
                  <a:pt x="644268" y="82977"/>
                  <a:pt x="641977" y="82786"/>
                  <a:pt x="638322" y="82404"/>
                </a:cubicBezTo>
                <a:cubicBezTo>
                  <a:pt x="637994" y="90042"/>
                  <a:pt x="637831" y="102589"/>
                  <a:pt x="637831" y="120046"/>
                </a:cubicBezTo>
                <a:cubicBezTo>
                  <a:pt x="637831" y="122938"/>
                  <a:pt x="636821" y="125420"/>
                  <a:pt x="634803" y="127493"/>
                </a:cubicBezTo>
                <a:cubicBezTo>
                  <a:pt x="632784" y="129566"/>
                  <a:pt x="630220" y="130603"/>
                  <a:pt x="627111" y="130603"/>
                </a:cubicBezTo>
                <a:cubicBezTo>
                  <a:pt x="624001" y="130603"/>
                  <a:pt x="621423" y="129565"/>
                  <a:pt x="619378" y="127491"/>
                </a:cubicBezTo>
                <a:cubicBezTo>
                  <a:pt x="617332" y="125416"/>
                  <a:pt x="616309" y="122932"/>
                  <a:pt x="616309" y="120039"/>
                </a:cubicBezTo>
                <a:lnTo>
                  <a:pt x="616309" y="97195"/>
                </a:lnTo>
                <a:cubicBezTo>
                  <a:pt x="616309" y="88734"/>
                  <a:pt x="616854" y="76206"/>
                  <a:pt x="617946" y="59612"/>
                </a:cubicBezTo>
                <a:cubicBezTo>
                  <a:pt x="618982" y="42742"/>
                  <a:pt x="619528" y="30159"/>
                  <a:pt x="619582" y="21862"/>
                </a:cubicBezTo>
                <a:cubicBezTo>
                  <a:pt x="619637" y="7669"/>
                  <a:pt x="623619" y="873"/>
                  <a:pt x="631530" y="1473"/>
                </a:cubicBezTo>
                <a:cubicBezTo>
                  <a:pt x="633384" y="982"/>
                  <a:pt x="635948" y="614"/>
                  <a:pt x="639222" y="368"/>
                </a:cubicBezTo>
                <a:cubicBezTo>
                  <a:pt x="642495" y="123"/>
                  <a:pt x="646477" y="0"/>
                  <a:pt x="651169" y="0"/>
                </a:cubicBezTo>
                <a:cubicBezTo>
                  <a:pt x="661862" y="0"/>
                  <a:pt x="671900" y="3468"/>
                  <a:pt x="681283" y="10403"/>
                </a:cubicBezTo>
                <a:cubicBezTo>
                  <a:pt x="691703" y="18158"/>
                  <a:pt x="696913" y="27605"/>
                  <a:pt x="696913" y="38745"/>
                </a:cubicBezTo>
                <a:cubicBezTo>
                  <a:pt x="696913" y="52724"/>
                  <a:pt x="691375" y="63837"/>
                  <a:pt x="680301" y="72083"/>
                </a:cubicBezTo>
                <a:cubicBezTo>
                  <a:pt x="670481" y="79346"/>
                  <a:pt x="658779" y="82977"/>
                  <a:pt x="645195" y="82977"/>
                </a:cubicBezTo>
                <a:moveTo>
                  <a:pt x="649287" y="21112"/>
                </a:moveTo>
                <a:cubicBezTo>
                  <a:pt x="647541" y="21112"/>
                  <a:pt x="646000" y="21126"/>
                  <a:pt x="644663" y="21153"/>
                </a:cubicBezTo>
                <a:cubicBezTo>
                  <a:pt x="643327" y="21181"/>
                  <a:pt x="642195" y="21249"/>
                  <a:pt x="641267" y="21358"/>
                </a:cubicBezTo>
                <a:cubicBezTo>
                  <a:pt x="641267" y="23922"/>
                  <a:pt x="641240" y="27768"/>
                  <a:pt x="641186" y="32896"/>
                </a:cubicBezTo>
                <a:cubicBezTo>
                  <a:pt x="641076" y="38952"/>
                  <a:pt x="640558" y="48390"/>
                  <a:pt x="639631" y="61210"/>
                </a:cubicBezTo>
                <a:cubicBezTo>
                  <a:pt x="642413" y="61646"/>
                  <a:pt x="644268" y="61864"/>
                  <a:pt x="645195" y="61864"/>
                </a:cubicBezTo>
                <a:cubicBezTo>
                  <a:pt x="653706" y="61864"/>
                  <a:pt x="660771" y="59846"/>
                  <a:pt x="666390" y="55809"/>
                </a:cubicBezTo>
                <a:cubicBezTo>
                  <a:pt x="672391" y="51499"/>
                  <a:pt x="675391" y="45798"/>
                  <a:pt x="675391" y="38706"/>
                </a:cubicBezTo>
                <a:cubicBezTo>
                  <a:pt x="675391" y="34069"/>
                  <a:pt x="672582" y="29950"/>
                  <a:pt x="666962" y="26350"/>
                </a:cubicBezTo>
                <a:cubicBezTo>
                  <a:pt x="661562" y="22858"/>
                  <a:pt x="655670" y="21112"/>
                  <a:pt x="649287" y="21112"/>
                </a:cubicBezTo>
                <a:close/>
                <a:moveTo>
                  <a:pt x="765099" y="133712"/>
                </a:moveTo>
                <a:cubicBezTo>
                  <a:pt x="748951" y="133712"/>
                  <a:pt x="735204" y="129069"/>
                  <a:pt x="723856" y="119783"/>
                </a:cubicBezTo>
                <a:cubicBezTo>
                  <a:pt x="711745" y="109842"/>
                  <a:pt x="705690" y="96979"/>
                  <a:pt x="705690" y="81192"/>
                </a:cubicBezTo>
                <a:cubicBezTo>
                  <a:pt x="705690" y="62620"/>
                  <a:pt x="711500" y="45687"/>
                  <a:pt x="723120" y="30393"/>
                </a:cubicBezTo>
                <a:cubicBezTo>
                  <a:pt x="736158" y="13186"/>
                  <a:pt x="752579" y="4583"/>
                  <a:pt x="772382" y="4583"/>
                </a:cubicBezTo>
                <a:cubicBezTo>
                  <a:pt x="791422" y="4583"/>
                  <a:pt x="805688" y="8953"/>
                  <a:pt x="815180" y="17693"/>
                </a:cubicBezTo>
                <a:cubicBezTo>
                  <a:pt x="824672" y="26432"/>
                  <a:pt x="829419" y="39569"/>
                  <a:pt x="829419" y="57103"/>
                </a:cubicBezTo>
                <a:cubicBezTo>
                  <a:pt x="829419" y="75675"/>
                  <a:pt x="824072" y="92499"/>
                  <a:pt x="813380" y="107575"/>
                </a:cubicBezTo>
                <a:cubicBezTo>
                  <a:pt x="801050" y="125000"/>
                  <a:pt x="784957" y="133712"/>
                  <a:pt x="765099" y="133712"/>
                </a:cubicBezTo>
                <a:moveTo>
                  <a:pt x="772382" y="26841"/>
                </a:moveTo>
                <a:cubicBezTo>
                  <a:pt x="760217" y="26841"/>
                  <a:pt x="749797" y="32733"/>
                  <a:pt x="741123" y="44516"/>
                </a:cubicBezTo>
                <a:cubicBezTo>
                  <a:pt x="732994" y="55536"/>
                  <a:pt x="728930" y="67756"/>
                  <a:pt x="728930" y="81177"/>
                </a:cubicBezTo>
                <a:cubicBezTo>
                  <a:pt x="728930" y="90233"/>
                  <a:pt x="732449" y="97597"/>
                  <a:pt x="739486" y="103271"/>
                </a:cubicBezTo>
                <a:cubicBezTo>
                  <a:pt x="746251" y="108726"/>
                  <a:pt x="754789" y="111454"/>
                  <a:pt x="765099" y="111454"/>
                </a:cubicBezTo>
                <a:cubicBezTo>
                  <a:pt x="777101" y="111454"/>
                  <a:pt x="787112" y="105562"/>
                  <a:pt x="795131" y="93779"/>
                </a:cubicBezTo>
                <a:cubicBezTo>
                  <a:pt x="802496" y="83031"/>
                  <a:pt x="806179" y="70811"/>
                  <a:pt x="806179" y="57118"/>
                </a:cubicBezTo>
                <a:cubicBezTo>
                  <a:pt x="806179" y="45662"/>
                  <a:pt x="803615" y="37697"/>
                  <a:pt x="798486" y="33223"/>
                </a:cubicBezTo>
                <a:cubicBezTo>
                  <a:pt x="793577" y="28968"/>
                  <a:pt x="784875" y="26841"/>
                  <a:pt x="772382" y="26841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Standard-GRPO">
            <a:extLst xmlns:a="http://schemas.openxmlformats.org/drawingml/2006/main">
              <a:ext uri="{FF2B5EF4-FFF2-40B4-BE49-F238E27FC236}">
                <a16:creationId xmlns:a16="http://schemas.microsoft.com/office/drawing/2014/main" id="{F4845590-C96B-4CA3-999A-191D5F9E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7953" y="940452"/>
            <a:ext cx="1223955" cy="136331"/>
          </a:xfrm>
          <a:custGeom xmlns:a="http://schemas.openxmlformats.org/drawingml/2006/main">
            <a:pathLst>
              <a:path w="1223955" h="136331">
                <a:moveTo>
                  <a:pt x="55" y="110084"/>
                </a:moveTo>
                <a:cubicBezTo>
                  <a:pt x="0" y="107785"/>
                  <a:pt x="777" y="105912"/>
                  <a:pt x="2387" y="104463"/>
                </a:cubicBezTo>
                <a:cubicBezTo>
                  <a:pt x="3996" y="103014"/>
                  <a:pt x="5974" y="102289"/>
                  <a:pt x="8320" y="102289"/>
                </a:cubicBezTo>
                <a:cubicBezTo>
                  <a:pt x="10993" y="102289"/>
                  <a:pt x="13339" y="103823"/>
                  <a:pt x="15357" y="106892"/>
                </a:cubicBezTo>
                <a:cubicBezTo>
                  <a:pt x="18139" y="111059"/>
                  <a:pt x="20621" y="113882"/>
                  <a:pt x="22804" y="115362"/>
                </a:cubicBezTo>
                <a:cubicBezTo>
                  <a:pt x="27441" y="118430"/>
                  <a:pt x="34178" y="119965"/>
                  <a:pt x="43016" y="119965"/>
                </a:cubicBezTo>
                <a:cubicBezTo>
                  <a:pt x="51472" y="119965"/>
                  <a:pt x="59328" y="118134"/>
                  <a:pt x="66583" y="114472"/>
                </a:cubicBezTo>
                <a:cubicBezTo>
                  <a:pt x="75858" y="109772"/>
                  <a:pt x="80495" y="103241"/>
                  <a:pt x="80495" y="94881"/>
                </a:cubicBezTo>
                <a:cubicBezTo>
                  <a:pt x="80495" y="87995"/>
                  <a:pt x="76594" y="82558"/>
                  <a:pt x="68793" y="78568"/>
                </a:cubicBezTo>
                <a:cubicBezTo>
                  <a:pt x="62192" y="75125"/>
                  <a:pt x="54036" y="73266"/>
                  <a:pt x="44325" y="72993"/>
                </a:cubicBezTo>
                <a:cubicBezTo>
                  <a:pt x="35706" y="72666"/>
                  <a:pt x="28368" y="70781"/>
                  <a:pt x="22313" y="67339"/>
                </a:cubicBezTo>
                <a:cubicBezTo>
                  <a:pt x="14566" y="62915"/>
                  <a:pt x="10693" y="56579"/>
                  <a:pt x="10693" y="48329"/>
                </a:cubicBezTo>
                <a:cubicBezTo>
                  <a:pt x="10693" y="38606"/>
                  <a:pt x="16203" y="29730"/>
                  <a:pt x="27223" y="21701"/>
                </a:cubicBezTo>
                <a:cubicBezTo>
                  <a:pt x="37751" y="14107"/>
                  <a:pt x="48635" y="10311"/>
                  <a:pt x="59873" y="10311"/>
                </a:cubicBezTo>
                <a:cubicBezTo>
                  <a:pt x="65165" y="10311"/>
                  <a:pt x="71139" y="11215"/>
                  <a:pt x="77794" y="13024"/>
                </a:cubicBezTo>
                <a:cubicBezTo>
                  <a:pt x="86632" y="15380"/>
                  <a:pt x="91051" y="18393"/>
                  <a:pt x="91051" y="22064"/>
                </a:cubicBezTo>
                <a:cubicBezTo>
                  <a:pt x="91051" y="26885"/>
                  <a:pt x="88596" y="29296"/>
                  <a:pt x="83686" y="29296"/>
                </a:cubicBezTo>
                <a:cubicBezTo>
                  <a:pt x="81504" y="29296"/>
                  <a:pt x="77685" y="28709"/>
                  <a:pt x="72230" y="27536"/>
                </a:cubicBezTo>
                <a:cubicBezTo>
                  <a:pt x="66774" y="26363"/>
                  <a:pt x="62546" y="25804"/>
                  <a:pt x="59546" y="25859"/>
                </a:cubicBezTo>
                <a:cubicBezTo>
                  <a:pt x="51035" y="25968"/>
                  <a:pt x="43807" y="28063"/>
                  <a:pt x="37861" y="32144"/>
                </a:cubicBezTo>
                <a:cubicBezTo>
                  <a:pt x="31751" y="36335"/>
                  <a:pt x="28696" y="41423"/>
                  <a:pt x="28696" y="47408"/>
                </a:cubicBezTo>
                <a:cubicBezTo>
                  <a:pt x="28696" y="51926"/>
                  <a:pt x="32733" y="55110"/>
                  <a:pt x="40807" y="56960"/>
                </a:cubicBezTo>
                <a:cubicBezTo>
                  <a:pt x="43807" y="57667"/>
                  <a:pt x="49617" y="58320"/>
                  <a:pt x="58237" y="58919"/>
                </a:cubicBezTo>
                <a:cubicBezTo>
                  <a:pt x="70730" y="59848"/>
                  <a:pt x="80495" y="63784"/>
                  <a:pt x="87532" y="70728"/>
                </a:cubicBezTo>
                <a:cubicBezTo>
                  <a:pt x="93970" y="77070"/>
                  <a:pt x="97188" y="84805"/>
                  <a:pt x="97188" y="93935"/>
                </a:cubicBezTo>
                <a:cubicBezTo>
                  <a:pt x="97188" y="106948"/>
                  <a:pt x="91187" y="117336"/>
                  <a:pt x="79185" y="125100"/>
                </a:cubicBezTo>
                <a:cubicBezTo>
                  <a:pt x="68766" y="131823"/>
                  <a:pt x="56682" y="135185"/>
                  <a:pt x="42934" y="135185"/>
                </a:cubicBezTo>
                <a:cubicBezTo>
                  <a:pt x="32951" y="135185"/>
                  <a:pt x="23813" y="133271"/>
                  <a:pt x="15521" y="129442"/>
                </a:cubicBezTo>
                <a:cubicBezTo>
                  <a:pt x="5374" y="124740"/>
                  <a:pt x="218" y="118287"/>
                  <a:pt x="55" y="110084"/>
                </a:cubicBezTo>
                <a:close/>
                <a:moveTo>
                  <a:pt x="171124" y="60790"/>
                </a:moveTo>
                <a:cubicBezTo>
                  <a:pt x="169979" y="60790"/>
                  <a:pt x="168629" y="60736"/>
                  <a:pt x="167074" y="60627"/>
                </a:cubicBezTo>
                <a:cubicBezTo>
                  <a:pt x="165519" y="60516"/>
                  <a:pt x="164169" y="60461"/>
                  <a:pt x="163023" y="60461"/>
                </a:cubicBezTo>
                <a:cubicBezTo>
                  <a:pt x="161768" y="60461"/>
                  <a:pt x="158059" y="60874"/>
                  <a:pt x="151894" y="61701"/>
                </a:cubicBezTo>
                <a:lnTo>
                  <a:pt x="153449" y="110009"/>
                </a:lnTo>
                <a:lnTo>
                  <a:pt x="153531" y="113607"/>
                </a:lnTo>
                <a:lnTo>
                  <a:pt x="153613" y="117776"/>
                </a:lnTo>
                <a:cubicBezTo>
                  <a:pt x="153831" y="129709"/>
                  <a:pt x="150967" y="135676"/>
                  <a:pt x="145020" y="135676"/>
                </a:cubicBezTo>
                <a:cubicBezTo>
                  <a:pt x="142838" y="135676"/>
                  <a:pt x="140942" y="134968"/>
                  <a:pt x="139333" y="133551"/>
                </a:cubicBezTo>
                <a:cubicBezTo>
                  <a:pt x="137724" y="132134"/>
                  <a:pt x="136919" y="130363"/>
                  <a:pt x="136919" y="128237"/>
                </a:cubicBezTo>
                <a:cubicBezTo>
                  <a:pt x="136919" y="126168"/>
                  <a:pt x="137001" y="123062"/>
                  <a:pt x="137164" y="118921"/>
                </a:cubicBezTo>
                <a:cubicBezTo>
                  <a:pt x="137328" y="114779"/>
                  <a:pt x="137410" y="111672"/>
                  <a:pt x="137410" y="109600"/>
                </a:cubicBezTo>
                <a:lnTo>
                  <a:pt x="135773" y="61864"/>
                </a:lnTo>
                <a:cubicBezTo>
                  <a:pt x="131791" y="61701"/>
                  <a:pt x="125735" y="61235"/>
                  <a:pt x="117607" y="60466"/>
                </a:cubicBezTo>
                <a:cubicBezTo>
                  <a:pt x="112751" y="59808"/>
                  <a:pt x="110324" y="57094"/>
                  <a:pt x="110324" y="52326"/>
                </a:cubicBezTo>
                <a:cubicBezTo>
                  <a:pt x="110324" y="49914"/>
                  <a:pt x="111060" y="47914"/>
                  <a:pt x="112533" y="46327"/>
                </a:cubicBezTo>
                <a:cubicBezTo>
                  <a:pt x="114006" y="44738"/>
                  <a:pt x="115888" y="43943"/>
                  <a:pt x="118180" y="43943"/>
                </a:cubicBezTo>
                <a:lnTo>
                  <a:pt x="135364" y="45335"/>
                </a:lnTo>
                <a:cubicBezTo>
                  <a:pt x="135364" y="42544"/>
                  <a:pt x="135241" y="38810"/>
                  <a:pt x="134996" y="34134"/>
                </a:cubicBezTo>
                <a:cubicBezTo>
                  <a:pt x="134750" y="29456"/>
                  <a:pt x="134628" y="26078"/>
                  <a:pt x="134628" y="24000"/>
                </a:cubicBezTo>
                <a:cubicBezTo>
                  <a:pt x="134628" y="21701"/>
                  <a:pt x="135419" y="19801"/>
                  <a:pt x="137001" y="18297"/>
                </a:cubicBezTo>
                <a:cubicBezTo>
                  <a:pt x="138583" y="16792"/>
                  <a:pt x="140520" y="16039"/>
                  <a:pt x="142811" y="16039"/>
                </a:cubicBezTo>
                <a:cubicBezTo>
                  <a:pt x="147721" y="16039"/>
                  <a:pt x="150585" y="20049"/>
                  <a:pt x="151403" y="28068"/>
                </a:cubicBezTo>
                <a:cubicBezTo>
                  <a:pt x="151567" y="30087"/>
                  <a:pt x="151649" y="32514"/>
                  <a:pt x="151649" y="35351"/>
                </a:cubicBezTo>
                <a:lnTo>
                  <a:pt x="151485" y="40097"/>
                </a:lnTo>
                <a:lnTo>
                  <a:pt x="151403" y="45171"/>
                </a:lnTo>
                <a:cubicBezTo>
                  <a:pt x="158168" y="44298"/>
                  <a:pt x="162041" y="43862"/>
                  <a:pt x="163023" y="43862"/>
                </a:cubicBezTo>
                <a:cubicBezTo>
                  <a:pt x="168697" y="43862"/>
                  <a:pt x="172406" y="44134"/>
                  <a:pt x="174152" y="44680"/>
                </a:cubicBezTo>
                <a:cubicBezTo>
                  <a:pt x="177480" y="45778"/>
                  <a:pt x="179144" y="48366"/>
                  <a:pt x="179144" y="52444"/>
                </a:cubicBezTo>
                <a:cubicBezTo>
                  <a:pt x="179144" y="54868"/>
                  <a:pt x="178394" y="56865"/>
                  <a:pt x="176894" y="58435"/>
                </a:cubicBezTo>
                <a:cubicBezTo>
                  <a:pt x="175393" y="60005"/>
                  <a:pt x="173470" y="60790"/>
                  <a:pt x="171124" y="60790"/>
                </a:cubicBezTo>
                <a:close/>
                <a:moveTo>
                  <a:pt x="259197" y="135840"/>
                </a:moveTo>
                <a:cubicBezTo>
                  <a:pt x="258161" y="135840"/>
                  <a:pt x="256279" y="134630"/>
                  <a:pt x="253551" y="132209"/>
                </a:cubicBezTo>
                <a:cubicBezTo>
                  <a:pt x="251096" y="129953"/>
                  <a:pt x="249269" y="127945"/>
                  <a:pt x="248068" y="126184"/>
                </a:cubicBezTo>
                <a:cubicBezTo>
                  <a:pt x="242831" y="129048"/>
                  <a:pt x="238221" y="131210"/>
                  <a:pt x="234239" y="132669"/>
                </a:cubicBezTo>
                <a:cubicBezTo>
                  <a:pt x="230256" y="134128"/>
                  <a:pt x="226929" y="134858"/>
                  <a:pt x="224255" y="134858"/>
                </a:cubicBezTo>
                <a:cubicBezTo>
                  <a:pt x="211490" y="134858"/>
                  <a:pt x="202188" y="131257"/>
                  <a:pt x="196351" y="124056"/>
                </a:cubicBezTo>
                <a:cubicBezTo>
                  <a:pt x="190841" y="117291"/>
                  <a:pt x="188086" y="106926"/>
                  <a:pt x="188086" y="92960"/>
                </a:cubicBezTo>
                <a:cubicBezTo>
                  <a:pt x="188086" y="79758"/>
                  <a:pt x="192628" y="68466"/>
                  <a:pt x="201711" y="59082"/>
                </a:cubicBezTo>
                <a:cubicBezTo>
                  <a:pt x="210794" y="49699"/>
                  <a:pt x="221637" y="45007"/>
                  <a:pt x="234239" y="45007"/>
                </a:cubicBezTo>
                <a:cubicBezTo>
                  <a:pt x="238985" y="45007"/>
                  <a:pt x="244304" y="46235"/>
                  <a:pt x="250196" y="48690"/>
                </a:cubicBezTo>
                <a:cubicBezTo>
                  <a:pt x="257615" y="51745"/>
                  <a:pt x="261325" y="55427"/>
                  <a:pt x="261325" y="59737"/>
                </a:cubicBezTo>
                <a:cubicBezTo>
                  <a:pt x="261325" y="61210"/>
                  <a:pt x="260780" y="62519"/>
                  <a:pt x="259688" y="63665"/>
                </a:cubicBezTo>
                <a:cubicBezTo>
                  <a:pt x="259143" y="65738"/>
                  <a:pt x="258720" y="69147"/>
                  <a:pt x="258420" y="73894"/>
                </a:cubicBezTo>
                <a:cubicBezTo>
                  <a:pt x="258120" y="78640"/>
                  <a:pt x="257943" y="84723"/>
                  <a:pt x="257888" y="92142"/>
                </a:cubicBezTo>
                <a:cubicBezTo>
                  <a:pt x="257834" y="98907"/>
                  <a:pt x="258297" y="104253"/>
                  <a:pt x="259279" y="108181"/>
                </a:cubicBezTo>
                <a:cubicBezTo>
                  <a:pt x="259825" y="110581"/>
                  <a:pt x="261543" y="115382"/>
                  <a:pt x="264435" y="122583"/>
                </a:cubicBezTo>
                <a:cubicBezTo>
                  <a:pt x="264817" y="123565"/>
                  <a:pt x="265444" y="125011"/>
                  <a:pt x="266317" y="126920"/>
                </a:cubicBezTo>
                <a:lnTo>
                  <a:pt x="266808" y="128311"/>
                </a:lnTo>
                <a:cubicBezTo>
                  <a:pt x="266808" y="130494"/>
                  <a:pt x="266044" y="132294"/>
                  <a:pt x="264516" y="133712"/>
                </a:cubicBezTo>
                <a:cubicBezTo>
                  <a:pt x="262989" y="135131"/>
                  <a:pt x="261216" y="135840"/>
                  <a:pt x="259197" y="135840"/>
                </a:cubicBezTo>
                <a:moveTo>
                  <a:pt x="242177" y="78998"/>
                </a:moveTo>
                <a:cubicBezTo>
                  <a:pt x="242177" y="76657"/>
                  <a:pt x="242327" y="74114"/>
                  <a:pt x="242627" y="71367"/>
                </a:cubicBezTo>
                <a:cubicBezTo>
                  <a:pt x="242927" y="68619"/>
                  <a:pt x="243377" y="65694"/>
                  <a:pt x="243977" y="62593"/>
                </a:cubicBezTo>
                <a:cubicBezTo>
                  <a:pt x="241958" y="61558"/>
                  <a:pt x="240226" y="60796"/>
                  <a:pt x="238781" y="60307"/>
                </a:cubicBezTo>
                <a:cubicBezTo>
                  <a:pt x="237335" y="59818"/>
                  <a:pt x="236176" y="59573"/>
                  <a:pt x="235303" y="59573"/>
                </a:cubicBezTo>
                <a:cubicBezTo>
                  <a:pt x="226847" y="59573"/>
                  <a:pt x="219550" y="63014"/>
                  <a:pt x="213413" y="69897"/>
                </a:cubicBezTo>
                <a:cubicBezTo>
                  <a:pt x="207275" y="76779"/>
                  <a:pt x="204207" y="84709"/>
                  <a:pt x="204207" y="93687"/>
                </a:cubicBezTo>
                <a:cubicBezTo>
                  <a:pt x="204207" y="102610"/>
                  <a:pt x="205789" y="109302"/>
                  <a:pt x="208953" y="113763"/>
                </a:cubicBezTo>
                <a:cubicBezTo>
                  <a:pt x="212117" y="118225"/>
                  <a:pt x="216863" y="120456"/>
                  <a:pt x="223192" y="120456"/>
                </a:cubicBezTo>
                <a:cubicBezTo>
                  <a:pt x="228429" y="120456"/>
                  <a:pt x="232875" y="119504"/>
                  <a:pt x="236530" y="117599"/>
                </a:cubicBezTo>
                <a:cubicBezTo>
                  <a:pt x="238494" y="116566"/>
                  <a:pt x="241249" y="114499"/>
                  <a:pt x="244795" y="111398"/>
                </a:cubicBezTo>
                <a:cubicBezTo>
                  <a:pt x="243049" y="96979"/>
                  <a:pt x="242177" y="86179"/>
                  <a:pt x="242177" y="78998"/>
                </a:cubicBezTo>
                <a:close/>
                <a:moveTo>
                  <a:pt x="343942" y="136331"/>
                </a:moveTo>
                <a:cubicBezTo>
                  <a:pt x="339250" y="136331"/>
                  <a:pt x="336604" y="133762"/>
                  <a:pt x="336004" y="128623"/>
                </a:cubicBezTo>
                <a:lnTo>
                  <a:pt x="333713" y="110664"/>
                </a:lnTo>
                <a:cubicBezTo>
                  <a:pt x="332949" y="104268"/>
                  <a:pt x="332567" y="98281"/>
                  <a:pt x="332567" y="92705"/>
                </a:cubicBezTo>
                <a:cubicBezTo>
                  <a:pt x="332567" y="91174"/>
                  <a:pt x="332663" y="88577"/>
                  <a:pt x="332854" y="84915"/>
                </a:cubicBezTo>
                <a:cubicBezTo>
                  <a:pt x="333044" y="81252"/>
                  <a:pt x="333140" y="78654"/>
                  <a:pt x="333140" y="77123"/>
                </a:cubicBezTo>
                <a:cubicBezTo>
                  <a:pt x="333140" y="65314"/>
                  <a:pt x="330958" y="59410"/>
                  <a:pt x="326593" y="59410"/>
                </a:cubicBezTo>
                <a:cubicBezTo>
                  <a:pt x="320483" y="59410"/>
                  <a:pt x="314646" y="63042"/>
                  <a:pt x="309082" y="70306"/>
                </a:cubicBezTo>
                <a:cubicBezTo>
                  <a:pt x="304063" y="76914"/>
                  <a:pt x="300135" y="85269"/>
                  <a:pt x="297298" y="95372"/>
                </a:cubicBezTo>
                <a:cubicBezTo>
                  <a:pt x="297189" y="97503"/>
                  <a:pt x="296943" y="100179"/>
                  <a:pt x="296561" y="103401"/>
                </a:cubicBezTo>
                <a:cubicBezTo>
                  <a:pt x="296234" y="106133"/>
                  <a:pt x="296070" y="108781"/>
                  <a:pt x="296070" y="111347"/>
                </a:cubicBezTo>
                <a:cubicBezTo>
                  <a:pt x="296070" y="112985"/>
                  <a:pt x="296234" y="115443"/>
                  <a:pt x="296561" y="118719"/>
                </a:cubicBezTo>
                <a:cubicBezTo>
                  <a:pt x="296889" y="121996"/>
                  <a:pt x="297052" y="124453"/>
                  <a:pt x="297052" y="126092"/>
                </a:cubicBezTo>
                <a:cubicBezTo>
                  <a:pt x="297052" y="128550"/>
                  <a:pt x="296302" y="130544"/>
                  <a:pt x="294802" y="132073"/>
                </a:cubicBezTo>
                <a:cubicBezTo>
                  <a:pt x="293302" y="133602"/>
                  <a:pt x="291379" y="134367"/>
                  <a:pt x="289033" y="134367"/>
                </a:cubicBezTo>
                <a:cubicBezTo>
                  <a:pt x="286633" y="134367"/>
                  <a:pt x="284696" y="133601"/>
                  <a:pt x="283223" y="132071"/>
                </a:cubicBezTo>
                <a:cubicBezTo>
                  <a:pt x="281750" y="130541"/>
                  <a:pt x="281013" y="128547"/>
                  <a:pt x="281013" y="126087"/>
                </a:cubicBezTo>
                <a:cubicBezTo>
                  <a:pt x="281013" y="124448"/>
                  <a:pt x="280836" y="121990"/>
                  <a:pt x="280482" y="118712"/>
                </a:cubicBezTo>
                <a:cubicBezTo>
                  <a:pt x="280127" y="115432"/>
                  <a:pt x="279950" y="112971"/>
                  <a:pt x="279950" y="111331"/>
                </a:cubicBezTo>
                <a:cubicBezTo>
                  <a:pt x="279950" y="105702"/>
                  <a:pt x="280345" y="97901"/>
                  <a:pt x="281136" y="87928"/>
                </a:cubicBezTo>
                <a:cubicBezTo>
                  <a:pt x="281927" y="77955"/>
                  <a:pt x="282323" y="70153"/>
                  <a:pt x="282323" y="64524"/>
                </a:cubicBezTo>
                <a:cubicBezTo>
                  <a:pt x="282323" y="62775"/>
                  <a:pt x="282227" y="60179"/>
                  <a:pt x="282036" y="56737"/>
                </a:cubicBezTo>
                <a:cubicBezTo>
                  <a:pt x="281845" y="53293"/>
                  <a:pt x="281750" y="50698"/>
                  <a:pt x="281750" y="48950"/>
                </a:cubicBezTo>
                <a:cubicBezTo>
                  <a:pt x="281750" y="46600"/>
                  <a:pt x="282527" y="44673"/>
                  <a:pt x="284082" y="43171"/>
                </a:cubicBezTo>
                <a:cubicBezTo>
                  <a:pt x="285637" y="41667"/>
                  <a:pt x="287560" y="40916"/>
                  <a:pt x="289851" y="40916"/>
                </a:cubicBezTo>
                <a:cubicBezTo>
                  <a:pt x="294870" y="40916"/>
                  <a:pt x="297625" y="44476"/>
                  <a:pt x="298116" y="51597"/>
                </a:cubicBezTo>
                <a:lnTo>
                  <a:pt x="298362" y="61210"/>
                </a:lnTo>
                <a:cubicBezTo>
                  <a:pt x="307527" y="48990"/>
                  <a:pt x="316937" y="42880"/>
                  <a:pt x="326593" y="42880"/>
                </a:cubicBezTo>
                <a:cubicBezTo>
                  <a:pt x="335322" y="42880"/>
                  <a:pt x="341405" y="46732"/>
                  <a:pt x="344842" y="54438"/>
                </a:cubicBezTo>
                <a:cubicBezTo>
                  <a:pt x="347188" y="59575"/>
                  <a:pt x="348470" y="67172"/>
                  <a:pt x="348688" y="77228"/>
                </a:cubicBezTo>
                <a:lnTo>
                  <a:pt x="348688" y="85506"/>
                </a:lnTo>
                <a:lnTo>
                  <a:pt x="348606" y="93129"/>
                </a:lnTo>
                <a:cubicBezTo>
                  <a:pt x="348606" y="97666"/>
                  <a:pt x="349193" y="103528"/>
                  <a:pt x="350365" y="110715"/>
                </a:cubicBezTo>
                <a:cubicBezTo>
                  <a:pt x="351538" y="117901"/>
                  <a:pt x="352125" y="123734"/>
                  <a:pt x="352125" y="128214"/>
                </a:cubicBezTo>
                <a:cubicBezTo>
                  <a:pt x="352125" y="130620"/>
                  <a:pt x="351347" y="132573"/>
                  <a:pt x="349793" y="134075"/>
                </a:cubicBezTo>
                <a:cubicBezTo>
                  <a:pt x="348238" y="135579"/>
                  <a:pt x="346288" y="136331"/>
                  <a:pt x="343942" y="136331"/>
                </a:cubicBezTo>
                <a:close/>
                <a:moveTo>
                  <a:pt x="444530" y="58146"/>
                </a:moveTo>
                <a:cubicBezTo>
                  <a:pt x="443875" y="66161"/>
                  <a:pt x="443548" y="74175"/>
                  <a:pt x="443548" y="82189"/>
                </a:cubicBezTo>
                <a:cubicBezTo>
                  <a:pt x="443548" y="100346"/>
                  <a:pt x="444393" y="114057"/>
                  <a:pt x="446085" y="123325"/>
                </a:cubicBezTo>
                <a:cubicBezTo>
                  <a:pt x="446194" y="124089"/>
                  <a:pt x="446248" y="124716"/>
                  <a:pt x="446248" y="125207"/>
                </a:cubicBezTo>
                <a:cubicBezTo>
                  <a:pt x="446248" y="127387"/>
                  <a:pt x="445485" y="129186"/>
                  <a:pt x="443957" y="130603"/>
                </a:cubicBezTo>
                <a:cubicBezTo>
                  <a:pt x="442429" y="132021"/>
                  <a:pt x="440656" y="132730"/>
                  <a:pt x="438638" y="132730"/>
                </a:cubicBezTo>
                <a:cubicBezTo>
                  <a:pt x="435256" y="132730"/>
                  <a:pt x="432773" y="130275"/>
                  <a:pt x="431191" y="125366"/>
                </a:cubicBezTo>
                <a:cubicBezTo>
                  <a:pt x="427263" y="128257"/>
                  <a:pt x="423186" y="130453"/>
                  <a:pt x="418958" y="131953"/>
                </a:cubicBezTo>
                <a:cubicBezTo>
                  <a:pt x="414730" y="133453"/>
                  <a:pt x="410324" y="134203"/>
                  <a:pt x="405742" y="134203"/>
                </a:cubicBezTo>
                <a:cubicBezTo>
                  <a:pt x="394449" y="134203"/>
                  <a:pt x="385093" y="130436"/>
                  <a:pt x="377674" y="122900"/>
                </a:cubicBezTo>
                <a:cubicBezTo>
                  <a:pt x="370036" y="115201"/>
                  <a:pt x="366217" y="105318"/>
                  <a:pt x="366217" y="93249"/>
                </a:cubicBezTo>
                <a:cubicBezTo>
                  <a:pt x="366217" y="78670"/>
                  <a:pt x="370077" y="66985"/>
                  <a:pt x="377796" y="58195"/>
                </a:cubicBezTo>
                <a:cubicBezTo>
                  <a:pt x="385516" y="49403"/>
                  <a:pt x="395540" y="45007"/>
                  <a:pt x="407869" y="45007"/>
                </a:cubicBezTo>
                <a:cubicBezTo>
                  <a:pt x="414198" y="45007"/>
                  <a:pt x="419080" y="45989"/>
                  <a:pt x="422517" y="47953"/>
                </a:cubicBezTo>
                <a:lnTo>
                  <a:pt x="430209" y="53599"/>
                </a:lnTo>
                <a:cubicBezTo>
                  <a:pt x="430973" y="30663"/>
                  <a:pt x="431873" y="15220"/>
                  <a:pt x="432910" y="7270"/>
                </a:cubicBezTo>
                <a:cubicBezTo>
                  <a:pt x="433619" y="2423"/>
                  <a:pt x="436101" y="0"/>
                  <a:pt x="440356" y="0"/>
                </a:cubicBezTo>
                <a:cubicBezTo>
                  <a:pt x="445321" y="0"/>
                  <a:pt x="447803" y="2644"/>
                  <a:pt x="447803" y="7933"/>
                </a:cubicBezTo>
                <a:cubicBezTo>
                  <a:pt x="447803" y="15510"/>
                  <a:pt x="446712" y="32248"/>
                  <a:pt x="444530" y="58146"/>
                </a:cubicBezTo>
                <a:moveTo>
                  <a:pt x="408197" y="60228"/>
                </a:moveTo>
                <a:cubicBezTo>
                  <a:pt x="399032" y="60228"/>
                  <a:pt x="392158" y="62942"/>
                  <a:pt x="387575" y="68370"/>
                </a:cubicBezTo>
                <a:cubicBezTo>
                  <a:pt x="382993" y="73798"/>
                  <a:pt x="380701" y="81968"/>
                  <a:pt x="380701" y="92878"/>
                </a:cubicBezTo>
                <a:cubicBezTo>
                  <a:pt x="380701" y="99916"/>
                  <a:pt x="383197" y="105972"/>
                  <a:pt x="388189" y="111045"/>
                </a:cubicBezTo>
                <a:cubicBezTo>
                  <a:pt x="393181" y="116119"/>
                  <a:pt x="399032" y="118655"/>
                  <a:pt x="405742" y="118655"/>
                </a:cubicBezTo>
                <a:cubicBezTo>
                  <a:pt x="410324" y="118655"/>
                  <a:pt x="414198" y="117810"/>
                  <a:pt x="417362" y="116119"/>
                </a:cubicBezTo>
                <a:cubicBezTo>
                  <a:pt x="419217" y="115137"/>
                  <a:pt x="422244" y="112873"/>
                  <a:pt x="426445" y="109327"/>
                </a:cubicBezTo>
                <a:cubicBezTo>
                  <a:pt x="427263" y="108617"/>
                  <a:pt x="428054" y="107772"/>
                  <a:pt x="428818" y="106790"/>
                </a:cubicBezTo>
                <a:lnTo>
                  <a:pt x="428573" y="92633"/>
                </a:lnTo>
                <a:lnTo>
                  <a:pt x="428655" y="83141"/>
                </a:lnTo>
                <a:lnTo>
                  <a:pt x="428818" y="73484"/>
                </a:lnTo>
                <a:cubicBezTo>
                  <a:pt x="426745" y="69066"/>
                  <a:pt x="423990" y="65751"/>
                  <a:pt x="420553" y="63542"/>
                </a:cubicBezTo>
                <a:cubicBezTo>
                  <a:pt x="417116" y="61333"/>
                  <a:pt x="412998" y="60228"/>
                  <a:pt x="408197" y="60228"/>
                </a:cubicBezTo>
                <a:close/>
                <a:moveTo>
                  <a:pt x="531532" y="135840"/>
                </a:moveTo>
                <a:cubicBezTo>
                  <a:pt x="530495" y="135840"/>
                  <a:pt x="528613" y="134630"/>
                  <a:pt x="525885" y="132209"/>
                </a:cubicBezTo>
                <a:cubicBezTo>
                  <a:pt x="523430" y="129953"/>
                  <a:pt x="521603" y="127945"/>
                  <a:pt x="520403" y="126184"/>
                </a:cubicBezTo>
                <a:cubicBezTo>
                  <a:pt x="515165" y="129048"/>
                  <a:pt x="510556" y="131210"/>
                  <a:pt x="506573" y="132669"/>
                </a:cubicBezTo>
                <a:cubicBezTo>
                  <a:pt x="502591" y="134128"/>
                  <a:pt x="499263" y="134858"/>
                  <a:pt x="496590" y="134858"/>
                </a:cubicBezTo>
                <a:cubicBezTo>
                  <a:pt x="483824" y="134858"/>
                  <a:pt x="474523" y="131257"/>
                  <a:pt x="468685" y="124056"/>
                </a:cubicBezTo>
                <a:cubicBezTo>
                  <a:pt x="463175" y="117291"/>
                  <a:pt x="460420" y="106926"/>
                  <a:pt x="460420" y="92960"/>
                </a:cubicBezTo>
                <a:cubicBezTo>
                  <a:pt x="460420" y="79758"/>
                  <a:pt x="464962" y="68466"/>
                  <a:pt x="474045" y="59082"/>
                </a:cubicBezTo>
                <a:cubicBezTo>
                  <a:pt x="483129" y="49699"/>
                  <a:pt x="493971" y="45007"/>
                  <a:pt x="506573" y="45007"/>
                </a:cubicBezTo>
                <a:cubicBezTo>
                  <a:pt x="511319" y="45007"/>
                  <a:pt x="516638" y="46235"/>
                  <a:pt x="522530" y="48690"/>
                </a:cubicBezTo>
                <a:cubicBezTo>
                  <a:pt x="529950" y="51745"/>
                  <a:pt x="533659" y="55427"/>
                  <a:pt x="533659" y="59737"/>
                </a:cubicBezTo>
                <a:cubicBezTo>
                  <a:pt x="533659" y="61210"/>
                  <a:pt x="533114" y="62519"/>
                  <a:pt x="532023" y="63665"/>
                </a:cubicBezTo>
                <a:cubicBezTo>
                  <a:pt x="531477" y="65738"/>
                  <a:pt x="531054" y="69147"/>
                  <a:pt x="530754" y="73894"/>
                </a:cubicBezTo>
                <a:cubicBezTo>
                  <a:pt x="530454" y="78640"/>
                  <a:pt x="530277" y="84723"/>
                  <a:pt x="530222" y="92142"/>
                </a:cubicBezTo>
                <a:cubicBezTo>
                  <a:pt x="530168" y="98907"/>
                  <a:pt x="530632" y="104253"/>
                  <a:pt x="531614" y="108181"/>
                </a:cubicBezTo>
                <a:cubicBezTo>
                  <a:pt x="532159" y="110581"/>
                  <a:pt x="533878" y="115382"/>
                  <a:pt x="536769" y="122583"/>
                </a:cubicBezTo>
                <a:cubicBezTo>
                  <a:pt x="537151" y="123565"/>
                  <a:pt x="537778" y="125011"/>
                  <a:pt x="538651" y="126920"/>
                </a:cubicBezTo>
                <a:lnTo>
                  <a:pt x="539142" y="128311"/>
                </a:lnTo>
                <a:cubicBezTo>
                  <a:pt x="539142" y="130494"/>
                  <a:pt x="538378" y="132294"/>
                  <a:pt x="536851" y="133712"/>
                </a:cubicBezTo>
                <a:cubicBezTo>
                  <a:pt x="535323" y="135131"/>
                  <a:pt x="533550" y="135840"/>
                  <a:pt x="531532" y="135840"/>
                </a:cubicBezTo>
                <a:moveTo>
                  <a:pt x="514511" y="78998"/>
                </a:moveTo>
                <a:cubicBezTo>
                  <a:pt x="514511" y="76657"/>
                  <a:pt x="514661" y="74114"/>
                  <a:pt x="514961" y="71367"/>
                </a:cubicBezTo>
                <a:cubicBezTo>
                  <a:pt x="515261" y="68619"/>
                  <a:pt x="515711" y="65694"/>
                  <a:pt x="516311" y="62593"/>
                </a:cubicBezTo>
                <a:cubicBezTo>
                  <a:pt x="514293" y="61558"/>
                  <a:pt x="512561" y="60796"/>
                  <a:pt x="511115" y="60307"/>
                </a:cubicBezTo>
                <a:cubicBezTo>
                  <a:pt x="509669" y="59818"/>
                  <a:pt x="508510" y="59573"/>
                  <a:pt x="507637" y="59573"/>
                </a:cubicBezTo>
                <a:cubicBezTo>
                  <a:pt x="499181" y="59573"/>
                  <a:pt x="491885" y="63014"/>
                  <a:pt x="485747" y="69897"/>
                </a:cubicBezTo>
                <a:cubicBezTo>
                  <a:pt x="479610" y="76779"/>
                  <a:pt x="476541" y="84709"/>
                  <a:pt x="476541" y="93687"/>
                </a:cubicBezTo>
                <a:cubicBezTo>
                  <a:pt x="476541" y="102610"/>
                  <a:pt x="478123" y="109302"/>
                  <a:pt x="481287" y="113763"/>
                </a:cubicBezTo>
                <a:cubicBezTo>
                  <a:pt x="484451" y="118225"/>
                  <a:pt x="489198" y="120456"/>
                  <a:pt x="495526" y="120456"/>
                </a:cubicBezTo>
                <a:cubicBezTo>
                  <a:pt x="500763" y="120456"/>
                  <a:pt x="505209" y="119504"/>
                  <a:pt x="508864" y="117599"/>
                </a:cubicBezTo>
                <a:cubicBezTo>
                  <a:pt x="510828" y="116566"/>
                  <a:pt x="513583" y="114499"/>
                  <a:pt x="517129" y="111398"/>
                </a:cubicBezTo>
                <a:cubicBezTo>
                  <a:pt x="515384" y="96979"/>
                  <a:pt x="514511" y="86179"/>
                  <a:pt x="514511" y="78998"/>
                </a:cubicBezTo>
                <a:close/>
                <a:moveTo>
                  <a:pt x="617177" y="69802"/>
                </a:moveTo>
                <a:cubicBezTo>
                  <a:pt x="616795" y="76621"/>
                  <a:pt x="614067" y="80031"/>
                  <a:pt x="608994" y="80031"/>
                </a:cubicBezTo>
                <a:cubicBezTo>
                  <a:pt x="604302" y="80031"/>
                  <a:pt x="601956" y="77342"/>
                  <a:pt x="601956" y="71963"/>
                </a:cubicBezTo>
                <a:cubicBezTo>
                  <a:pt x="601956" y="70930"/>
                  <a:pt x="601875" y="69027"/>
                  <a:pt x="601711" y="66255"/>
                </a:cubicBezTo>
                <a:lnTo>
                  <a:pt x="601465" y="59410"/>
                </a:lnTo>
                <a:cubicBezTo>
                  <a:pt x="592846" y="60448"/>
                  <a:pt x="585945" y="62881"/>
                  <a:pt x="580762" y="66708"/>
                </a:cubicBezTo>
                <a:cubicBezTo>
                  <a:pt x="575907" y="70262"/>
                  <a:pt x="571870" y="75621"/>
                  <a:pt x="568651" y="82783"/>
                </a:cubicBezTo>
                <a:lnTo>
                  <a:pt x="568815" y="127721"/>
                </a:lnTo>
                <a:cubicBezTo>
                  <a:pt x="568815" y="133243"/>
                  <a:pt x="566114" y="136004"/>
                  <a:pt x="560713" y="136004"/>
                </a:cubicBezTo>
                <a:cubicBezTo>
                  <a:pt x="555913" y="136004"/>
                  <a:pt x="553512" y="133243"/>
                  <a:pt x="553512" y="127723"/>
                </a:cubicBezTo>
                <a:lnTo>
                  <a:pt x="553512" y="70173"/>
                </a:lnTo>
                <a:cubicBezTo>
                  <a:pt x="553512" y="68369"/>
                  <a:pt x="553580" y="65664"/>
                  <a:pt x="553717" y="62059"/>
                </a:cubicBezTo>
                <a:cubicBezTo>
                  <a:pt x="553853" y="58451"/>
                  <a:pt x="553921" y="55746"/>
                  <a:pt x="553921" y="53942"/>
                </a:cubicBezTo>
                <a:cubicBezTo>
                  <a:pt x="553921" y="48422"/>
                  <a:pt x="556322" y="45662"/>
                  <a:pt x="561123" y="45662"/>
                </a:cubicBezTo>
                <a:cubicBezTo>
                  <a:pt x="566469" y="45662"/>
                  <a:pt x="569169" y="50190"/>
                  <a:pt x="569224" y="59246"/>
                </a:cubicBezTo>
                <a:cubicBezTo>
                  <a:pt x="579698" y="49099"/>
                  <a:pt x="591318" y="44025"/>
                  <a:pt x="604084" y="44025"/>
                </a:cubicBezTo>
                <a:cubicBezTo>
                  <a:pt x="608503" y="44025"/>
                  <a:pt x="611803" y="45689"/>
                  <a:pt x="613986" y="49017"/>
                </a:cubicBezTo>
                <a:cubicBezTo>
                  <a:pt x="616168" y="52345"/>
                  <a:pt x="617259" y="57364"/>
                  <a:pt x="617259" y="64074"/>
                </a:cubicBezTo>
                <a:cubicBezTo>
                  <a:pt x="617259" y="66911"/>
                  <a:pt x="617232" y="68820"/>
                  <a:pt x="617177" y="69802"/>
                </a:cubicBezTo>
                <a:close/>
                <a:moveTo>
                  <a:pt x="709182" y="58146"/>
                </a:moveTo>
                <a:cubicBezTo>
                  <a:pt x="708527" y="66161"/>
                  <a:pt x="708200" y="74175"/>
                  <a:pt x="708200" y="82189"/>
                </a:cubicBezTo>
                <a:cubicBezTo>
                  <a:pt x="708200" y="100346"/>
                  <a:pt x="709046" y="114057"/>
                  <a:pt x="710737" y="123325"/>
                </a:cubicBezTo>
                <a:cubicBezTo>
                  <a:pt x="710846" y="124089"/>
                  <a:pt x="710901" y="124716"/>
                  <a:pt x="710901" y="125207"/>
                </a:cubicBezTo>
                <a:cubicBezTo>
                  <a:pt x="710901" y="127387"/>
                  <a:pt x="710137" y="129186"/>
                  <a:pt x="708609" y="130603"/>
                </a:cubicBezTo>
                <a:cubicBezTo>
                  <a:pt x="707082" y="132021"/>
                  <a:pt x="705309" y="132730"/>
                  <a:pt x="703290" y="132730"/>
                </a:cubicBezTo>
                <a:cubicBezTo>
                  <a:pt x="699908" y="132730"/>
                  <a:pt x="697426" y="130275"/>
                  <a:pt x="695844" y="125366"/>
                </a:cubicBezTo>
                <a:cubicBezTo>
                  <a:pt x="691916" y="128257"/>
                  <a:pt x="687838" y="130453"/>
                  <a:pt x="683610" y="131953"/>
                </a:cubicBezTo>
                <a:cubicBezTo>
                  <a:pt x="679382" y="133453"/>
                  <a:pt x="674977" y="134203"/>
                  <a:pt x="670394" y="134203"/>
                </a:cubicBezTo>
                <a:cubicBezTo>
                  <a:pt x="659101" y="134203"/>
                  <a:pt x="649745" y="130436"/>
                  <a:pt x="642326" y="122900"/>
                </a:cubicBezTo>
                <a:cubicBezTo>
                  <a:pt x="634688" y="115201"/>
                  <a:pt x="630870" y="105318"/>
                  <a:pt x="630870" y="93249"/>
                </a:cubicBezTo>
                <a:cubicBezTo>
                  <a:pt x="630870" y="78670"/>
                  <a:pt x="634729" y="66985"/>
                  <a:pt x="642449" y="58195"/>
                </a:cubicBezTo>
                <a:cubicBezTo>
                  <a:pt x="650168" y="49403"/>
                  <a:pt x="660192" y="45007"/>
                  <a:pt x="672522" y="45007"/>
                </a:cubicBezTo>
                <a:cubicBezTo>
                  <a:pt x="678850" y="45007"/>
                  <a:pt x="683733" y="45989"/>
                  <a:pt x="687169" y="47953"/>
                </a:cubicBezTo>
                <a:lnTo>
                  <a:pt x="694862" y="53599"/>
                </a:lnTo>
                <a:cubicBezTo>
                  <a:pt x="695625" y="30663"/>
                  <a:pt x="696525" y="15220"/>
                  <a:pt x="697562" y="7270"/>
                </a:cubicBezTo>
                <a:cubicBezTo>
                  <a:pt x="698271" y="2423"/>
                  <a:pt x="700753" y="0"/>
                  <a:pt x="705009" y="0"/>
                </a:cubicBezTo>
                <a:cubicBezTo>
                  <a:pt x="709973" y="0"/>
                  <a:pt x="712455" y="2644"/>
                  <a:pt x="712455" y="7933"/>
                </a:cubicBezTo>
                <a:cubicBezTo>
                  <a:pt x="712455" y="15510"/>
                  <a:pt x="711364" y="32248"/>
                  <a:pt x="709182" y="58146"/>
                </a:cubicBezTo>
                <a:moveTo>
                  <a:pt x="672849" y="60228"/>
                </a:moveTo>
                <a:cubicBezTo>
                  <a:pt x="663684" y="60228"/>
                  <a:pt x="656810" y="62942"/>
                  <a:pt x="652227" y="68370"/>
                </a:cubicBezTo>
                <a:cubicBezTo>
                  <a:pt x="647645" y="73798"/>
                  <a:pt x="645354" y="81968"/>
                  <a:pt x="645354" y="92878"/>
                </a:cubicBezTo>
                <a:cubicBezTo>
                  <a:pt x="645354" y="99916"/>
                  <a:pt x="647850" y="105972"/>
                  <a:pt x="652841" y="111045"/>
                </a:cubicBezTo>
                <a:cubicBezTo>
                  <a:pt x="657833" y="116119"/>
                  <a:pt x="663684" y="118655"/>
                  <a:pt x="670394" y="118655"/>
                </a:cubicBezTo>
                <a:cubicBezTo>
                  <a:pt x="674977" y="118655"/>
                  <a:pt x="678850" y="117810"/>
                  <a:pt x="682014" y="116119"/>
                </a:cubicBezTo>
                <a:cubicBezTo>
                  <a:pt x="683869" y="115137"/>
                  <a:pt x="686897" y="112873"/>
                  <a:pt x="691097" y="109327"/>
                </a:cubicBezTo>
                <a:cubicBezTo>
                  <a:pt x="691916" y="108617"/>
                  <a:pt x="692707" y="107772"/>
                  <a:pt x="693470" y="106790"/>
                </a:cubicBezTo>
                <a:lnTo>
                  <a:pt x="693225" y="92633"/>
                </a:lnTo>
                <a:lnTo>
                  <a:pt x="693307" y="83141"/>
                </a:lnTo>
                <a:lnTo>
                  <a:pt x="693470" y="73484"/>
                </a:lnTo>
                <a:cubicBezTo>
                  <a:pt x="691397" y="69066"/>
                  <a:pt x="688642" y="65751"/>
                  <a:pt x="685205" y="63542"/>
                </a:cubicBezTo>
                <a:cubicBezTo>
                  <a:pt x="681769" y="61333"/>
                  <a:pt x="677650" y="60228"/>
                  <a:pt x="672849" y="60228"/>
                </a:cubicBezTo>
                <a:close/>
                <a:moveTo>
                  <a:pt x="776464" y="91487"/>
                </a:moveTo>
                <a:cubicBezTo>
                  <a:pt x="769045" y="92251"/>
                  <a:pt x="755843" y="92633"/>
                  <a:pt x="736858" y="92633"/>
                </a:cubicBezTo>
                <a:cubicBezTo>
                  <a:pt x="732275" y="92633"/>
                  <a:pt x="729984" y="90505"/>
                  <a:pt x="729984" y="86250"/>
                </a:cubicBezTo>
                <a:cubicBezTo>
                  <a:pt x="729984" y="81995"/>
                  <a:pt x="732275" y="79867"/>
                  <a:pt x="736858" y="79867"/>
                </a:cubicBezTo>
                <a:cubicBezTo>
                  <a:pt x="741168" y="79867"/>
                  <a:pt x="747632" y="79676"/>
                  <a:pt x="756252" y="79295"/>
                </a:cubicBezTo>
                <a:cubicBezTo>
                  <a:pt x="764871" y="78913"/>
                  <a:pt x="771336" y="78722"/>
                  <a:pt x="775646" y="78722"/>
                </a:cubicBezTo>
                <a:cubicBezTo>
                  <a:pt x="780501" y="78722"/>
                  <a:pt x="782929" y="80849"/>
                  <a:pt x="782929" y="85105"/>
                </a:cubicBezTo>
                <a:cubicBezTo>
                  <a:pt x="782929" y="88869"/>
                  <a:pt x="780774" y="90996"/>
                  <a:pt x="776464" y="91487"/>
                </a:cubicBezTo>
                <a:close/>
                <a:moveTo>
                  <a:pt x="897111" y="80949"/>
                </a:moveTo>
                <a:cubicBezTo>
                  <a:pt x="893729" y="97716"/>
                  <a:pt x="886623" y="111111"/>
                  <a:pt x="875794" y="121133"/>
                </a:cubicBezTo>
                <a:cubicBezTo>
                  <a:pt x="864965" y="131156"/>
                  <a:pt x="852186" y="136167"/>
                  <a:pt x="837456" y="136167"/>
                </a:cubicBezTo>
                <a:cubicBezTo>
                  <a:pt x="824036" y="136167"/>
                  <a:pt x="813970" y="132412"/>
                  <a:pt x="807260" y="124903"/>
                </a:cubicBezTo>
                <a:cubicBezTo>
                  <a:pt x="800550" y="117391"/>
                  <a:pt x="797195" y="106126"/>
                  <a:pt x="797195" y="91106"/>
                </a:cubicBezTo>
                <a:cubicBezTo>
                  <a:pt x="797195" y="76958"/>
                  <a:pt x="800536" y="62388"/>
                  <a:pt x="807219" y="47396"/>
                </a:cubicBezTo>
                <a:cubicBezTo>
                  <a:pt x="813902" y="32402"/>
                  <a:pt x="822481" y="20289"/>
                  <a:pt x="832955" y="11057"/>
                </a:cubicBezTo>
                <a:cubicBezTo>
                  <a:pt x="839938" y="4886"/>
                  <a:pt x="847330" y="1800"/>
                  <a:pt x="855131" y="1800"/>
                </a:cubicBezTo>
                <a:cubicBezTo>
                  <a:pt x="860096" y="1800"/>
                  <a:pt x="866642" y="3437"/>
                  <a:pt x="874771" y="6710"/>
                </a:cubicBezTo>
                <a:cubicBezTo>
                  <a:pt x="884700" y="10638"/>
                  <a:pt x="889664" y="14975"/>
                  <a:pt x="889664" y="19721"/>
                </a:cubicBezTo>
                <a:cubicBezTo>
                  <a:pt x="889664" y="21958"/>
                  <a:pt x="888846" y="23949"/>
                  <a:pt x="887209" y="25695"/>
                </a:cubicBezTo>
                <a:cubicBezTo>
                  <a:pt x="885573" y="27441"/>
                  <a:pt x="883609" y="28314"/>
                  <a:pt x="881317" y="28314"/>
                </a:cubicBezTo>
                <a:cubicBezTo>
                  <a:pt x="880117" y="28314"/>
                  <a:pt x="878426" y="27632"/>
                  <a:pt x="876244" y="26268"/>
                </a:cubicBezTo>
                <a:cubicBezTo>
                  <a:pt x="867897" y="21194"/>
                  <a:pt x="860860" y="18658"/>
                  <a:pt x="855131" y="18658"/>
                </a:cubicBezTo>
                <a:cubicBezTo>
                  <a:pt x="851040" y="18658"/>
                  <a:pt x="846757" y="20787"/>
                  <a:pt x="842284" y="25045"/>
                </a:cubicBezTo>
                <a:cubicBezTo>
                  <a:pt x="840047" y="27175"/>
                  <a:pt x="836828" y="31052"/>
                  <a:pt x="832628" y="36676"/>
                </a:cubicBezTo>
                <a:cubicBezTo>
                  <a:pt x="820026" y="53383"/>
                  <a:pt x="813725" y="71509"/>
                  <a:pt x="813725" y="91055"/>
                </a:cubicBezTo>
                <a:cubicBezTo>
                  <a:pt x="813725" y="101320"/>
                  <a:pt x="815307" y="108500"/>
                  <a:pt x="818471" y="112595"/>
                </a:cubicBezTo>
                <a:cubicBezTo>
                  <a:pt x="821908" y="117072"/>
                  <a:pt x="828236" y="119310"/>
                  <a:pt x="837456" y="119310"/>
                </a:cubicBezTo>
                <a:cubicBezTo>
                  <a:pt x="847221" y="119310"/>
                  <a:pt x="855704" y="116228"/>
                  <a:pt x="862905" y="110063"/>
                </a:cubicBezTo>
                <a:cubicBezTo>
                  <a:pt x="870488" y="103517"/>
                  <a:pt x="875780" y="94161"/>
                  <a:pt x="878781" y="81995"/>
                </a:cubicBezTo>
                <a:cubicBezTo>
                  <a:pt x="863669" y="82759"/>
                  <a:pt x="850713" y="85677"/>
                  <a:pt x="839911" y="90751"/>
                </a:cubicBezTo>
                <a:cubicBezTo>
                  <a:pt x="838656" y="91351"/>
                  <a:pt x="837429" y="91651"/>
                  <a:pt x="836228" y="91651"/>
                </a:cubicBezTo>
                <a:cubicBezTo>
                  <a:pt x="833828" y="91651"/>
                  <a:pt x="831837" y="90724"/>
                  <a:pt x="830255" y="88869"/>
                </a:cubicBezTo>
                <a:cubicBezTo>
                  <a:pt x="828782" y="87178"/>
                  <a:pt x="828045" y="85214"/>
                  <a:pt x="828045" y="82977"/>
                </a:cubicBezTo>
                <a:cubicBezTo>
                  <a:pt x="828045" y="79976"/>
                  <a:pt x="829491" y="77576"/>
                  <a:pt x="832382" y="75776"/>
                </a:cubicBezTo>
                <a:cubicBezTo>
                  <a:pt x="844166" y="68575"/>
                  <a:pt x="864487" y="64974"/>
                  <a:pt x="893347" y="64974"/>
                </a:cubicBezTo>
                <a:cubicBezTo>
                  <a:pt x="895692" y="64974"/>
                  <a:pt x="897656" y="65766"/>
                  <a:pt x="899238" y="67350"/>
                </a:cubicBezTo>
                <a:cubicBezTo>
                  <a:pt x="900821" y="68933"/>
                  <a:pt x="901612" y="70927"/>
                  <a:pt x="901612" y="73331"/>
                </a:cubicBezTo>
                <a:cubicBezTo>
                  <a:pt x="901612" y="76880"/>
                  <a:pt x="900111" y="79420"/>
                  <a:pt x="897111" y="80949"/>
                </a:cubicBezTo>
                <a:close/>
                <a:moveTo>
                  <a:pt x="996694" y="131421"/>
                </a:moveTo>
                <a:cubicBezTo>
                  <a:pt x="994621" y="131421"/>
                  <a:pt x="992685" y="130546"/>
                  <a:pt x="990884" y="128795"/>
                </a:cubicBezTo>
                <a:cubicBezTo>
                  <a:pt x="972827" y="110904"/>
                  <a:pt x="952751" y="98868"/>
                  <a:pt x="930657" y="92684"/>
                </a:cubicBezTo>
                <a:lnTo>
                  <a:pt x="931311" y="108767"/>
                </a:lnTo>
                <a:lnTo>
                  <a:pt x="931720" y="124933"/>
                </a:lnTo>
                <a:cubicBezTo>
                  <a:pt x="931720" y="127341"/>
                  <a:pt x="930943" y="129351"/>
                  <a:pt x="929388" y="130963"/>
                </a:cubicBezTo>
                <a:cubicBezTo>
                  <a:pt x="927833" y="132578"/>
                  <a:pt x="925883" y="133385"/>
                  <a:pt x="923537" y="133385"/>
                </a:cubicBezTo>
                <a:cubicBezTo>
                  <a:pt x="921191" y="133385"/>
                  <a:pt x="919241" y="132579"/>
                  <a:pt x="917686" y="130968"/>
                </a:cubicBezTo>
                <a:cubicBezTo>
                  <a:pt x="916132" y="129359"/>
                  <a:pt x="915354" y="127353"/>
                  <a:pt x="915354" y="124951"/>
                </a:cubicBezTo>
                <a:cubicBezTo>
                  <a:pt x="915354" y="120638"/>
                  <a:pt x="915150" y="114210"/>
                  <a:pt x="914740" y="105667"/>
                </a:cubicBezTo>
                <a:cubicBezTo>
                  <a:pt x="914331" y="97124"/>
                  <a:pt x="914127" y="90696"/>
                  <a:pt x="914127" y="86383"/>
                </a:cubicBezTo>
                <a:cubicBezTo>
                  <a:pt x="914127" y="81361"/>
                  <a:pt x="914672" y="73883"/>
                  <a:pt x="915763" y="63949"/>
                </a:cubicBezTo>
                <a:cubicBezTo>
                  <a:pt x="916854" y="54013"/>
                  <a:pt x="917400" y="46561"/>
                  <a:pt x="917400" y="41593"/>
                </a:cubicBezTo>
                <a:cubicBezTo>
                  <a:pt x="917400" y="38809"/>
                  <a:pt x="917141" y="34688"/>
                  <a:pt x="916623" y="29229"/>
                </a:cubicBezTo>
                <a:cubicBezTo>
                  <a:pt x="916104" y="23770"/>
                  <a:pt x="915845" y="19649"/>
                  <a:pt x="915845" y="16865"/>
                </a:cubicBezTo>
                <a:cubicBezTo>
                  <a:pt x="915845" y="13754"/>
                  <a:pt x="916718" y="11024"/>
                  <a:pt x="918464" y="8677"/>
                </a:cubicBezTo>
                <a:cubicBezTo>
                  <a:pt x="920537" y="5784"/>
                  <a:pt x="923401" y="4473"/>
                  <a:pt x="927056" y="4746"/>
                </a:cubicBezTo>
                <a:lnTo>
                  <a:pt x="946777" y="6301"/>
                </a:lnTo>
                <a:cubicBezTo>
                  <a:pt x="954251" y="7230"/>
                  <a:pt x="960552" y="9059"/>
                  <a:pt x="965680" y="11789"/>
                </a:cubicBezTo>
                <a:cubicBezTo>
                  <a:pt x="987775" y="23525"/>
                  <a:pt x="998822" y="37855"/>
                  <a:pt x="998822" y="54778"/>
                </a:cubicBezTo>
                <a:cubicBezTo>
                  <a:pt x="998822" y="63076"/>
                  <a:pt x="995058" y="70418"/>
                  <a:pt x="987529" y="76804"/>
                </a:cubicBezTo>
                <a:cubicBezTo>
                  <a:pt x="981474" y="81935"/>
                  <a:pt x="973918" y="85838"/>
                  <a:pt x="964862" y="88513"/>
                </a:cubicBezTo>
                <a:cubicBezTo>
                  <a:pt x="981828" y="97631"/>
                  <a:pt x="994512" y="107238"/>
                  <a:pt x="1002914" y="117336"/>
                </a:cubicBezTo>
                <a:cubicBezTo>
                  <a:pt x="1004332" y="119083"/>
                  <a:pt x="1005041" y="120940"/>
                  <a:pt x="1005041" y="122905"/>
                </a:cubicBezTo>
                <a:cubicBezTo>
                  <a:pt x="1005041" y="125198"/>
                  <a:pt x="1004209" y="127191"/>
                  <a:pt x="1002545" y="128884"/>
                </a:cubicBezTo>
                <a:cubicBezTo>
                  <a:pt x="1000881" y="130575"/>
                  <a:pt x="998931" y="131421"/>
                  <a:pt x="996694" y="131421"/>
                </a:cubicBezTo>
                <a:moveTo>
                  <a:pt x="944568" y="23238"/>
                </a:moveTo>
                <a:lnTo>
                  <a:pt x="932457" y="22258"/>
                </a:lnTo>
                <a:lnTo>
                  <a:pt x="933275" y="32129"/>
                </a:lnTo>
                <a:cubicBezTo>
                  <a:pt x="933657" y="36154"/>
                  <a:pt x="933848" y="39444"/>
                  <a:pt x="933848" y="42000"/>
                </a:cubicBezTo>
                <a:cubicBezTo>
                  <a:pt x="933848" y="46351"/>
                  <a:pt x="933493" y="51762"/>
                  <a:pt x="932784" y="58233"/>
                </a:cubicBezTo>
                <a:lnTo>
                  <a:pt x="931066" y="74466"/>
                </a:lnTo>
                <a:cubicBezTo>
                  <a:pt x="931830" y="74466"/>
                  <a:pt x="933016" y="74494"/>
                  <a:pt x="934625" y="74548"/>
                </a:cubicBezTo>
                <a:cubicBezTo>
                  <a:pt x="936235" y="74603"/>
                  <a:pt x="937449" y="74630"/>
                  <a:pt x="938267" y="74630"/>
                </a:cubicBezTo>
                <a:cubicBezTo>
                  <a:pt x="952178" y="74630"/>
                  <a:pt x="962598" y="72781"/>
                  <a:pt x="969526" y="69083"/>
                </a:cubicBezTo>
                <a:cubicBezTo>
                  <a:pt x="972582" y="67397"/>
                  <a:pt x="975418" y="65195"/>
                  <a:pt x="978037" y="62476"/>
                </a:cubicBezTo>
                <a:cubicBezTo>
                  <a:pt x="980928" y="59429"/>
                  <a:pt x="982374" y="56845"/>
                  <a:pt x="982374" y="54725"/>
                </a:cubicBezTo>
                <a:cubicBezTo>
                  <a:pt x="982374" y="47166"/>
                  <a:pt x="978064" y="40123"/>
                  <a:pt x="969445" y="33597"/>
                </a:cubicBezTo>
                <a:cubicBezTo>
                  <a:pt x="961534" y="27615"/>
                  <a:pt x="953242" y="24162"/>
                  <a:pt x="944568" y="23238"/>
                </a:cubicBezTo>
                <a:close/>
                <a:moveTo>
                  <a:pt x="1043791" y="82322"/>
                </a:moveTo>
                <a:cubicBezTo>
                  <a:pt x="1042264" y="82322"/>
                  <a:pt x="1038936" y="81968"/>
                  <a:pt x="1033808" y="81258"/>
                </a:cubicBezTo>
                <a:cubicBezTo>
                  <a:pt x="1033372" y="89508"/>
                  <a:pt x="1033153" y="103961"/>
                  <a:pt x="1033153" y="124616"/>
                </a:cubicBezTo>
                <a:cubicBezTo>
                  <a:pt x="1033153" y="126802"/>
                  <a:pt x="1032444" y="128646"/>
                  <a:pt x="1031026" y="130150"/>
                </a:cubicBezTo>
                <a:cubicBezTo>
                  <a:pt x="1029607" y="131652"/>
                  <a:pt x="1027834" y="132403"/>
                  <a:pt x="1025707" y="132403"/>
                </a:cubicBezTo>
                <a:cubicBezTo>
                  <a:pt x="1023524" y="132403"/>
                  <a:pt x="1021724" y="131653"/>
                  <a:pt x="1020306" y="130153"/>
                </a:cubicBezTo>
                <a:cubicBezTo>
                  <a:pt x="1018887" y="128651"/>
                  <a:pt x="1018178" y="126808"/>
                  <a:pt x="1018178" y="124624"/>
                </a:cubicBezTo>
                <a:lnTo>
                  <a:pt x="1018178" y="100550"/>
                </a:lnTo>
                <a:cubicBezTo>
                  <a:pt x="1018178" y="92526"/>
                  <a:pt x="1018669" y="81226"/>
                  <a:pt x="1019651" y="66652"/>
                </a:cubicBezTo>
                <a:cubicBezTo>
                  <a:pt x="1020742" y="50875"/>
                  <a:pt x="1021342" y="39576"/>
                  <a:pt x="1021451" y="32753"/>
                </a:cubicBezTo>
                <a:lnTo>
                  <a:pt x="1021451" y="21453"/>
                </a:lnTo>
                <a:cubicBezTo>
                  <a:pt x="1021451" y="16048"/>
                  <a:pt x="1021779" y="12118"/>
                  <a:pt x="1022433" y="9661"/>
                </a:cubicBezTo>
                <a:cubicBezTo>
                  <a:pt x="1023688" y="4857"/>
                  <a:pt x="1026361" y="2782"/>
                  <a:pt x="1030453" y="3437"/>
                </a:cubicBezTo>
                <a:cubicBezTo>
                  <a:pt x="1032199" y="2891"/>
                  <a:pt x="1034681" y="2482"/>
                  <a:pt x="1037900" y="2209"/>
                </a:cubicBezTo>
                <a:cubicBezTo>
                  <a:pt x="1041118" y="1937"/>
                  <a:pt x="1045073" y="1800"/>
                  <a:pt x="1049765" y="1800"/>
                </a:cubicBezTo>
                <a:cubicBezTo>
                  <a:pt x="1059748" y="1800"/>
                  <a:pt x="1069105" y="5210"/>
                  <a:pt x="1077833" y="12029"/>
                </a:cubicBezTo>
                <a:cubicBezTo>
                  <a:pt x="1087435" y="19558"/>
                  <a:pt x="1092235" y="28614"/>
                  <a:pt x="1092235" y="39197"/>
                </a:cubicBezTo>
                <a:cubicBezTo>
                  <a:pt x="1092235" y="52727"/>
                  <a:pt x="1087107" y="63501"/>
                  <a:pt x="1076851" y="71521"/>
                </a:cubicBezTo>
                <a:cubicBezTo>
                  <a:pt x="1067686" y="78722"/>
                  <a:pt x="1056666" y="82322"/>
                  <a:pt x="1043791" y="82322"/>
                </a:cubicBezTo>
                <a:moveTo>
                  <a:pt x="1047883" y="17348"/>
                </a:moveTo>
                <a:cubicBezTo>
                  <a:pt x="1045483" y="17348"/>
                  <a:pt x="1043341" y="17403"/>
                  <a:pt x="1041459" y="17512"/>
                </a:cubicBezTo>
                <a:cubicBezTo>
                  <a:pt x="1039577" y="17621"/>
                  <a:pt x="1037981" y="17785"/>
                  <a:pt x="1036672" y="18003"/>
                </a:cubicBezTo>
                <a:lnTo>
                  <a:pt x="1036508" y="33034"/>
                </a:lnTo>
                <a:lnTo>
                  <a:pt x="1034790" y="65549"/>
                </a:lnTo>
                <a:lnTo>
                  <a:pt x="1043791" y="66611"/>
                </a:lnTo>
                <a:cubicBezTo>
                  <a:pt x="1052956" y="66611"/>
                  <a:pt x="1060676" y="64296"/>
                  <a:pt x="1066950" y="59668"/>
                </a:cubicBezTo>
                <a:cubicBezTo>
                  <a:pt x="1073823" y="54601"/>
                  <a:pt x="1077260" y="47766"/>
                  <a:pt x="1077260" y="39161"/>
                </a:cubicBezTo>
                <a:cubicBezTo>
                  <a:pt x="1077260" y="33062"/>
                  <a:pt x="1073987" y="27806"/>
                  <a:pt x="1067441" y="23394"/>
                </a:cubicBezTo>
                <a:cubicBezTo>
                  <a:pt x="1061385" y="19363"/>
                  <a:pt x="1054866" y="17348"/>
                  <a:pt x="1047883" y="17348"/>
                </a:cubicBezTo>
                <a:close/>
                <a:moveTo>
                  <a:pt x="1162909" y="135513"/>
                </a:moveTo>
                <a:cubicBezTo>
                  <a:pt x="1147525" y="135513"/>
                  <a:pt x="1134486" y="130897"/>
                  <a:pt x="1123794" y="121665"/>
                </a:cubicBezTo>
                <a:cubicBezTo>
                  <a:pt x="1112446" y="111834"/>
                  <a:pt x="1106773" y="99161"/>
                  <a:pt x="1106773" y="83647"/>
                </a:cubicBezTo>
                <a:cubicBezTo>
                  <a:pt x="1106773" y="64747"/>
                  <a:pt x="1112364" y="47569"/>
                  <a:pt x="1123548" y="32111"/>
                </a:cubicBezTo>
                <a:cubicBezTo>
                  <a:pt x="1136041" y="14959"/>
                  <a:pt x="1151616" y="6383"/>
                  <a:pt x="1170274" y="6383"/>
                </a:cubicBezTo>
                <a:cubicBezTo>
                  <a:pt x="1188222" y="6383"/>
                  <a:pt x="1201561" y="10425"/>
                  <a:pt x="1210289" y="18509"/>
                </a:cubicBezTo>
                <a:cubicBezTo>
                  <a:pt x="1219400" y="26921"/>
                  <a:pt x="1223955" y="40194"/>
                  <a:pt x="1223955" y="58330"/>
                </a:cubicBezTo>
                <a:cubicBezTo>
                  <a:pt x="1223955" y="77230"/>
                  <a:pt x="1218827" y="94272"/>
                  <a:pt x="1208571" y="109457"/>
                </a:cubicBezTo>
                <a:cubicBezTo>
                  <a:pt x="1196787" y="126827"/>
                  <a:pt x="1181566" y="135513"/>
                  <a:pt x="1162909" y="135513"/>
                </a:cubicBezTo>
                <a:moveTo>
                  <a:pt x="1170274" y="23240"/>
                </a:moveTo>
                <a:cubicBezTo>
                  <a:pt x="1156908" y="23240"/>
                  <a:pt x="1145588" y="29896"/>
                  <a:pt x="1136314" y="43207"/>
                </a:cubicBezTo>
                <a:cubicBezTo>
                  <a:pt x="1127749" y="55427"/>
                  <a:pt x="1123466" y="68902"/>
                  <a:pt x="1123466" y="83632"/>
                </a:cubicBezTo>
                <a:cubicBezTo>
                  <a:pt x="1123466" y="94161"/>
                  <a:pt x="1127367" y="102726"/>
                  <a:pt x="1135168" y="109327"/>
                </a:cubicBezTo>
                <a:cubicBezTo>
                  <a:pt x="1142642" y="115546"/>
                  <a:pt x="1151889" y="118655"/>
                  <a:pt x="1162909" y="118655"/>
                </a:cubicBezTo>
                <a:cubicBezTo>
                  <a:pt x="1176166" y="118655"/>
                  <a:pt x="1187104" y="111972"/>
                  <a:pt x="1195723" y="98607"/>
                </a:cubicBezTo>
                <a:cubicBezTo>
                  <a:pt x="1203415" y="86659"/>
                  <a:pt x="1207261" y="73239"/>
                  <a:pt x="1207261" y="58346"/>
                </a:cubicBezTo>
                <a:cubicBezTo>
                  <a:pt x="1207261" y="45307"/>
                  <a:pt x="1204343" y="36142"/>
                  <a:pt x="1198506" y="30850"/>
                </a:cubicBezTo>
                <a:cubicBezTo>
                  <a:pt x="1192941" y="25777"/>
                  <a:pt x="1183530" y="23240"/>
                  <a:pt x="1170274" y="23240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7F9E4F-914D-42B4-A4D0-B4456EEB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018" y="2853774"/>
            <a:ext cx="465064" cy="243006"/>
          </a:xfrm>
          <a:custGeom xmlns:a="http://schemas.openxmlformats.org/drawingml/2006/main">
            <a:pathLst>
              <a:path w="465064" h="243006">
                <a:moveTo>
                  <a:pt x="698" y="40222"/>
                </a:moveTo>
                <a:cubicBezTo>
                  <a:pt x="0" y="18644"/>
                  <a:pt x="18086" y="559"/>
                  <a:pt x="40920" y="0"/>
                </a:cubicBezTo>
                <a:lnTo>
                  <a:pt x="424702" y="0"/>
                </a:lnTo>
                <a:cubicBezTo>
                  <a:pt x="446978" y="559"/>
                  <a:pt x="465064" y="18644"/>
                  <a:pt x="464924" y="40222"/>
                </a:cubicBezTo>
                <a:lnTo>
                  <a:pt x="464924" y="202784"/>
                </a:lnTo>
                <a:cubicBezTo>
                  <a:pt x="465064" y="224781"/>
                  <a:pt x="446978" y="242867"/>
                  <a:pt x="424702" y="243006"/>
                </a:cubicBezTo>
                <a:lnTo>
                  <a:pt x="40920" y="243006"/>
                </a:lnTo>
                <a:cubicBezTo>
                  <a:pt x="18086" y="242867"/>
                  <a:pt x="0" y="224781"/>
                  <a:pt x="698" y="202784"/>
                </a:cubicBezTo>
                <a:lnTo>
                  <a:pt x="698" y="40222"/>
                </a:lnTo>
              </a:path>
            </a:pathLst>
          </a:custGeom>
          <a:solidFill xmlns:a="http://schemas.openxmlformats.org/drawingml/2006/main">
            <a:srgbClr val="CF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E391A5-67DB-4921-A8A2-F7EC3A4D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544" y="2843858"/>
            <a:ext cx="486012" cy="263257"/>
          </a:xfrm>
          <a:custGeom xmlns:a="http://schemas.openxmlformats.org/drawingml/2006/main">
            <a:pathLst>
              <a:path w="486012" h="263257">
                <a:moveTo>
                  <a:pt x="3994" y="232197"/>
                </a:moveTo>
                <a:lnTo>
                  <a:pt x="6131" y="236652"/>
                </a:lnTo>
                <a:lnTo>
                  <a:pt x="8687" y="240841"/>
                </a:lnTo>
                <a:lnTo>
                  <a:pt x="11606" y="244766"/>
                </a:lnTo>
                <a:lnTo>
                  <a:pt x="14888" y="248369"/>
                </a:lnTo>
                <a:lnTo>
                  <a:pt x="18491" y="251651"/>
                </a:lnTo>
                <a:lnTo>
                  <a:pt x="22415" y="254570"/>
                </a:lnTo>
                <a:lnTo>
                  <a:pt x="26605" y="257126"/>
                </a:lnTo>
                <a:lnTo>
                  <a:pt x="31060" y="259262"/>
                </a:lnTo>
                <a:lnTo>
                  <a:pt x="35739" y="260980"/>
                </a:lnTo>
                <a:lnTo>
                  <a:pt x="40627" y="262237"/>
                </a:lnTo>
                <a:lnTo>
                  <a:pt x="45668" y="263005"/>
                </a:lnTo>
                <a:lnTo>
                  <a:pt x="50598" y="263257"/>
                </a:lnTo>
                <a:lnTo>
                  <a:pt x="435414" y="263257"/>
                </a:lnTo>
                <a:lnTo>
                  <a:pt x="440344" y="263005"/>
                </a:lnTo>
                <a:lnTo>
                  <a:pt x="445386" y="262237"/>
                </a:lnTo>
                <a:lnTo>
                  <a:pt x="450274" y="260980"/>
                </a:lnTo>
                <a:lnTo>
                  <a:pt x="454952" y="259262"/>
                </a:lnTo>
                <a:lnTo>
                  <a:pt x="459407" y="257126"/>
                </a:lnTo>
                <a:lnTo>
                  <a:pt x="463597" y="254570"/>
                </a:lnTo>
                <a:lnTo>
                  <a:pt x="467522" y="251651"/>
                </a:lnTo>
                <a:lnTo>
                  <a:pt x="471125" y="248369"/>
                </a:lnTo>
                <a:lnTo>
                  <a:pt x="474407" y="244766"/>
                </a:lnTo>
                <a:lnTo>
                  <a:pt x="477326" y="240841"/>
                </a:lnTo>
                <a:lnTo>
                  <a:pt x="479881" y="236652"/>
                </a:lnTo>
                <a:lnTo>
                  <a:pt x="482018" y="232197"/>
                </a:lnTo>
                <a:lnTo>
                  <a:pt x="483736" y="227518"/>
                </a:lnTo>
                <a:lnTo>
                  <a:pt x="484993" y="222630"/>
                </a:lnTo>
                <a:lnTo>
                  <a:pt x="485761" y="217588"/>
                </a:lnTo>
                <a:lnTo>
                  <a:pt x="486012" y="212658"/>
                </a:lnTo>
                <a:lnTo>
                  <a:pt x="486012" y="50598"/>
                </a:lnTo>
                <a:lnTo>
                  <a:pt x="485761" y="45668"/>
                </a:lnTo>
                <a:lnTo>
                  <a:pt x="484993" y="40627"/>
                </a:lnTo>
                <a:lnTo>
                  <a:pt x="483736" y="35739"/>
                </a:lnTo>
                <a:lnTo>
                  <a:pt x="482018" y="31060"/>
                </a:lnTo>
                <a:lnTo>
                  <a:pt x="479881" y="26605"/>
                </a:lnTo>
                <a:lnTo>
                  <a:pt x="477326" y="22415"/>
                </a:lnTo>
                <a:lnTo>
                  <a:pt x="474407" y="18491"/>
                </a:lnTo>
                <a:lnTo>
                  <a:pt x="471125" y="14888"/>
                </a:lnTo>
                <a:lnTo>
                  <a:pt x="467522" y="11606"/>
                </a:lnTo>
                <a:lnTo>
                  <a:pt x="463597" y="8687"/>
                </a:lnTo>
                <a:lnTo>
                  <a:pt x="459407" y="6131"/>
                </a:lnTo>
                <a:lnTo>
                  <a:pt x="454952" y="3994"/>
                </a:lnTo>
                <a:lnTo>
                  <a:pt x="450274" y="2276"/>
                </a:lnTo>
                <a:lnTo>
                  <a:pt x="445386" y="1020"/>
                </a:lnTo>
                <a:lnTo>
                  <a:pt x="440344" y="251"/>
                </a:lnTo>
                <a:lnTo>
                  <a:pt x="435414" y="0"/>
                </a:lnTo>
                <a:lnTo>
                  <a:pt x="50598" y="0"/>
                </a:lnTo>
                <a:lnTo>
                  <a:pt x="45668" y="251"/>
                </a:lnTo>
                <a:lnTo>
                  <a:pt x="40627" y="1020"/>
                </a:lnTo>
                <a:lnTo>
                  <a:pt x="35739" y="2276"/>
                </a:lnTo>
                <a:lnTo>
                  <a:pt x="31060" y="3994"/>
                </a:lnTo>
                <a:lnTo>
                  <a:pt x="26605" y="6131"/>
                </a:lnTo>
                <a:lnTo>
                  <a:pt x="22415" y="8687"/>
                </a:lnTo>
                <a:lnTo>
                  <a:pt x="18491" y="11606"/>
                </a:lnTo>
                <a:lnTo>
                  <a:pt x="14888" y="14888"/>
                </a:lnTo>
                <a:lnTo>
                  <a:pt x="11606" y="18491"/>
                </a:lnTo>
                <a:lnTo>
                  <a:pt x="8687" y="22415"/>
                </a:lnTo>
                <a:lnTo>
                  <a:pt x="6131" y="26605"/>
                </a:lnTo>
                <a:lnTo>
                  <a:pt x="3994" y="31060"/>
                </a:lnTo>
                <a:lnTo>
                  <a:pt x="2276" y="35739"/>
                </a:lnTo>
                <a:lnTo>
                  <a:pt x="1020" y="40627"/>
                </a:lnTo>
                <a:lnTo>
                  <a:pt x="251" y="45668"/>
                </a:lnTo>
                <a:lnTo>
                  <a:pt x="0" y="50598"/>
                </a:lnTo>
                <a:lnTo>
                  <a:pt x="0" y="212658"/>
                </a:lnTo>
                <a:lnTo>
                  <a:pt x="251" y="217588"/>
                </a:lnTo>
                <a:lnTo>
                  <a:pt x="1020" y="222630"/>
                </a:lnTo>
                <a:lnTo>
                  <a:pt x="2276" y="227518"/>
                </a:lnTo>
                <a:lnTo>
                  <a:pt x="3994" y="232197"/>
                </a:lnTo>
                <a:close/>
                <a:moveTo>
                  <a:pt x="21565" y="44838"/>
                </a:moveTo>
                <a:lnTo>
                  <a:pt x="22296" y="41983"/>
                </a:lnTo>
                <a:lnTo>
                  <a:pt x="23319" y="39207"/>
                </a:lnTo>
                <a:lnTo>
                  <a:pt x="24582" y="36587"/>
                </a:lnTo>
                <a:lnTo>
                  <a:pt x="26091" y="34100"/>
                </a:lnTo>
                <a:lnTo>
                  <a:pt x="27767" y="31862"/>
                </a:lnTo>
                <a:lnTo>
                  <a:pt x="29716" y="29716"/>
                </a:lnTo>
                <a:lnTo>
                  <a:pt x="31862" y="27767"/>
                </a:lnTo>
                <a:lnTo>
                  <a:pt x="34100" y="26091"/>
                </a:lnTo>
                <a:lnTo>
                  <a:pt x="36587" y="24582"/>
                </a:lnTo>
                <a:lnTo>
                  <a:pt x="39207" y="23319"/>
                </a:lnTo>
                <a:lnTo>
                  <a:pt x="41983" y="22296"/>
                </a:lnTo>
                <a:lnTo>
                  <a:pt x="44838" y="21565"/>
                </a:lnTo>
                <a:lnTo>
                  <a:pt x="47737" y="21120"/>
                </a:lnTo>
                <a:lnTo>
                  <a:pt x="51119" y="20949"/>
                </a:lnTo>
                <a:lnTo>
                  <a:pt x="434894" y="20949"/>
                </a:lnTo>
                <a:lnTo>
                  <a:pt x="438276" y="21120"/>
                </a:lnTo>
                <a:lnTo>
                  <a:pt x="441175" y="21565"/>
                </a:lnTo>
                <a:lnTo>
                  <a:pt x="444030" y="22296"/>
                </a:lnTo>
                <a:lnTo>
                  <a:pt x="446806" y="23319"/>
                </a:lnTo>
                <a:lnTo>
                  <a:pt x="449425" y="24582"/>
                </a:lnTo>
                <a:lnTo>
                  <a:pt x="451912" y="26091"/>
                </a:lnTo>
                <a:lnTo>
                  <a:pt x="454150" y="27767"/>
                </a:lnTo>
                <a:lnTo>
                  <a:pt x="456297" y="29716"/>
                </a:lnTo>
                <a:lnTo>
                  <a:pt x="458235" y="31850"/>
                </a:lnTo>
                <a:lnTo>
                  <a:pt x="459974" y="34187"/>
                </a:lnTo>
                <a:lnTo>
                  <a:pt x="461430" y="36587"/>
                </a:lnTo>
                <a:lnTo>
                  <a:pt x="462693" y="39207"/>
                </a:lnTo>
                <a:lnTo>
                  <a:pt x="463716" y="41983"/>
                </a:lnTo>
                <a:lnTo>
                  <a:pt x="464448" y="44838"/>
                </a:lnTo>
                <a:lnTo>
                  <a:pt x="464892" y="47737"/>
                </a:lnTo>
                <a:lnTo>
                  <a:pt x="465064" y="51119"/>
                </a:lnTo>
                <a:lnTo>
                  <a:pt x="465064" y="212138"/>
                </a:lnTo>
                <a:lnTo>
                  <a:pt x="464892" y="215520"/>
                </a:lnTo>
                <a:lnTo>
                  <a:pt x="464448" y="218419"/>
                </a:lnTo>
                <a:lnTo>
                  <a:pt x="463716" y="221274"/>
                </a:lnTo>
                <a:lnTo>
                  <a:pt x="462693" y="224050"/>
                </a:lnTo>
                <a:lnTo>
                  <a:pt x="461430" y="226670"/>
                </a:lnTo>
                <a:lnTo>
                  <a:pt x="459974" y="229070"/>
                </a:lnTo>
                <a:lnTo>
                  <a:pt x="458235" y="231406"/>
                </a:lnTo>
                <a:lnTo>
                  <a:pt x="456297" y="233541"/>
                </a:lnTo>
                <a:lnTo>
                  <a:pt x="454150" y="235490"/>
                </a:lnTo>
                <a:lnTo>
                  <a:pt x="451912" y="237165"/>
                </a:lnTo>
                <a:lnTo>
                  <a:pt x="449425" y="238674"/>
                </a:lnTo>
                <a:lnTo>
                  <a:pt x="446806" y="239937"/>
                </a:lnTo>
                <a:lnTo>
                  <a:pt x="444030" y="240960"/>
                </a:lnTo>
                <a:lnTo>
                  <a:pt x="441175" y="241692"/>
                </a:lnTo>
                <a:lnTo>
                  <a:pt x="438276" y="242136"/>
                </a:lnTo>
                <a:lnTo>
                  <a:pt x="434894" y="242308"/>
                </a:lnTo>
                <a:lnTo>
                  <a:pt x="51119" y="242308"/>
                </a:lnTo>
                <a:lnTo>
                  <a:pt x="47737" y="242136"/>
                </a:lnTo>
                <a:lnTo>
                  <a:pt x="44838" y="241692"/>
                </a:lnTo>
                <a:lnTo>
                  <a:pt x="41983" y="240960"/>
                </a:lnTo>
                <a:lnTo>
                  <a:pt x="39207" y="239937"/>
                </a:lnTo>
                <a:lnTo>
                  <a:pt x="36587" y="238674"/>
                </a:lnTo>
                <a:lnTo>
                  <a:pt x="34100" y="237165"/>
                </a:lnTo>
                <a:lnTo>
                  <a:pt x="31862" y="235490"/>
                </a:lnTo>
                <a:lnTo>
                  <a:pt x="29716" y="233541"/>
                </a:lnTo>
                <a:lnTo>
                  <a:pt x="27767" y="231395"/>
                </a:lnTo>
                <a:lnTo>
                  <a:pt x="26091" y="229157"/>
                </a:lnTo>
                <a:lnTo>
                  <a:pt x="24582" y="226670"/>
                </a:lnTo>
                <a:lnTo>
                  <a:pt x="23319" y="224050"/>
                </a:lnTo>
                <a:lnTo>
                  <a:pt x="22296" y="221274"/>
                </a:lnTo>
                <a:lnTo>
                  <a:pt x="21565" y="218419"/>
                </a:lnTo>
                <a:lnTo>
                  <a:pt x="21120" y="215520"/>
                </a:lnTo>
                <a:lnTo>
                  <a:pt x="20949" y="212138"/>
                </a:lnTo>
                <a:lnTo>
                  <a:pt x="20949" y="51119"/>
                </a:lnTo>
                <a:lnTo>
                  <a:pt x="21120" y="47737"/>
                </a:lnTo>
                <a:lnTo>
                  <a:pt x="21565" y="44838"/>
                </a:ln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q">
            <a:extLst xmlns:a="http://schemas.openxmlformats.org/drawingml/2006/main">
              <a:ext uri="{FF2B5EF4-FFF2-40B4-BE49-F238E27FC236}">
                <a16:creationId xmlns:a16="http://schemas.microsoft.com/office/drawing/2014/main" id="{C1894CB6-C3A6-437F-B1A9-AB35E944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76" y="2880869"/>
            <a:ext cx="96042" cy="176348"/>
          </a:xfrm>
          <a:custGeom xmlns:a="http://schemas.openxmlformats.org/drawingml/2006/main">
            <a:pathLst>
              <a:path w="96042" h="176348">
                <a:moveTo>
                  <a:pt x="92344" y="81612"/>
                </a:moveTo>
                <a:lnTo>
                  <a:pt x="87340" y="123378"/>
                </a:lnTo>
                <a:cubicBezTo>
                  <a:pt x="85527" y="138896"/>
                  <a:pt x="84621" y="152927"/>
                  <a:pt x="84621" y="165471"/>
                </a:cubicBezTo>
                <a:cubicBezTo>
                  <a:pt x="84621" y="168662"/>
                  <a:pt x="83642" y="171272"/>
                  <a:pt x="81684" y="173303"/>
                </a:cubicBezTo>
                <a:cubicBezTo>
                  <a:pt x="79727" y="175333"/>
                  <a:pt x="77152" y="176348"/>
                  <a:pt x="73962" y="176348"/>
                </a:cubicBezTo>
                <a:cubicBezTo>
                  <a:pt x="67291" y="176348"/>
                  <a:pt x="63738" y="172693"/>
                  <a:pt x="63303" y="165383"/>
                </a:cubicBezTo>
                <a:cubicBezTo>
                  <a:pt x="63085" y="162199"/>
                  <a:pt x="63266" y="158183"/>
                  <a:pt x="63846" y="153334"/>
                </a:cubicBezTo>
                <a:lnTo>
                  <a:pt x="65260" y="141284"/>
                </a:lnTo>
                <a:lnTo>
                  <a:pt x="67327" y="117288"/>
                </a:lnTo>
                <a:cubicBezTo>
                  <a:pt x="61091" y="118955"/>
                  <a:pt x="56704" y="119789"/>
                  <a:pt x="54166" y="119789"/>
                </a:cubicBezTo>
                <a:cubicBezTo>
                  <a:pt x="38359" y="119789"/>
                  <a:pt x="25560" y="115684"/>
                  <a:pt x="15771" y="107475"/>
                </a:cubicBezTo>
                <a:cubicBezTo>
                  <a:pt x="5257" y="98685"/>
                  <a:pt x="0" y="86518"/>
                  <a:pt x="0" y="70973"/>
                </a:cubicBezTo>
                <a:cubicBezTo>
                  <a:pt x="0" y="49689"/>
                  <a:pt x="5982" y="32617"/>
                  <a:pt x="17947" y="19757"/>
                </a:cubicBezTo>
                <a:cubicBezTo>
                  <a:pt x="30201" y="6537"/>
                  <a:pt x="46879" y="0"/>
                  <a:pt x="67980" y="145"/>
                </a:cubicBezTo>
                <a:cubicBezTo>
                  <a:pt x="71968" y="145"/>
                  <a:pt x="74977" y="1740"/>
                  <a:pt x="77007" y="4931"/>
                </a:cubicBezTo>
                <a:cubicBezTo>
                  <a:pt x="80125" y="2175"/>
                  <a:pt x="82881" y="798"/>
                  <a:pt x="85274" y="798"/>
                </a:cubicBezTo>
                <a:cubicBezTo>
                  <a:pt x="88174" y="798"/>
                  <a:pt x="90694" y="1958"/>
                  <a:pt x="92833" y="4278"/>
                </a:cubicBezTo>
                <a:cubicBezTo>
                  <a:pt x="94972" y="6599"/>
                  <a:pt x="96042" y="9245"/>
                  <a:pt x="96042" y="12218"/>
                </a:cubicBezTo>
                <a:cubicBezTo>
                  <a:pt x="96042" y="33609"/>
                  <a:pt x="94809" y="56740"/>
                  <a:pt x="92344" y="81612"/>
                </a:cubicBezTo>
                <a:moveTo>
                  <a:pt x="60257" y="18962"/>
                </a:moveTo>
                <a:cubicBezTo>
                  <a:pt x="46915" y="21361"/>
                  <a:pt x="36836" y="28159"/>
                  <a:pt x="30020" y="39356"/>
                </a:cubicBezTo>
                <a:cubicBezTo>
                  <a:pt x="24509" y="48442"/>
                  <a:pt x="21753" y="59130"/>
                  <a:pt x="21753" y="71418"/>
                </a:cubicBezTo>
                <a:cubicBezTo>
                  <a:pt x="21753" y="79997"/>
                  <a:pt x="24364" y="86977"/>
                  <a:pt x="29585" y="92356"/>
                </a:cubicBezTo>
                <a:cubicBezTo>
                  <a:pt x="35313" y="98318"/>
                  <a:pt x="43253" y="101154"/>
                  <a:pt x="53405" y="100864"/>
                </a:cubicBezTo>
                <a:cubicBezTo>
                  <a:pt x="60293" y="100646"/>
                  <a:pt x="65333" y="96902"/>
                  <a:pt x="68523" y="89630"/>
                </a:cubicBezTo>
                <a:cubicBezTo>
                  <a:pt x="72004" y="81488"/>
                  <a:pt x="73853" y="67639"/>
                  <a:pt x="74071" y="48081"/>
                </a:cubicBezTo>
                <a:lnTo>
                  <a:pt x="75593" y="18962"/>
                </a:lnTo>
                <a:cubicBezTo>
                  <a:pt x="74143" y="19469"/>
                  <a:pt x="71605" y="19578"/>
                  <a:pt x="67980" y="19288"/>
                </a:cubicBezTo>
                <a:cubicBezTo>
                  <a:pt x="63991" y="18853"/>
                  <a:pt x="61417" y="18744"/>
                  <a:pt x="60257" y="189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d0dca6d6d47cd"/>
          <a:stretch xmlns:a="http://schemas.openxmlformats.org/drawingml/2006/main"/>
        </p:blipFill>
        <p:spPr>
          <a:xfrm xmlns:a="http://schemas.openxmlformats.org/drawingml/2006/main">
            <a:off x="1448624" y="2355028"/>
            <a:ext cx="497744" cy="573487"/>
          </a:xfrm>
          <a:prstGeom xmlns:a="http://schemas.openxmlformats.org/drawingml/2006/main" prst="rect">
            <a:avLst/>
          </a:prstGeom>
        </p:spPr>
      </p:pic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798A7E-1F85-4AF3-93CA-722EF124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405" y="2929190"/>
            <a:ext cx="1054144" cy="90499"/>
          </a:xfrm>
          <a:custGeom xmlns:a="http://schemas.openxmlformats.org/drawingml/2006/main">
            <a:pathLst>
              <a:path w="1054144" h="90499">
                <a:moveTo>
                  <a:pt x="0" y="21787"/>
                </a:moveTo>
                <a:lnTo>
                  <a:pt x="1008895" y="21787"/>
                </a:lnTo>
                <a:lnTo>
                  <a:pt x="1008895" y="0"/>
                </a:lnTo>
                <a:lnTo>
                  <a:pt x="1054144" y="45249"/>
                </a:lnTo>
                <a:lnTo>
                  <a:pt x="1008895" y="90499"/>
                </a:lnTo>
                <a:lnTo>
                  <a:pt x="1008895" y="67036"/>
                </a:lnTo>
                <a:lnTo>
                  <a:pt x="0" y="67036"/>
                </a:lnTo>
                <a:lnTo>
                  <a:pt x="23463" y="45249"/>
                </a:lnTo>
                <a:lnTo>
                  <a:pt x="0" y="21787"/>
                </a:lnTo>
              </a:path>
            </a:pathLst>
          </a:custGeom>
          <a:solidFill xmlns:a="http://schemas.openxmlformats.org/drawingml/2006/main">
            <a:srgbClr val="D8E4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68388A-02E4-4948-B726-C2067E25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748" y="1715416"/>
            <a:ext cx="94577" cy="2444027"/>
          </a:xfrm>
          <a:custGeom xmlns:a="http://schemas.openxmlformats.org/drawingml/2006/main">
            <a:pathLst>
              <a:path w="94577" h="2444027">
                <a:moveTo>
                  <a:pt x="74913" y="2304"/>
                </a:moveTo>
                <a:lnTo>
                  <a:pt x="70276" y="3575"/>
                </a:lnTo>
                <a:lnTo>
                  <a:pt x="65723" y="5112"/>
                </a:lnTo>
                <a:lnTo>
                  <a:pt x="61282" y="6885"/>
                </a:lnTo>
                <a:lnTo>
                  <a:pt x="56953" y="8910"/>
                </a:lnTo>
                <a:lnTo>
                  <a:pt x="52749" y="11173"/>
                </a:lnTo>
                <a:lnTo>
                  <a:pt x="48657" y="13645"/>
                </a:lnTo>
                <a:lnTo>
                  <a:pt x="44691" y="16354"/>
                </a:lnTo>
                <a:lnTo>
                  <a:pt x="40878" y="19259"/>
                </a:lnTo>
                <a:lnTo>
                  <a:pt x="37191" y="22359"/>
                </a:lnTo>
                <a:lnTo>
                  <a:pt x="33644" y="25655"/>
                </a:lnTo>
                <a:lnTo>
                  <a:pt x="30250" y="29147"/>
                </a:lnTo>
                <a:lnTo>
                  <a:pt x="27010" y="32806"/>
                </a:lnTo>
                <a:lnTo>
                  <a:pt x="23924" y="36632"/>
                </a:lnTo>
                <a:lnTo>
                  <a:pt x="21005" y="40627"/>
                </a:lnTo>
                <a:lnTo>
                  <a:pt x="18267" y="44775"/>
                </a:lnTo>
                <a:lnTo>
                  <a:pt x="15684" y="49076"/>
                </a:lnTo>
                <a:lnTo>
                  <a:pt x="13282" y="53503"/>
                </a:lnTo>
                <a:lnTo>
                  <a:pt x="11061" y="58084"/>
                </a:lnTo>
                <a:lnTo>
                  <a:pt x="9036" y="62791"/>
                </a:lnTo>
                <a:lnTo>
                  <a:pt x="7192" y="67609"/>
                </a:lnTo>
                <a:lnTo>
                  <a:pt x="5544" y="72553"/>
                </a:lnTo>
                <a:lnTo>
                  <a:pt x="4106" y="77594"/>
                </a:lnTo>
                <a:lnTo>
                  <a:pt x="2877" y="82748"/>
                </a:lnTo>
                <a:lnTo>
                  <a:pt x="1857" y="87985"/>
                </a:lnTo>
                <a:lnTo>
                  <a:pt x="1047" y="93320"/>
                </a:lnTo>
                <a:lnTo>
                  <a:pt x="475" y="98739"/>
                </a:lnTo>
                <a:lnTo>
                  <a:pt x="112" y="104227"/>
                </a:lnTo>
                <a:lnTo>
                  <a:pt x="0" y="109674"/>
                </a:lnTo>
                <a:lnTo>
                  <a:pt x="0" y="2334353"/>
                </a:lnTo>
                <a:lnTo>
                  <a:pt x="112" y="2339800"/>
                </a:lnTo>
                <a:lnTo>
                  <a:pt x="475" y="2345289"/>
                </a:lnTo>
                <a:lnTo>
                  <a:pt x="1047" y="2350708"/>
                </a:lnTo>
                <a:lnTo>
                  <a:pt x="1857" y="2356042"/>
                </a:lnTo>
                <a:lnTo>
                  <a:pt x="2877" y="2361280"/>
                </a:lnTo>
                <a:lnTo>
                  <a:pt x="4106" y="2366433"/>
                </a:lnTo>
                <a:lnTo>
                  <a:pt x="5544" y="2371475"/>
                </a:lnTo>
                <a:lnTo>
                  <a:pt x="7192" y="2376419"/>
                </a:lnTo>
                <a:lnTo>
                  <a:pt x="9036" y="2381237"/>
                </a:lnTo>
                <a:lnTo>
                  <a:pt x="11061" y="2385943"/>
                </a:lnTo>
                <a:lnTo>
                  <a:pt x="13282" y="2390524"/>
                </a:lnTo>
                <a:lnTo>
                  <a:pt x="15684" y="2394951"/>
                </a:lnTo>
                <a:lnTo>
                  <a:pt x="18267" y="2399253"/>
                </a:lnTo>
                <a:lnTo>
                  <a:pt x="21005" y="2403401"/>
                </a:lnTo>
                <a:lnTo>
                  <a:pt x="23924" y="2407395"/>
                </a:lnTo>
                <a:lnTo>
                  <a:pt x="27010" y="2411222"/>
                </a:lnTo>
                <a:lnTo>
                  <a:pt x="30250" y="2414881"/>
                </a:lnTo>
                <a:lnTo>
                  <a:pt x="33644" y="2418372"/>
                </a:lnTo>
                <a:lnTo>
                  <a:pt x="37191" y="2421668"/>
                </a:lnTo>
                <a:lnTo>
                  <a:pt x="40878" y="2424769"/>
                </a:lnTo>
                <a:lnTo>
                  <a:pt x="44691" y="2427673"/>
                </a:lnTo>
                <a:lnTo>
                  <a:pt x="48657" y="2430383"/>
                </a:lnTo>
                <a:lnTo>
                  <a:pt x="52749" y="2432855"/>
                </a:lnTo>
                <a:lnTo>
                  <a:pt x="56953" y="2435117"/>
                </a:lnTo>
                <a:lnTo>
                  <a:pt x="61282" y="2437142"/>
                </a:lnTo>
                <a:lnTo>
                  <a:pt x="65723" y="2438916"/>
                </a:lnTo>
                <a:lnTo>
                  <a:pt x="70276" y="2440452"/>
                </a:lnTo>
                <a:lnTo>
                  <a:pt x="74913" y="2441723"/>
                </a:lnTo>
                <a:lnTo>
                  <a:pt x="79647" y="2442715"/>
                </a:lnTo>
                <a:lnTo>
                  <a:pt x="84452" y="2443441"/>
                </a:lnTo>
                <a:lnTo>
                  <a:pt x="89326" y="2443888"/>
                </a:lnTo>
                <a:lnTo>
                  <a:pt x="93962" y="2444027"/>
                </a:lnTo>
                <a:lnTo>
                  <a:pt x="94577" y="2423079"/>
                </a:lnTo>
                <a:lnTo>
                  <a:pt x="90528" y="2422960"/>
                </a:lnTo>
                <a:lnTo>
                  <a:pt x="86814" y="2422619"/>
                </a:lnTo>
                <a:lnTo>
                  <a:pt x="83372" y="2422092"/>
                </a:lnTo>
                <a:lnTo>
                  <a:pt x="79926" y="2421370"/>
                </a:lnTo>
                <a:lnTo>
                  <a:pt x="76545" y="2420452"/>
                </a:lnTo>
                <a:lnTo>
                  <a:pt x="72921" y="2419231"/>
                </a:lnTo>
                <a:lnTo>
                  <a:pt x="69605" y="2417900"/>
                </a:lnTo>
                <a:lnTo>
                  <a:pt x="66443" y="2416429"/>
                </a:lnTo>
                <a:lnTo>
                  <a:pt x="63123" y="2414657"/>
                </a:lnTo>
                <a:lnTo>
                  <a:pt x="60036" y="2412785"/>
                </a:lnTo>
                <a:lnTo>
                  <a:pt x="57126" y="2410803"/>
                </a:lnTo>
                <a:lnTo>
                  <a:pt x="53957" y="2408400"/>
                </a:lnTo>
                <a:lnTo>
                  <a:pt x="51194" y="2406082"/>
                </a:lnTo>
                <a:lnTo>
                  <a:pt x="48219" y="2403305"/>
                </a:lnTo>
                <a:lnTo>
                  <a:pt x="45461" y="2400471"/>
                </a:lnTo>
                <a:lnTo>
                  <a:pt x="43064" y="2397751"/>
                </a:lnTo>
                <a:lnTo>
                  <a:pt x="40491" y="2394557"/>
                </a:lnTo>
                <a:lnTo>
                  <a:pt x="38143" y="2391335"/>
                </a:lnTo>
                <a:lnTo>
                  <a:pt x="35944" y="2388013"/>
                </a:lnTo>
                <a:lnTo>
                  <a:pt x="33819" y="2384461"/>
                </a:lnTo>
                <a:lnTo>
                  <a:pt x="31881" y="2380872"/>
                </a:lnTo>
                <a:lnTo>
                  <a:pt x="30148" y="2377285"/>
                </a:lnTo>
                <a:lnTo>
                  <a:pt x="28373" y="2373188"/>
                </a:lnTo>
                <a:lnTo>
                  <a:pt x="26956" y="2369469"/>
                </a:lnTo>
                <a:lnTo>
                  <a:pt x="25519" y="2365129"/>
                </a:lnTo>
                <a:lnTo>
                  <a:pt x="24365" y="2361079"/>
                </a:lnTo>
                <a:lnTo>
                  <a:pt x="23352" y="2356854"/>
                </a:lnTo>
                <a:lnTo>
                  <a:pt x="22539" y="2352678"/>
                </a:lnTo>
                <a:lnTo>
                  <a:pt x="21828" y="2347985"/>
                </a:lnTo>
                <a:lnTo>
                  <a:pt x="21326" y="2343278"/>
                </a:lnTo>
                <a:lnTo>
                  <a:pt x="21354" y="2343725"/>
                </a:lnTo>
                <a:lnTo>
                  <a:pt x="21060" y="2339117"/>
                </a:lnTo>
                <a:lnTo>
                  <a:pt x="20949" y="2334018"/>
                </a:lnTo>
                <a:lnTo>
                  <a:pt x="20949" y="110009"/>
                </a:lnTo>
                <a:lnTo>
                  <a:pt x="21060" y="104911"/>
                </a:lnTo>
                <a:lnTo>
                  <a:pt x="21354" y="100303"/>
                </a:lnTo>
                <a:lnTo>
                  <a:pt x="21326" y="100750"/>
                </a:lnTo>
                <a:lnTo>
                  <a:pt x="21828" y="96042"/>
                </a:lnTo>
                <a:lnTo>
                  <a:pt x="22539" y="91349"/>
                </a:lnTo>
                <a:lnTo>
                  <a:pt x="23352" y="87174"/>
                </a:lnTo>
                <a:lnTo>
                  <a:pt x="24365" y="82948"/>
                </a:lnTo>
                <a:lnTo>
                  <a:pt x="25519" y="78898"/>
                </a:lnTo>
                <a:lnTo>
                  <a:pt x="26956" y="74559"/>
                </a:lnTo>
                <a:lnTo>
                  <a:pt x="28373" y="70840"/>
                </a:lnTo>
                <a:lnTo>
                  <a:pt x="30148" y="66742"/>
                </a:lnTo>
                <a:lnTo>
                  <a:pt x="31881" y="63155"/>
                </a:lnTo>
                <a:lnTo>
                  <a:pt x="33819" y="59566"/>
                </a:lnTo>
                <a:lnTo>
                  <a:pt x="35944" y="56015"/>
                </a:lnTo>
                <a:lnTo>
                  <a:pt x="38143" y="52693"/>
                </a:lnTo>
                <a:lnTo>
                  <a:pt x="40491" y="49471"/>
                </a:lnTo>
                <a:lnTo>
                  <a:pt x="43064" y="46276"/>
                </a:lnTo>
                <a:lnTo>
                  <a:pt x="45461" y="43557"/>
                </a:lnTo>
                <a:lnTo>
                  <a:pt x="48219" y="40723"/>
                </a:lnTo>
                <a:lnTo>
                  <a:pt x="51194" y="37945"/>
                </a:lnTo>
                <a:lnTo>
                  <a:pt x="53957" y="35627"/>
                </a:lnTo>
                <a:lnTo>
                  <a:pt x="57126" y="33224"/>
                </a:lnTo>
                <a:lnTo>
                  <a:pt x="60036" y="31242"/>
                </a:lnTo>
                <a:lnTo>
                  <a:pt x="63123" y="29371"/>
                </a:lnTo>
                <a:lnTo>
                  <a:pt x="66443" y="27598"/>
                </a:lnTo>
                <a:lnTo>
                  <a:pt x="69605" y="26127"/>
                </a:lnTo>
                <a:lnTo>
                  <a:pt x="72921" y="24796"/>
                </a:lnTo>
                <a:lnTo>
                  <a:pt x="76545" y="23576"/>
                </a:lnTo>
                <a:lnTo>
                  <a:pt x="79926" y="22658"/>
                </a:lnTo>
                <a:lnTo>
                  <a:pt x="83372" y="21936"/>
                </a:lnTo>
                <a:lnTo>
                  <a:pt x="86814" y="21408"/>
                </a:lnTo>
                <a:lnTo>
                  <a:pt x="90528" y="21067"/>
                </a:lnTo>
                <a:lnTo>
                  <a:pt x="94577" y="20949"/>
                </a:lnTo>
                <a:lnTo>
                  <a:pt x="93962" y="0"/>
                </a:lnTo>
                <a:lnTo>
                  <a:pt x="89326" y="140"/>
                </a:lnTo>
                <a:lnTo>
                  <a:pt x="84452" y="587"/>
                </a:lnTo>
                <a:lnTo>
                  <a:pt x="79647" y="1313"/>
                </a:lnTo>
                <a:lnTo>
                  <a:pt x="74913" y="2304"/>
                </a:ln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774796-CE47-4A78-8761-18206729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665" y="1788737"/>
            <a:ext cx="1011129" cy="312836"/>
          </a:xfrm>
          <a:custGeom xmlns:a="http://schemas.openxmlformats.org/drawingml/2006/main">
            <a:pathLst>
              <a:path w="1011129" h="312836">
                <a:moveTo>
                  <a:pt x="419" y="52791"/>
                </a:moveTo>
                <a:cubicBezTo>
                  <a:pt x="0" y="23351"/>
                  <a:pt x="23351" y="0"/>
                  <a:pt x="52372" y="838"/>
                </a:cubicBezTo>
                <a:lnTo>
                  <a:pt x="959036" y="838"/>
                </a:lnTo>
                <a:cubicBezTo>
                  <a:pt x="987778" y="0"/>
                  <a:pt x="1011129" y="23351"/>
                  <a:pt x="1010989" y="52791"/>
                </a:cubicBezTo>
                <a:lnTo>
                  <a:pt x="1010989" y="260603"/>
                </a:lnTo>
                <a:cubicBezTo>
                  <a:pt x="1011129" y="289485"/>
                  <a:pt x="987778" y="312836"/>
                  <a:pt x="959036" y="312556"/>
                </a:cubicBezTo>
                <a:lnTo>
                  <a:pt x="52372" y="312556"/>
                </a:lnTo>
                <a:cubicBezTo>
                  <a:pt x="23351" y="312836"/>
                  <a:pt x="0" y="289485"/>
                  <a:pt x="419" y="260603"/>
                </a:cubicBezTo>
                <a:lnTo>
                  <a:pt x="419" y="52791"/>
                </a:lnTo>
              </a:path>
            </a:pathLst>
          </a:custGeom>
          <a:solidFill xmlns:a="http://schemas.openxmlformats.org/drawingml/2006/main">
            <a:srgbClr val="FCF3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395C36-C023-4B4A-BF30-1C89D37C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191" y="1778262"/>
            <a:ext cx="1032078" cy="333784"/>
          </a:xfrm>
          <a:custGeom xmlns:a="http://schemas.openxmlformats.org/drawingml/2006/main">
            <a:pathLst>
              <a:path w="1032078" h="333784">
                <a:moveTo>
                  <a:pt x="4916" y="295546"/>
                </a:moveTo>
                <a:lnTo>
                  <a:pt x="7556" y="301020"/>
                </a:lnTo>
                <a:lnTo>
                  <a:pt x="10684" y="306188"/>
                </a:lnTo>
                <a:lnTo>
                  <a:pt x="14287" y="311006"/>
                </a:lnTo>
                <a:lnTo>
                  <a:pt x="18337" y="315447"/>
                </a:lnTo>
                <a:lnTo>
                  <a:pt x="22778" y="319497"/>
                </a:lnTo>
                <a:lnTo>
                  <a:pt x="27597" y="323100"/>
                </a:lnTo>
                <a:lnTo>
                  <a:pt x="32764" y="326229"/>
                </a:lnTo>
                <a:lnTo>
                  <a:pt x="38239" y="328868"/>
                </a:lnTo>
                <a:lnTo>
                  <a:pt x="43992" y="330977"/>
                </a:lnTo>
                <a:lnTo>
                  <a:pt x="50012" y="332527"/>
                </a:lnTo>
                <a:lnTo>
                  <a:pt x="56227" y="333477"/>
                </a:lnTo>
                <a:lnTo>
                  <a:pt x="62344" y="333784"/>
                </a:lnTo>
                <a:lnTo>
                  <a:pt x="969720" y="333784"/>
                </a:lnTo>
                <a:lnTo>
                  <a:pt x="975851" y="333477"/>
                </a:lnTo>
                <a:lnTo>
                  <a:pt x="982066" y="332527"/>
                </a:lnTo>
                <a:lnTo>
                  <a:pt x="988085" y="330977"/>
                </a:lnTo>
                <a:lnTo>
                  <a:pt x="993839" y="328868"/>
                </a:lnTo>
                <a:lnTo>
                  <a:pt x="999314" y="326229"/>
                </a:lnTo>
                <a:lnTo>
                  <a:pt x="1004481" y="323100"/>
                </a:lnTo>
                <a:lnTo>
                  <a:pt x="1009300" y="319497"/>
                </a:lnTo>
                <a:lnTo>
                  <a:pt x="1013741" y="315447"/>
                </a:lnTo>
                <a:lnTo>
                  <a:pt x="1017791" y="311006"/>
                </a:lnTo>
                <a:lnTo>
                  <a:pt x="1021394" y="306188"/>
                </a:lnTo>
                <a:lnTo>
                  <a:pt x="1024522" y="301020"/>
                </a:lnTo>
                <a:lnTo>
                  <a:pt x="1027162" y="295546"/>
                </a:lnTo>
                <a:lnTo>
                  <a:pt x="1029271" y="289792"/>
                </a:lnTo>
                <a:lnTo>
                  <a:pt x="1030821" y="283773"/>
                </a:lnTo>
                <a:lnTo>
                  <a:pt x="1031771" y="277558"/>
                </a:lnTo>
                <a:lnTo>
                  <a:pt x="1032078" y="271441"/>
                </a:lnTo>
                <a:lnTo>
                  <a:pt x="1032078" y="62344"/>
                </a:lnTo>
                <a:lnTo>
                  <a:pt x="1031771" y="56227"/>
                </a:lnTo>
                <a:lnTo>
                  <a:pt x="1030821" y="50012"/>
                </a:lnTo>
                <a:lnTo>
                  <a:pt x="1029271" y="43992"/>
                </a:lnTo>
                <a:lnTo>
                  <a:pt x="1027162" y="38239"/>
                </a:lnTo>
                <a:lnTo>
                  <a:pt x="1024522" y="32764"/>
                </a:lnTo>
                <a:lnTo>
                  <a:pt x="1021394" y="27597"/>
                </a:lnTo>
                <a:lnTo>
                  <a:pt x="1017791" y="22778"/>
                </a:lnTo>
                <a:lnTo>
                  <a:pt x="1013741" y="18337"/>
                </a:lnTo>
                <a:lnTo>
                  <a:pt x="1009300" y="14287"/>
                </a:lnTo>
                <a:lnTo>
                  <a:pt x="1004481" y="10684"/>
                </a:lnTo>
                <a:lnTo>
                  <a:pt x="999314" y="7556"/>
                </a:lnTo>
                <a:lnTo>
                  <a:pt x="993839" y="4916"/>
                </a:lnTo>
                <a:lnTo>
                  <a:pt x="988085" y="2807"/>
                </a:lnTo>
                <a:lnTo>
                  <a:pt x="982066" y="1257"/>
                </a:lnTo>
                <a:lnTo>
                  <a:pt x="975851" y="307"/>
                </a:lnTo>
                <a:lnTo>
                  <a:pt x="969720" y="0"/>
                </a:lnTo>
                <a:lnTo>
                  <a:pt x="62344" y="0"/>
                </a:lnTo>
                <a:lnTo>
                  <a:pt x="56227" y="307"/>
                </a:lnTo>
                <a:lnTo>
                  <a:pt x="50012" y="1257"/>
                </a:lnTo>
                <a:lnTo>
                  <a:pt x="43992" y="2807"/>
                </a:lnTo>
                <a:lnTo>
                  <a:pt x="38239" y="4916"/>
                </a:lnTo>
                <a:lnTo>
                  <a:pt x="32764" y="7556"/>
                </a:lnTo>
                <a:lnTo>
                  <a:pt x="27597" y="10684"/>
                </a:lnTo>
                <a:lnTo>
                  <a:pt x="22778" y="14287"/>
                </a:lnTo>
                <a:lnTo>
                  <a:pt x="18337" y="18337"/>
                </a:lnTo>
                <a:lnTo>
                  <a:pt x="14287" y="22778"/>
                </a:lnTo>
                <a:lnTo>
                  <a:pt x="10684" y="27597"/>
                </a:lnTo>
                <a:lnTo>
                  <a:pt x="7556" y="32764"/>
                </a:lnTo>
                <a:lnTo>
                  <a:pt x="4916" y="38239"/>
                </a:lnTo>
                <a:lnTo>
                  <a:pt x="2807" y="43992"/>
                </a:lnTo>
                <a:lnTo>
                  <a:pt x="1257" y="50012"/>
                </a:lnTo>
                <a:lnTo>
                  <a:pt x="307" y="56227"/>
                </a:lnTo>
                <a:lnTo>
                  <a:pt x="0" y="62344"/>
                </a:lnTo>
                <a:lnTo>
                  <a:pt x="0" y="271441"/>
                </a:lnTo>
                <a:lnTo>
                  <a:pt x="307" y="277558"/>
                </a:lnTo>
                <a:lnTo>
                  <a:pt x="1257" y="283773"/>
                </a:lnTo>
                <a:lnTo>
                  <a:pt x="2807" y="289792"/>
                </a:lnTo>
                <a:lnTo>
                  <a:pt x="4916" y="295546"/>
                </a:lnTo>
                <a:close/>
                <a:moveTo>
                  <a:pt x="21805" y="54214"/>
                </a:moveTo>
                <a:lnTo>
                  <a:pt x="22827" y="50235"/>
                </a:lnTo>
                <a:lnTo>
                  <a:pt x="24246" y="46372"/>
                </a:lnTo>
                <a:lnTo>
                  <a:pt x="25944" y="42837"/>
                </a:lnTo>
                <a:lnTo>
                  <a:pt x="28101" y="39283"/>
                </a:lnTo>
                <a:lnTo>
                  <a:pt x="30439" y="36162"/>
                </a:lnTo>
                <a:lnTo>
                  <a:pt x="33165" y="33165"/>
                </a:lnTo>
                <a:lnTo>
                  <a:pt x="36162" y="30439"/>
                </a:lnTo>
                <a:lnTo>
                  <a:pt x="39283" y="28101"/>
                </a:lnTo>
                <a:lnTo>
                  <a:pt x="42837" y="25944"/>
                </a:lnTo>
                <a:lnTo>
                  <a:pt x="46372" y="24246"/>
                </a:lnTo>
                <a:lnTo>
                  <a:pt x="50235" y="22827"/>
                </a:lnTo>
                <a:lnTo>
                  <a:pt x="54214" y="21805"/>
                </a:lnTo>
                <a:lnTo>
                  <a:pt x="58416" y="21170"/>
                </a:lnTo>
                <a:lnTo>
                  <a:pt x="62860" y="20949"/>
                </a:lnTo>
                <a:lnTo>
                  <a:pt x="969218" y="20949"/>
                </a:lnTo>
                <a:lnTo>
                  <a:pt x="973662" y="21170"/>
                </a:lnTo>
                <a:lnTo>
                  <a:pt x="977864" y="21805"/>
                </a:lnTo>
                <a:lnTo>
                  <a:pt x="981843" y="22827"/>
                </a:lnTo>
                <a:lnTo>
                  <a:pt x="985706" y="24246"/>
                </a:lnTo>
                <a:lnTo>
                  <a:pt x="989241" y="25944"/>
                </a:lnTo>
                <a:lnTo>
                  <a:pt x="992795" y="28101"/>
                </a:lnTo>
                <a:lnTo>
                  <a:pt x="995916" y="30439"/>
                </a:lnTo>
                <a:lnTo>
                  <a:pt x="998913" y="33165"/>
                </a:lnTo>
                <a:lnTo>
                  <a:pt x="1001639" y="36162"/>
                </a:lnTo>
                <a:lnTo>
                  <a:pt x="1003977" y="39283"/>
                </a:lnTo>
                <a:lnTo>
                  <a:pt x="1006134" y="42837"/>
                </a:lnTo>
                <a:lnTo>
                  <a:pt x="1007832" y="46372"/>
                </a:lnTo>
                <a:lnTo>
                  <a:pt x="1009251" y="50235"/>
                </a:lnTo>
                <a:lnTo>
                  <a:pt x="1010273" y="54214"/>
                </a:lnTo>
                <a:lnTo>
                  <a:pt x="1010907" y="58416"/>
                </a:lnTo>
                <a:lnTo>
                  <a:pt x="1011129" y="62860"/>
                </a:lnTo>
                <a:lnTo>
                  <a:pt x="1011129" y="270925"/>
                </a:lnTo>
                <a:lnTo>
                  <a:pt x="1010907" y="275369"/>
                </a:lnTo>
                <a:lnTo>
                  <a:pt x="1010273" y="279570"/>
                </a:lnTo>
                <a:lnTo>
                  <a:pt x="1009251" y="283549"/>
                </a:lnTo>
                <a:lnTo>
                  <a:pt x="1007832" y="287413"/>
                </a:lnTo>
                <a:lnTo>
                  <a:pt x="1006134" y="290948"/>
                </a:lnTo>
                <a:lnTo>
                  <a:pt x="1003977" y="294501"/>
                </a:lnTo>
                <a:lnTo>
                  <a:pt x="1001639" y="297622"/>
                </a:lnTo>
                <a:lnTo>
                  <a:pt x="998913" y="300619"/>
                </a:lnTo>
                <a:lnTo>
                  <a:pt x="995916" y="303345"/>
                </a:lnTo>
                <a:lnTo>
                  <a:pt x="992795" y="305683"/>
                </a:lnTo>
                <a:lnTo>
                  <a:pt x="989241" y="307841"/>
                </a:lnTo>
                <a:lnTo>
                  <a:pt x="985706" y="309538"/>
                </a:lnTo>
                <a:lnTo>
                  <a:pt x="981843" y="310957"/>
                </a:lnTo>
                <a:lnTo>
                  <a:pt x="977864" y="311980"/>
                </a:lnTo>
                <a:lnTo>
                  <a:pt x="973662" y="312614"/>
                </a:lnTo>
                <a:lnTo>
                  <a:pt x="969218" y="312836"/>
                </a:lnTo>
                <a:lnTo>
                  <a:pt x="62860" y="312836"/>
                </a:lnTo>
                <a:lnTo>
                  <a:pt x="58416" y="312614"/>
                </a:lnTo>
                <a:lnTo>
                  <a:pt x="54214" y="311980"/>
                </a:lnTo>
                <a:lnTo>
                  <a:pt x="50235" y="310957"/>
                </a:lnTo>
                <a:lnTo>
                  <a:pt x="46372" y="309538"/>
                </a:lnTo>
                <a:lnTo>
                  <a:pt x="42837" y="307841"/>
                </a:lnTo>
                <a:lnTo>
                  <a:pt x="39283" y="305683"/>
                </a:lnTo>
                <a:lnTo>
                  <a:pt x="36162" y="303345"/>
                </a:lnTo>
                <a:lnTo>
                  <a:pt x="33165" y="300619"/>
                </a:lnTo>
                <a:lnTo>
                  <a:pt x="30439" y="297622"/>
                </a:lnTo>
                <a:lnTo>
                  <a:pt x="28101" y="294501"/>
                </a:lnTo>
                <a:lnTo>
                  <a:pt x="25944" y="290948"/>
                </a:lnTo>
                <a:lnTo>
                  <a:pt x="24246" y="287413"/>
                </a:lnTo>
                <a:lnTo>
                  <a:pt x="22827" y="283549"/>
                </a:lnTo>
                <a:lnTo>
                  <a:pt x="21805" y="279570"/>
                </a:lnTo>
                <a:lnTo>
                  <a:pt x="21170" y="275369"/>
                </a:lnTo>
                <a:lnTo>
                  <a:pt x="20949" y="270925"/>
                </a:lnTo>
                <a:lnTo>
                  <a:pt x="20949" y="62860"/>
                </a:lnTo>
                <a:lnTo>
                  <a:pt x="21170" y="58416"/>
                </a:lnTo>
                <a:lnTo>
                  <a:pt x="21805" y="54214"/>
                </a:lnTo>
                <a:close/>
              </a:path>
            </a:pathLst>
          </a:custGeom>
          <a:solidFill xmlns:a="http://schemas.openxmlformats.org/drawingml/2006/main">
            <a:srgbClr val="FC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y">
            <a:extLst xmlns:a="http://schemas.openxmlformats.org/drawingml/2006/main">
              <a:ext uri="{FF2B5EF4-FFF2-40B4-BE49-F238E27FC236}">
                <a16:creationId xmlns:a16="http://schemas.microsoft.com/office/drawing/2014/main" id="{4922DA47-6A02-4A27-BA8A-5136CD66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981" y="1878931"/>
            <a:ext cx="98493" cy="155213"/>
          </a:xfrm>
          <a:custGeom xmlns:a="http://schemas.openxmlformats.org/drawingml/2006/main">
            <a:pathLst>
              <a:path w="98493" h="155213">
                <a:moveTo>
                  <a:pt x="97248" y="14165"/>
                </a:moveTo>
                <a:lnTo>
                  <a:pt x="64097" y="85840"/>
                </a:lnTo>
                <a:cubicBezTo>
                  <a:pt x="55922" y="103280"/>
                  <a:pt x="49662" y="117876"/>
                  <a:pt x="45319" y="129629"/>
                </a:cubicBezTo>
                <a:lnTo>
                  <a:pt x="38995" y="148219"/>
                </a:lnTo>
                <a:cubicBezTo>
                  <a:pt x="37334" y="152882"/>
                  <a:pt x="34460" y="155213"/>
                  <a:pt x="30372" y="155213"/>
                </a:cubicBezTo>
                <a:cubicBezTo>
                  <a:pt x="27689" y="155213"/>
                  <a:pt x="25374" y="154330"/>
                  <a:pt x="23426" y="152564"/>
                </a:cubicBezTo>
                <a:cubicBezTo>
                  <a:pt x="21478" y="150799"/>
                  <a:pt x="20504" y="148601"/>
                  <a:pt x="20504" y="145968"/>
                </a:cubicBezTo>
                <a:cubicBezTo>
                  <a:pt x="20504" y="139548"/>
                  <a:pt x="27402" y="121078"/>
                  <a:pt x="41199" y="90556"/>
                </a:cubicBezTo>
                <a:lnTo>
                  <a:pt x="6898" y="24453"/>
                </a:lnTo>
                <a:lnTo>
                  <a:pt x="2587" y="17447"/>
                </a:lnTo>
                <a:cubicBezTo>
                  <a:pt x="862" y="14504"/>
                  <a:pt x="0" y="12042"/>
                  <a:pt x="0" y="10060"/>
                </a:cubicBezTo>
                <a:cubicBezTo>
                  <a:pt x="0" y="7441"/>
                  <a:pt x="1006" y="5142"/>
                  <a:pt x="3018" y="3162"/>
                </a:cubicBezTo>
                <a:cubicBezTo>
                  <a:pt x="5030" y="1182"/>
                  <a:pt x="7282" y="192"/>
                  <a:pt x="9773" y="192"/>
                </a:cubicBezTo>
                <a:cubicBezTo>
                  <a:pt x="12711" y="192"/>
                  <a:pt x="14978" y="1309"/>
                  <a:pt x="16575" y="3545"/>
                </a:cubicBezTo>
                <a:cubicBezTo>
                  <a:pt x="27434" y="18641"/>
                  <a:pt x="39091" y="40134"/>
                  <a:pt x="51546" y="68023"/>
                </a:cubicBezTo>
                <a:lnTo>
                  <a:pt x="65726" y="34866"/>
                </a:lnTo>
                <a:cubicBezTo>
                  <a:pt x="70836" y="23427"/>
                  <a:pt x="75754" y="13593"/>
                  <a:pt x="80481" y="5365"/>
                </a:cubicBezTo>
                <a:cubicBezTo>
                  <a:pt x="82525" y="1788"/>
                  <a:pt x="85208" y="0"/>
                  <a:pt x="88529" y="0"/>
                </a:cubicBezTo>
                <a:cubicBezTo>
                  <a:pt x="91148" y="0"/>
                  <a:pt x="93463" y="925"/>
                  <a:pt x="95475" y="2776"/>
                </a:cubicBezTo>
                <a:cubicBezTo>
                  <a:pt x="97487" y="4626"/>
                  <a:pt x="98493" y="6828"/>
                  <a:pt x="98493" y="9380"/>
                </a:cubicBezTo>
                <a:cubicBezTo>
                  <a:pt x="98493" y="10784"/>
                  <a:pt x="98078" y="12379"/>
                  <a:pt x="97248" y="14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1">
            <a:extLst xmlns:a="http://schemas.openxmlformats.org/drawingml/2006/main">
              <a:ext uri="{FF2B5EF4-FFF2-40B4-BE49-F238E27FC236}">
                <a16:creationId xmlns:a16="http://schemas.microsoft.com/office/drawing/2014/main" id="{042B2CCC-F87B-4974-80EA-88BEEC6F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120" y="1920174"/>
            <a:ext cx="39902" cy="96931"/>
          </a:xfrm>
          <a:custGeom xmlns:a="http://schemas.openxmlformats.org/drawingml/2006/main">
            <a:pathLst>
              <a:path w="39902" h="96931">
                <a:moveTo>
                  <a:pt x="33882" y="96931"/>
                </a:moveTo>
                <a:lnTo>
                  <a:pt x="21533" y="96931"/>
                </a:lnTo>
                <a:lnTo>
                  <a:pt x="9246" y="96868"/>
                </a:lnTo>
                <a:cubicBezTo>
                  <a:pt x="6350" y="96868"/>
                  <a:pt x="4323" y="96682"/>
                  <a:pt x="3165" y="96310"/>
                </a:cubicBezTo>
                <a:cubicBezTo>
                  <a:pt x="1055" y="95565"/>
                  <a:pt x="0" y="93993"/>
                  <a:pt x="0" y="91594"/>
                </a:cubicBezTo>
                <a:cubicBezTo>
                  <a:pt x="0" y="87415"/>
                  <a:pt x="3248" y="85326"/>
                  <a:pt x="9743" y="85326"/>
                </a:cubicBezTo>
                <a:lnTo>
                  <a:pt x="12721" y="85388"/>
                </a:lnTo>
                <a:lnTo>
                  <a:pt x="15266" y="85512"/>
                </a:lnTo>
                <a:cubicBezTo>
                  <a:pt x="15266" y="83523"/>
                  <a:pt x="15090" y="80580"/>
                  <a:pt x="14738" y="76685"/>
                </a:cubicBezTo>
                <a:cubicBezTo>
                  <a:pt x="14387" y="72788"/>
                  <a:pt x="14211" y="69866"/>
                  <a:pt x="14211" y="67918"/>
                </a:cubicBezTo>
                <a:cubicBezTo>
                  <a:pt x="14211" y="62653"/>
                  <a:pt x="14686" y="54653"/>
                  <a:pt x="15638" y="43918"/>
                </a:cubicBezTo>
                <a:cubicBezTo>
                  <a:pt x="16548" y="33349"/>
                  <a:pt x="16982" y="25329"/>
                  <a:pt x="16941" y="19858"/>
                </a:cubicBezTo>
                <a:cubicBezTo>
                  <a:pt x="11398" y="24160"/>
                  <a:pt x="7860" y="26311"/>
                  <a:pt x="6330" y="26311"/>
                </a:cubicBezTo>
                <a:cubicBezTo>
                  <a:pt x="4675" y="26311"/>
                  <a:pt x="3237" y="25691"/>
                  <a:pt x="2017" y="24450"/>
                </a:cubicBezTo>
                <a:cubicBezTo>
                  <a:pt x="796" y="23209"/>
                  <a:pt x="186" y="21781"/>
                  <a:pt x="186" y="20168"/>
                </a:cubicBezTo>
                <a:cubicBezTo>
                  <a:pt x="186" y="18224"/>
                  <a:pt x="1965" y="15865"/>
                  <a:pt x="5523" y="13094"/>
                </a:cubicBezTo>
                <a:cubicBezTo>
                  <a:pt x="7757" y="11522"/>
                  <a:pt x="10922" y="8998"/>
                  <a:pt x="15017" y="5523"/>
                </a:cubicBezTo>
                <a:cubicBezTo>
                  <a:pt x="18658" y="1841"/>
                  <a:pt x="22133" y="0"/>
                  <a:pt x="25443" y="0"/>
                </a:cubicBezTo>
                <a:cubicBezTo>
                  <a:pt x="28215" y="0"/>
                  <a:pt x="29600" y="1595"/>
                  <a:pt x="29600" y="4786"/>
                </a:cubicBezTo>
                <a:cubicBezTo>
                  <a:pt x="29600" y="5739"/>
                  <a:pt x="29476" y="7158"/>
                  <a:pt x="29228" y="9043"/>
                </a:cubicBezTo>
                <a:cubicBezTo>
                  <a:pt x="28980" y="10928"/>
                  <a:pt x="28856" y="12346"/>
                  <a:pt x="28856" y="13299"/>
                </a:cubicBezTo>
                <a:cubicBezTo>
                  <a:pt x="28856" y="14667"/>
                  <a:pt x="28928" y="16739"/>
                  <a:pt x="29073" y="19514"/>
                </a:cubicBezTo>
                <a:cubicBezTo>
                  <a:pt x="29218" y="22290"/>
                  <a:pt x="29290" y="24361"/>
                  <a:pt x="29290" y="25728"/>
                </a:cubicBezTo>
                <a:cubicBezTo>
                  <a:pt x="29290" y="30452"/>
                  <a:pt x="28794" y="37496"/>
                  <a:pt x="27801" y="46860"/>
                </a:cubicBezTo>
                <a:cubicBezTo>
                  <a:pt x="26808" y="56222"/>
                  <a:pt x="26311" y="63244"/>
                  <a:pt x="26311" y="67925"/>
                </a:cubicBezTo>
                <a:cubicBezTo>
                  <a:pt x="26311" y="70329"/>
                  <a:pt x="26477" y="73250"/>
                  <a:pt x="26808" y="76689"/>
                </a:cubicBezTo>
                <a:cubicBezTo>
                  <a:pt x="27139" y="80128"/>
                  <a:pt x="27325" y="82945"/>
                  <a:pt x="27366" y="85140"/>
                </a:cubicBezTo>
                <a:lnTo>
                  <a:pt x="33882" y="85016"/>
                </a:lnTo>
                <a:cubicBezTo>
                  <a:pt x="35620" y="85016"/>
                  <a:pt x="37057" y="85585"/>
                  <a:pt x="38195" y="86722"/>
                </a:cubicBezTo>
                <a:cubicBezTo>
                  <a:pt x="39333" y="87860"/>
                  <a:pt x="39902" y="89277"/>
                  <a:pt x="39902" y="90973"/>
                </a:cubicBezTo>
                <a:cubicBezTo>
                  <a:pt x="39902" y="92711"/>
                  <a:pt x="39333" y="94138"/>
                  <a:pt x="38195" y="95255"/>
                </a:cubicBezTo>
                <a:cubicBezTo>
                  <a:pt x="37057" y="96372"/>
                  <a:pt x="35620" y="96931"/>
                  <a:pt x="33882" y="969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r">
            <a:extLst xmlns:a="http://schemas.openxmlformats.org/drawingml/2006/main">
              <a:ext uri="{FF2B5EF4-FFF2-40B4-BE49-F238E27FC236}">
                <a16:creationId xmlns:a16="http://schemas.microsoft.com/office/drawing/2014/main" id="{E2B90949-D14B-47AF-9CE3-0DE0F8C8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725" y="1877398"/>
            <a:ext cx="74637" cy="107691"/>
          </a:xfrm>
          <a:custGeom xmlns:a="http://schemas.openxmlformats.org/drawingml/2006/main">
            <a:pathLst>
              <a:path w="74637" h="107691">
                <a:moveTo>
                  <a:pt x="74541" y="30180"/>
                </a:moveTo>
                <a:cubicBezTo>
                  <a:pt x="74094" y="38165"/>
                  <a:pt x="70900" y="42157"/>
                  <a:pt x="64960" y="42157"/>
                </a:cubicBezTo>
                <a:cubicBezTo>
                  <a:pt x="59467" y="42157"/>
                  <a:pt x="56720" y="39008"/>
                  <a:pt x="56720" y="32710"/>
                </a:cubicBezTo>
                <a:cubicBezTo>
                  <a:pt x="56720" y="31501"/>
                  <a:pt x="56624" y="29273"/>
                  <a:pt x="56433" y="26028"/>
                </a:cubicBezTo>
                <a:lnTo>
                  <a:pt x="56145" y="18012"/>
                </a:lnTo>
                <a:cubicBezTo>
                  <a:pt x="46053" y="19228"/>
                  <a:pt x="37973" y="22076"/>
                  <a:pt x="31905" y="26558"/>
                </a:cubicBezTo>
                <a:cubicBezTo>
                  <a:pt x="26220" y="30719"/>
                  <a:pt x="21494" y="36993"/>
                  <a:pt x="17725" y="45378"/>
                </a:cubicBezTo>
                <a:lnTo>
                  <a:pt x="17917" y="97993"/>
                </a:lnTo>
                <a:cubicBezTo>
                  <a:pt x="17917" y="104459"/>
                  <a:pt x="14755" y="107691"/>
                  <a:pt x="8431" y="107691"/>
                </a:cubicBezTo>
                <a:cubicBezTo>
                  <a:pt x="2810" y="107691"/>
                  <a:pt x="0" y="104460"/>
                  <a:pt x="0" y="97996"/>
                </a:cubicBezTo>
                <a:lnTo>
                  <a:pt x="0" y="30615"/>
                </a:lnTo>
                <a:cubicBezTo>
                  <a:pt x="0" y="28503"/>
                  <a:pt x="80" y="25336"/>
                  <a:pt x="240" y="21114"/>
                </a:cubicBezTo>
                <a:cubicBezTo>
                  <a:pt x="399" y="16891"/>
                  <a:pt x="479" y="13723"/>
                  <a:pt x="479" y="11611"/>
                </a:cubicBezTo>
                <a:cubicBezTo>
                  <a:pt x="479" y="5148"/>
                  <a:pt x="3290" y="1916"/>
                  <a:pt x="8910" y="1916"/>
                </a:cubicBezTo>
                <a:cubicBezTo>
                  <a:pt x="15170" y="1916"/>
                  <a:pt x="18332" y="7218"/>
                  <a:pt x="18396" y="17821"/>
                </a:cubicBezTo>
                <a:cubicBezTo>
                  <a:pt x="30659" y="5940"/>
                  <a:pt x="44265" y="0"/>
                  <a:pt x="59211" y="0"/>
                </a:cubicBezTo>
                <a:cubicBezTo>
                  <a:pt x="64385" y="0"/>
                  <a:pt x="68249" y="1948"/>
                  <a:pt x="70804" y="5844"/>
                </a:cubicBezTo>
                <a:cubicBezTo>
                  <a:pt x="73359" y="9741"/>
                  <a:pt x="74637" y="15617"/>
                  <a:pt x="74637" y="23474"/>
                </a:cubicBezTo>
                <a:cubicBezTo>
                  <a:pt x="74637" y="26795"/>
                  <a:pt x="74605" y="29031"/>
                  <a:pt x="74541" y="301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1">
            <a:extLst xmlns:a="http://schemas.openxmlformats.org/drawingml/2006/main">
              <a:ext uri="{FF2B5EF4-FFF2-40B4-BE49-F238E27FC236}">
                <a16:creationId xmlns:a16="http://schemas.microsoft.com/office/drawing/2014/main" id="{317E2D94-547B-40F1-86EB-FDA17898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481" y="1920174"/>
            <a:ext cx="39902" cy="96931"/>
          </a:xfrm>
          <a:custGeom xmlns:a="http://schemas.openxmlformats.org/drawingml/2006/main">
            <a:pathLst>
              <a:path w="39902" h="96931">
                <a:moveTo>
                  <a:pt x="33882" y="96931"/>
                </a:moveTo>
                <a:lnTo>
                  <a:pt x="21533" y="96931"/>
                </a:lnTo>
                <a:lnTo>
                  <a:pt x="9246" y="96868"/>
                </a:lnTo>
                <a:cubicBezTo>
                  <a:pt x="6350" y="96868"/>
                  <a:pt x="4323" y="96682"/>
                  <a:pt x="3165" y="96310"/>
                </a:cubicBezTo>
                <a:cubicBezTo>
                  <a:pt x="1055" y="95565"/>
                  <a:pt x="0" y="93993"/>
                  <a:pt x="0" y="91594"/>
                </a:cubicBezTo>
                <a:cubicBezTo>
                  <a:pt x="0" y="87415"/>
                  <a:pt x="3248" y="85326"/>
                  <a:pt x="9743" y="85326"/>
                </a:cubicBezTo>
                <a:lnTo>
                  <a:pt x="12721" y="85388"/>
                </a:lnTo>
                <a:lnTo>
                  <a:pt x="15266" y="85512"/>
                </a:lnTo>
                <a:cubicBezTo>
                  <a:pt x="15266" y="83523"/>
                  <a:pt x="15090" y="80580"/>
                  <a:pt x="14738" y="76685"/>
                </a:cubicBezTo>
                <a:cubicBezTo>
                  <a:pt x="14387" y="72788"/>
                  <a:pt x="14211" y="69866"/>
                  <a:pt x="14211" y="67918"/>
                </a:cubicBezTo>
                <a:cubicBezTo>
                  <a:pt x="14211" y="62653"/>
                  <a:pt x="14686" y="54653"/>
                  <a:pt x="15638" y="43918"/>
                </a:cubicBezTo>
                <a:cubicBezTo>
                  <a:pt x="16548" y="33349"/>
                  <a:pt x="16982" y="25329"/>
                  <a:pt x="16941" y="19858"/>
                </a:cubicBezTo>
                <a:cubicBezTo>
                  <a:pt x="11398" y="24160"/>
                  <a:pt x="7860" y="26311"/>
                  <a:pt x="6330" y="26311"/>
                </a:cubicBezTo>
                <a:cubicBezTo>
                  <a:pt x="4675" y="26311"/>
                  <a:pt x="3237" y="25691"/>
                  <a:pt x="2017" y="24450"/>
                </a:cubicBezTo>
                <a:cubicBezTo>
                  <a:pt x="796" y="23209"/>
                  <a:pt x="186" y="21781"/>
                  <a:pt x="186" y="20168"/>
                </a:cubicBezTo>
                <a:cubicBezTo>
                  <a:pt x="186" y="18224"/>
                  <a:pt x="1965" y="15865"/>
                  <a:pt x="5523" y="13094"/>
                </a:cubicBezTo>
                <a:cubicBezTo>
                  <a:pt x="7757" y="11522"/>
                  <a:pt x="10922" y="8998"/>
                  <a:pt x="15017" y="5523"/>
                </a:cubicBezTo>
                <a:cubicBezTo>
                  <a:pt x="18658" y="1841"/>
                  <a:pt x="22133" y="0"/>
                  <a:pt x="25443" y="0"/>
                </a:cubicBezTo>
                <a:cubicBezTo>
                  <a:pt x="28215" y="0"/>
                  <a:pt x="29600" y="1595"/>
                  <a:pt x="29600" y="4786"/>
                </a:cubicBezTo>
                <a:cubicBezTo>
                  <a:pt x="29600" y="5739"/>
                  <a:pt x="29476" y="7158"/>
                  <a:pt x="29228" y="9043"/>
                </a:cubicBezTo>
                <a:cubicBezTo>
                  <a:pt x="28980" y="10928"/>
                  <a:pt x="28856" y="12346"/>
                  <a:pt x="28856" y="13299"/>
                </a:cubicBezTo>
                <a:cubicBezTo>
                  <a:pt x="28856" y="14667"/>
                  <a:pt x="28928" y="16739"/>
                  <a:pt x="29073" y="19514"/>
                </a:cubicBezTo>
                <a:cubicBezTo>
                  <a:pt x="29218" y="22290"/>
                  <a:pt x="29290" y="24361"/>
                  <a:pt x="29290" y="25728"/>
                </a:cubicBezTo>
                <a:cubicBezTo>
                  <a:pt x="29290" y="30452"/>
                  <a:pt x="28794" y="37496"/>
                  <a:pt x="27801" y="46860"/>
                </a:cubicBezTo>
                <a:cubicBezTo>
                  <a:pt x="26808" y="56222"/>
                  <a:pt x="26311" y="63244"/>
                  <a:pt x="26311" y="67925"/>
                </a:cubicBezTo>
                <a:cubicBezTo>
                  <a:pt x="26311" y="70329"/>
                  <a:pt x="26477" y="73250"/>
                  <a:pt x="26808" y="76689"/>
                </a:cubicBezTo>
                <a:cubicBezTo>
                  <a:pt x="27139" y="80128"/>
                  <a:pt x="27325" y="82945"/>
                  <a:pt x="27366" y="85140"/>
                </a:cubicBezTo>
                <a:lnTo>
                  <a:pt x="33882" y="85016"/>
                </a:lnTo>
                <a:cubicBezTo>
                  <a:pt x="35620" y="85016"/>
                  <a:pt x="37057" y="85585"/>
                  <a:pt x="38195" y="86722"/>
                </a:cubicBezTo>
                <a:cubicBezTo>
                  <a:pt x="39333" y="87860"/>
                  <a:pt x="39902" y="89277"/>
                  <a:pt x="39902" y="90973"/>
                </a:cubicBezTo>
                <a:cubicBezTo>
                  <a:pt x="39902" y="92711"/>
                  <a:pt x="39333" y="94138"/>
                  <a:pt x="38195" y="95255"/>
                </a:cubicBezTo>
                <a:cubicBezTo>
                  <a:pt x="37057" y="96372"/>
                  <a:pt x="35620" y="96931"/>
                  <a:pt x="33882" y="969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=0">
            <a:extLst xmlns:a="http://schemas.openxmlformats.org/drawingml/2006/main">
              <a:ext uri="{FF2B5EF4-FFF2-40B4-BE49-F238E27FC236}">
                <a16:creationId xmlns:a16="http://schemas.microsoft.com/office/drawing/2014/main" id="{1C406E73-06DD-4D3B-B8E3-BAE538B9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422" y="1829493"/>
            <a:ext cx="203332" cy="152914"/>
          </a:xfrm>
          <a:custGeom xmlns:a="http://schemas.openxmlformats.org/drawingml/2006/main">
            <a:pathLst>
              <a:path w="203332" h="152914">
                <a:moveTo>
                  <a:pt x="21557" y="53367"/>
                </a:moveTo>
                <a:lnTo>
                  <a:pt x="66301" y="53462"/>
                </a:lnTo>
                <a:cubicBezTo>
                  <a:pt x="71986" y="53462"/>
                  <a:pt x="74828" y="56305"/>
                  <a:pt x="74828" y="61990"/>
                </a:cubicBezTo>
                <a:cubicBezTo>
                  <a:pt x="74828" y="67674"/>
                  <a:pt x="71986" y="70517"/>
                  <a:pt x="66301" y="70517"/>
                </a:cubicBezTo>
                <a:lnTo>
                  <a:pt x="21462" y="70421"/>
                </a:lnTo>
                <a:cubicBezTo>
                  <a:pt x="19993" y="70421"/>
                  <a:pt x="17805" y="70501"/>
                  <a:pt x="14899" y="70660"/>
                </a:cubicBezTo>
                <a:cubicBezTo>
                  <a:pt x="11992" y="70820"/>
                  <a:pt x="9837" y="70900"/>
                  <a:pt x="8431" y="70900"/>
                </a:cubicBezTo>
                <a:cubicBezTo>
                  <a:pt x="5940" y="70900"/>
                  <a:pt x="3912" y="70070"/>
                  <a:pt x="2347" y="68409"/>
                </a:cubicBezTo>
                <a:cubicBezTo>
                  <a:pt x="782" y="66748"/>
                  <a:pt x="0" y="64704"/>
                  <a:pt x="0" y="62277"/>
                </a:cubicBezTo>
                <a:cubicBezTo>
                  <a:pt x="0" y="57678"/>
                  <a:pt x="2683" y="54868"/>
                  <a:pt x="8048" y="53846"/>
                </a:cubicBezTo>
                <a:cubicBezTo>
                  <a:pt x="9453" y="53526"/>
                  <a:pt x="13956" y="53367"/>
                  <a:pt x="21557" y="53367"/>
                </a:cubicBezTo>
                <a:moveTo>
                  <a:pt x="27019" y="104817"/>
                </a:moveTo>
                <a:cubicBezTo>
                  <a:pt x="31234" y="104817"/>
                  <a:pt x="37558" y="104913"/>
                  <a:pt x="45989" y="105104"/>
                </a:cubicBezTo>
                <a:cubicBezTo>
                  <a:pt x="54421" y="105296"/>
                  <a:pt x="60744" y="105392"/>
                  <a:pt x="64960" y="105392"/>
                </a:cubicBezTo>
                <a:cubicBezTo>
                  <a:pt x="70644" y="105392"/>
                  <a:pt x="73487" y="108234"/>
                  <a:pt x="73487" y="113919"/>
                </a:cubicBezTo>
                <a:cubicBezTo>
                  <a:pt x="73487" y="119604"/>
                  <a:pt x="70644" y="122446"/>
                  <a:pt x="64960" y="122446"/>
                </a:cubicBezTo>
                <a:cubicBezTo>
                  <a:pt x="60744" y="122446"/>
                  <a:pt x="54421" y="122350"/>
                  <a:pt x="45989" y="122159"/>
                </a:cubicBezTo>
                <a:cubicBezTo>
                  <a:pt x="37558" y="121967"/>
                  <a:pt x="31234" y="121871"/>
                  <a:pt x="27019" y="121871"/>
                </a:cubicBezTo>
                <a:cubicBezTo>
                  <a:pt x="25102" y="121871"/>
                  <a:pt x="22228" y="121999"/>
                  <a:pt x="18396" y="122255"/>
                </a:cubicBezTo>
                <a:cubicBezTo>
                  <a:pt x="14563" y="122510"/>
                  <a:pt x="11721" y="122638"/>
                  <a:pt x="9869" y="122638"/>
                </a:cubicBezTo>
                <a:cubicBezTo>
                  <a:pt x="3992" y="122638"/>
                  <a:pt x="1054" y="119795"/>
                  <a:pt x="1054" y="114111"/>
                </a:cubicBezTo>
                <a:cubicBezTo>
                  <a:pt x="1054" y="108873"/>
                  <a:pt x="3800" y="106031"/>
                  <a:pt x="9294" y="105583"/>
                </a:cubicBezTo>
                <a:cubicBezTo>
                  <a:pt x="16384" y="105072"/>
                  <a:pt x="22292" y="104817"/>
                  <a:pt x="27019" y="104817"/>
                </a:cubicBezTo>
                <a:close/>
                <a:moveTo>
                  <a:pt x="148911" y="152914"/>
                </a:moveTo>
                <a:cubicBezTo>
                  <a:pt x="129493" y="152914"/>
                  <a:pt x="115313" y="144025"/>
                  <a:pt x="106371" y="126246"/>
                </a:cubicBezTo>
                <a:cubicBezTo>
                  <a:pt x="99600" y="112559"/>
                  <a:pt x="96215" y="94747"/>
                  <a:pt x="96215" y="72810"/>
                </a:cubicBezTo>
                <a:cubicBezTo>
                  <a:pt x="96215" y="54265"/>
                  <a:pt x="100622" y="38085"/>
                  <a:pt x="109437" y="24270"/>
                </a:cubicBezTo>
                <a:cubicBezTo>
                  <a:pt x="119848" y="8090"/>
                  <a:pt x="133996" y="0"/>
                  <a:pt x="151881" y="0"/>
                </a:cubicBezTo>
                <a:cubicBezTo>
                  <a:pt x="168680" y="0"/>
                  <a:pt x="181774" y="7163"/>
                  <a:pt x="191164" y="21489"/>
                </a:cubicBezTo>
                <a:cubicBezTo>
                  <a:pt x="199276" y="33896"/>
                  <a:pt x="203332" y="49021"/>
                  <a:pt x="203332" y="66864"/>
                </a:cubicBezTo>
                <a:cubicBezTo>
                  <a:pt x="203332" y="95515"/>
                  <a:pt x="198797" y="117020"/>
                  <a:pt x="189726" y="131378"/>
                </a:cubicBezTo>
                <a:cubicBezTo>
                  <a:pt x="180656" y="145735"/>
                  <a:pt x="167051" y="152914"/>
                  <a:pt x="148911" y="152914"/>
                </a:cubicBezTo>
                <a:moveTo>
                  <a:pt x="151785" y="18587"/>
                </a:moveTo>
                <a:cubicBezTo>
                  <a:pt x="139905" y="18587"/>
                  <a:pt x="130483" y="24628"/>
                  <a:pt x="123521" y="36711"/>
                </a:cubicBezTo>
                <a:cubicBezTo>
                  <a:pt x="117709" y="46811"/>
                  <a:pt x="114802" y="58350"/>
                  <a:pt x="114802" y="71328"/>
                </a:cubicBezTo>
                <a:cubicBezTo>
                  <a:pt x="114802" y="92359"/>
                  <a:pt x="117645" y="108148"/>
                  <a:pt x="123330" y="118698"/>
                </a:cubicBezTo>
                <a:cubicBezTo>
                  <a:pt x="129014" y="129245"/>
                  <a:pt x="137541" y="134518"/>
                  <a:pt x="148911" y="134518"/>
                </a:cubicBezTo>
                <a:cubicBezTo>
                  <a:pt x="162452" y="134518"/>
                  <a:pt x="172161" y="126784"/>
                  <a:pt x="178038" y="111314"/>
                </a:cubicBezTo>
                <a:cubicBezTo>
                  <a:pt x="182125" y="100573"/>
                  <a:pt x="184169" y="86956"/>
                  <a:pt x="184169" y="70463"/>
                </a:cubicBezTo>
                <a:cubicBezTo>
                  <a:pt x="184169" y="53139"/>
                  <a:pt x="181471" y="40163"/>
                  <a:pt x="176073" y="31534"/>
                </a:cubicBezTo>
                <a:cubicBezTo>
                  <a:pt x="170676" y="22903"/>
                  <a:pt x="162580" y="18587"/>
                  <a:pt x="151785" y="185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270A0-58CF-4741-AC49-AE3236A8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665" y="2216092"/>
            <a:ext cx="1011129" cy="312836"/>
          </a:xfrm>
          <a:custGeom xmlns:a="http://schemas.openxmlformats.org/drawingml/2006/main">
            <a:pathLst>
              <a:path w="1011129" h="312836">
                <a:moveTo>
                  <a:pt x="419" y="52791"/>
                </a:moveTo>
                <a:cubicBezTo>
                  <a:pt x="0" y="23351"/>
                  <a:pt x="23351" y="0"/>
                  <a:pt x="52372" y="838"/>
                </a:cubicBezTo>
                <a:lnTo>
                  <a:pt x="959036" y="838"/>
                </a:lnTo>
                <a:cubicBezTo>
                  <a:pt x="987778" y="0"/>
                  <a:pt x="1011129" y="23351"/>
                  <a:pt x="1010989" y="52791"/>
                </a:cubicBezTo>
                <a:lnTo>
                  <a:pt x="1010989" y="260603"/>
                </a:lnTo>
                <a:cubicBezTo>
                  <a:pt x="1011129" y="289499"/>
                  <a:pt x="987778" y="312836"/>
                  <a:pt x="959036" y="312556"/>
                </a:cubicBezTo>
                <a:lnTo>
                  <a:pt x="52372" y="312556"/>
                </a:lnTo>
                <a:cubicBezTo>
                  <a:pt x="23351" y="312836"/>
                  <a:pt x="0" y="289499"/>
                  <a:pt x="419" y="260603"/>
                </a:cubicBezTo>
                <a:lnTo>
                  <a:pt x="419" y="52791"/>
                </a:lnTo>
              </a:path>
            </a:pathLst>
          </a:custGeom>
          <a:solidFill xmlns:a="http://schemas.openxmlformats.org/drawingml/2006/main">
            <a:srgbClr val="ECF5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D24500-00EA-4DCF-AF91-5010B207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191" y="2205618"/>
            <a:ext cx="1032078" cy="333784"/>
          </a:xfrm>
          <a:custGeom xmlns:a="http://schemas.openxmlformats.org/drawingml/2006/main">
            <a:pathLst>
              <a:path w="1032078" h="333784">
                <a:moveTo>
                  <a:pt x="4916" y="295546"/>
                </a:moveTo>
                <a:lnTo>
                  <a:pt x="7556" y="301020"/>
                </a:lnTo>
                <a:lnTo>
                  <a:pt x="10684" y="306188"/>
                </a:lnTo>
                <a:lnTo>
                  <a:pt x="14287" y="311006"/>
                </a:lnTo>
                <a:lnTo>
                  <a:pt x="18337" y="315447"/>
                </a:lnTo>
                <a:lnTo>
                  <a:pt x="22778" y="319497"/>
                </a:lnTo>
                <a:lnTo>
                  <a:pt x="27597" y="323100"/>
                </a:lnTo>
                <a:lnTo>
                  <a:pt x="32764" y="326229"/>
                </a:lnTo>
                <a:lnTo>
                  <a:pt x="38239" y="328868"/>
                </a:lnTo>
                <a:lnTo>
                  <a:pt x="43992" y="330977"/>
                </a:lnTo>
                <a:lnTo>
                  <a:pt x="50012" y="332527"/>
                </a:lnTo>
                <a:lnTo>
                  <a:pt x="56227" y="333477"/>
                </a:lnTo>
                <a:lnTo>
                  <a:pt x="62344" y="333784"/>
                </a:lnTo>
                <a:lnTo>
                  <a:pt x="969720" y="333784"/>
                </a:lnTo>
                <a:lnTo>
                  <a:pt x="975851" y="333477"/>
                </a:lnTo>
                <a:lnTo>
                  <a:pt x="982066" y="332527"/>
                </a:lnTo>
                <a:lnTo>
                  <a:pt x="988085" y="330977"/>
                </a:lnTo>
                <a:lnTo>
                  <a:pt x="993839" y="328868"/>
                </a:lnTo>
                <a:lnTo>
                  <a:pt x="999314" y="326229"/>
                </a:lnTo>
                <a:lnTo>
                  <a:pt x="1004481" y="323100"/>
                </a:lnTo>
                <a:lnTo>
                  <a:pt x="1009300" y="319497"/>
                </a:lnTo>
                <a:lnTo>
                  <a:pt x="1013741" y="315447"/>
                </a:lnTo>
                <a:lnTo>
                  <a:pt x="1017791" y="311006"/>
                </a:lnTo>
                <a:lnTo>
                  <a:pt x="1021394" y="306188"/>
                </a:lnTo>
                <a:lnTo>
                  <a:pt x="1024522" y="301020"/>
                </a:lnTo>
                <a:lnTo>
                  <a:pt x="1027162" y="295546"/>
                </a:lnTo>
                <a:lnTo>
                  <a:pt x="1029271" y="289792"/>
                </a:lnTo>
                <a:lnTo>
                  <a:pt x="1030821" y="283773"/>
                </a:lnTo>
                <a:lnTo>
                  <a:pt x="1031771" y="277558"/>
                </a:lnTo>
                <a:lnTo>
                  <a:pt x="1032078" y="271441"/>
                </a:lnTo>
                <a:lnTo>
                  <a:pt x="1032078" y="62344"/>
                </a:lnTo>
                <a:lnTo>
                  <a:pt x="1031771" y="56227"/>
                </a:lnTo>
                <a:lnTo>
                  <a:pt x="1030821" y="50012"/>
                </a:lnTo>
                <a:lnTo>
                  <a:pt x="1029271" y="43992"/>
                </a:lnTo>
                <a:lnTo>
                  <a:pt x="1027162" y="38239"/>
                </a:lnTo>
                <a:lnTo>
                  <a:pt x="1024522" y="32764"/>
                </a:lnTo>
                <a:lnTo>
                  <a:pt x="1021394" y="27597"/>
                </a:lnTo>
                <a:lnTo>
                  <a:pt x="1017791" y="22778"/>
                </a:lnTo>
                <a:lnTo>
                  <a:pt x="1013741" y="18337"/>
                </a:lnTo>
                <a:lnTo>
                  <a:pt x="1009300" y="14287"/>
                </a:lnTo>
                <a:lnTo>
                  <a:pt x="1004481" y="10684"/>
                </a:lnTo>
                <a:lnTo>
                  <a:pt x="999314" y="7556"/>
                </a:lnTo>
                <a:lnTo>
                  <a:pt x="993839" y="4916"/>
                </a:lnTo>
                <a:lnTo>
                  <a:pt x="988085" y="2807"/>
                </a:lnTo>
                <a:lnTo>
                  <a:pt x="982066" y="1257"/>
                </a:lnTo>
                <a:lnTo>
                  <a:pt x="975851" y="307"/>
                </a:lnTo>
                <a:lnTo>
                  <a:pt x="969720" y="0"/>
                </a:lnTo>
                <a:lnTo>
                  <a:pt x="62344" y="0"/>
                </a:lnTo>
                <a:lnTo>
                  <a:pt x="56227" y="307"/>
                </a:lnTo>
                <a:lnTo>
                  <a:pt x="50012" y="1257"/>
                </a:lnTo>
                <a:lnTo>
                  <a:pt x="43992" y="2807"/>
                </a:lnTo>
                <a:lnTo>
                  <a:pt x="38239" y="4916"/>
                </a:lnTo>
                <a:lnTo>
                  <a:pt x="32764" y="7556"/>
                </a:lnTo>
                <a:lnTo>
                  <a:pt x="27597" y="10684"/>
                </a:lnTo>
                <a:lnTo>
                  <a:pt x="22778" y="14287"/>
                </a:lnTo>
                <a:lnTo>
                  <a:pt x="18337" y="18337"/>
                </a:lnTo>
                <a:lnTo>
                  <a:pt x="14287" y="22778"/>
                </a:lnTo>
                <a:lnTo>
                  <a:pt x="10684" y="27597"/>
                </a:lnTo>
                <a:lnTo>
                  <a:pt x="7556" y="32764"/>
                </a:lnTo>
                <a:lnTo>
                  <a:pt x="4916" y="38239"/>
                </a:lnTo>
                <a:lnTo>
                  <a:pt x="2807" y="43992"/>
                </a:lnTo>
                <a:lnTo>
                  <a:pt x="1257" y="50012"/>
                </a:lnTo>
                <a:lnTo>
                  <a:pt x="307" y="56227"/>
                </a:lnTo>
                <a:lnTo>
                  <a:pt x="0" y="62344"/>
                </a:lnTo>
                <a:lnTo>
                  <a:pt x="0" y="271441"/>
                </a:lnTo>
                <a:lnTo>
                  <a:pt x="307" y="277558"/>
                </a:lnTo>
                <a:lnTo>
                  <a:pt x="1257" y="283773"/>
                </a:lnTo>
                <a:lnTo>
                  <a:pt x="2807" y="289792"/>
                </a:lnTo>
                <a:lnTo>
                  <a:pt x="4916" y="295546"/>
                </a:lnTo>
                <a:close/>
                <a:moveTo>
                  <a:pt x="21805" y="54214"/>
                </a:moveTo>
                <a:lnTo>
                  <a:pt x="22827" y="50235"/>
                </a:lnTo>
                <a:lnTo>
                  <a:pt x="24246" y="46372"/>
                </a:lnTo>
                <a:lnTo>
                  <a:pt x="25944" y="42837"/>
                </a:lnTo>
                <a:lnTo>
                  <a:pt x="28101" y="39283"/>
                </a:lnTo>
                <a:lnTo>
                  <a:pt x="30439" y="36162"/>
                </a:lnTo>
                <a:lnTo>
                  <a:pt x="33165" y="33165"/>
                </a:lnTo>
                <a:lnTo>
                  <a:pt x="36162" y="30439"/>
                </a:lnTo>
                <a:lnTo>
                  <a:pt x="39283" y="28101"/>
                </a:lnTo>
                <a:lnTo>
                  <a:pt x="42837" y="25944"/>
                </a:lnTo>
                <a:lnTo>
                  <a:pt x="46372" y="24246"/>
                </a:lnTo>
                <a:lnTo>
                  <a:pt x="50235" y="22827"/>
                </a:lnTo>
                <a:lnTo>
                  <a:pt x="54214" y="21805"/>
                </a:lnTo>
                <a:lnTo>
                  <a:pt x="58416" y="21170"/>
                </a:lnTo>
                <a:lnTo>
                  <a:pt x="62860" y="20949"/>
                </a:lnTo>
                <a:lnTo>
                  <a:pt x="969218" y="20949"/>
                </a:lnTo>
                <a:lnTo>
                  <a:pt x="973662" y="21170"/>
                </a:lnTo>
                <a:lnTo>
                  <a:pt x="977864" y="21805"/>
                </a:lnTo>
                <a:lnTo>
                  <a:pt x="981843" y="22827"/>
                </a:lnTo>
                <a:lnTo>
                  <a:pt x="985706" y="24246"/>
                </a:lnTo>
                <a:lnTo>
                  <a:pt x="989241" y="25944"/>
                </a:lnTo>
                <a:lnTo>
                  <a:pt x="992795" y="28101"/>
                </a:lnTo>
                <a:lnTo>
                  <a:pt x="995916" y="30439"/>
                </a:lnTo>
                <a:lnTo>
                  <a:pt x="998913" y="33165"/>
                </a:lnTo>
                <a:lnTo>
                  <a:pt x="1001639" y="36162"/>
                </a:lnTo>
                <a:lnTo>
                  <a:pt x="1003977" y="39283"/>
                </a:lnTo>
                <a:lnTo>
                  <a:pt x="1006134" y="42837"/>
                </a:lnTo>
                <a:lnTo>
                  <a:pt x="1007832" y="46372"/>
                </a:lnTo>
                <a:lnTo>
                  <a:pt x="1009251" y="50235"/>
                </a:lnTo>
                <a:lnTo>
                  <a:pt x="1010273" y="54214"/>
                </a:lnTo>
                <a:lnTo>
                  <a:pt x="1010907" y="58416"/>
                </a:lnTo>
                <a:lnTo>
                  <a:pt x="1011129" y="62860"/>
                </a:lnTo>
                <a:lnTo>
                  <a:pt x="1011129" y="270925"/>
                </a:lnTo>
                <a:lnTo>
                  <a:pt x="1010907" y="275369"/>
                </a:lnTo>
                <a:lnTo>
                  <a:pt x="1010273" y="279570"/>
                </a:lnTo>
                <a:lnTo>
                  <a:pt x="1009251" y="283549"/>
                </a:lnTo>
                <a:lnTo>
                  <a:pt x="1007832" y="287413"/>
                </a:lnTo>
                <a:lnTo>
                  <a:pt x="1006134" y="290948"/>
                </a:lnTo>
                <a:lnTo>
                  <a:pt x="1003977" y="294501"/>
                </a:lnTo>
                <a:lnTo>
                  <a:pt x="1001639" y="297622"/>
                </a:lnTo>
                <a:lnTo>
                  <a:pt x="998913" y="300619"/>
                </a:lnTo>
                <a:lnTo>
                  <a:pt x="995916" y="303345"/>
                </a:lnTo>
                <a:lnTo>
                  <a:pt x="992795" y="305683"/>
                </a:lnTo>
                <a:lnTo>
                  <a:pt x="989241" y="307841"/>
                </a:lnTo>
                <a:lnTo>
                  <a:pt x="985706" y="309538"/>
                </a:lnTo>
                <a:lnTo>
                  <a:pt x="981843" y="310957"/>
                </a:lnTo>
                <a:lnTo>
                  <a:pt x="977864" y="311980"/>
                </a:lnTo>
                <a:lnTo>
                  <a:pt x="973662" y="312614"/>
                </a:lnTo>
                <a:lnTo>
                  <a:pt x="969218" y="312836"/>
                </a:lnTo>
                <a:lnTo>
                  <a:pt x="62860" y="312836"/>
                </a:lnTo>
                <a:lnTo>
                  <a:pt x="58416" y="312614"/>
                </a:lnTo>
                <a:lnTo>
                  <a:pt x="54214" y="311980"/>
                </a:lnTo>
                <a:lnTo>
                  <a:pt x="50235" y="310957"/>
                </a:lnTo>
                <a:lnTo>
                  <a:pt x="46372" y="309538"/>
                </a:lnTo>
                <a:lnTo>
                  <a:pt x="42837" y="307841"/>
                </a:lnTo>
                <a:lnTo>
                  <a:pt x="39283" y="305683"/>
                </a:lnTo>
                <a:lnTo>
                  <a:pt x="36162" y="303345"/>
                </a:lnTo>
                <a:lnTo>
                  <a:pt x="33165" y="300619"/>
                </a:lnTo>
                <a:lnTo>
                  <a:pt x="30439" y="297622"/>
                </a:lnTo>
                <a:lnTo>
                  <a:pt x="28101" y="294501"/>
                </a:lnTo>
                <a:lnTo>
                  <a:pt x="25944" y="290948"/>
                </a:lnTo>
                <a:lnTo>
                  <a:pt x="24246" y="287413"/>
                </a:lnTo>
                <a:lnTo>
                  <a:pt x="22827" y="283549"/>
                </a:lnTo>
                <a:lnTo>
                  <a:pt x="21805" y="279570"/>
                </a:lnTo>
                <a:lnTo>
                  <a:pt x="21170" y="275369"/>
                </a:lnTo>
                <a:lnTo>
                  <a:pt x="20949" y="270925"/>
                </a:lnTo>
                <a:lnTo>
                  <a:pt x="20949" y="62860"/>
                </a:lnTo>
                <a:lnTo>
                  <a:pt x="21170" y="58416"/>
                </a:lnTo>
                <a:lnTo>
                  <a:pt x="21805" y="54214"/>
                </a:lnTo>
                <a:close/>
              </a:path>
            </a:pathLst>
          </a:custGeom>
          <a:solidFill xmlns:a="http://schemas.openxmlformats.org/drawingml/2006/main">
            <a:srgbClr val="AAD1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y">
            <a:extLst xmlns:a="http://schemas.openxmlformats.org/drawingml/2006/main">
              <a:ext uri="{FF2B5EF4-FFF2-40B4-BE49-F238E27FC236}">
                <a16:creationId xmlns:a16="http://schemas.microsoft.com/office/drawing/2014/main" id="{CFC17CE8-BB25-40F6-BBEE-3D872E07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792" y="2323745"/>
            <a:ext cx="98493" cy="155213"/>
          </a:xfrm>
          <a:custGeom xmlns:a="http://schemas.openxmlformats.org/drawingml/2006/main">
            <a:pathLst>
              <a:path w="98493" h="155213">
                <a:moveTo>
                  <a:pt x="97248" y="14165"/>
                </a:moveTo>
                <a:lnTo>
                  <a:pt x="64097" y="85840"/>
                </a:lnTo>
                <a:cubicBezTo>
                  <a:pt x="55922" y="103280"/>
                  <a:pt x="49662" y="117876"/>
                  <a:pt x="45319" y="129629"/>
                </a:cubicBezTo>
                <a:lnTo>
                  <a:pt x="38995" y="148219"/>
                </a:lnTo>
                <a:cubicBezTo>
                  <a:pt x="37334" y="152882"/>
                  <a:pt x="34460" y="155213"/>
                  <a:pt x="30372" y="155213"/>
                </a:cubicBezTo>
                <a:cubicBezTo>
                  <a:pt x="27689" y="155213"/>
                  <a:pt x="25374" y="154330"/>
                  <a:pt x="23426" y="152564"/>
                </a:cubicBezTo>
                <a:cubicBezTo>
                  <a:pt x="21478" y="150799"/>
                  <a:pt x="20504" y="148601"/>
                  <a:pt x="20504" y="145968"/>
                </a:cubicBezTo>
                <a:cubicBezTo>
                  <a:pt x="20504" y="139548"/>
                  <a:pt x="27402" y="121078"/>
                  <a:pt x="41199" y="90556"/>
                </a:cubicBezTo>
                <a:lnTo>
                  <a:pt x="6898" y="24453"/>
                </a:lnTo>
                <a:lnTo>
                  <a:pt x="2587" y="17447"/>
                </a:lnTo>
                <a:cubicBezTo>
                  <a:pt x="862" y="14504"/>
                  <a:pt x="0" y="12042"/>
                  <a:pt x="0" y="10060"/>
                </a:cubicBezTo>
                <a:cubicBezTo>
                  <a:pt x="0" y="7441"/>
                  <a:pt x="1006" y="5142"/>
                  <a:pt x="3018" y="3162"/>
                </a:cubicBezTo>
                <a:cubicBezTo>
                  <a:pt x="5030" y="1182"/>
                  <a:pt x="7282" y="192"/>
                  <a:pt x="9773" y="192"/>
                </a:cubicBezTo>
                <a:cubicBezTo>
                  <a:pt x="12711" y="192"/>
                  <a:pt x="14978" y="1309"/>
                  <a:pt x="16575" y="3545"/>
                </a:cubicBezTo>
                <a:cubicBezTo>
                  <a:pt x="27434" y="18641"/>
                  <a:pt x="39091" y="40134"/>
                  <a:pt x="51546" y="68023"/>
                </a:cubicBezTo>
                <a:lnTo>
                  <a:pt x="65726" y="34866"/>
                </a:lnTo>
                <a:cubicBezTo>
                  <a:pt x="70836" y="23427"/>
                  <a:pt x="75754" y="13593"/>
                  <a:pt x="80481" y="5365"/>
                </a:cubicBezTo>
                <a:cubicBezTo>
                  <a:pt x="82525" y="1788"/>
                  <a:pt x="85208" y="0"/>
                  <a:pt x="88529" y="0"/>
                </a:cubicBezTo>
                <a:cubicBezTo>
                  <a:pt x="91148" y="0"/>
                  <a:pt x="93463" y="925"/>
                  <a:pt x="95475" y="2776"/>
                </a:cubicBezTo>
                <a:cubicBezTo>
                  <a:pt x="97487" y="4626"/>
                  <a:pt x="98493" y="6828"/>
                  <a:pt x="98493" y="9380"/>
                </a:cubicBezTo>
                <a:cubicBezTo>
                  <a:pt x="98493" y="10784"/>
                  <a:pt x="98078" y="12379"/>
                  <a:pt x="97248" y="14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2">
            <a:extLst xmlns:a="http://schemas.openxmlformats.org/drawingml/2006/main">
              <a:ext uri="{FF2B5EF4-FFF2-40B4-BE49-F238E27FC236}">
                <a16:creationId xmlns:a16="http://schemas.microsoft.com/office/drawing/2014/main" id="{46AE2C53-4517-4146-83CF-020A440B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302" y="2366477"/>
            <a:ext cx="58208" cy="95565"/>
          </a:xfrm>
          <a:custGeom xmlns:a="http://schemas.openxmlformats.org/drawingml/2006/main">
            <a:pathLst>
              <a:path w="58208" h="95565">
                <a:moveTo>
                  <a:pt x="52375" y="95441"/>
                </a:moveTo>
                <a:cubicBezTo>
                  <a:pt x="51340" y="95441"/>
                  <a:pt x="49882" y="95110"/>
                  <a:pt x="48000" y="94448"/>
                </a:cubicBezTo>
                <a:cubicBezTo>
                  <a:pt x="46117" y="93786"/>
                  <a:pt x="44680" y="93455"/>
                  <a:pt x="43687" y="93455"/>
                </a:cubicBezTo>
                <a:cubicBezTo>
                  <a:pt x="41577" y="93455"/>
                  <a:pt x="38412" y="93587"/>
                  <a:pt x="34193" y="93851"/>
                </a:cubicBezTo>
                <a:cubicBezTo>
                  <a:pt x="29973" y="94115"/>
                  <a:pt x="26787" y="94247"/>
                  <a:pt x="24636" y="94247"/>
                </a:cubicBezTo>
                <a:cubicBezTo>
                  <a:pt x="23023" y="94247"/>
                  <a:pt x="20633" y="94466"/>
                  <a:pt x="17469" y="94906"/>
                </a:cubicBezTo>
                <a:cubicBezTo>
                  <a:pt x="14304" y="95346"/>
                  <a:pt x="11915" y="95565"/>
                  <a:pt x="10301" y="95565"/>
                </a:cubicBezTo>
                <a:cubicBezTo>
                  <a:pt x="9846" y="95565"/>
                  <a:pt x="9184" y="95483"/>
                  <a:pt x="8315" y="95317"/>
                </a:cubicBezTo>
                <a:cubicBezTo>
                  <a:pt x="7447" y="95152"/>
                  <a:pt x="6785" y="95069"/>
                  <a:pt x="6330" y="95069"/>
                </a:cubicBezTo>
                <a:cubicBezTo>
                  <a:pt x="3475" y="95069"/>
                  <a:pt x="1613" y="93682"/>
                  <a:pt x="745" y="90907"/>
                </a:cubicBezTo>
                <a:cubicBezTo>
                  <a:pt x="248" y="89458"/>
                  <a:pt x="0" y="86974"/>
                  <a:pt x="0" y="83455"/>
                </a:cubicBezTo>
                <a:cubicBezTo>
                  <a:pt x="0" y="73809"/>
                  <a:pt x="2627" y="66046"/>
                  <a:pt x="7881" y="60167"/>
                </a:cubicBezTo>
                <a:cubicBezTo>
                  <a:pt x="10281" y="57476"/>
                  <a:pt x="16755" y="52509"/>
                  <a:pt x="27304" y="45264"/>
                </a:cubicBezTo>
                <a:cubicBezTo>
                  <a:pt x="33220" y="41205"/>
                  <a:pt x="37171" y="38038"/>
                  <a:pt x="39157" y="35761"/>
                </a:cubicBezTo>
                <a:cubicBezTo>
                  <a:pt x="42715" y="31787"/>
                  <a:pt x="44494" y="27130"/>
                  <a:pt x="44494" y="21789"/>
                </a:cubicBezTo>
                <a:cubicBezTo>
                  <a:pt x="44494" y="19139"/>
                  <a:pt x="42777" y="16779"/>
                  <a:pt x="39343" y="14709"/>
                </a:cubicBezTo>
                <a:cubicBezTo>
                  <a:pt x="36323" y="12846"/>
                  <a:pt x="33365" y="11915"/>
                  <a:pt x="30469" y="11915"/>
                </a:cubicBezTo>
                <a:cubicBezTo>
                  <a:pt x="26663" y="11915"/>
                  <a:pt x="23043" y="13017"/>
                  <a:pt x="19610" y="15221"/>
                </a:cubicBezTo>
                <a:lnTo>
                  <a:pt x="10736" y="22206"/>
                </a:lnTo>
                <a:cubicBezTo>
                  <a:pt x="8957" y="23619"/>
                  <a:pt x="7529" y="24326"/>
                  <a:pt x="6454" y="24326"/>
                </a:cubicBezTo>
                <a:cubicBezTo>
                  <a:pt x="2193" y="24326"/>
                  <a:pt x="62" y="22625"/>
                  <a:pt x="62" y="19224"/>
                </a:cubicBezTo>
                <a:cubicBezTo>
                  <a:pt x="62" y="17274"/>
                  <a:pt x="848" y="15595"/>
                  <a:pt x="2420" y="14185"/>
                </a:cubicBezTo>
                <a:cubicBezTo>
                  <a:pt x="7260" y="9623"/>
                  <a:pt x="11460" y="6326"/>
                  <a:pt x="15017" y="4293"/>
                </a:cubicBezTo>
                <a:cubicBezTo>
                  <a:pt x="20023" y="1431"/>
                  <a:pt x="25174" y="0"/>
                  <a:pt x="30469" y="0"/>
                </a:cubicBezTo>
                <a:cubicBezTo>
                  <a:pt x="37171" y="0"/>
                  <a:pt x="43149" y="1820"/>
                  <a:pt x="48403" y="5461"/>
                </a:cubicBezTo>
                <a:cubicBezTo>
                  <a:pt x="54278" y="9557"/>
                  <a:pt x="57215" y="14811"/>
                  <a:pt x="57215" y="21223"/>
                </a:cubicBezTo>
                <a:cubicBezTo>
                  <a:pt x="57215" y="25443"/>
                  <a:pt x="56615" y="29332"/>
                  <a:pt x="55415" y="32889"/>
                </a:cubicBezTo>
                <a:cubicBezTo>
                  <a:pt x="54216" y="36447"/>
                  <a:pt x="52395" y="39695"/>
                  <a:pt x="49955" y="42632"/>
                </a:cubicBezTo>
                <a:cubicBezTo>
                  <a:pt x="46852" y="46355"/>
                  <a:pt x="41598" y="50513"/>
                  <a:pt x="34193" y="55105"/>
                </a:cubicBezTo>
                <a:cubicBezTo>
                  <a:pt x="26415" y="59987"/>
                  <a:pt x="21306" y="63690"/>
                  <a:pt x="18865" y="66213"/>
                </a:cubicBezTo>
                <a:cubicBezTo>
                  <a:pt x="14273" y="70971"/>
                  <a:pt x="12018" y="76742"/>
                  <a:pt x="12101" y="83527"/>
                </a:cubicBezTo>
                <a:lnTo>
                  <a:pt x="24884" y="82309"/>
                </a:lnTo>
                <a:cubicBezTo>
                  <a:pt x="33655" y="81797"/>
                  <a:pt x="39922" y="81541"/>
                  <a:pt x="43687" y="81541"/>
                </a:cubicBezTo>
                <a:cubicBezTo>
                  <a:pt x="46831" y="81541"/>
                  <a:pt x="49810" y="82081"/>
                  <a:pt x="52623" y="83162"/>
                </a:cubicBezTo>
                <a:cubicBezTo>
                  <a:pt x="56346" y="84616"/>
                  <a:pt x="58208" y="86632"/>
                  <a:pt x="58208" y="89208"/>
                </a:cubicBezTo>
                <a:cubicBezTo>
                  <a:pt x="58208" y="90828"/>
                  <a:pt x="57649" y="92272"/>
                  <a:pt x="56532" y="93541"/>
                </a:cubicBezTo>
                <a:cubicBezTo>
                  <a:pt x="55415" y="94808"/>
                  <a:pt x="54030" y="95441"/>
                  <a:pt x="52375" y="954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r">
            <a:extLst xmlns:a="http://schemas.openxmlformats.org/drawingml/2006/main">
              <a:ext uri="{FF2B5EF4-FFF2-40B4-BE49-F238E27FC236}">
                <a16:creationId xmlns:a16="http://schemas.microsoft.com/office/drawing/2014/main" id="{52481409-9BF9-428F-B1FE-24474531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785" y="2322212"/>
            <a:ext cx="74637" cy="107691"/>
          </a:xfrm>
          <a:custGeom xmlns:a="http://schemas.openxmlformats.org/drawingml/2006/main">
            <a:pathLst>
              <a:path w="74637" h="107691">
                <a:moveTo>
                  <a:pt x="74541" y="30180"/>
                </a:moveTo>
                <a:cubicBezTo>
                  <a:pt x="74094" y="38165"/>
                  <a:pt x="70900" y="42157"/>
                  <a:pt x="64960" y="42157"/>
                </a:cubicBezTo>
                <a:cubicBezTo>
                  <a:pt x="59467" y="42157"/>
                  <a:pt x="56720" y="39008"/>
                  <a:pt x="56720" y="32710"/>
                </a:cubicBezTo>
                <a:cubicBezTo>
                  <a:pt x="56720" y="31501"/>
                  <a:pt x="56624" y="29273"/>
                  <a:pt x="56433" y="26028"/>
                </a:cubicBezTo>
                <a:lnTo>
                  <a:pt x="56145" y="18012"/>
                </a:lnTo>
                <a:cubicBezTo>
                  <a:pt x="46053" y="19228"/>
                  <a:pt x="37973" y="22076"/>
                  <a:pt x="31905" y="26558"/>
                </a:cubicBezTo>
                <a:cubicBezTo>
                  <a:pt x="26220" y="30719"/>
                  <a:pt x="21494" y="36993"/>
                  <a:pt x="17725" y="45378"/>
                </a:cubicBezTo>
                <a:lnTo>
                  <a:pt x="17917" y="97993"/>
                </a:lnTo>
                <a:cubicBezTo>
                  <a:pt x="17917" y="104459"/>
                  <a:pt x="14755" y="107691"/>
                  <a:pt x="8431" y="107691"/>
                </a:cubicBezTo>
                <a:cubicBezTo>
                  <a:pt x="2810" y="107691"/>
                  <a:pt x="0" y="104460"/>
                  <a:pt x="0" y="97996"/>
                </a:cubicBezTo>
                <a:lnTo>
                  <a:pt x="0" y="30615"/>
                </a:lnTo>
                <a:cubicBezTo>
                  <a:pt x="0" y="28503"/>
                  <a:pt x="80" y="25336"/>
                  <a:pt x="240" y="21114"/>
                </a:cubicBezTo>
                <a:cubicBezTo>
                  <a:pt x="399" y="16891"/>
                  <a:pt x="479" y="13723"/>
                  <a:pt x="479" y="11611"/>
                </a:cubicBezTo>
                <a:cubicBezTo>
                  <a:pt x="479" y="5148"/>
                  <a:pt x="3290" y="1916"/>
                  <a:pt x="8910" y="1916"/>
                </a:cubicBezTo>
                <a:cubicBezTo>
                  <a:pt x="15170" y="1916"/>
                  <a:pt x="18332" y="7218"/>
                  <a:pt x="18396" y="17821"/>
                </a:cubicBezTo>
                <a:cubicBezTo>
                  <a:pt x="30659" y="5940"/>
                  <a:pt x="44265" y="0"/>
                  <a:pt x="59211" y="0"/>
                </a:cubicBezTo>
                <a:cubicBezTo>
                  <a:pt x="64385" y="0"/>
                  <a:pt x="68249" y="1948"/>
                  <a:pt x="70804" y="5844"/>
                </a:cubicBezTo>
                <a:cubicBezTo>
                  <a:pt x="73359" y="9741"/>
                  <a:pt x="74637" y="15617"/>
                  <a:pt x="74637" y="23474"/>
                </a:cubicBezTo>
                <a:cubicBezTo>
                  <a:pt x="74637" y="26795"/>
                  <a:pt x="74605" y="29031"/>
                  <a:pt x="74541" y="301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2">
            <a:extLst xmlns:a="http://schemas.openxmlformats.org/drawingml/2006/main">
              <a:ext uri="{FF2B5EF4-FFF2-40B4-BE49-F238E27FC236}">
                <a16:creationId xmlns:a16="http://schemas.microsoft.com/office/drawing/2014/main" id="{BC0B0324-1545-45CB-A789-9965CE34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914" y="2366477"/>
            <a:ext cx="58208" cy="95565"/>
          </a:xfrm>
          <a:custGeom xmlns:a="http://schemas.openxmlformats.org/drawingml/2006/main">
            <a:pathLst>
              <a:path w="58208" h="95565">
                <a:moveTo>
                  <a:pt x="52375" y="95441"/>
                </a:moveTo>
                <a:cubicBezTo>
                  <a:pt x="51340" y="95441"/>
                  <a:pt x="49882" y="95110"/>
                  <a:pt x="48000" y="94448"/>
                </a:cubicBezTo>
                <a:cubicBezTo>
                  <a:pt x="46117" y="93786"/>
                  <a:pt x="44680" y="93455"/>
                  <a:pt x="43687" y="93455"/>
                </a:cubicBezTo>
                <a:cubicBezTo>
                  <a:pt x="41577" y="93455"/>
                  <a:pt x="38412" y="93587"/>
                  <a:pt x="34193" y="93851"/>
                </a:cubicBezTo>
                <a:cubicBezTo>
                  <a:pt x="29973" y="94115"/>
                  <a:pt x="26787" y="94247"/>
                  <a:pt x="24636" y="94247"/>
                </a:cubicBezTo>
                <a:cubicBezTo>
                  <a:pt x="23023" y="94247"/>
                  <a:pt x="20633" y="94466"/>
                  <a:pt x="17469" y="94906"/>
                </a:cubicBezTo>
                <a:cubicBezTo>
                  <a:pt x="14304" y="95346"/>
                  <a:pt x="11915" y="95565"/>
                  <a:pt x="10301" y="95565"/>
                </a:cubicBezTo>
                <a:cubicBezTo>
                  <a:pt x="9846" y="95565"/>
                  <a:pt x="9184" y="95483"/>
                  <a:pt x="8315" y="95317"/>
                </a:cubicBezTo>
                <a:cubicBezTo>
                  <a:pt x="7447" y="95152"/>
                  <a:pt x="6785" y="95069"/>
                  <a:pt x="6330" y="95069"/>
                </a:cubicBezTo>
                <a:cubicBezTo>
                  <a:pt x="3475" y="95069"/>
                  <a:pt x="1613" y="93682"/>
                  <a:pt x="745" y="90907"/>
                </a:cubicBezTo>
                <a:cubicBezTo>
                  <a:pt x="248" y="89458"/>
                  <a:pt x="0" y="86974"/>
                  <a:pt x="0" y="83455"/>
                </a:cubicBezTo>
                <a:cubicBezTo>
                  <a:pt x="0" y="73809"/>
                  <a:pt x="2627" y="66046"/>
                  <a:pt x="7881" y="60167"/>
                </a:cubicBezTo>
                <a:cubicBezTo>
                  <a:pt x="10281" y="57476"/>
                  <a:pt x="16755" y="52509"/>
                  <a:pt x="27304" y="45264"/>
                </a:cubicBezTo>
                <a:cubicBezTo>
                  <a:pt x="33220" y="41205"/>
                  <a:pt x="37171" y="38038"/>
                  <a:pt x="39157" y="35761"/>
                </a:cubicBezTo>
                <a:cubicBezTo>
                  <a:pt x="42715" y="31787"/>
                  <a:pt x="44494" y="27130"/>
                  <a:pt x="44494" y="21789"/>
                </a:cubicBezTo>
                <a:cubicBezTo>
                  <a:pt x="44494" y="19139"/>
                  <a:pt x="42777" y="16779"/>
                  <a:pt x="39343" y="14709"/>
                </a:cubicBezTo>
                <a:cubicBezTo>
                  <a:pt x="36323" y="12846"/>
                  <a:pt x="33365" y="11915"/>
                  <a:pt x="30469" y="11915"/>
                </a:cubicBezTo>
                <a:cubicBezTo>
                  <a:pt x="26663" y="11915"/>
                  <a:pt x="23043" y="13017"/>
                  <a:pt x="19610" y="15221"/>
                </a:cubicBezTo>
                <a:lnTo>
                  <a:pt x="10736" y="22206"/>
                </a:lnTo>
                <a:cubicBezTo>
                  <a:pt x="8957" y="23619"/>
                  <a:pt x="7529" y="24326"/>
                  <a:pt x="6454" y="24326"/>
                </a:cubicBezTo>
                <a:cubicBezTo>
                  <a:pt x="2193" y="24326"/>
                  <a:pt x="62" y="22625"/>
                  <a:pt x="62" y="19224"/>
                </a:cubicBezTo>
                <a:cubicBezTo>
                  <a:pt x="62" y="17274"/>
                  <a:pt x="848" y="15595"/>
                  <a:pt x="2420" y="14185"/>
                </a:cubicBezTo>
                <a:cubicBezTo>
                  <a:pt x="7260" y="9623"/>
                  <a:pt x="11460" y="6326"/>
                  <a:pt x="15017" y="4293"/>
                </a:cubicBezTo>
                <a:cubicBezTo>
                  <a:pt x="20023" y="1431"/>
                  <a:pt x="25174" y="0"/>
                  <a:pt x="30469" y="0"/>
                </a:cubicBezTo>
                <a:cubicBezTo>
                  <a:pt x="37171" y="0"/>
                  <a:pt x="43149" y="1820"/>
                  <a:pt x="48403" y="5461"/>
                </a:cubicBezTo>
                <a:cubicBezTo>
                  <a:pt x="54278" y="9557"/>
                  <a:pt x="57215" y="14811"/>
                  <a:pt x="57215" y="21223"/>
                </a:cubicBezTo>
                <a:cubicBezTo>
                  <a:pt x="57215" y="25443"/>
                  <a:pt x="56615" y="29332"/>
                  <a:pt x="55415" y="32889"/>
                </a:cubicBezTo>
                <a:cubicBezTo>
                  <a:pt x="54216" y="36447"/>
                  <a:pt x="52395" y="39695"/>
                  <a:pt x="49955" y="42632"/>
                </a:cubicBezTo>
                <a:cubicBezTo>
                  <a:pt x="46852" y="46355"/>
                  <a:pt x="41598" y="50513"/>
                  <a:pt x="34193" y="55105"/>
                </a:cubicBezTo>
                <a:cubicBezTo>
                  <a:pt x="26415" y="59987"/>
                  <a:pt x="21306" y="63690"/>
                  <a:pt x="18865" y="66213"/>
                </a:cubicBezTo>
                <a:cubicBezTo>
                  <a:pt x="14273" y="70971"/>
                  <a:pt x="12018" y="76742"/>
                  <a:pt x="12101" y="83527"/>
                </a:cubicBezTo>
                <a:lnTo>
                  <a:pt x="24884" y="82309"/>
                </a:lnTo>
                <a:cubicBezTo>
                  <a:pt x="33655" y="81797"/>
                  <a:pt x="39922" y="81541"/>
                  <a:pt x="43687" y="81541"/>
                </a:cubicBezTo>
                <a:cubicBezTo>
                  <a:pt x="46831" y="81541"/>
                  <a:pt x="49810" y="82081"/>
                  <a:pt x="52623" y="83162"/>
                </a:cubicBezTo>
                <a:cubicBezTo>
                  <a:pt x="56346" y="84616"/>
                  <a:pt x="58208" y="86632"/>
                  <a:pt x="58208" y="89208"/>
                </a:cubicBezTo>
                <a:cubicBezTo>
                  <a:pt x="58208" y="90828"/>
                  <a:pt x="57649" y="92272"/>
                  <a:pt x="56532" y="93541"/>
                </a:cubicBezTo>
                <a:cubicBezTo>
                  <a:pt x="55415" y="94808"/>
                  <a:pt x="54030" y="95441"/>
                  <a:pt x="52375" y="954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=1">
            <a:extLst xmlns:a="http://schemas.openxmlformats.org/drawingml/2006/main">
              <a:ext uri="{FF2B5EF4-FFF2-40B4-BE49-F238E27FC236}">
                <a16:creationId xmlns:a16="http://schemas.microsoft.com/office/drawing/2014/main" id="{5F3B324D-0F72-4E72-8E63-AA65E057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733" y="2273923"/>
            <a:ext cx="167115" cy="149656"/>
          </a:xfrm>
          <a:custGeom xmlns:a="http://schemas.openxmlformats.org/drawingml/2006/main">
            <a:pathLst>
              <a:path w="167115" h="149656">
                <a:moveTo>
                  <a:pt x="21557" y="53750"/>
                </a:moveTo>
                <a:lnTo>
                  <a:pt x="66301" y="53846"/>
                </a:lnTo>
                <a:cubicBezTo>
                  <a:pt x="71986" y="53846"/>
                  <a:pt x="74828" y="56688"/>
                  <a:pt x="74828" y="62373"/>
                </a:cubicBezTo>
                <a:cubicBezTo>
                  <a:pt x="74828" y="68058"/>
                  <a:pt x="71986" y="70900"/>
                  <a:pt x="66301" y="70900"/>
                </a:cubicBezTo>
                <a:lnTo>
                  <a:pt x="21462" y="70804"/>
                </a:lnTo>
                <a:cubicBezTo>
                  <a:pt x="19993" y="70804"/>
                  <a:pt x="17805" y="70884"/>
                  <a:pt x="14899" y="71044"/>
                </a:cubicBezTo>
                <a:cubicBezTo>
                  <a:pt x="11992" y="71203"/>
                  <a:pt x="9837" y="71283"/>
                  <a:pt x="8431" y="71283"/>
                </a:cubicBezTo>
                <a:cubicBezTo>
                  <a:pt x="5940" y="71283"/>
                  <a:pt x="3912" y="70453"/>
                  <a:pt x="2347" y="68792"/>
                </a:cubicBezTo>
                <a:cubicBezTo>
                  <a:pt x="782" y="67131"/>
                  <a:pt x="0" y="65087"/>
                  <a:pt x="0" y="62660"/>
                </a:cubicBezTo>
                <a:cubicBezTo>
                  <a:pt x="0" y="58061"/>
                  <a:pt x="2683" y="55251"/>
                  <a:pt x="8048" y="54229"/>
                </a:cubicBezTo>
                <a:cubicBezTo>
                  <a:pt x="9453" y="53910"/>
                  <a:pt x="13956" y="53750"/>
                  <a:pt x="21557" y="53750"/>
                </a:cubicBezTo>
                <a:moveTo>
                  <a:pt x="27019" y="105200"/>
                </a:moveTo>
                <a:cubicBezTo>
                  <a:pt x="31234" y="105200"/>
                  <a:pt x="37558" y="105296"/>
                  <a:pt x="45989" y="105488"/>
                </a:cubicBezTo>
                <a:cubicBezTo>
                  <a:pt x="54421" y="105679"/>
                  <a:pt x="60744" y="105775"/>
                  <a:pt x="64960" y="105775"/>
                </a:cubicBezTo>
                <a:cubicBezTo>
                  <a:pt x="70644" y="105775"/>
                  <a:pt x="73487" y="108618"/>
                  <a:pt x="73487" y="114302"/>
                </a:cubicBezTo>
                <a:cubicBezTo>
                  <a:pt x="73487" y="119987"/>
                  <a:pt x="70644" y="122829"/>
                  <a:pt x="64960" y="122829"/>
                </a:cubicBezTo>
                <a:cubicBezTo>
                  <a:pt x="60744" y="122829"/>
                  <a:pt x="54421" y="122734"/>
                  <a:pt x="45989" y="122542"/>
                </a:cubicBezTo>
                <a:cubicBezTo>
                  <a:pt x="37558" y="122350"/>
                  <a:pt x="31234" y="122255"/>
                  <a:pt x="27019" y="122255"/>
                </a:cubicBezTo>
                <a:cubicBezTo>
                  <a:pt x="25102" y="122255"/>
                  <a:pt x="22228" y="122382"/>
                  <a:pt x="18396" y="122638"/>
                </a:cubicBezTo>
                <a:cubicBezTo>
                  <a:pt x="14563" y="122893"/>
                  <a:pt x="11721" y="123021"/>
                  <a:pt x="9869" y="123021"/>
                </a:cubicBezTo>
                <a:cubicBezTo>
                  <a:pt x="3992" y="123021"/>
                  <a:pt x="1054" y="120179"/>
                  <a:pt x="1054" y="114494"/>
                </a:cubicBezTo>
                <a:cubicBezTo>
                  <a:pt x="1054" y="109256"/>
                  <a:pt x="3800" y="106414"/>
                  <a:pt x="9294" y="105967"/>
                </a:cubicBezTo>
                <a:cubicBezTo>
                  <a:pt x="16384" y="105456"/>
                  <a:pt x="22292" y="105200"/>
                  <a:pt x="27019" y="105200"/>
                </a:cubicBezTo>
                <a:close/>
                <a:moveTo>
                  <a:pt x="157821" y="149656"/>
                </a:moveTo>
                <a:lnTo>
                  <a:pt x="138755" y="149656"/>
                </a:lnTo>
                <a:lnTo>
                  <a:pt x="119785" y="149561"/>
                </a:lnTo>
                <a:cubicBezTo>
                  <a:pt x="115313" y="149561"/>
                  <a:pt x="112184" y="149273"/>
                  <a:pt x="110395" y="148698"/>
                </a:cubicBezTo>
                <a:cubicBezTo>
                  <a:pt x="107138" y="147549"/>
                  <a:pt x="105509" y="145121"/>
                  <a:pt x="105509" y="141417"/>
                </a:cubicBezTo>
                <a:cubicBezTo>
                  <a:pt x="105509" y="134965"/>
                  <a:pt x="110523" y="131740"/>
                  <a:pt x="120551" y="131740"/>
                </a:cubicBezTo>
                <a:lnTo>
                  <a:pt x="125150" y="131836"/>
                </a:lnTo>
                <a:lnTo>
                  <a:pt x="129078" y="132027"/>
                </a:lnTo>
                <a:cubicBezTo>
                  <a:pt x="129078" y="128955"/>
                  <a:pt x="128807" y="124412"/>
                  <a:pt x="128264" y="118398"/>
                </a:cubicBezTo>
                <a:cubicBezTo>
                  <a:pt x="127721" y="112382"/>
                  <a:pt x="127449" y="107870"/>
                  <a:pt x="127449" y="104862"/>
                </a:cubicBezTo>
                <a:cubicBezTo>
                  <a:pt x="127449" y="96734"/>
                  <a:pt x="128184" y="84382"/>
                  <a:pt x="129653" y="67807"/>
                </a:cubicBezTo>
                <a:cubicBezTo>
                  <a:pt x="131058" y="51489"/>
                  <a:pt x="131729" y="39107"/>
                  <a:pt x="131665" y="30659"/>
                </a:cubicBezTo>
                <a:cubicBezTo>
                  <a:pt x="123106" y="37302"/>
                  <a:pt x="117645" y="40624"/>
                  <a:pt x="115281" y="40624"/>
                </a:cubicBezTo>
                <a:cubicBezTo>
                  <a:pt x="112727" y="40624"/>
                  <a:pt x="110507" y="39666"/>
                  <a:pt x="108623" y="37749"/>
                </a:cubicBezTo>
                <a:cubicBezTo>
                  <a:pt x="106738" y="35833"/>
                  <a:pt x="105796" y="33630"/>
                  <a:pt x="105796" y="31139"/>
                </a:cubicBezTo>
                <a:cubicBezTo>
                  <a:pt x="105796" y="28136"/>
                  <a:pt x="108543" y="24496"/>
                  <a:pt x="114036" y="20216"/>
                </a:cubicBezTo>
                <a:cubicBezTo>
                  <a:pt x="117485" y="17789"/>
                  <a:pt x="122371" y="13893"/>
                  <a:pt x="128695" y="8527"/>
                </a:cubicBezTo>
                <a:cubicBezTo>
                  <a:pt x="134316" y="2842"/>
                  <a:pt x="139681" y="0"/>
                  <a:pt x="144791" y="0"/>
                </a:cubicBezTo>
                <a:cubicBezTo>
                  <a:pt x="149071" y="0"/>
                  <a:pt x="151211" y="2463"/>
                  <a:pt x="151211" y="7389"/>
                </a:cubicBezTo>
                <a:cubicBezTo>
                  <a:pt x="151211" y="8861"/>
                  <a:pt x="151019" y="11051"/>
                  <a:pt x="150636" y="13961"/>
                </a:cubicBezTo>
                <a:cubicBezTo>
                  <a:pt x="150252" y="16872"/>
                  <a:pt x="150061" y="19062"/>
                  <a:pt x="150061" y="20533"/>
                </a:cubicBezTo>
                <a:cubicBezTo>
                  <a:pt x="150061" y="22645"/>
                  <a:pt x="150173" y="25844"/>
                  <a:pt x="150396" y="30129"/>
                </a:cubicBezTo>
                <a:cubicBezTo>
                  <a:pt x="150620" y="34415"/>
                  <a:pt x="150731" y="37613"/>
                  <a:pt x="150731" y="39723"/>
                </a:cubicBezTo>
                <a:cubicBezTo>
                  <a:pt x="150731" y="47016"/>
                  <a:pt x="149965" y="57892"/>
                  <a:pt x="148432" y="72349"/>
                </a:cubicBezTo>
                <a:cubicBezTo>
                  <a:pt x="146899" y="86805"/>
                  <a:pt x="146133" y="97646"/>
                  <a:pt x="146133" y="104874"/>
                </a:cubicBezTo>
                <a:cubicBezTo>
                  <a:pt x="146133" y="108585"/>
                  <a:pt x="146388" y="113095"/>
                  <a:pt x="146899" y="118404"/>
                </a:cubicBezTo>
                <a:cubicBezTo>
                  <a:pt x="147410" y="123714"/>
                  <a:pt x="147697" y="128063"/>
                  <a:pt x="147761" y="131452"/>
                </a:cubicBezTo>
                <a:lnTo>
                  <a:pt x="157821" y="131261"/>
                </a:lnTo>
                <a:cubicBezTo>
                  <a:pt x="160504" y="131261"/>
                  <a:pt x="162724" y="132139"/>
                  <a:pt x="164480" y="133896"/>
                </a:cubicBezTo>
                <a:cubicBezTo>
                  <a:pt x="166237" y="135652"/>
                  <a:pt x="167115" y="137840"/>
                  <a:pt x="167115" y="140459"/>
                </a:cubicBezTo>
                <a:cubicBezTo>
                  <a:pt x="167115" y="143141"/>
                  <a:pt x="166237" y="145345"/>
                  <a:pt x="164480" y="147070"/>
                </a:cubicBezTo>
                <a:cubicBezTo>
                  <a:pt x="162724" y="148794"/>
                  <a:pt x="160504" y="149656"/>
                  <a:pt x="157821" y="1496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1B715-07C8-402A-BE28-68271CB6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665" y="3739769"/>
            <a:ext cx="1011129" cy="312836"/>
          </a:xfrm>
          <a:custGeom xmlns:a="http://schemas.openxmlformats.org/drawingml/2006/main">
            <a:pathLst>
              <a:path w="1011129" h="312836">
                <a:moveTo>
                  <a:pt x="419" y="52512"/>
                </a:moveTo>
                <a:cubicBezTo>
                  <a:pt x="0" y="23351"/>
                  <a:pt x="23351" y="0"/>
                  <a:pt x="52372" y="559"/>
                </a:cubicBezTo>
                <a:lnTo>
                  <a:pt x="959036" y="559"/>
                </a:lnTo>
                <a:cubicBezTo>
                  <a:pt x="987778" y="0"/>
                  <a:pt x="1011129" y="23351"/>
                  <a:pt x="1010989" y="52512"/>
                </a:cubicBezTo>
                <a:lnTo>
                  <a:pt x="1010989" y="260324"/>
                </a:lnTo>
                <a:cubicBezTo>
                  <a:pt x="1011129" y="289485"/>
                  <a:pt x="987778" y="312836"/>
                  <a:pt x="959036" y="312277"/>
                </a:cubicBezTo>
                <a:lnTo>
                  <a:pt x="52372" y="312277"/>
                </a:lnTo>
                <a:cubicBezTo>
                  <a:pt x="23351" y="312836"/>
                  <a:pt x="0" y="289485"/>
                  <a:pt x="419" y="260324"/>
                </a:cubicBezTo>
                <a:lnTo>
                  <a:pt x="419" y="52512"/>
                </a:lnTo>
              </a:path>
            </a:pathLst>
          </a:custGeom>
          <a:solidFill xmlns:a="http://schemas.openxmlformats.org/drawingml/2006/main">
            <a:srgbClr val="FCF3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444C9-550E-4FE0-9985-29B2D0F0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191" y="3729294"/>
            <a:ext cx="1032078" cy="333784"/>
          </a:xfrm>
          <a:custGeom xmlns:a="http://schemas.openxmlformats.org/drawingml/2006/main">
            <a:pathLst>
              <a:path w="1032078" h="333784">
                <a:moveTo>
                  <a:pt x="4916" y="295546"/>
                </a:moveTo>
                <a:lnTo>
                  <a:pt x="7556" y="301020"/>
                </a:lnTo>
                <a:lnTo>
                  <a:pt x="10684" y="306188"/>
                </a:lnTo>
                <a:lnTo>
                  <a:pt x="14287" y="311006"/>
                </a:lnTo>
                <a:lnTo>
                  <a:pt x="18337" y="315447"/>
                </a:lnTo>
                <a:lnTo>
                  <a:pt x="22778" y="319497"/>
                </a:lnTo>
                <a:lnTo>
                  <a:pt x="27597" y="323100"/>
                </a:lnTo>
                <a:lnTo>
                  <a:pt x="32764" y="326229"/>
                </a:lnTo>
                <a:lnTo>
                  <a:pt x="38239" y="328868"/>
                </a:lnTo>
                <a:lnTo>
                  <a:pt x="43992" y="330977"/>
                </a:lnTo>
                <a:lnTo>
                  <a:pt x="50012" y="332527"/>
                </a:lnTo>
                <a:lnTo>
                  <a:pt x="56227" y="333477"/>
                </a:lnTo>
                <a:lnTo>
                  <a:pt x="62344" y="333784"/>
                </a:lnTo>
                <a:lnTo>
                  <a:pt x="969720" y="333784"/>
                </a:lnTo>
                <a:lnTo>
                  <a:pt x="975851" y="333477"/>
                </a:lnTo>
                <a:lnTo>
                  <a:pt x="982066" y="332527"/>
                </a:lnTo>
                <a:lnTo>
                  <a:pt x="988085" y="330977"/>
                </a:lnTo>
                <a:lnTo>
                  <a:pt x="993839" y="328868"/>
                </a:lnTo>
                <a:lnTo>
                  <a:pt x="999314" y="326229"/>
                </a:lnTo>
                <a:lnTo>
                  <a:pt x="1004481" y="323100"/>
                </a:lnTo>
                <a:lnTo>
                  <a:pt x="1009300" y="319497"/>
                </a:lnTo>
                <a:lnTo>
                  <a:pt x="1013741" y="315447"/>
                </a:lnTo>
                <a:lnTo>
                  <a:pt x="1017791" y="311006"/>
                </a:lnTo>
                <a:lnTo>
                  <a:pt x="1021394" y="306188"/>
                </a:lnTo>
                <a:lnTo>
                  <a:pt x="1024522" y="301020"/>
                </a:lnTo>
                <a:lnTo>
                  <a:pt x="1027162" y="295546"/>
                </a:lnTo>
                <a:lnTo>
                  <a:pt x="1029271" y="289792"/>
                </a:lnTo>
                <a:lnTo>
                  <a:pt x="1030821" y="283773"/>
                </a:lnTo>
                <a:lnTo>
                  <a:pt x="1031771" y="277558"/>
                </a:lnTo>
                <a:lnTo>
                  <a:pt x="1032078" y="271441"/>
                </a:lnTo>
                <a:lnTo>
                  <a:pt x="1032078" y="62344"/>
                </a:lnTo>
                <a:lnTo>
                  <a:pt x="1031771" y="56227"/>
                </a:lnTo>
                <a:lnTo>
                  <a:pt x="1030821" y="50012"/>
                </a:lnTo>
                <a:lnTo>
                  <a:pt x="1029271" y="43992"/>
                </a:lnTo>
                <a:lnTo>
                  <a:pt x="1027162" y="38239"/>
                </a:lnTo>
                <a:lnTo>
                  <a:pt x="1024522" y="32764"/>
                </a:lnTo>
                <a:lnTo>
                  <a:pt x="1021394" y="27597"/>
                </a:lnTo>
                <a:lnTo>
                  <a:pt x="1017791" y="22778"/>
                </a:lnTo>
                <a:lnTo>
                  <a:pt x="1013741" y="18337"/>
                </a:lnTo>
                <a:lnTo>
                  <a:pt x="1009300" y="14287"/>
                </a:lnTo>
                <a:lnTo>
                  <a:pt x="1004481" y="10684"/>
                </a:lnTo>
                <a:lnTo>
                  <a:pt x="999314" y="7556"/>
                </a:lnTo>
                <a:lnTo>
                  <a:pt x="993839" y="4916"/>
                </a:lnTo>
                <a:lnTo>
                  <a:pt x="988085" y="2807"/>
                </a:lnTo>
                <a:lnTo>
                  <a:pt x="982066" y="1257"/>
                </a:lnTo>
                <a:lnTo>
                  <a:pt x="975851" y="307"/>
                </a:lnTo>
                <a:lnTo>
                  <a:pt x="969720" y="0"/>
                </a:lnTo>
                <a:lnTo>
                  <a:pt x="62344" y="0"/>
                </a:lnTo>
                <a:lnTo>
                  <a:pt x="56227" y="307"/>
                </a:lnTo>
                <a:lnTo>
                  <a:pt x="50012" y="1257"/>
                </a:lnTo>
                <a:lnTo>
                  <a:pt x="43992" y="2807"/>
                </a:lnTo>
                <a:lnTo>
                  <a:pt x="38239" y="4916"/>
                </a:lnTo>
                <a:lnTo>
                  <a:pt x="32764" y="7556"/>
                </a:lnTo>
                <a:lnTo>
                  <a:pt x="27597" y="10684"/>
                </a:lnTo>
                <a:lnTo>
                  <a:pt x="22778" y="14287"/>
                </a:lnTo>
                <a:lnTo>
                  <a:pt x="18337" y="18337"/>
                </a:lnTo>
                <a:lnTo>
                  <a:pt x="14287" y="22778"/>
                </a:lnTo>
                <a:lnTo>
                  <a:pt x="10684" y="27597"/>
                </a:lnTo>
                <a:lnTo>
                  <a:pt x="7556" y="32764"/>
                </a:lnTo>
                <a:lnTo>
                  <a:pt x="4916" y="38239"/>
                </a:lnTo>
                <a:lnTo>
                  <a:pt x="2807" y="43992"/>
                </a:lnTo>
                <a:lnTo>
                  <a:pt x="1257" y="50012"/>
                </a:lnTo>
                <a:lnTo>
                  <a:pt x="307" y="56227"/>
                </a:lnTo>
                <a:lnTo>
                  <a:pt x="0" y="62344"/>
                </a:lnTo>
                <a:lnTo>
                  <a:pt x="0" y="271441"/>
                </a:lnTo>
                <a:lnTo>
                  <a:pt x="307" y="277558"/>
                </a:lnTo>
                <a:lnTo>
                  <a:pt x="1257" y="283773"/>
                </a:lnTo>
                <a:lnTo>
                  <a:pt x="2807" y="289792"/>
                </a:lnTo>
                <a:lnTo>
                  <a:pt x="4916" y="295546"/>
                </a:lnTo>
                <a:close/>
                <a:moveTo>
                  <a:pt x="21805" y="54214"/>
                </a:moveTo>
                <a:lnTo>
                  <a:pt x="22827" y="50235"/>
                </a:lnTo>
                <a:lnTo>
                  <a:pt x="24246" y="46372"/>
                </a:lnTo>
                <a:lnTo>
                  <a:pt x="25944" y="42837"/>
                </a:lnTo>
                <a:lnTo>
                  <a:pt x="28101" y="39283"/>
                </a:lnTo>
                <a:lnTo>
                  <a:pt x="30439" y="36162"/>
                </a:lnTo>
                <a:lnTo>
                  <a:pt x="33165" y="33165"/>
                </a:lnTo>
                <a:lnTo>
                  <a:pt x="36162" y="30439"/>
                </a:lnTo>
                <a:lnTo>
                  <a:pt x="39283" y="28101"/>
                </a:lnTo>
                <a:lnTo>
                  <a:pt x="42837" y="25944"/>
                </a:lnTo>
                <a:lnTo>
                  <a:pt x="46372" y="24246"/>
                </a:lnTo>
                <a:lnTo>
                  <a:pt x="50235" y="22827"/>
                </a:lnTo>
                <a:lnTo>
                  <a:pt x="54214" y="21805"/>
                </a:lnTo>
                <a:lnTo>
                  <a:pt x="58416" y="21170"/>
                </a:lnTo>
                <a:lnTo>
                  <a:pt x="62860" y="20949"/>
                </a:lnTo>
                <a:lnTo>
                  <a:pt x="969218" y="20949"/>
                </a:lnTo>
                <a:lnTo>
                  <a:pt x="973662" y="21170"/>
                </a:lnTo>
                <a:lnTo>
                  <a:pt x="977864" y="21805"/>
                </a:lnTo>
                <a:lnTo>
                  <a:pt x="981843" y="22827"/>
                </a:lnTo>
                <a:lnTo>
                  <a:pt x="985706" y="24246"/>
                </a:lnTo>
                <a:lnTo>
                  <a:pt x="989241" y="25944"/>
                </a:lnTo>
                <a:lnTo>
                  <a:pt x="992795" y="28101"/>
                </a:lnTo>
                <a:lnTo>
                  <a:pt x="995916" y="30439"/>
                </a:lnTo>
                <a:lnTo>
                  <a:pt x="998913" y="33165"/>
                </a:lnTo>
                <a:lnTo>
                  <a:pt x="1001639" y="36162"/>
                </a:lnTo>
                <a:lnTo>
                  <a:pt x="1003977" y="39283"/>
                </a:lnTo>
                <a:lnTo>
                  <a:pt x="1006134" y="42837"/>
                </a:lnTo>
                <a:lnTo>
                  <a:pt x="1007832" y="46372"/>
                </a:lnTo>
                <a:lnTo>
                  <a:pt x="1009251" y="50235"/>
                </a:lnTo>
                <a:lnTo>
                  <a:pt x="1010273" y="54214"/>
                </a:lnTo>
                <a:lnTo>
                  <a:pt x="1010907" y="58416"/>
                </a:lnTo>
                <a:lnTo>
                  <a:pt x="1011129" y="62860"/>
                </a:lnTo>
                <a:lnTo>
                  <a:pt x="1011129" y="270925"/>
                </a:lnTo>
                <a:lnTo>
                  <a:pt x="1010908" y="275363"/>
                </a:lnTo>
                <a:lnTo>
                  <a:pt x="1010273" y="279570"/>
                </a:lnTo>
                <a:lnTo>
                  <a:pt x="1009251" y="283549"/>
                </a:lnTo>
                <a:lnTo>
                  <a:pt x="1007832" y="287413"/>
                </a:lnTo>
                <a:lnTo>
                  <a:pt x="1006134" y="290948"/>
                </a:lnTo>
                <a:lnTo>
                  <a:pt x="1003977" y="294501"/>
                </a:lnTo>
                <a:lnTo>
                  <a:pt x="1001639" y="297622"/>
                </a:lnTo>
                <a:lnTo>
                  <a:pt x="998848" y="300691"/>
                </a:lnTo>
                <a:lnTo>
                  <a:pt x="995924" y="303339"/>
                </a:lnTo>
                <a:lnTo>
                  <a:pt x="992795" y="305683"/>
                </a:lnTo>
                <a:lnTo>
                  <a:pt x="989241" y="307841"/>
                </a:lnTo>
                <a:lnTo>
                  <a:pt x="985706" y="309538"/>
                </a:lnTo>
                <a:lnTo>
                  <a:pt x="981843" y="310957"/>
                </a:lnTo>
                <a:lnTo>
                  <a:pt x="977864" y="311980"/>
                </a:lnTo>
                <a:lnTo>
                  <a:pt x="973662" y="312614"/>
                </a:lnTo>
                <a:lnTo>
                  <a:pt x="969218" y="312836"/>
                </a:lnTo>
                <a:lnTo>
                  <a:pt x="62860" y="312836"/>
                </a:lnTo>
                <a:lnTo>
                  <a:pt x="58416" y="312614"/>
                </a:lnTo>
                <a:lnTo>
                  <a:pt x="54214" y="311980"/>
                </a:lnTo>
                <a:lnTo>
                  <a:pt x="50235" y="310957"/>
                </a:lnTo>
                <a:lnTo>
                  <a:pt x="46372" y="309538"/>
                </a:lnTo>
                <a:lnTo>
                  <a:pt x="42837" y="307841"/>
                </a:lnTo>
                <a:lnTo>
                  <a:pt x="39283" y="305683"/>
                </a:lnTo>
                <a:lnTo>
                  <a:pt x="36154" y="303339"/>
                </a:lnTo>
                <a:lnTo>
                  <a:pt x="33230" y="300691"/>
                </a:lnTo>
                <a:lnTo>
                  <a:pt x="30439" y="297622"/>
                </a:lnTo>
                <a:lnTo>
                  <a:pt x="28101" y="294501"/>
                </a:lnTo>
                <a:lnTo>
                  <a:pt x="25944" y="290948"/>
                </a:lnTo>
                <a:lnTo>
                  <a:pt x="24246" y="287413"/>
                </a:lnTo>
                <a:lnTo>
                  <a:pt x="22827" y="283549"/>
                </a:lnTo>
                <a:lnTo>
                  <a:pt x="21805" y="279570"/>
                </a:lnTo>
                <a:lnTo>
                  <a:pt x="21170" y="275363"/>
                </a:lnTo>
                <a:lnTo>
                  <a:pt x="20949" y="270925"/>
                </a:lnTo>
                <a:lnTo>
                  <a:pt x="20949" y="62860"/>
                </a:lnTo>
                <a:lnTo>
                  <a:pt x="21170" y="58416"/>
                </a:lnTo>
                <a:lnTo>
                  <a:pt x="21805" y="54214"/>
                </a:lnTo>
                <a:close/>
              </a:path>
            </a:pathLst>
          </a:custGeom>
          <a:solidFill xmlns:a="http://schemas.openxmlformats.org/drawingml/2006/main">
            <a:srgbClr val="FC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y">
            <a:extLst xmlns:a="http://schemas.openxmlformats.org/drawingml/2006/main">
              <a:ext uri="{FF2B5EF4-FFF2-40B4-BE49-F238E27FC236}">
                <a16:creationId xmlns:a16="http://schemas.microsoft.com/office/drawing/2014/main" id="{0FCE874D-0A3E-4C91-832F-B016C0E5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809" y="3847421"/>
            <a:ext cx="98493" cy="155213"/>
          </a:xfrm>
          <a:custGeom xmlns:a="http://schemas.openxmlformats.org/drawingml/2006/main">
            <a:pathLst>
              <a:path w="98493" h="155213">
                <a:moveTo>
                  <a:pt x="97248" y="14165"/>
                </a:moveTo>
                <a:lnTo>
                  <a:pt x="64097" y="85840"/>
                </a:lnTo>
                <a:cubicBezTo>
                  <a:pt x="55922" y="103280"/>
                  <a:pt x="49662" y="117876"/>
                  <a:pt x="45319" y="129629"/>
                </a:cubicBezTo>
                <a:lnTo>
                  <a:pt x="38995" y="148219"/>
                </a:lnTo>
                <a:cubicBezTo>
                  <a:pt x="37334" y="152882"/>
                  <a:pt x="34460" y="155213"/>
                  <a:pt x="30372" y="155213"/>
                </a:cubicBezTo>
                <a:cubicBezTo>
                  <a:pt x="27689" y="155213"/>
                  <a:pt x="25374" y="154330"/>
                  <a:pt x="23426" y="152564"/>
                </a:cubicBezTo>
                <a:cubicBezTo>
                  <a:pt x="21478" y="150799"/>
                  <a:pt x="20504" y="148601"/>
                  <a:pt x="20504" y="145968"/>
                </a:cubicBezTo>
                <a:cubicBezTo>
                  <a:pt x="20504" y="139548"/>
                  <a:pt x="27402" y="121078"/>
                  <a:pt x="41199" y="90556"/>
                </a:cubicBezTo>
                <a:lnTo>
                  <a:pt x="6898" y="24453"/>
                </a:lnTo>
                <a:lnTo>
                  <a:pt x="2587" y="17447"/>
                </a:lnTo>
                <a:cubicBezTo>
                  <a:pt x="862" y="14504"/>
                  <a:pt x="0" y="12042"/>
                  <a:pt x="0" y="10060"/>
                </a:cubicBezTo>
                <a:cubicBezTo>
                  <a:pt x="0" y="7441"/>
                  <a:pt x="1006" y="5142"/>
                  <a:pt x="3018" y="3162"/>
                </a:cubicBezTo>
                <a:cubicBezTo>
                  <a:pt x="5030" y="1182"/>
                  <a:pt x="7282" y="192"/>
                  <a:pt x="9773" y="192"/>
                </a:cubicBezTo>
                <a:cubicBezTo>
                  <a:pt x="12711" y="192"/>
                  <a:pt x="14978" y="1309"/>
                  <a:pt x="16575" y="3545"/>
                </a:cubicBezTo>
                <a:cubicBezTo>
                  <a:pt x="27434" y="18641"/>
                  <a:pt x="39091" y="40134"/>
                  <a:pt x="51546" y="68023"/>
                </a:cubicBezTo>
                <a:lnTo>
                  <a:pt x="65726" y="34866"/>
                </a:lnTo>
                <a:cubicBezTo>
                  <a:pt x="70836" y="23427"/>
                  <a:pt x="75754" y="13593"/>
                  <a:pt x="80481" y="5365"/>
                </a:cubicBezTo>
                <a:cubicBezTo>
                  <a:pt x="82525" y="1788"/>
                  <a:pt x="85208" y="0"/>
                  <a:pt x="88529" y="0"/>
                </a:cubicBezTo>
                <a:cubicBezTo>
                  <a:pt x="91148" y="0"/>
                  <a:pt x="93463" y="925"/>
                  <a:pt x="95475" y="2776"/>
                </a:cubicBezTo>
                <a:cubicBezTo>
                  <a:pt x="97487" y="4626"/>
                  <a:pt x="98493" y="6828"/>
                  <a:pt x="98493" y="9380"/>
                </a:cubicBezTo>
                <a:cubicBezTo>
                  <a:pt x="98493" y="10784"/>
                  <a:pt x="98078" y="12379"/>
                  <a:pt x="97248" y="14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k">
            <a:extLst xmlns:a="http://schemas.openxmlformats.org/drawingml/2006/main">
              <a:ext uri="{FF2B5EF4-FFF2-40B4-BE49-F238E27FC236}">
                <a16:creationId xmlns:a16="http://schemas.microsoft.com/office/drawing/2014/main" id="{B4368845-F844-48C7-8490-F27808AA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257" y="3885809"/>
            <a:ext cx="56657" cy="102143"/>
          </a:xfrm>
          <a:custGeom xmlns:a="http://schemas.openxmlformats.org/drawingml/2006/main">
            <a:pathLst>
              <a:path w="56657" h="102143">
                <a:moveTo>
                  <a:pt x="50203" y="102143"/>
                </a:moveTo>
                <a:cubicBezTo>
                  <a:pt x="47927" y="102143"/>
                  <a:pt x="46169" y="100943"/>
                  <a:pt x="44928" y="98544"/>
                </a:cubicBezTo>
                <a:cubicBezTo>
                  <a:pt x="42777" y="94363"/>
                  <a:pt x="39529" y="89416"/>
                  <a:pt x="35185" y="83703"/>
                </a:cubicBezTo>
                <a:lnTo>
                  <a:pt x="24202" y="68738"/>
                </a:lnTo>
                <a:cubicBezTo>
                  <a:pt x="21802" y="70642"/>
                  <a:pt x="18079" y="73313"/>
                  <a:pt x="13032" y="76749"/>
                </a:cubicBezTo>
                <a:cubicBezTo>
                  <a:pt x="12577" y="83165"/>
                  <a:pt x="12349" y="89415"/>
                  <a:pt x="12349" y="95499"/>
                </a:cubicBezTo>
                <a:cubicBezTo>
                  <a:pt x="12349" y="97362"/>
                  <a:pt x="11780" y="98873"/>
                  <a:pt x="10642" y="100031"/>
                </a:cubicBezTo>
                <a:cubicBezTo>
                  <a:pt x="9505" y="101191"/>
                  <a:pt x="8047" y="101771"/>
                  <a:pt x="6268" y="101771"/>
                </a:cubicBezTo>
                <a:cubicBezTo>
                  <a:pt x="2089" y="101771"/>
                  <a:pt x="0" y="98956"/>
                  <a:pt x="0" y="93325"/>
                </a:cubicBezTo>
                <a:cubicBezTo>
                  <a:pt x="0" y="89890"/>
                  <a:pt x="238" y="84748"/>
                  <a:pt x="714" y="77897"/>
                </a:cubicBezTo>
                <a:cubicBezTo>
                  <a:pt x="1189" y="71045"/>
                  <a:pt x="1427" y="65902"/>
                  <a:pt x="1427" y="62467"/>
                </a:cubicBezTo>
                <a:cubicBezTo>
                  <a:pt x="1427" y="56174"/>
                  <a:pt x="1520" y="48982"/>
                  <a:pt x="1707" y="40889"/>
                </a:cubicBezTo>
                <a:cubicBezTo>
                  <a:pt x="1893" y="32796"/>
                  <a:pt x="1986" y="25644"/>
                  <a:pt x="1986" y="19435"/>
                </a:cubicBezTo>
                <a:cubicBezTo>
                  <a:pt x="1986" y="17572"/>
                  <a:pt x="1893" y="15378"/>
                  <a:pt x="1707" y="12853"/>
                </a:cubicBezTo>
                <a:cubicBezTo>
                  <a:pt x="1520" y="10328"/>
                  <a:pt x="1427" y="8134"/>
                  <a:pt x="1427" y="6271"/>
                </a:cubicBezTo>
                <a:cubicBezTo>
                  <a:pt x="1427" y="4409"/>
                  <a:pt x="1996" y="2898"/>
                  <a:pt x="3134" y="1739"/>
                </a:cubicBezTo>
                <a:cubicBezTo>
                  <a:pt x="4271" y="580"/>
                  <a:pt x="5730" y="0"/>
                  <a:pt x="7509" y="0"/>
                </a:cubicBezTo>
                <a:cubicBezTo>
                  <a:pt x="9288" y="0"/>
                  <a:pt x="10746" y="580"/>
                  <a:pt x="11884" y="1739"/>
                </a:cubicBezTo>
                <a:cubicBezTo>
                  <a:pt x="13021" y="2898"/>
                  <a:pt x="13590" y="4409"/>
                  <a:pt x="13590" y="6271"/>
                </a:cubicBezTo>
                <a:cubicBezTo>
                  <a:pt x="13590" y="8176"/>
                  <a:pt x="13694" y="10422"/>
                  <a:pt x="13900" y="13010"/>
                </a:cubicBezTo>
                <a:cubicBezTo>
                  <a:pt x="14107" y="15597"/>
                  <a:pt x="14211" y="17842"/>
                  <a:pt x="14211" y="19745"/>
                </a:cubicBezTo>
                <a:lnTo>
                  <a:pt x="13776" y="39741"/>
                </a:lnTo>
                <a:cubicBezTo>
                  <a:pt x="13569" y="46943"/>
                  <a:pt x="13507" y="54146"/>
                  <a:pt x="13590" y="61350"/>
                </a:cubicBezTo>
                <a:cubicBezTo>
                  <a:pt x="19216" y="57044"/>
                  <a:pt x="24636" y="52325"/>
                  <a:pt x="29849" y="47191"/>
                </a:cubicBezTo>
                <a:lnTo>
                  <a:pt x="43501" y="33097"/>
                </a:lnTo>
                <a:cubicBezTo>
                  <a:pt x="44866" y="31690"/>
                  <a:pt x="46335" y="30987"/>
                  <a:pt x="47907" y="30987"/>
                </a:cubicBezTo>
                <a:cubicBezTo>
                  <a:pt x="49520" y="30987"/>
                  <a:pt x="50978" y="31628"/>
                  <a:pt x="52282" y="32911"/>
                </a:cubicBezTo>
                <a:cubicBezTo>
                  <a:pt x="53585" y="34193"/>
                  <a:pt x="54236" y="35683"/>
                  <a:pt x="54236" y="37381"/>
                </a:cubicBezTo>
                <a:cubicBezTo>
                  <a:pt x="54236" y="38788"/>
                  <a:pt x="53637" y="40175"/>
                  <a:pt x="52437" y="41540"/>
                </a:cubicBezTo>
                <a:cubicBezTo>
                  <a:pt x="47348" y="47492"/>
                  <a:pt x="41081" y="53878"/>
                  <a:pt x="33634" y="60698"/>
                </a:cubicBezTo>
                <a:lnTo>
                  <a:pt x="47162" y="79171"/>
                </a:lnTo>
                <a:cubicBezTo>
                  <a:pt x="53492" y="87823"/>
                  <a:pt x="56657" y="93452"/>
                  <a:pt x="56657" y="96060"/>
                </a:cubicBezTo>
                <a:cubicBezTo>
                  <a:pt x="56657" y="97716"/>
                  <a:pt x="56005" y="99144"/>
                  <a:pt x="54702" y="100344"/>
                </a:cubicBezTo>
                <a:cubicBezTo>
                  <a:pt x="53399" y="101543"/>
                  <a:pt x="51899" y="102143"/>
                  <a:pt x="50203" y="102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r">
            <a:extLst xmlns:a="http://schemas.openxmlformats.org/drawingml/2006/main">
              <a:ext uri="{FF2B5EF4-FFF2-40B4-BE49-F238E27FC236}">
                <a16:creationId xmlns:a16="http://schemas.microsoft.com/office/drawing/2014/main" id="{E14E7DDA-C079-4733-8943-BFB2A05B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725" y="3845888"/>
            <a:ext cx="74637" cy="107691"/>
          </a:xfrm>
          <a:custGeom xmlns:a="http://schemas.openxmlformats.org/drawingml/2006/main">
            <a:pathLst>
              <a:path w="74637" h="107691">
                <a:moveTo>
                  <a:pt x="74541" y="30180"/>
                </a:moveTo>
                <a:cubicBezTo>
                  <a:pt x="74094" y="38165"/>
                  <a:pt x="70900" y="42157"/>
                  <a:pt x="64960" y="42157"/>
                </a:cubicBezTo>
                <a:cubicBezTo>
                  <a:pt x="59467" y="42157"/>
                  <a:pt x="56720" y="39008"/>
                  <a:pt x="56720" y="32710"/>
                </a:cubicBezTo>
                <a:cubicBezTo>
                  <a:pt x="56720" y="31501"/>
                  <a:pt x="56624" y="29273"/>
                  <a:pt x="56433" y="26028"/>
                </a:cubicBezTo>
                <a:lnTo>
                  <a:pt x="56145" y="18012"/>
                </a:lnTo>
                <a:cubicBezTo>
                  <a:pt x="46053" y="19228"/>
                  <a:pt x="37973" y="22076"/>
                  <a:pt x="31905" y="26558"/>
                </a:cubicBezTo>
                <a:cubicBezTo>
                  <a:pt x="26220" y="30719"/>
                  <a:pt x="21494" y="36993"/>
                  <a:pt x="17725" y="45378"/>
                </a:cubicBezTo>
                <a:lnTo>
                  <a:pt x="17917" y="97993"/>
                </a:lnTo>
                <a:cubicBezTo>
                  <a:pt x="17917" y="104459"/>
                  <a:pt x="14755" y="107691"/>
                  <a:pt x="8431" y="107691"/>
                </a:cubicBezTo>
                <a:cubicBezTo>
                  <a:pt x="2810" y="107691"/>
                  <a:pt x="0" y="104460"/>
                  <a:pt x="0" y="97996"/>
                </a:cubicBezTo>
                <a:lnTo>
                  <a:pt x="0" y="30615"/>
                </a:lnTo>
                <a:cubicBezTo>
                  <a:pt x="0" y="28503"/>
                  <a:pt x="80" y="25336"/>
                  <a:pt x="240" y="21114"/>
                </a:cubicBezTo>
                <a:cubicBezTo>
                  <a:pt x="399" y="16891"/>
                  <a:pt x="479" y="13723"/>
                  <a:pt x="479" y="11611"/>
                </a:cubicBezTo>
                <a:cubicBezTo>
                  <a:pt x="479" y="5148"/>
                  <a:pt x="3290" y="1916"/>
                  <a:pt x="8910" y="1916"/>
                </a:cubicBezTo>
                <a:cubicBezTo>
                  <a:pt x="15170" y="1916"/>
                  <a:pt x="18332" y="7218"/>
                  <a:pt x="18396" y="17821"/>
                </a:cubicBezTo>
                <a:cubicBezTo>
                  <a:pt x="30659" y="5940"/>
                  <a:pt x="44265" y="0"/>
                  <a:pt x="59211" y="0"/>
                </a:cubicBezTo>
                <a:cubicBezTo>
                  <a:pt x="64385" y="0"/>
                  <a:pt x="68249" y="1948"/>
                  <a:pt x="70804" y="5844"/>
                </a:cubicBezTo>
                <a:cubicBezTo>
                  <a:pt x="73359" y="9741"/>
                  <a:pt x="74637" y="15617"/>
                  <a:pt x="74637" y="23474"/>
                </a:cubicBezTo>
                <a:cubicBezTo>
                  <a:pt x="74637" y="26795"/>
                  <a:pt x="74605" y="29031"/>
                  <a:pt x="74541" y="301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k">
            <a:extLst xmlns:a="http://schemas.openxmlformats.org/drawingml/2006/main">
              <a:ext uri="{FF2B5EF4-FFF2-40B4-BE49-F238E27FC236}">
                <a16:creationId xmlns:a16="http://schemas.microsoft.com/office/drawing/2014/main" id="{D0AC18D0-DF19-40BB-AB87-0F19732F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792" y="3885809"/>
            <a:ext cx="56657" cy="102143"/>
          </a:xfrm>
          <a:custGeom xmlns:a="http://schemas.openxmlformats.org/drawingml/2006/main">
            <a:pathLst>
              <a:path w="56657" h="102143">
                <a:moveTo>
                  <a:pt x="50203" y="102143"/>
                </a:moveTo>
                <a:cubicBezTo>
                  <a:pt x="47927" y="102143"/>
                  <a:pt x="46169" y="100943"/>
                  <a:pt x="44928" y="98544"/>
                </a:cubicBezTo>
                <a:cubicBezTo>
                  <a:pt x="42777" y="94363"/>
                  <a:pt x="39529" y="89416"/>
                  <a:pt x="35185" y="83703"/>
                </a:cubicBezTo>
                <a:lnTo>
                  <a:pt x="24202" y="68738"/>
                </a:lnTo>
                <a:cubicBezTo>
                  <a:pt x="21802" y="70642"/>
                  <a:pt x="18079" y="73313"/>
                  <a:pt x="13032" y="76749"/>
                </a:cubicBezTo>
                <a:cubicBezTo>
                  <a:pt x="12577" y="83165"/>
                  <a:pt x="12349" y="89415"/>
                  <a:pt x="12349" y="95499"/>
                </a:cubicBezTo>
                <a:cubicBezTo>
                  <a:pt x="12349" y="97362"/>
                  <a:pt x="11780" y="98873"/>
                  <a:pt x="10642" y="100031"/>
                </a:cubicBezTo>
                <a:cubicBezTo>
                  <a:pt x="9505" y="101191"/>
                  <a:pt x="8047" y="101771"/>
                  <a:pt x="6268" y="101771"/>
                </a:cubicBezTo>
                <a:cubicBezTo>
                  <a:pt x="2089" y="101771"/>
                  <a:pt x="0" y="98956"/>
                  <a:pt x="0" y="93325"/>
                </a:cubicBezTo>
                <a:cubicBezTo>
                  <a:pt x="0" y="89890"/>
                  <a:pt x="238" y="84748"/>
                  <a:pt x="714" y="77897"/>
                </a:cubicBezTo>
                <a:cubicBezTo>
                  <a:pt x="1189" y="71045"/>
                  <a:pt x="1427" y="65902"/>
                  <a:pt x="1427" y="62467"/>
                </a:cubicBezTo>
                <a:cubicBezTo>
                  <a:pt x="1427" y="56174"/>
                  <a:pt x="1520" y="48982"/>
                  <a:pt x="1707" y="40889"/>
                </a:cubicBezTo>
                <a:cubicBezTo>
                  <a:pt x="1893" y="32796"/>
                  <a:pt x="1986" y="25644"/>
                  <a:pt x="1986" y="19435"/>
                </a:cubicBezTo>
                <a:cubicBezTo>
                  <a:pt x="1986" y="17572"/>
                  <a:pt x="1893" y="15378"/>
                  <a:pt x="1707" y="12853"/>
                </a:cubicBezTo>
                <a:cubicBezTo>
                  <a:pt x="1520" y="10328"/>
                  <a:pt x="1427" y="8134"/>
                  <a:pt x="1427" y="6271"/>
                </a:cubicBezTo>
                <a:cubicBezTo>
                  <a:pt x="1427" y="4409"/>
                  <a:pt x="1996" y="2898"/>
                  <a:pt x="3134" y="1739"/>
                </a:cubicBezTo>
                <a:cubicBezTo>
                  <a:pt x="4271" y="580"/>
                  <a:pt x="5730" y="0"/>
                  <a:pt x="7509" y="0"/>
                </a:cubicBezTo>
                <a:cubicBezTo>
                  <a:pt x="9288" y="0"/>
                  <a:pt x="10746" y="580"/>
                  <a:pt x="11884" y="1739"/>
                </a:cubicBezTo>
                <a:cubicBezTo>
                  <a:pt x="13021" y="2898"/>
                  <a:pt x="13590" y="4409"/>
                  <a:pt x="13590" y="6271"/>
                </a:cubicBezTo>
                <a:cubicBezTo>
                  <a:pt x="13590" y="8176"/>
                  <a:pt x="13694" y="10422"/>
                  <a:pt x="13900" y="13010"/>
                </a:cubicBezTo>
                <a:cubicBezTo>
                  <a:pt x="14107" y="15597"/>
                  <a:pt x="14211" y="17842"/>
                  <a:pt x="14211" y="19745"/>
                </a:cubicBezTo>
                <a:lnTo>
                  <a:pt x="13776" y="39741"/>
                </a:lnTo>
                <a:cubicBezTo>
                  <a:pt x="13569" y="46943"/>
                  <a:pt x="13507" y="54146"/>
                  <a:pt x="13590" y="61350"/>
                </a:cubicBezTo>
                <a:cubicBezTo>
                  <a:pt x="19216" y="57044"/>
                  <a:pt x="24636" y="52325"/>
                  <a:pt x="29849" y="47191"/>
                </a:cubicBezTo>
                <a:lnTo>
                  <a:pt x="43501" y="33097"/>
                </a:lnTo>
                <a:cubicBezTo>
                  <a:pt x="44866" y="31690"/>
                  <a:pt x="46335" y="30987"/>
                  <a:pt x="47907" y="30987"/>
                </a:cubicBezTo>
                <a:cubicBezTo>
                  <a:pt x="49520" y="30987"/>
                  <a:pt x="50978" y="31628"/>
                  <a:pt x="52282" y="32911"/>
                </a:cubicBezTo>
                <a:cubicBezTo>
                  <a:pt x="53585" y="34193"/>
                  <a:pt x="54236" y="35683"/>
                  <a:pt x="54236" y="37381"/>
                </a:cubicBezTo>
                <a:cubicBezTo>
                  <a:pt x="54236" y="38788"/>
                  <a:pt x="53637" y="40175"/>
                  <a:pt x="52437" y="41540"/>
                </a:cubicBezTo>
                <a:cubicBezTo>
                  <a:pt x="47348" y="47492"/>
                  <a:pt x="41081" y="53878"/>
                  <a:pt x="33634" y="60698"/>
                </a:cubicBezTo>
                <a:lnTo>
                  <a:pt x="47162" y="79171"/>
                </a:lnTo>
                <a:cubicBezTo>
                  <a:pt x="53492" y="87823"/>
                  <a:pt x="56657" y="93452"/>
                  <a:pt x="56657" y="96060"/>
                </a:cubicBezTo>
                <a:cubicBezTo>
                  <a:pt x="56657" y="97716"/>
                  <a:pt x="56005" y="99144"/>
                  <a:pt x="54702" y="100344"/>
                </a:cubicBezTo>
                <a:cubicBezTo>
                  <a:pt x="53399" y="101543"/>
                  <a:pt x="51899" y="102143"/>
                  <a:pt x="50203" y="102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=0">
            <a:extLst xmlns:a="http://schemas.openxmlformats.org/drawingml/2006/main">
              <a:ext uri="{FF2B5EF4-FFF2-40B4-BE49-F238E27FC236}">
                <a16:creationId xmlns:a16="http://schemas.microsoft.com/office/drawing/2014/main" id="{69A8F1CD-49FA-4612-B3D1-0C12933C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5595" y="3797983"/>
            <a:ext cx="203331" cy="152914"/>
          </a:xfrm>
          <a:custGeom xmlns:a="http://schemas.openxmlformats.org/drawingml/2006/main">
            <a:pathLst>
              <a:path w="203331" h="152914">
                <a:moveTo>
                  <a:pt x="21557" y="53367"/>
                </a:moveTo>
                <a:lnTo>
                  <a:pt x="66301" y="53462"/>
                </a:lnTo>
                <a:cubicBezTo>
                  <a:pt x="71986" y="53462"/>
                  <a:pt x="74828" y="56305"/>
                  <a:pt x="74828" y="61990"/>
                </a:cubicBezTo>
                <a:cubicBezTo>
                  <a:pt x="74828" y="67674"/>
                  <a:pt x="71986" y="70517"/>
                  <a:pt x="66301" y="70517"/>
                </a:cubicBezTo>
                <a:lnTo>
                  <a:pt x="21462" y="70421"/>
                </a:lnTo>
                <a:cubicBezTo>
                  <a:pt x="19993" y="70421"/>
                  <a:pt x="17805" y="70501"/>
                  <a:pt x="14899" y="70660"/>
                </a:cubicBezTo>
                <a:cubicBezTo>
                  <a:pt x="11992" y="70820"/>
                  <a:pt x="9837" y="70900"/>
                  <a:pt x="8431" y="70900"/>
                </a:cubicBezTo>
                <a:cubicBezTo>
                  <a:pt x="5940" y="70900"/>
                  <a:pt x="3912" y="70070"/>
                  <a:pt x="2347" y="68409"/>
                </a:cubicBezTo>
                <a:cubicBezTo>
                  <a:pt x="782" y="66748"/>
                  <a:pt x="0" y="64704"/>
                  <a:pt x="0" y="62277"/>
                </a:cubicBezTo>
                <a:cubicBezTo>
                  <a:pt x="0" y="57678"/>
                  <a:pt x="2683" y="54868"/>
                  <a:pt x="8048" y="53846"/>
                </a:cubicBezTo>
                <a:cubicBezTo>
                  <a:pt x="9453" y="53526"/>
                  <a:pt x="13956" y="53367"/>
                  <a:pt x="21557" y="53367"/>
                </a:cubicBezTo>
                <a:moveTo>
                  <a:pt x="27019" y="104817"/>
                </a:moveTo>
                <a:cubicBezTo>
                  <a:pt x="31234" y="104817"/>
                  <a:pt x="37558" y="104913"/>
                  <a:pt x="45989" y="105104"/>
                </a:cubicBezTo>
                <a:cubicBezTo>
                  <a:pt x="54421" y="105296"/>
                  <a:pt x="60744" y="105392"/>
                  <a:pt x="64960" y="105392"/>
                </a:cubicBezTo>
                <a:cubicBezTo>
                  <a:pt x="70644" y="105392"/>
                  <a:pt x="73487" y="108234"/>
                  <a:pt x="73487" y="113919"/>
                </a:cubicBezTo>
                <a:cubicBezTo>
                  <a:pt x="73487" y="119604"/>
                  <a:pt x="70644" y="122446"/>
                  <a:pt x="64960" y="122446"/>
                </a:cubicBezTo>
                <a:cubicBezTo>
                  <a:pt x="60744" y="122446"/>
                  <a:pt x="54421" y="122350"/>
                  <a:pt x="45989" y="122159"/>
                </a:cubicBezTo>
                <a:cubicBezTo>
                  <a:pt x="37558" y="121967"/>
                  <a:pt x="31234" y="121871"/>
                  <a:pt x="27019" y="121871"/>
                </a:cubicBezTo>
                <a:cubicBezTo>
                  <a:pt x="25102" y="121871"/>
                  <a:pt x="22228" y="121999"/>
                  <a:pt x="18396" y="122255"/>
                </a:cubicBezTo>
                <a:cubicBezTo>
                  <a:pt x="14563" y="122510"/>
                  <a:pt x="11721" y="122638"/>
                  <a:pt x="9869" y="122638"/>
                </a:cubicBezTo>
                <a:cubicBezTo>
                  <a:pt x="3992" y="122638"/>
                  <a:pt x="1054" y="119795"/>
                  <a:pt x="1054" y="114111"/>
                </a:cubicBezTo>
                <a:cubicBezTo>
                  <a:pt x="1054" y="108873"/>
                  <a:pt x="3800" y="106031"/>
                  <a:pt x="9294" y="105583"/>
                </a:cubicBezTo>
                <a:cubicBezTo>
                  <a:pt x="16384" y="105072"/>
                  <a:pt x="22292" y="104817"/>
                  <a:pt x="27019" y="104817"/>
                </a:cubicBezTo>
                <a:close/>
                <a:moveTo>
                  <a:pt x="148910" y="152914"/>
                </a:moveTo>
                <a:cubicBezTo>
                  <a:pt x="129493" y="152914"/>
                  <a:pt x="115313" y="144025"/>
                  <a:pt x="106370" y="126246"/>
                </a:cubicBezTo>
                <a:cubicBezTo>
                  <a:pt x="99600" y="112559"/>
                  <a:pt x="96215" y="94747"/>
                  <a:pt x="96215" y="72810"/>
                </a:cubicBezTo>
                <a:cubicBezTo>
                  <a:pt x="96215" y="54265"/>
                  <a:pt x="100622" y="38085"/>
                  <a:pt x="109436" y="24270"/>
                </a:cubicBezTo>
                <a:cubicBezTo>
                  <a:pt x="119848" y="8090"/>
                  <a:pt x="133996" y="0"/>
                  <a:pt x="151881" y="0"/>
                </a:cubicBezTo>
                <a:cubicBezTo>
                  <a:pt x="168679" y="0"/>
                  <a:pt x="181774" y="7163"/>
                  <a:pt x="191163" y="21489"/>
                </a:cubicBezTo>
                <a:cubicBezTo>
                  <a:pt x="199275" y="33896"/>
                  <a:pt x="203331" y="49021"/>
                  <a:pt x="203331" y="66864"/>
                </a:cubicBezTo>
                <a:cubicBezTo>
                  <a:pt x="203331" y="95515"/>
                  <a:pt x="198796" y="117020"/>
                  <a:pt x="189726" y="131378"/>
                </a:cubicBezTo>
                <a:cubicBezTo>
                  <a:pt x="180656" y="145735"/>
                  <a:pt x="167051" y="152914"/>
                  <a:pt x="148910" y="152914"/>
                </a:cubicBezTo>
                <a:moveTo>
                  <a:pt x="151785" y="18587"/>
                </a:moveTo>
                <a:cubicBezTo>
                  <a:pt x="139904" y="18587"/>
                  <a:pt x="130483" y="24628"/>
                  <a:pt x="123521" y="36711"/>
                </a:cubicBezTo>
                <a:cubicBezTo>
                  <a:pt x="117708" y="46811"/>
                  <a:pt x="114802" y="58350"/>
                  <a:pt x="114802" y="71328"/>
                </a:cubicBezTo>
                <a:cubicBezTo>
                  <a:pt x="114802" y="92359"/>
                  <a:pt x="117644" y="108148"/>
                  <a:pt x="123329" y="118698"/>
                </a:cubicBezTo>
                <a:cubicBezTo>
                  <a:pt x="129014" y="129245"/>
                  <a:pt x="137541" y="134518"/>
                  <a:pt x="148910" y="134518"/>
                </a:cubicBezTo>
                <a:cubicBezTo>
                  <a:pt x="162452" y="134518"/>
                  <a:pt x="172161" y="126784"/>
                  <a:pt x="178037" y="111314"/>
                </a:cubicBezTo>
                <a:cubicBezTo>
                  <a:pt x="182125" y="100573"/>
                  <a:pt x="184169" y="86956"/>
                  <a:pt x="184169" y="70463"/>
                </a:cubicBezTo>
                <a:cubicBezTo>
                  <a:pt x="184169" y="53139"/>
                  <a:pt x="181470" y="40163"/>
                  <a:pt x="176073" y="31534"/>
                </a:cubicBezTo>
                <a:cubicBezTo>
                  <a:pt x="170676" y="22903"/>
                  <a:pt x="162579" y="18587"/>
                  <a:pt x="151785" y="185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6DC825-1478-4EE6-8229-5285A46A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884" y="3517013"/>
            <a:ext cx="547462" cy="243425"/>
          </a:xfrm>
          <a:custGeom xmlns:a="http://schemas.openxmlformats.org/drawingml/2006/main">
            <a:pathLst>
              <a:path w="547462" h="243425">
                <a:moveTo>
                  <a:pt x="419" y="40641"/>
                </a:moveTo>
                <a:cubicBezTo>
                  <a:pt x="0" y="18128"/>
                  <a:pt x="18128" y="0"/>
                  <a:pt x="40641" y="419"/>
                </a:cubicBezTo>
                <a:lnTo>
                  <a:pt x="506542" y="419"/>
                </a:lnTo>
                <a:cubicBezTo>
                  <a:pt x="529334" y="0"/>
                  <a:pt x="547462" y="18128"/>
                  <a:pt x="546764" y="40641"/>
                </a:cubicBezTo>
                <a:lnTo>
                  <a:pt x="546764" y="203203"/>
                </a:lnTo>
                <a:cubicBezTo>
                  <a:pt x="547462" y="224878"/>
                  <a:pt x="529334" y="243006"/>
                  <a:pt x="506542" y="243425"/>
                </a:cubicBezTo>
                <a:lnTo>
                  <a:pt x="40641" y="243425"/>
                </a:lnTo>
                <a:cubicBezTo>
                  <a:pt x="18128" y="243006"/>
                  <a:pt x="0" y="224878"/>
                  <a:pt x="419" y="203203"/>
                </a:cubicBezTo>
                <a:lnTo>
                  <a:pt x="419" y="40641"/>
                </a:lnTo>
              </a:path>
            </a:pathLst>
          </a:custGeom>
          <a:solidFill xmlns:a="http://schemas.openxmlformats.org/drawingml/2006/main">
            <a:srgbClr val="CF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578D01-E142-4242-9E32-EDC3BC65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409" y="3506539"/>
            <a:ext cx="568411" cy="263955"/>
          </a:xfrm>
          <a:custGeom xmlns:a="http://schemas.openxmlformats.org/drawingml/2006/main">
            <a:pathLst>
              <a:path w="568411" h="263955">
                <a:moveTo>
                  <a:pt x="3994" y="232825"/>
                </a:moveTo>
                <a:lnTo>
                  <a:pt x="6145" y="237294"/>
                </a:lnTo>
                <a:lnTo>
                  <a:pt x="8701" y="241498"/>
                </a:lnTo>
                <a:lnTo>
                  <a:pt x="11634" y="245422"/>
                </a:lnTo>
                <a:lnTo>
                  <a:pt x="14916" y="249039"/>
                </a:lnTo>
                <a:lnTo>
                  <a:pt x="18533" y="252321"/>
                </a:lnTo>
                <a:lnTo>
                  <a:pt x="22457" y="255254"/>
                </a:lnTo>
                <a:lnTo>
                  <a:pt x="26661" y="257810"/>
                </a:lnTo>
                <a:lnTo>
                  <a:pt x="31130" y="259961"/>
                </a:lnTo>
                <a:lnTo>
                  <a:pt x="35822" y="261679"/>
                </a:lnTo>
                <a:lnTo>
                  <a:pt x="40711" y="262935"/>
                </a:lnTo>
                <a:lnTo>
                  <a:pt x="45780" y="263704"/>
                </a:lnTo>
                <a:lnTo>
                  <a:pt x="50710" y="263955"/>
                </a:lnTo>
                <a:lnTo>
                  <a:pt x="517701" y="263955"/>
                </a:lnTo>
                <a:lnTo>
                  <a:pt x="522631" y="263704"/>
                </a:lnTo>
                <a:lnTo>
                  <a:pt x="527700" y="262935"/>
                </a:lnTo>
                <a:lnTo>
                  <a:pt x="532588" y="261679"/>
                </a:lnTo>
                <a:lnTo>
                  <a:pt x="537281" y="259961"/>
                </a:lnTo>
                <a:lnTo>
                  <a:pt x="541750" y="257810"/>
                </a:lnTo>
                <a:lnTo>
                  <a:pt x="545954" y="255254"/>
                </a:lnTo>
                <a:lnTo>
                  <a:pt x="549878" y="252321"/>
                </a:lnTo>
                <a:lnTo>
                  <a:pt x="553495" y="249039"/>
                </a:lnTo>
                <a:lnTo>
                  <a:pt x="556777" y="245422"/>
                </a:lnTo>
                <a:lnTo>
                  <a:pt x="559710" y="241498"/>
                </a:lnTo>
                <a:lnTo>
                  <a:pt x="562266" y="237294"/>
                </a:lnTo>
                <a:lnTo>
                  <a:pt x="564417" y="232825"/>
                </a:lnTo>
                <a:lnTo>
                  <a:pt x="566135" y="228133"/>
                </a:lnTo>
                <a:lnTo>
                  <a:pt x="567391" y="223244"/>
                </a:lnTo>
                <a:lnTo>
                  <a:pt x="568160" y="218175"/>
                </a:lnTo>
                <a:lnTo>
                  <a:pt x="568411" y="213245"/>
                </a:lnTo>
                <a:lnTo>
                  <a:pt x="568411" y="50710"/>
                </a:lnTo>
                <a:lnTo>
                  <a:pt x="568160" y="45780"/>
                </a:lnTo>
                <a:lnTo>
                  <a:pt x="567391" y="40711"/>
                </a:lnTo>
                <a:lnTo>
                  <a:pt x="566135" y="35822"/>
                </a:lnTo>
                <a:lnTo>
                  <a:pt x="564417" y="31130"/>
                </a:lnTo>
                <a:lnTo>
                  <a:pt x="562266" y="26661"/>
                </a:lnTo>
                <a:lnTo>
                  <a:pt x="559710" y="22457"/>
                </a:lnTo>
                <a:lnTo>
                  <a:pt x="556777" y="18533"/>
                </a:lnTo>
                <a:lnTo>
                  <a:pt x="553495" y="14916"/>
                </a:lnTo>
                <a:lnTo>
                  <a:pt x="549878" y="11634"/>
                </a:lnTo>
                <a:lnTo>
                  <a:pt x="545954" y="8701"/>
                </a:lnTo>
                <a:lnTo>
                  <a:pt x="541750" y="6145"/>
                </a:lnTo>
                <a:lnTo>
                  <a:pt x="537281" y="3994"/>
                </a:lnTo>
                <a:lnTo>
                  <a:pt x="532588" y="2276"/>
                </a:lnTo>
                <a:lnTo>
                  <a:pt x="527700" y="1020"/>
                </a:lnTo>
                <a:lnTo>
                  <a:pt x="522631" y="251"/>
                </a:lnTo>
                <a:lnTo>
                  <a:pt x="517701" y="0"/>
                </a:lnTo>
                <a:lnTo>
                  <a:pt x="50710" y="0"/>
                </a:lnTo>
                <a:lnTo>
                  <a:pt x="45780" y="251"/>
                </a:lnTo>
                <a:lnTo>
                  <a:pt x="40711" y="1020"/>
                </a:lnTo>
                <a:lnTo>
                  <a:pt x="35822" y="2276"/>
                </a:lnTo>
                <a:lnTo>
                  <a:pt x="31130" y="3994"/>
                </a:lnTo>
                <a:lnTo>
                  <a:pt x="26661" y="6145"/>
                </a:lnTo>
                <a:lnTo>
                  <a:pt x="22457" y="8701"/>
                </a:lnTo>
                <a:lnTo>
                  <a:pt x="18533" y="11634"/>
                </a:lnTo>
                <a:lnTo>
                  <a:pt x="14916" y="14916"/>
                </a:lnTo>
                <a:lnTo>
                  <a:pt x="11634" y="18533"/>
                </a:lnTo>
                <a:lnTo>
                  <a:pt x="8701" y="22457"/>
                </a:lnTo>
                <a:lnTo>
                  <a:pt x="6145" y="26661"/>
                </a:lnTo>
                <a:lnTo>
                  <a:pt x="3994" y="31130"/>
                </a:lnTo>
                <a:lnTo>
                  <a:pt x="2276" y="35822"/>
                </a:lnTo>
                <a:lnTo>
                  <a:pt x="1020" y="40711"/>
                </a:lnTo>
                <a:lnTo>
                  <a:pt x="251" y="45780"/>
                </a:lnTo>
                <a:lnTo>
                  <a:pt x="0" y="50710"/>
                </a:lnTo>
                <a:lnTo>
                  <a:pt x="0" y="213245"/>
                </a:lnTo>
                <a:lnTo>
                  <a:pt x="251" y="218175"/>
                </a:lnTo>
                <a:lnTo>
                  <a:pt x="1020" y="223244"/>
                </a:lnTo>
                <a:lnTo>
                  <a:pt x="2276" y="228133"/>
                </a:lnTo>
                <a:lnTo>
                  <a:pt x="3994" y="232825"/>
                </a:lnTo>
                <a:close/>
                <a:moveTo>
                  <a:pt x="21569" y="44911"/>
                </a:moveTo>
                <a:lnTo>
                  <a:pt x="22310" y="42049"/>
                </a:lnTo>
                <a:lnTo>
                  <a:pt x="23285" y="39374"/>
                </a:lnTo>
                <a:lnTo>
                  <a:pt x="24600" y="36637"/>
                </a:lnTo>
                <a:lnTo>
                  <a:pt x="26051" y="34245"/>
                </a:lnTo>
                <a:lnTo>
                  <a:pt x="27803" y="31895"/>
                </a:lnTo>
                <a:lnTo>
                  <a:pt x="29750" y="29750"/>
                </a:lnTo>
                <a:lnTo>
                  <a:pt x="31895" y="27803"/>
                </a:lnTo>
                <a:lnTo>
                  <a:pt x="34245" y="26051"/>
                </a:lnTo>
                <a:lnTo>
                  <a:pt x="36637" y="24600"/>
                </a:lnTo>
                <a:lnTo>
                  <a:pt x="39374" y="23285"/>
                </a:lnTo>
                <a:lnTo>
                  <a:pt x="42049" y="22310"/>
                </a:lnTo>
                <a:lnTo>
                  <a:pt x="44911" y="21569"/>
                </a:lnTo>
                <a:lnTo>
                  <a:pt x="47851" y="21119"/>
                </a:lnTo>
                <a:lnTo>
                  <a:pt x="51230" y="20949"/>
                </a:lnTo>
                <a:lnTo>
                  <a:pt x="517181" y="20949"/>
                </a:lnTo>
                <a:lnTo>
                  <a:pt x="520560" y="21119"/>
                </a:lnTo>
                <a:lnTo>
                  <a:pt x="523500" y="21569"/>
                </a:lnTo>
                <a:lnTo>
                  <a:pt x="526362" y="22310"/>
                </a:lnTo>
                <a:lnTo>
                  <a:pt x="529037" y="23285"/>
                </a:lnTo>
                <a:lnTo>
                  <a:pt x="531774" y="24600"/>
                </a:lnTo>
                <a:lnTo>
                  <a:pt x="534157" y="26046"/>
                </a:lnTo>
                <a:lnTo>
                  <a:pt x="536573" y="27855"/>
                </a:lnTo>
                <a:lnTo>
                  <a:pt x="538661" y="29750"/>
                </a:lnTo>
                <a:lnTo>
                  <a:pt x="540608" y="31895"/>
                </a:lnTo>
                <a:lnTo>
                  <a:pt x="542360" y="34245"/>
                </a:lnTo>
                <a:lnTo>
                  <a:pt x="543811" y="36637"/>
                </a:lnTo>
                <a:lnTo>
                  <a:pt x="545126" y="39374"/>
                </a:lnTo>
                <a:lnTo>
                  <a:pt x="546101" y="42049"/>
                </a:lnTo>
                <a:lnTo>
                  <a:pt x="546842" y="44911"/>
                </a:lnTo>
                <a:lnTo>
                  <a:pt x="547292" y="47851"/>
                </a:lnTo>
                <a:lnTo>
                  <a:pt x="547462" y="51230"/>
                </a:lnTo>
                <a:lnTo>
                  <a:pt x="547462" y="212725"/>
                </a:lnTo>
                <a:lnTo>
                  <a:pt x="547292" y="216104"/>
                </a:lnTo>
                <a:lnTo>
                  <a:pt x="546842" y="219044"/>
                </a:lnTo>
                <a:lnTo>
                  <a:pt x="546101" y="221906"/>
                </a:lnTo>
                <a:lnTo>
                  <a:pt x="545126" y="224581"/>
                </a:lnTo>
                <a:lnTo>
                  <a:pt x="543811" y="227318"/>
                </a:lnTo>
                <a:lnTo>
                  <a:pt x="542360" y="229709"/>
                </a:lnTo>
                <a:lnTo>
                  <a:pt x="540608" y="232060"/>
                </a:lnTo>
                <a:lnTo>
                  <a:pt x="538661" y="234205"/>
                </a:lnTo>
                <a:lnTo>
                  <a:pt x="536573" y="236100"/>
                </a:lnTo>
                <a:lnTo>
                  <a:pt x="534157" y="237909"/>
                </a:lnTo>
                <a:lnTo>
                  <a:pt x="531774" y="239355"/>
                </a:lnTo>
                <a:lnTo>
                  <a:pt x="529037" y="240670"/>
                </a:lnTo>
                <a:lnTo>
                  <a:pt x="526362" y="241645"/>
                </a:lnTo>
                <a:lnTo>
                  <a:pt x="523500" y="242386"/>
                </a:lnTo>
                <a:lnTo>
                  <a:pt x="520560" y="242836"/>
                </a:lnTo>
                <a:lnTo>
                  <a:pt x="517181" y="243006"/>
                </a:lnTo>
                <a:lnTo>
                  <a:pt x="51230" y="243006"/>
                </a:lnTo>
                <a:lnTo>
                  <a:pt x="47851" y="242836"/>
                </a:lnTo>
                <a:lnTo>
                  <a:pt x="44911" y="242386"/>
                </a:lnTo>
                <a:lnTo>
                  <a:pt x="42049" y="241645"/>
                </a:lnTo>
                <a:lnTo>
                  <a:pt x="39374" y="240670"/>
                </a:lnTo>
                <a:lnTo>
                  <a:pt x="36637" y="239355"/>
                </a:lnTo>
                <a:lnTo>
                  <a:pt x="34245" y="237904"/>
                </a:lnTo>
                <a:lnTo>
                  <a:pt x="31895" y="236152"/>
                </a:lnTo>
                <a:lnTo>
                  <a:pt x="29750" y="234205"/>
                </a:lnTo>
                <a:lnTo>
                  <a:pt x="27803" y="232060"/>
                </a:lnTo>
                <a:lnTo>
                  <a:pt x="26051" y="229709"/>
                </a:lnTo>
                <a:lnTo>
                  <a:pt x="24600" y="227318"/>
                </a:lnTo>
                <a:lnTo>
                  <a:pt x="23285" y="224581"/>
                </a:lnTo>
                <a:lnTo>
                  <a:pt x="22310" y="221906"/>
                </a:lnTo>
                <a:lnTo>
                  <a:pt x="21569" y="219044"/>
                </a:lnTo>
                <a:lnTo>
                  <a:pt x="21119" y="216104"/>
                </a:lnTo>
                <a:lnTo>
                  <a:pt x="20949" y="212725"/>
                </a:lnTo>
                <a:lnTo>
                  <a:pt x="20949" y="51230"/>
                </a:lnTo>
                <a:lnTo>
                  <a:pt x="21119" y="47851"/>
                </a:lnTo>
                <a:lnTo>
                  <a:pt x="21569" y="44911"/>
                </a:ln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c">
            <a:extLst xmlns:a="http://schemas.openxmlformats.org/drawingml/2006/main">
              <a:ext uri="{FF2B5EF4-FFF2-40B4-BE49-F238E27FC236}">
                <a16:creationId xmlns:a16="http://schemas.microsoft.com/office/drawing/2014/main" id="{4EEF56D8-43EA-41AD-A5AF-262FE22C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071" y="3582129"/>
            <a:ext cx="93975" cy="122690"/>
          </a:xfrm>
          <a:custGeom xmlns:a="http://schemas.openxmlformats.org/drawingml/2006/main">
            <a:pathLst>
              <a:path w="93975" h="122690">
                <a:moveTo>
                  <a:pt x="52861" y="122690"/>
                </a:moveTo>
                <a:cubicBezTo>
                  <a:pt x="37996" y="122690"/>
                  <a:pt x="25597" y="118186"/>
                  <a:pt x="15663" y="109179"/>
                </a:cubicBezTo>
                <a:cubicBezTo>
                  <a:pt x="5221" y="99736"/>
                  <a:pt x="0" y="87278"/>
                  <a:pt x="0" y="71803"/>
                </a:cubicBezTo>
                <a:cubicBezTo>
                  <a:pt x="0" y="57059"/>
                  <a:pt x="4895" y="41841"/>
                  <a:pt x="14684" y="26152"/>
                </a:cubicBezTo>
                <a:cubicBezTo>
                  <a:pt x="25560" y="8717"/>
                  <a:pt x="37815" y="0"/>
                  <a:pt x="51447" y="0"/>
                </a:cubicBezTo>
                <a:cubicBezTo>
                  <a:pt x="58553" y="0"/>
                  <a:pt x="66493" y="1673"/>
                  <a:pt x="75267" y="5020"/>
                </a:cubicBezTo>
                <a:cubicBezTo>
                  <a:pt x="86361" y="9314"/>
                  <a:pt x="91908" y="14553"/>
                  <a:pt x="91908" y="20737"/>
                </a:cubicBezTo>
                <a:cubicBezTo>
                  <a:pt x="91908" y="23502"/>
                  <a:pt x="91002" y="25958"/>
                  <a:pt x="89189" y="28106"/>
                </a:cubicBezTo>
                <a:cubicBezTo>
                  <a:pt x="87376" y="30252"/>
                  <a:pt x="85129" y="31325"/>
                  <a:pt x="82446" y="31325"/>
                </a:cubicBezTo>
                <a:cubicBezTo>
                  <a:pt x="80343" y="31325"/>
                  <a:pt x="78512" y="30685"/>
                  <a:pt x="76953" y="29405"/>
                </a:cubicBezTo>
                <a:cubicBezTo>
                  <a:pt x="75394" y="28122"/>
                  <a:pt x="73889" y="26858"/>
                  <a:pt x="72439" y="25611"/>
                </a:cubicBezTo>
                <a:cubicBezTo>
                  <a:pt x="68161" y="22169"/>
                  <a:pt x="61164" y="20448"/>
                  <a:pt x="51447" y="20448"/>
                </a:cubicBezTo>
                <a:cubicBezTo>
                  <a:pt x="44051" y="20448"/>
                  <a:pt x="36727" y="27065"/>
                  <a:pt x="29476" y="40298"/>
                </a:cubicBezTo>
                <a:cubicBezTo>
                  <a:pt x="22877" y="52439"/>
                  <a:pt x="19578" y="62945"/>
                  <a:pt x="19578" y="71814"/>
                </a:cubicBezTo>
                <a:cubicBezTo>
                  <a:pt x="19578" y="81410"/>
                  <a:pt x="22841" y="88972"/>
                  <a:pt x="29367" y="94498"/>
                </a:cubicBezTo>
                <a:cubicBezTo>
                  <a:pt x="35458" y="99660"/>
                  <a:pt x="43289" y="102241"/>
                  <a:pt x="52861" y="102241"/>
                </a:cubicBezTo>
                <a:cubicBezTo>
                  <a:pt x="57212" y="102241"/>
                  <a:pt x="61852" y="101081"/>
                  <a:pt x="66783" y="98761"/>
                </a:cubicBezTo>
                <a:lnTo>
                  <a:pt x="79400" y="92017"/>
                </a:lnTo>
                <a:cubicBezTo>
                  <a:pt x="81576" y="90857"/>
                  <a:pt x="83135" y="90277"/>
                  <a:pt x="84077" y="90277"/>
                </a:cubicBezTo>
                <a:cubicBezTo>
                  <a:pt x="86760" y="90277"/>
                  <a:pt x="89081" y="91346"/>
                  <a:pt x="91038" y="93486"/>
                </a:cubicBezTo>
                <a:cubicBezTo>
                  <a:pt x="92996" y="95625"/>
                  <a:pt x="93975" y="98072"/>
                  <a:pt x="93975" y="100827"/>
                </a:cubicBezTo>
                <a:cubicBezTo>
                  <a:pt x="93975" y="106121"/>
                  <a:pt x="88392" y="111233"/>
                  <a:pt x="77225" y="116164"/>
                </a:cubicBezTo>
                <a:cubicBezTo>
                  <a:pt x="67436" y="120514"/>
                  <a:pt x="59314" y="122690"/>
                  <a:pt x="52861" y="1226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2">
            <a:extLst xmlns:a="http://schemas.openxmlformats.org/drawingml/2006/main">
              <a:ext uri="{FF2B5EF4-FFF2-40B4-BE49-F238E27FC236}">
                <a16:creationId xmlns:a16="http://schemas.microsoft.com/office/drawing/2014/main" id="{105650E2-B504-497B-947C-AB6D4387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857" y="3632392"/>
            <a:ext cx="66843" cy="109743"/>
          </a:xfrm>
          <a:custGeom xmlns:a="http://schemas.openxmlformats.org/drawingml/2006/main">
            <a:pathLst>
              <a:path w="66843" h="109743">
                <a:moveTo>
                  <a:pt x="60145" y="109600"/>
                </a:moveTo>
                <a:cubicBezTo>
                  <a:pt x="58957" y="109600"/>
                  <a:pt x="57282" y="109220"/>
                  <a:pt x="55121" y="108460"/>
                </a:cubicBezTo>
                <a:cubicBezTo>
                  <a:pt x="52959" y="107700"/>
                  <a:pt x="51308" y="107320"/>
                  <a:pt x="50168" y="107320"/>
                </a:cubicBezTo>
                <a:cubicBezTo>
                  <a:pt x="47745" y="107320"/>
                  <a:pt x="44111" y="107471"/>
                  <a:pt x="39265" y="107774"/>
                </a:cubicBezTo>
                <a:cubicBezTo>
                  <a:pt x="34419" y="108077"/>
                  <a:pt x="30761" y="108228"/>
                  <a:pt x="28291" y="108228"/>
                </a:cubicBezTo>
                <a:cubicBezTo>
                  <a:pt x="26438" y="108228"/>
                  <a:pt x="23694" y="108481"/>
                  <a:pt x="20060" y="108985"/>
                </a:cubicBezTo>
                <a:cubicBezTo>
                  <a:pt x="16426" y="109490"/>
                  <a:pt x="13682" y="109743"/>
                  <a:pt x="11829" y="109743"/>
                </a:cubicBezTo>
                <a:cubicBezTo>
                  <a:pt x="11307" y="109743"/>
                  <a:pt x="10547" y="109648"/>
                  <a:pt x="9549" y="109458"/>
                </a:cubicBezTo>
                <a:cubicBezTo>
                  <a:pt x="8551" y="109267"/>
                  <a:pt x="7791" y="109172"/>
                  <a:pt x="7269" y="109172"/>
                </a:cubicBezTo>
                <a:cubicBezTo>
                  <a:pt x="3991" y="109172"/>
                  <a:pt x="1853" y="107579"/>
                  <a:pt x="855" y="104394"/>
                </a:cubicBezTo>
                <a:cubicBezTo>
                  <a:pt x="285" y="102729"/>
                  <a:pt x="0" y="99877"/>
                  <a:pt x="0" y="95835"/>
                </a:cubicBezTo>
                <a:cubicBezTo>
                  <a:pt x="0" y="84759"/>
                  <a:pt x="3017" y="75844"/>
                  <a:pt x="9050" y="69092"/>
                </a:cubicBezTo>
                <a:cubicBezTo>
                  <a:pt x="11806" y="66003"/>
                  <a:pt x="19241" y="60298"/>
                  <a:pt x="31355" y="51979"/>
                </a:cubicBezTo>
                <a:cubicBezTo>
                  <a:pt x="38149" y="47318"/>
                  <a:pt x="42686" y="43681"/>
                  <a:pt x="44966" y="41067"/>
                </a:cubicBezTo>
                <a:cubicBezTo>
                  <a:pt x="49052" y="36503"/>
                  <a:pt x="51094" y="31155"/>
                  <a:pt x="51094" y="25022"/>
                </a:cubicBezTo>
                <a:cubicBezTo>
                  <a:pt x="51094" y="21978"/>
                  <a:pt x="49123" y="19268"/>
                  <a:pt x="45180" y="16891"/>
                </a:cubicBezTo>
                <a:cubicBezTo>
                  <a:pt x="41712" y="14752"/>
                  <a:pt x="38315" y="13682"/>
                  <a:pt x="34989" y="13682"/>
                </a:cubicBezTo>
                <a:cubicBezTo>
                  <a:pt x="30619" y="13682"/>
                  <a:pt x="26462" y="14948"/>
                  <a:pt x="22519" y="17479"/>
                </a:cubicBezTo>
                <a:lnTo>
                  <a:pt x="12328" y="25500"/>
                </a:lnTo>
                <a:cubicBezTo>
                  <a:pt x="10285" y="27123"/>
                  <a:pt x="8646" y="27934"/>
                  <a:pt x="7411" y="27934"/>
                </a:cubicBezTo>
                <a:cubicBezTo>
                  <a:pt x="2518" y="27934"/>
                  <a:pt x="71" y="25981"/>
                  <a:pt x="71" y="22075"/>
                </a:cubicBezTo>
                <a:cubicBezTo>
                  <a:pt x="71" y="19837"/>
                  <a:pt x="974" y="17908"/>
                  <a:pt x="2779" y="16290"/>
                </a:cubicBezTo>
                <a:cubicBezTo>
                  <a:pt x="8338" y="11051"/>
                  <a:pt x="13160" y="7264"/>
                  <a:pt x="17245" y="4930"/>
                </a:cubicBezTo>
                <a:cubicBezTo>
                  <a:pt x="22994" y="1643"/>
                  <a:pt x="28908" y="0"/>
                  <a:pt x="34989" y="0"/>
                </a:cubicBezTo>
                <a:cubicBezTo>
                  <a:pt x="42686" y="0"/>
                  <a:pt x="49550" y="2090"/>
                  <a:pt x="55584" y="6271"/>
                </a:cubicBezTo>
                <a:cubicBezTo>
                  <a:pt x="62330" y="10974"/>
                  <a:pt x="65703" y="17008"/>
                  <a:pt x="65703" y="24371"/>
                </a:cubicBezTo>
                <a:cubicBezTo>
                  <a:pt x="65703" y="29217"/>
                  <a:pt x="65014" y="33683"/>
                  <a:pt x="63636" y="37769"/>
                </a:cubicBezTo>
                <a:cubicBezTo>
                  <a:pt x="62259" y="41854"/>
                  <a:pt x="60168" y="45584"/>
                  <a:pt x="57365" y="48957"/>
                </a:cubicBezTo>
                <a:cubicBezTo>
                  <a:pt x="53802" y="53232"/>
                  <a:pt x="47769" y="58007"/>
                  <a:pt x="39265" y="63280"/>
                </a:cubicBezTo>
                <a:cubicBezTo>
                  <a:pt x="30334" y="68886"/>
                  <a:pt x="24466" y="73138"/>
                  <a:pt x="21663" y="76036"/>
                </a:cubicBezTo>
                <a:cubicBezTo>
                  <a:pt x="16390" y="81499"/>
                  <a:pt x="13801" y="88127"/>
                  <a:pt x="13896" y="95918"/>
                </a:cubicBezTo>
                <a:lnTo>
                  <a:pt x="28576" y="94519"/>
                </a:lnTo>
                <a:cubicBezTo>
                  <a:pt x="38647" y="93931"/>
                  <a:pt x="45845" y="93637"/>
                  <a:pt x="50168" y="93637"/>
                </a:cubicBezTo>
                <a:cubicBezTo>
                  <a:pt x="53779" y="93637"/>
                  <a:pt x="57199" y="94258"/>
                  <a:pt x="60430" y="95499"/>
                </a:cubicBezTo>
                <a:cubicBezTo>
                  <a:pt x="64705" y="97169"/>
                  <a:pt x="66843" y="99484"/>
                  <a:pt x="66843" y="102443"/>
                </a:cubicBezTo>
                <a:cubicBezTo>
                  <a:pt x="66843" y="104303"/>
                  <a:pt x="66202" y="105961"/>
                  <a:pt x="64919" y="107418"/>
                </a:cubicBezTo>
                <a:cubicBezTo>
                  <a:pt x="63636" y="108873"/>
                  <a:pt x="62045" y="109600"/>
                  <a:pt x="60145" y="109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367B67-97A6-4AD2-9ABB-CE4EDB05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884" y="3952748"/>
            <a:ext cx="547462" cy="243425"/>
          </a:xfrm>
          <a:custGeom xmlns:a="http://schemas.openxmlformats.org/drawingml/2006/main">
            <a:pathLst>
              <a:path w="547462" h="243425">
                <a:moveTo>
                  <a:pt x="419" y="40641"/>
                </a:moveTo>
                <a:cubicBezTo>
                  <a:pt x="0" y="18128"/>
                  <a:pt x="18128" y="0"/>
                  <a:pt x="40641" y="419"/>
                </a:cubicBezTo>
                <a:lnTo>
                  <a:pt x="506542" y="419"/>
                </a:lnTo>
                <a:cubicBezTo>
                  <a:pt x="529334" y="0"/>
                  <a:pt x="547462" y="18128"/>
                  <a:pt x="546764" y="40641"/>
                </a:cubicBezTo>
                <a:lnTo>
                  <a:pt x="546764" y="203203"/>
                </a:lnTo>
                <a:cubicBezTo>
                  <a:pt x="547462" y="224878"/>
                  <a:pt x="529334" y="243006"/>
                  <a:pt x="506542" y="243425"/>
                </a:cubicBezTo>
                <a:lnTo>
                  <a:pt x="40641" y="243425"/>
                </a:lnTo>
                <a:cubicBezTo>
                  <a:pt x="18128" y="243006"/>
                  <a:pt x="0" y="224878"/>
                  <a:pt x="419" y="203203"/>
                </a:cubicBezTo>
                <a:lnTo>
                  <a:pt x="419" y="40641"/>
                </a:lnTo>
              </a:path>
            </a:pathLst>
          </a:custGeom>
          <a:solidFill xmlns:a="http://schemas.openxmlformats.org/drawingml/2006/main">
            <a:srgbClr val="CF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B3A138-7663-4C63-B6A3-9592A781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409" y="3942274"/>
            <a:ext cx="568411" cy="263955"/>
          </a:xfrm>
          <a:custGeom xmlns:a="http://schemas.openxmlformats.org/drawingml/2006/main">
            <a:pathLst>
              <a:path w="568411" h="263955">
                <a:moveTo>
                  <a:pt x="3994" y="232825"/>
                </a:moveTo>
                <a:lnTo>
                  <a:pt x="6145" y="237294"/>
                </a:lnTo>
                <a:lnTo>
                  <a:pt x="8701" y="241498"/>
                </a:lnTo>
                <a:lnTo>
                  <a:pt x="11634" y="245422"/>
                </a:lnTo>
                <a:lnTo>
                  <a:pt x="14916" y="249039"/>
                </a:lnTo>
                <a:lnTo>
                  <a:pt x="18533" y="252321"/>
                </a:lnTo>
                <a:lnTo>
                  <a:pt x="22457" y="255254"/>
                </a:lnTo>
                <a:lnTo>
                  <a:pt x="26661" y="257810"/>
                </a:lnTo>
                <a:lnTo>
                  <a:pt x="31130" y="259961"/>
                </a:lnTo>
                <a:lnTo>
                  <a:pt x="35822" y="261679"/>
                </a:lnTo>
                <a:lnTo>
                  <a:pt x="40711" y="262935"/>
                </a:lnTo>
                <a:lnTo>
                  <a:pt x="45780" y="263704"/>
                </a:lnTo>
                <a:lnTo>
                  <a:pt x="50710" y="263955"/>
                </a:lnTo>
                <a:lnTo>
                  <a:pt x="517701" y="263955"/>
                </a:lnTo>
                <a:lnTo>
                  <a:pt x="522631" y="263704"/>
                </a:lnTo>
                <a:lnTo>
                  <a:pt x="527700" y="262935"/>
                </a:lnTo>
                <a:lnTo>
                  <a:pt x="532588" y="261679"/>
                </a:lnTo>
                <a:lnTo>
                  <a:pt x="537281" y="259961"/>
                </a:lnTo>
                <a:lnTo>
                  <a:pt x="541750" y="257810"/>
                </a:lnTo>
                <a:lnTo>
                  <a:pt x="545954" y="255254"/>
                </a:lnTo>
                <a:lnTo>
                  <a:pt x="549878" y="252321"/>
                </a:lnTo>
                <a:lnTo>
                  <a:pt x="553495" y="249039"/>
                </a:lnTo>
                <a:lnTo>
                  <a:pt x="556777" y="245422"/>
                </a:lnTo>
                <a:lnTo>
                  <a:pt x="559710" y="241498"/>
                </a:lnTo>
                <a:lnTo>
                  <a:pt x="562266" y="237294"/>
                </a:lnTo>
                <a:lnTo>
                  <a:pt x="564417" y="232825"/>
                </a:lnTo>
                <a:lnTo>
                  <a:pt x="566135" y="228133"/>
                </a:lnTo>
                <a:lnTo>
                  <a:pt x="567391" y="223244"/>
                </a:lnTo>
                <a:lnTo>
                  <a:pt x="568160" y="218175"/>
                </a:lnTo>
                <a:lnTo>
                  <a:pt x="568411" y="213245"/>
                </a:lnTo>
                <a:lnTo>
                  <a:pt x="568411" y="50710"/>
                </a:lnTo>
                <a:lnTo>
                  <a:pt x="568160" y="45780"/>
                </a:lnTo>
                <a:lnTo>
                  <a:pt x="567391" y="40711"/>
                </a:lnTo>
                <a:lnTo>
                  <a:pt x="566135" y="35822"/>
                </a:lnTo>
                <a:lnTo>
                  <a:pt x="564417" y="31130"/>
                </a:lnTo>
                <a:lnTo>
                  <a:pt x="562266" y="26661"/>
                </a:lnTo>
                <a:lnTo>
                  <a:pt x="559710" y="22457"/>
                </a:lnTo>
                <a:lnTo>
                  <a:pt x="556777" y="18533"/>
                </a:lnTo>
                <a:lnTo>
                  <a:pt x="553495" y="14916"/>
                </a:lnTo>
                <a:lnTo>
                  <a:pt x="549878" y="11634"/>
                </a:lnTo>
                <a:lnTo>
                  <a:pt x="545954" y="8701"/>
                </a:lnTo>
                <a:lnTo>
                  <a:pt x="541750" y="6145"/>
                </a:lnTo>
                <a:lnTo>
                  <a:pt x="537281" y="3994"/>
                </a:lnTo>
                <a:lnTo>
                  <a:pt x="532588" y="2276"/>
                </a:lnTo>
                <a:lnTo>
                  <a:pt x="527700" y="1020"/>
                </a:lnTo>
                <a:lnTo>
                  <a:pt x="522631" y="251"/>
                </a:lnTo>
                <a:lnTo>
                  <a:pt x="517701" y="0"/>
                </a:lnTo>
                <a:lnTo>
                  <a:pt x="50710" y="0"/>
                </a:lnTo>
                <a:lnTo>
                  <a:pt x="45780" y="251"/>
                </a:lnTo>
                <a:lnTo>
                  <a:pt x="40711" y="1020"/>
                </a:lnTo>
                <a:lnTo>
                  <a:pt x="35822" y="2276"/>
                </a:lnTo>
                <a:lnTo>
                  <a:pt x="31130" y="3994"/>
                </a:lnTo>
                <a:lnTo>
                  <a:pt x="26661" y="6145"/>
                </a:lnTo>
                <a:lnTo>
                  <a:pt x="22457" y="8701"/>
                </a:lnTo>
                <a:lnTo>
                  <a:pt x="18533" y="11634"/>
                </a:lnTo>
                <a:lnTo>
                  <a:pt x="14916" y="14916"/>
                </a:lnTo>
                <a:lnTo>
                  <a:pt x="11634" y="18533"/>
                </a:lnTo>
                <a:lnTo>
                  <a:pt x="8701" y="22457"/>
                </a:lnTo>
                <a:lnTo>
                  <a:pt x="6145" y="26661"/>
                </a:lnTo>
                <a:lnTo>
                  <a:pt x="3994" y="31130"/>
                </a:lnTo>
                <a:lnTo>
                  <a:pt x="2276" y="35822"/>
                </a:lnTo>
                <a:lnTo>
                  <a:pt x="1020" y="40711"/>
                </a:lnTo>
                <a:lnTo>
                  <a:pt x="251" y="45780"/>
                </a:lnTo>
                <a:lnTo>
                  <a:pt x="0" y="50710"/>
                </a:lnTo>
                <a:lnTo>
                  <a:pt x="0" y="213245"/>
                </a:lnTo>
                <a:lnTo>
                  <a:pt x="251" y="218175"/>
                </a:lnTo>
                <a:lnTo>
                  <a:pt x="1020" y="223244"/>
                </a:lnTo>
                <a:lnTo>
                  <a:pt x="2276" y="228133"/>
                </a:lnTo>
                <a:lnTo>
                  <a:pt x="3994" y="232825"/>
                </a:lnTo>
                <a:close/>
                <a:moveTo>
                  <a:pt x="21569" y="44911"/>
                </a:moveTo>
                <a:lnTo>
                  <a:pt x="22310" y="42049"/>
                </a:lnTo>
                <a:lnTo>
                  <a:pt x="23285" y="39374"/>
                </a:lnTo>
                <a:lnTo>
                  <a:pt x="24600" y="36637"/>
                </a:lnTo>
                <a:lnTo>
                  <a:pt x="26051" y="34245"/>
                </a:lnTo>
                <a:lnTo>
                  <a:pt x="27803" y="31895"/>
                </a:lnTo>
                <a:lnTo>
                  <a:pt x="29750" y="29750"/>
                </a:lnTo>
                <a:lnTo>
                  <a:pt x="31895" y="27803"/>
                </a:lnTo>
                <a:lnTo>
                  <a:pt x="34245" y="26051"/>
                </a:lnTo>
                <a:lnTo>
                  <a:pt x="36637" y="24600"/>
                </a:lnTo>
                <a:lnTo>
                  <a:pt x="39374" y="23285"/>
                </a:lnTo>
                <a:lnTo>
                  <a:pt x="42049" y="22310"/>
                </a:lnTo>
                <a:lnTo>
                  <a:pt x="44911" y="21569"/>
                </a:lnTo>
                <a:lnTo>
                  <a:pt x="47851" y="21119"/>
                </a:lnTo>
                <a:lnTo>
                  <a:pt x="51230" y="20949"/>
                </a:lnTo>
                <a:lnTo>
                  <a:pt x="517181" y="20949"/>
                </a:lnTo>
                <a:lnTo>
                  <a:pt x="520560" y="21119"/>
                </a:lnTo>
                <a:lnTo>
                  <a:pt x="523500" y="21569"/>
                </a:lnTo>
                <a:lnTo>
                  <a:pt x="526362" y="22310"/>
                </a:lnTo>
                <a:lnTo>
                  <a:pt x="529037" y="23285"/>
                </a:lnTo>
                <a:lnTo>
                  <a:pt x="531774" y="24600"/>
                </a:lnTo>
                <a:lnTo>
                  <a:pt x="534157" y="26046"/>
                </a:lnTo>
                <a:lnTo>
                  <a:pt x="536573" y="27855"/>
                </a:lnTo>
                <a:lnTo>
                  <a:pt x="538661" y="29750"/>
                </a:lnTo>
                <a:lnTo>
                  <a:pt x="540608" y="31895"/>
                </a:lnTo>
                <a:lnTo>
                  <a:pt x="542360" y="34245"/>
                </a:lnTo>
                <a:lnTo>
                  <a:pt x="543811" y="36637"/>
                </a:lnTo>
                <a:lnTo>
                  <a:pt x="545126" y="39374"/>
                </a:lnTo>
                <a:lnTo>
                  <a:pt x="546101" y="42049"/>
                </a:lnTo>
                <a:lnTo>
                  <a:pt x="546842" y="44911"/>
                </a:lnTo>
                <a:lnTo>
                  <a:pt x="547292" y="47851"/>
                </a:lnTo>
                <a:lnTo>
                  <a:pt x="547462" y="51230"/>
                </a:lnTo>
                <a:lnTo>
                  <a:pt x="547462" y="212725"/>
                </a:lnTo>
                <a:lnTo>
                  <a:pt x="547292" y="216104"/>
                </a:lnTo>
                <a:lnTo>
                  <a:pt x="546842" y="219044"/>
                </a:lnTo>
                <a:lnTo>
                  <a:pt x="546101" y="221906"/>
                </a:lnTo>
                <a:lnTo>
                  <a:pt x="545126" y="224581"/>
                </a:lnTo>
                <a:lnTo>
                  <a:pt x="543811" y="227318"/>
                </a:lnTo>
                <a:lnTo>
                  <a:pt x="542360" y="229709"/>
                </a:lnTo>
                <a:lnTo>
                  <a:pt x="540608" y="232060"/>
                </a:lnTo>
                <a:lnTo>
                  <a:pt x="538661" y="234205"/>
                </a:lnTo>
                <a:lnTo>
                  <a:pt x="536573" y="236100"/>
                </a:lnTo>
                <a:lnTo>
                  <a:pt x="534157" y="237909"/>
                </a:lnTo>
                <a:lnTo>
                  <a:pt x="531774" y="239355"/>
                </a:lnTo>
                <a:lnTo>
                  <a:pt x="529037" y="240670"/>
                </a:lnTo>
                <a:lnTo>
                  <a:pt x="526362" y="241645"/>
                </a:lnTo>
                <a:lnTo>
                  <a:pt x="523500" y="242386"/>
                </a:lnTo>
                <a:lnTo>
                  <a:pt x="520560" y="242836"/>
                </a:lnTo>
                <a:lnTo>
                  <a:pt x="517181" y="243006"/>
                </a:lnTo>
                <a:lnTo>
                  <a:pt x="51230" y="243006"/>
                </a:lnTo>
                <a:lnTo>
                  <a:pt x="47851" y="242836"/>
                </a:lnTo>
                <a:lnTo>
                  <a:pt x="44911" y="242386"/>
                </a:lnTo>
                <a:lnTo>
                  <a:pt x="42049" y="241645"/>
                </a:lnTo>
                <a:lnTo>
                  <a:pt x="39374" y="240670"/>
                </a:lnTo>
                <a:lnTo>
                  <a:pt x="36637" y="239355"/>
                </a:lnTo>
                <a:lnTo>
                  <a:pt x="34245" y="237904"/>
                </a:lnTo>
                <a:lnTo>
                  <a:pt x="31895" y="236152"/>
                </a:lnTo>
                <a:lnTo>
                  <a:pt x="29750" y="234205"/>
                </a:lnTo>
                <a:lnTo>
                  <a:pt x="27803" y="232060"/>
                </a:lnTo>
                <a:lnTo>
                  <a:pt x="26051" y="229709"/>
                </a:lnTo>
                <a:lnTo>
                  <a:pt x="24600" y="227318"/>
                </a:lnTo>
                <a:lnTo>
                  <a:pt x="23285" y="224581"/>
                </a:lnTo>
                <a:lnTo>
                  <a:pt x="22310" y="221906"/>
                </a:lnTo>
                <a:lnTo>
                  <a:pt x="21569" y="219044"/>
                </a:lnTo>
                <a:lnTo>
                  <a:pt x="21119" y="216104"/>
                </a:lnTo>
                <a:lnTo>
                  <a:pt x="20949" y="212725"/>
                </a:lnTo>
                <a:lnTo>
                  <a:pt x="20949" y="51230"/>
                </a:lnTo>
                <a:lnTo>
                  <a:pt x="21119" y="47851"/>
                </a:lnTo>
                <a:lnTo>
                  <a:pt x="21569" y="44911"/>
                </a:ln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c">
            <a:extLst xmlns:a="http://schemas.openxmlformats.org/drawingml/2006/main">
              <a:ext uri="{FF2B5EF4-FFF2-40B4-BE49-F238E27FC236}">
                <a16:creationId xmlns:a16="http://schemas.microsoft.com/office/drawing/2014/main" id="{CA550D6E-878A-4134-AF31-3C4CCF0D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071" y="4017864"/>
            <a:ext cx="93975" cy="122690"/>
          </a:xfrm>
          <a:custGeom xmlns:a="http://schemas.openxmlformats.org/drawingml/2006/main">
            <a:pathLst>
              <a:path w="93975" h="122690">
                <a:moveTo>
                  <a:pt x="52861" y="122690"/>
                </a:moveTo>
                <a:cubicBezTo>
                  <a:pt x="37996" y="122690"/>
                  <a:pt x="25597" y="118186"/>
                  <a:pt x="15663" y="109179"/>
                </a:cubicBezTo>
                <a:cubicBezTo>
                  <a:pt x="5221" y="99736"/>
                  <a:pt x="0" y="87278"/>
                  <a:pt x="0" y="71803"/>
                </a:cubicBezTo>
                <a:cubicBezTo>
                  <a:pt x="0" y="57059"/>
                  <a:pt x="4895" y="41841"/>
                  <a:pt x="14684" y="26152"/>
                </a:cubicBezTo>
                <a:cubicBezTo>
                  <a:pt x="25560" y="8717"/>
                  <a:pt x="37815" y="0"/>
                  <a:pt x="51447" y="0"/>
                </a:cubicBezTo>
                <a:cubicBezTo>
                  <a:pt x="58553" y="0"/>
                  <a:pt x="66493" y="1673"/>
                  <a:pt x="75267" y="5020"/>
                </a:cubicBezTo>
                <a:cubicBezTo>
                  <a:pt x="86361" y="9314"/>
                  <a:pt x="91908" y="14553"/>
                  <a:pt x="91908" y="20737"/>
                </a:cubicBezTo>
                <a:cubicBezTo>
                  <a:pt x="91908" y="23502"/>
                  <a:pt x="91002" y="25958"/>
                  <a:pt x="89189" y="28106"/>
                </a:cubicBezTo>
                <a:cubicBezTo>
                  <a:pt x="87376" y="30252"/>
                  <a:pt x="85129" y="31325"/>
                  <a:pt x="82446" y="31325"/>
                </a:cubicBezTo>
                <a:cubicBezTo>
                  <a:pt x="80343" y="31325"/>
                  <a:pt x="78512" y="30685"/>
                  <a:pt x="76953" y="29405"/>
                </a:cubicBezTo>
                <a:cubicBezTo>
                  <a:pt x="75394" y="28122"/>
                  <a:pt x="73889" y="26858"/>
                  <a:pt x="72439" y="25611"/>
                </a:cubicBezTo>
                <a:cubicBezTo>
                  <a:pt x="68161" y="22169"/>
                  <a:pt x="61164" y="20448"/>
                  <a:pt x="51447" y="20448"/>
                </a:cubicBezTo>
                <a:cubicBezTo>
                  <a:pt x="44051" y="20448"/>
                  <a:pt x="36727" y="27065"/>
                  <a:pt x="29476" y="40298"/>
                </a:cubicBezTo>
                <a:cubicBezTo>
                  <a:pt x="22877" y="52439"/>
                  <a:pt x="19578" y="62945"/>
                  <a:pt x="19578" y="71814"/>
                </a:cubicBezTo>
                <a:cubicBezTo>
                  <a:pt x="19578" y="81410"/>
                  <a:pt x="22841" y="88972"/>
                  <a:pt x="29367" y="94498"/>
                </a:cubicBezTo>
                <a:cubicBezTo>
                  <a:pt x="35458" y="99660"/>
                  <a:pt x="43289" y="102241"/>
                  <a:pt x="52861" y="102241"/>
                </a:cubicBezTo>
                <a:cubicBezTo>
                  <a:pt x="57212" y="102241"/>
                  <a:pt x="61852" y="101081"/>
                  <a:pt x="66783" y="98761"/>
                </a:cubicBezTo>
                <a:lnTo>
                  <a:pt x="79400" y="92017"/>
                </a:lnTo>
                <a:cubicBezTo>
                  <a:pt x="81576" y="90857"/>
                  <a:pt x="83135" y="90277"/>
                  <a:pt x="84077" y="90277"/>
                </a:cubicBezTo>
                <a:cubicBezTo>
                  <a:pt x="86760" y="90277"/>
                  <a:pt x="89081" y="91346"/>
                  <a:pt x="91038" y="93486"/>
                </a:cubicBezTo>
                <a:cubicBezTo>
                  <a:pt x="92996" y="95625"/>
                  <a:pt x="93975" y="98072"/>
                  <a:pt x="93975" y="100827"/>
                </a:cubicBezTo>
                <a:cubicBezTo>
                  <a:pt x="93975" y="106121"/>
                  <a:pt x="88392" y="111233"/>
                  <a:pt x="77225" y="116164"/>
                </a:cubicBezTo>
                <a:cubicBezTo>
                  <a:pt x="67436" y="120514"/>
                  <a:pt x="59314" y="122690"/>
                  <a:pt x="52861" y="1226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3">
            <a:extLst xmlns:a="http://schemas.openxmlformats.org/drawingml/2006/main">
              <a:ext uri="{FF2B5EF4-FFF2-40B4-BE49-F238E27FC236}">
                <a16:creationId xmlns:a16="http://schemas.microsoft.com/office/drawing/2014/main" id="{D0FD3FE9-2BEC-4901-8F37-0B61A41F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574" y="4068840"/>
            <a:ext cx="66772" cy="112023"/>
          </a:xfrm>
          <a:custGeom xmlns:a="http://schemas.openxmlformats.org/drawingml/2006/main">
            <a:pathLst>
              <a:path w="66772" h="112023">
                <a:moveTo>
                  <a:pt x="32709" y="112023"/>
                </a:moveTo>
                <a:cubicBezTo>
                  <a:pt x="25535" y="112023"/>
                  <a:pt x="19098" y="110526"/>
                  <a:pt x="13397" y="107533"/>
                </a:cubicBezTo>
                <a:cubicBezTo>
                  <a:pt x="6984" y="104065"/>
                  <a:pt x="2660" y="99196"/>
                  <a:pt x="428" y="92925"/>
                </a:cubicBezTo>
                <a:cubicBezTo>
                  <a:pt x="143" y="92070"/>
                  <a:pt x="0" y="91238"/>
                  <a:pt x="0" y="90431"/>
                </a:cubicBezTo>
                <a:cubicBezTo>
                  <a:pt x="0" y="88530"/>
                  <a:pt x="724" y="86951"/>
                  <a:pt x="2173" y="85692"/>
                </a:cubicBezTo>
                <a:cubicBezTo>
                  <a:pt x="3622" y="84433"/>
                  <a:pt x="5297" y="83803"/>
                  <a:pt x="7197" y="83803"/>
                </a:cubicBezTo>
                <a:cubicBezTo>
                  <a:pt x="9098" y="83803"/>
                  <a:pt x="10737" y="84682"/>
                  <a:pt x="12114" y="86440"/>
                </a:cubicBezTo>
                <a:lnTo>
                  <a:pt x="15392" y="91357"/>
                </a:lnTo>
                <a:cubicBezTo>
                  <a:pt x="17103" y="93685"/>
                  <a:pt x="19407" y="95431"/>
                  <a:pt x="22305" y="96595"/>
                </a:cubicBezTo>
                <a:cubicBezTo>
                  <a:pt x="25203" y="97759"/>
                  <a:pt x="28671" y="98341"/>
                  <a:pt x="32709" y="98341"/>
                </a:cubicBezTo>
                <a:cubicBezTo>
                  <a:pt x="37887" y="98341"/>
                  <a:pt x="42424" y="96725"/>
                  <a:pt x="46320" y="93495"/>
                </a:cubicBezTo>
                <a:cubicBezTo>
                  <a:pt x="50453" y="90074"/>
                  <a:pt x="52520" y="85894"/>
                  <a:pt x="52520" y="80953"/>
                </a:cubicBezTo>
                <a:cubicBezTo>
                  <a:pt x="52520" y="73779"/>
                  <a:pt x="49883" y="68055"/>
                  <a:pt x="44610" y="63779"/>
                </a:cubicBezTo>
                <a:cubicBezTo>
                  <a:pt x="39954" y="60073"/>
                  <a:pt x="33778" y="57817"/>
                  <a:pt x="26082" y="57009"/>
                </a:cubicBezTo>
                <a:cubicBezTo>
                  <a:pt x="20808" y="56487"/>
                  <a:pt x="18172" y="54349"/>
                  <a:pt x="18172" y="50596"/>
                </a:cubicBezTo>
                <a:cubicBezTo>
                  <a:pt x="18172" y="47793"/>
                  <a:pt x="20238" y="45655"/>
                  <a:pt x="24371" y="44182"/>
                </a:cubicBezTo>
                <a:lnTo>
                  <a:pt x="41403" y="39978"/>
                </a:lnTo>
                <a:cubicBezTo>
                  <a:pt x="44681" y="38790"/>
                  <a:pt x="47151" y="37187"/>
                  <a:pt x="48814" y="35168"/>
                </a:cubicBezTo>
                <a:cubicBezTo>
                  <a:pt x="50477" y="33148"/>
                  <a:pt x="51332" y="30690"/>
                  <a:pt x="51379" y="27792"/>
                </a:cubicBezTo>
                <a:cubicBezTo>
                  <a:pt x="51474" y="23611"/>
                  <a:pt x="49859" y="20238"/>
                  <a:pt x="46534" y="17673"/>
                </a:cubicBezTo>
                <a:cubicBezTo>
                  <a:pt x="43066" y="15012"/>
                  <a:pt x="38196" y="13682"/>
                  <a:pt x="31925" y="13682"/>
                </a:cubicBezTo>
                <a:cubicBezTo>
                  <a:pt x="28695" y="13682"/>
                  <a:pt x="25559" y="14472"/>
                  <a:pt x="22519" y="16052"/>
                </a:cubicBezTo>
                <a:lnTo>
                  <a:pt x="14466" y="21154"/>
                </a:lnTo>
                <a:cubicBezTo>
                  <a:pt x="12898" y="22159"/>
                  <a:pt x="11639" y="22661"/>
                  <a:pt x="10689" y="22661"/>
                </a:cubicBezTo>
                <a:cubicBezTo>
                  <a:pt x="8789" y="22661"/>
                  <a:pt x="7162" y="21934"/>
                  <a:pt x="5808" y="20481"/>
                </a:cubicBezTo>
                <a:cubicBezTo>
                  <a:pt x="4454" y="19028"/>
                  <a:pt x="3777" y="17371"/>
                  <a:pt x="3777" y="15513"/>
                </a:cubicBezTo>
                <a:cubicBezTo>
                  <a:pt x="3777" y="11748"/>
                  <a:pt x="7411" y="8126"/>
                  <a:pt x="14680" y="4648"/>
                </a:cubicBezTo>
                <a:cubicBezTo>
                  <a:pt x="20998" y="1549"/>
                  <a:pt x="26200" y="0"/>
                  <a:pt x="30286" y="0"/>
                </a:cubicBezTo>
                <a:cubicBezTo>
                  <a:pt x="40500" y="0"/>
                  <a:pt x="48600" y="2254"/>
                  <a:pt x="54586" y="6761"/>
                </a:cubicBezTo>
                <a:cubicBezTo>
                  <a:pt x="61000" y="11599"/>
                  <a:pt x="64207" y="18502"/>
                  <a:pt x="64207" y="27469"/>
                </a:cubicBezTo>
                <a:cubicBezTo>
                  <a:pt x="64207" y="38617"/>
                  <a:pt x="59693" y="45970"/>
                  <a:pt x="50667" y="49529"/>
                </a:cubicBezTo>
                <a:cubicBezTo>
                  <a:pt x="49859" y="49860"/>
                  <a:pt x="48933" y="50192"/>
                  <a:pt x="47888" y="50524"/>
                </a:cubicBezTo>
                <a:cubicBezTo>
                  <a:pt x="54206" y="52855"/>
                  <a:pt x="58933" y="56340"/>
                  <a:pt x="62069" y="60977"/>
                </a:cubicBezTo>
                <a:cubicBezTo>
                  <a:pt x="65204" y="65614"/>
                  <a:pt x="66772" y="71404"/>
                  <a:pt x="66772" y="78347"/>
                </a:cubicBezTo>
                <a:cubicBezTo>
                  <a:pt x="66772" y="87718"/>
                  <a:pt x="63470" y="95674"/>
                  <a:pt x="56867" y="102213"/>
                </a:cubicBezTo>
                <a:cubicBezTo>
                  <a:pt x="50263" y="108753"/>
                  <a:pt x="42211" y="112023"/>
                  <a:pt x="32709" y="1120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5B934B-F496-4E62-9AB4-2E6021BD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901" y="3000974"/>
            <a:ext cx="547462" cy="243285"/>
          </a:xfrm>
          <a:custGeom xmlns:a="http://schemas.openxmlformats.org/drawingml/2006/main">
            <a:pathLst>
              <a:path w="547462" h="243285">
                <a:moveTo>
                  <a:pt x="698" y="40501"/>
                </a:moveTo>
                <a:cubicBezTo>
                  <a:pt x="0" y="18128"/>
                  <a:pt x="18128" y="0"/>
                  <a:pt x="40920" y="279"/>
                </a:cubicBezTo>
                <a:lnTo>
                  <a:pt x="506821" y="279"/>
                </a:lnTo>
                <a:cubicBezTo>
                  <a:pt x="529334" y="0"/>
                  <a:pt x="547462" y="18128"/>
                  <a:pt x="547043" y="40501"/>
                </a:cubicBezTo>
                <a:lnTo>
                  <a:pt x="547043" y="203064"/>
                </a:lnTo>
                <a:cubicBezTo>
                  <a:pt x="547462" y="224878"/>
                  <a:pt x="529334" y="243006"/>
                  <a:pt x="506821" y="243285"/>
                </a:cubicBezTo>
                <a:lnTo>
                  <a:pt x="40920" y="243285"/>
                </a:lnTo>
                <a:cubicBezTo>
                  <a:pt x="18128" y="243006"/>
                  <a:pt x="0" y="224878"/>
                  <a:pt x="698" y="203064"/>
                </a:cubicBezTo>
                <a:lnTo>
                  <a:pt x="698" y="40501"/>
                </a:lnTo>
              </a:path>
            </a:pathLst>
          </a:custGeom>
          <a:solidFill xmlns:a="http://schemas.openxmlformats.org/drawingml/2006/main">
            <a:srgbClr val="CF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AEDB85-44C2-45E7-BDA1-3E29CBA1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426" y="2990500"/>
            <a:ext cx="568411" cy="263955"/>
          </a:xfrm>
          <a:custGeom xmlns:a="http://schemas.openxmlformats.org/drawingml/2006/main">
            <a:pathLst>
              <a:path w="568411" h="263955">
                <a:moveTo>
                  <a:pt x="3994" y="232825"/>
                </a:moveTo>
                <a:lnTo>
                  <a:pt x="6145" y="237294"/>
                </a:lnTo>
                <a:lnTo>
                  <a:pt x="8701" y="241498"/>
                </a:lnTo>
                <a:lnTo>
                  <a:pt x="11634" y="245422"/>
                </a:lnTo>
                <a:lnTo>
                  <a:pt x="14916" y="249025"/>
                </a:lnTo>
                <a:lnTo>
                  <a:pt x="18533" y="252321"/>
                </a:lnTo>
                <a:lnTo>
                  <a:pt x="22457" y="255254"/>
                </a:lnTo>
                <a:lnTo>
                  <a:pt x="26661" y="257810"/>
                </a:lnTo>
                <a:lnTo>
                  <a:pt x="31130" y="259961"/>
                </a:lnTo>
                <a:lnTo>
                  <a:pt x="35822" y="261679"/>
                </a:lnTo>
                <a:lnTo>
                  <a:pt x="40711" y="262935"/>
                </a:lnTo>
                <a:lnTo>
                  <a:pt x="45780" y="263704"/>
                </a:lnTo>
                <a:lnTo>
                  <a:pt x="50710" y="263955"/>
                </a:lnTo>
                <a:lnTo>
                  <a:pt x="517701" y="263955"/>
                </a:lnTo>
                <a:lnTo>
                  <a:pt x="522631" y="263704"/>
                </a:lnTo>
                <a:lnTo>
                  <a:pt x="527700" y="262935"/>
                </a:lnTo>
                <a:lnTo>
                  <a:pt x="532588" y="261679"/>
                </a:lnTo>
                <a:lnTo>
                  <a:pt x="537281" y="259961"/>
                </a:lnTo>
                <a:lnTo>
                  <a:pt x="541750" y="257810"/>
                </a:lnTo>
                <a:lnTo>
                  <a:pt x="545954" y="255254"/>
                </a:lnTo>
                <a:lnTo>
                  <a:pt x="549878" y="252321"/>
                </a:lnTo>
                <a:lnTo>
                  <a:pt x="553495" y="249025"/>
                </a:lnTo>
                <a:lnTo>
                  <a:pt x="556777" y="245422"/>
                </a:lnTo>
                <a:lnTo>
                  <a:pt x="559710" y="241498"/>
                </a:lnTo>
                <a:lnTo>
                  <a:pt x="562266" y="237294"/>
                </a:lnTo>
                <a:lnTo>
                  <a:pt x="564417" y="232825"/>
                </a:lnTo>
                <a:lnTo>
                  <a:pt x="566135" y="228133"/>
                </a:lnTo>
                <a:lnTo>
                  <a:pt x="567391" y="223244"/>
                </a:lnTo>
                <a:lnTo>
                  <a:pt x="568160" y="218175"/>
                </a:lnTo>
                <a:lnTo>
                  <a:pt x="568411" y="213245"/>
                </a:lnTo>
                <a:lnTo>
                  <a:pt x="568411" y="50710"/>
                </a:lnTo>
                <a:lnTo>
                  <a:pt x="568160" y="45780"/>
                </a:lnTo>
                <a:lnTo>
                  <a:pt x="567391" y="40711"/>
                </a:lnTo>
                <a:lnTo>
                  <a:pt x="566135" y="35822"/>
                </a:lnTo>
                <a:lnTo>
                  <a:pt x="564417" y="31130"/>
                </a:lnTo>
                <a:lnTo>
                  <a:pt x="562266" y="26661"/>
                </a:lnTo>
                <a:lnTo>
                  <a:pt x="559710" y="22457"/>
                </a:lnTo>
                <a:lnTo>
                  <a:pt x="556777" y="18533"/>
                </a:lnTo>
                <a:lnTo>
                  <a:pt x="553495" y="14916"/>
                </a:lnTo>
                <a:lnTo>
                  <a:pt x="549878" y="11634"/>
                </a:lnTo>
                <a:lnTo>
                  <a:pt x="545954" y="8701"/>
                </a:lnTo>
                <a:lnTo>
                  <a:pt x="541750" y="6145"/>
                </a:lnTo>
                <a:lnTo>
                  <a:pt x="537281" y="3994"/>
                </a:lnTo>
                <a:lnTo>
                  <a:pt x="532588" y="2276"/>
                </a:lnTo>
                <a:lnTo>
                  <a:pt x="527700" y="1020"/>
                </a:lnTo>
                <a:lnTo>
                  <a:pt x="522631" y="251"/>
                </a:lnTo>
                <a:lnTo>
                  <a:pt x="517701" y="0"/>
                </a:lnTo>
                <a:lnTo>
                  <a:pt x="50710" y="0"/>
                </a:lnTo>
                <a:lnTo>
                  <a:pt x="45780" y="251"/>
                </a:lnTo>
                <a:lnTo>
                  <a:pt x="40711" y="1020"/>
                </a:lnTo>
                <a:lnTo>
                  <a:pt x="35822" y="2276"/>
                </a:lnTo>
                <a:lnTo>
                  <a:pt x="31130" y="3994"/>
                </a:lnTo>
                <a:lnTo>
                  <a:pt x="26661" y="6145"/>
                </a:lnTo>
                <a:lnTo>
                  <a:pt x="22457" y="8701"/>
                </a:lnTo>
                <a:lnTo>
                  <a:pt x="18533" y="11634"/>
                </a:lnTo>
                <a:lnTo>
                  <a:pt x="14916" y="14916"/>
                </a:lnTo>
                <a:lnTo>
                  <a:pt x="11634" y="18533"/>
                </a:lnTo>
                <a:lnTo>
                  <a:pt x="8701" y="22457"/>
                </a:lnTo>
                <a:lnTo>
                  <a:pt x="6145" y="26661"/>
                </a:lnTo>
                <a:lnTo>
                  <a:pt x="3994" y="31130"/>
                </a:lnTo>
                <a:lnTo>
                  <a:pt x="2276" y="35822"/>
                </a:lnTo>
                <a:lnTo>
                  <a:pt x="1020" y="40711"/>
                </a:lnTo>
                <a:lnTo>
                  <a:pt x="251" y="45780"/>
                </a:lnTo>
                <a:lnTo>
                  <a:pt x="0" y="50710"/>
                </a:lnTo>
                <a:lnTo>
                  <a:pt x="0" y="213245"/>
                </a:lnTo>
                <a:lnTo>
                  <a:pt x="251" y="218175"/>
                </a:lnTo>
                <a:lnTo>
                  <a:pt x="1020" y="223244"/>
                </a:lnTo>
                <a:lnTo>
                  <a:pt x="2276" y="228133"/>
                </a:lnTo>
                <a:lnTo>
                  <a:pt x="3994" y="232825"/>
                </a:lnTo>
                <a:close/>
                <a:moveTo>
                  <a:pt x="21569" y="44911"/>
                </a:moveTo>
                <a:lnTo>
                  <a:pt x="22310" y="42049"/>
                </a:lnTo>
                <a:lnTo>
                  <a:pt x="23285" y="39374"/>
                </a:lnTo>
                <a:lnTo>
                  <a:pt x="24600" y="36637"/>
                </a:lnTo>
                <a:lnTo>
                  <a:pt x="26051" y="34245"/>
                </a:lnTo>
                <a:lnTo>
                  <a:pt x="27803" y="31895"/>
                </a:lnTo>
                <a:lnTo>
                  <a:pt x="29750" y="29750"/>
                </a:lnTo>
                <a:lnTo>
                  <a:pt x="31895" y="27803"/>
                </a:lnTo>
                <a:lnTo>
                  <a:pt x="34245" y="26051"/>
                </a:lnTo>
                <a:lnTo>
                  <a:pt x="36637" y="24600"/>
                </a:lnTo>
                <a:lnTo>
                  <a:pt x="39374" y="23285"/>
                </a:lnTo>
                <a:lnTo>
                  <a:pt x="42049" y="22310"/>
                </a:lnTo>
                <a:lnTo>
                  <a:pt x="44911" y="21569"/>
                </a:lnTo>
                <a:lnTo>
                  <a:pt x="47851" y="21119"/>
                </a:lnTo>
                <a:lnTo>
                  <a:pt x="51230" y="20949"/>
                </a:lnTo>
                <a:lnTo>
                  <a:pt x="517181" y="20949"/>
                </a:lnTo>
                <a:lnTo>
                  <a:pt x="520560" y="21119"/>
                </a:lnTo>
                <a:lnTo>
                  <a:pt x="523500" y="21569"/>
                </a:lnTo>
                <a:lnTo>
                  <a:pt x="526362" y="22310"/>
                </a:lnTo>
                <a:lnTo>
                  <a:pt x="529037" y="23285"/>
                </a:lnTo>
                <a:lnTo>
                  <a:pt x="531774" y="24600"/>
                </a:lnTo>
                <a:lnTo>
                  <a:pt x="534157" y="26046"/>
                </a:lnTo>
                <a:lnTo>
                  <a:pt x="536573" y="27855"/>
                </a:lnTo>
                <a:lnTo>
                  <a:pt x="538661" y="29750"/>
                </a:lnTo>
                <a:lnTo>
                  <a:pt x="540608" y="31895"/>
                </a:lnTo>
                <a:lnTo>
                  <a:pt x="542360" y="34245"/>
                </a:lnTo>
                <a:lnTo>
                  <a:pt x="543811" y="36637"/>
                </a:lnTo>
                <a:lnTo>
                  <a:pt x="545126" y="39374"/>
                </a:lnTo>
                <a:lnTo>
                  <a:pt x="546101" y="42049"/>
                </a:lnTo>
                <a:lnTo>
                  <a:pt x="546842" y="44911"/>
                </a:lnTo>
                <a:lnTo>
                  <a:pt x="547292" y="47851"/>
                </a:lnTo>
                <a:lnTo>
                  <a:pt x="547462" y="51230"/>
                </a:lnTo>
                <a:lnTo>
                  <a:pt x="547462" y="212725"/>
                </a:lnTo>
                <a:lnTo>
                  <a:pt x="547292" y="216104"/>
                </a:lnTo>
                <a:lnTo>
                  <a:pt x="546842" y="219044"/>
                </a:lnTo>
                <a:lnTo>
                  <a:pt x="546101" y="221906"/>
                </a:lnTo>
                <a:lnTo>
                  <a:pt x="545126" y="224581"/>
                </a:lnTo>
                <a:lnTo>
                  <a:pt x="543811" y="227318"/>
                </a:lnTo>
                <a:lnTo>
                  <a:pt x="542365" y="229701"/>
                </a:lnTo>
                <a:lnTo>
                  <a:pt x="540556" y="232117"/>
                </a:lnTo>
                <a:lnTo>
                  <a:pt x="538661" y="234205"/>
                </a:lnTo>
                <a:lnTo>
                  <a:pt x="536573" y="236100"/>
                </a:lnTo>
                <a:lnTo>
                  <a:pt x="534157" y="237909"/>
                </a:lnTo>
                <a:lnTo>
                  <a:pt x="531774" y="239355"/>
                </a:lnTo>
                <a:lnTo>
                  <a:pt x="529037" y="240670"/>
                </a:lnTo>
                <a:lnTo>
                  <a:pt x="526362" y="241645"/>
                </a:lnTo>
                <a:lnTo>
                  <a:pt x="523500" y="242386"/>
                </a:lnTo>
                <a:lnTo>
                  <a:pt x="520560" y="242836"/>
                </a:lnTo>
                <a:lnTo>
                  <a:pt x="517181" y="243006"/>
                </a:lnTo>
                <a:lnTo>
                  <a:pt x="51230" y="243006"/>
                </a:lnTo>
                <a:lnTo>
                  <a:pt x="47851" y="242836"/>
                </a:lnTo>
                <a:lnTo>
                  <a:pt x="44911" y="242386"/>
                </a:lnTo>
                <a:lnTo>
                  <a:pt x="42049" y="241645"/>
                </a:lnTo>
                <a:lnTo>
                  <a:pt x="39374" y="240670"/>
                </a:lnTo>
                <a:lnTo>
                  <a:pt x="36637" y="239355"/>
                </a:lnTo>
                <a:lnTo>
                  <a:pt x="34245" y="237904"/>
                </a:lnTo>
                <a:lnTo>
                  <a:pt x="31895" y="236152"/>
                </a:lnTo>
                <a:lnTo>
                  <a:pt x="29750" y="234205"/>
                </a:lnTo>
                <a:lnTo>
                  <a:pt x="27855" y="232117"/>
                </a:lnTo>
                <a:lnTo>
                  <a:pt x="26046" y="229701"/>
                </a:lnTo>
                <a:lnTo>
                  <a:pt x="24600" y="227318"/>
                </a:lnTo>
                <a:lnTo>
                  <a:pt x="23285" y="224581"/>
                </a:lnTo>
                <a:lnTo>
                  <a:pt x="22310" y="221906"/>
                </a:lnTo>
                <a:lnTo>
                  <a:pt x="21569" y="219044"/>
                </a:lnTo>
                <a:lnTo>
                  <a:pt x="21119" y="216104"/>
                </a:lnTo>
                <a:lnTo>
                  <a:pt x="20949" y="212725"/>
                </a:lnTo>
                <a:lnTo>
                  <a:pt x="20949" y="51230"/>
                </a:lnTo>
                <a:lnTo>
                  <a:pt x="21119" y="47851"/>
                </a:lnTo>
                <a:lnTo>
                  <a:pt x="21569" y="44911"/>
                </a:ln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c">
            <a:extLst xmlns:a="http://schemas.openxmlformats.org/drawingml/2006/main">
              <a:ext uri="{FF2B5EF4-FFF2-40B4-BE49-F238E27FC236}">
                <a16:creationId xmlns:a16="http://schemas.microsoft.com/office/drawing/2014/main" id="{6D3AEC8C-E8C7-4440-A68F-DA53D2FE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4674" y="3066090"/>
            <a:ext cx="93975" cy="122690"/>
          </a:xfrm>
          <a:custGeom xmlns:a="http://schemas.openxmlformats.org/drawingml/2006/main">
            <a:pathLst>
              <a:path w="93975" h="122690">
                <a:moveTo>
                  <a:pt x="52861" y="122690"/>
                </a:moveTo>
                <a:cubicBezTo>
                  <a:pt x="37996" y="122690"/>
                  <a:pt x="25597" y="118186"/>
                  <a:pt x="15663" y="109179"/>
                </a:cubicBezTo>
                <a:cubicBezTo>
                  <a:pt x="5221" y="99736"/>
                  <a:pt x="0" y="87278"/>
                  <a:pt x="0" y="71803"/>
                </a:cubicBezTo>
                <a:cubicBezTo>
                  <a:pt x="0" y="57059"/>
                  <a:pt x="4895" y="41841"/>
                  <a:pt x="14684" y="26152"/>
                </a:cubicBezTo>
                <a:cubicBezTo>
                  <a:pt x="25560" y="8717"/>
                  <a:pt x="37815" y="0"/>
                  <a:pt x="51447" y="0"/>
                </a:cubicBezTo>
                <a:cubicBezTo>
                  <a:pt x="58553" y="0"/>
                  <a:pt x="66493" y="1673"/>
                  <a:pt x="75267" y="5020"/>
                </a:cubicBezTo>
                <a:cubicBezTo>
                  <a:pt x="86361" y="9314"/>
                  <a:pt x="91908" y="14553"/>
                  <a:pt x="91908" y="20737"/>
                </a:cubicBezTo>
                <a:cubicBezTo>
                  <a:pt x="91908" y="23502"/>
                  <a:pt x="91002" y="25958"/>
                  <a:pt x="89189" y="28106"/>
                </a:cubicBezTo>
                <a:cubicBezTo>
                  <a:pt x="87376" y="30252"/>
                  <a:pt x="85129" y="31325"/>
                  <a:pt x="82446" y="31325"/>
                </a:cubicBezTo>
                <a:cubicBezTo>
                  <a:pt x="80343" y="31325"/>
                  <a:pt x="78512" y="30685"/>
                  <a:pt x="76953" y="29405"/>
                </a:cubicBezTo>
                <a:cubicBezTo>
                  <a:pt x="75394" y="28122"/>
                  <a:pt x="73889" y="26858"/>
                  <a:pt x="72439" y="25611"/>
                </a:cubicBezTo>
                <a:cubicBezTo>
                  <a:pt x="68161" y="22169"/>
                  <a:pt x="61164" y="20448"/>
                  <a:pt x="51447" y="20448"/>
                </a:cubicBezTo>
                <a:cubicBezTo>
                  <a:pt x="44051" y="20448"/>
                  <a:pt x="36727" y="27065"/>
                  <a:pt x="29476" y="40298"/>
                </a:cubicBezTo>
                <a:cubicBezTo>
                  <a:pt x="22877" y="52439"/>
                  <a:pt x="19578" y="62945"/>
                  <a:pt x="19578" y="71814"/>
                </a:cubicBezTo>
                <a:cubicBezTo>
                  <a:pt x="19578" y="81410"/>
                  <a:pt x="22841" y="88972"/>
                  <a:pt x="29367" y="94498"/>
                </a:cubicBezTo>
                <a:cubicBezTo>
                  <a:pt x="35458" y="99660"/>
                  <a:pt x="43289" y="102241"/>
                  <a:pt x="52861" y="102241"/>
                </a:cubicBezTo>
                <a:cubicBezTo>
                  <a:pt x="57212" y="102241"/>
                  <a:pt x="61852" y="101081"/>
                  <a:pt x="66783" y="98761"/>
                </a:cubicBezTo>
                <a:lnTo>
                  <a:pt x="79400" y="92017"/>
                </a:lnTo>
                <a:cubicBezTo>
                  <a:pt x="81576" y="90857"/>
                  <a:pt x="83135" y="90277"/>
                  <a:pt x="84077" y="90277"/>
                </a:cubicBezTo>
                <a:cubicBezTo>
                  <a:pt x="86760" y="90277"/>
                  <a:pt x="89081" y="91346"/>
                  <a:pt x="91038" y="93486"/>
                </a:cubicBezTo>
                <a:cubicBezTo>
                  <a:pt x="92996" y="95625"/>
                  <a:pt x="93975" y="98072"/>
                  <a:pt x="93975" y="100827"/>
                </a:cubicBezTo>
                <a:cubicBezTo>
                  <a:pt x="93975" y="106121"/>
                  <a:pt x="88392" y="111233"/>
                  <a:pt x="77225" y="116164"/>
                </a:cubicBezTo>
                <a:cubicBezTo>
                  <a:pt x="67436" y="120514"/>
                  <a:pt x="59314" y="122690"/>
                  <a:pt x="52861" y="1226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k">
            <a:extLst xmlns:a="http://schemas.openxmlformats.org/drawingml/2006/main">
              <a:ext uri="{FF2B5EF4-FFF2-40B4-BE49-F238E27FC236}">
                <a16:creationId xmlns:a16="http://schemas.microsoft.com/office/drawing/2014/main" id="{6ED85348-C363-4C0F-B10B-A51082E2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389" y="3111365"/>
            <a:ext cx="65062" cy="117296"/>
          </a:xfrm>
          <a:custGeom xmlns:a="http://schemas.openxmlformats.org/drawingml/2006/main">
            <a:pathLst>
              <a:path w="65062" h="117296">
                <a:moveTo>
                  <a:pt x="57650" y="117296"/>
                </a:moveTo>
                <a:cubicBezTo>
                  <a:pt x="55038" y="117296"/>
                  <a:pt x="53018" y="115919"/>
                  <a:pt x="51593" y="113163"/>
                </a:cubicBezTo>
                <a:cubicBezTo>
                  <a:pt x="49123" y="108362"/>
                  <a:pt x="45394" y="102681"/>
                  <a:pt x="40405" y="96121"/>
                </a:cubicBezTo>
                <a:lnTo>
                  <a:pt x="27792" y="78935"/>
                </a:lnTo>
                <a:cubicBezTo>
                  <a:pt x="25037" y="81122"/>
                  <a:pt x="20761" y="84189"/>
                  <a:pt x="14965" y="88135"/>
                </a:cubicBezTo>
                <a:cubicBezTo>
                  <a:pt x="14442" y="95503"/>
                  <a:pt x="14181" y="102680"/>
                  <a:pt x="14181" y="109667"/>
                </a:cubicBezTo>
                <a:cubicBezTo>
                  <a:pt x="14181" y="111806"/>
                  <a:pt x="13528" y="113541"/>
                  <a:pt x="12221" y="114871"/>
                </a:cubicBezTo>
                <a:cubicBezTo>
                  <a:pt x="10915" y="116203"/>
                  <a:pt x="9240" y="116869"/>
                  <a:pt x="7197" y="116869"/>
                </a:cubicBezTo>
                <a:cubicBezTo>
                  <a:pt x="2399" y="116869"/>
                  <a:pt x="0" y="113636"/>
                  <a:pt x="0" y="107170"/>
                </a:cubicBezTo>
                <a:cubicBezTo>
                  <a:pt x="0" y="103226"/>
                  <a:pt x="273" y="97320"/>
                  <a:pt x="820" y="89453"/>
                </a:cubicBezTo>
                <a:cubicBezTo>
                  <a:pt x="1366" y="81585"/>
                  <a:pt x="1639" y="75678"/>
                  <a:pt x="1639" y="71734"/>
                </a:cubicBezTo>
                <a:cubicBezTo>
                  <a:pt x="1639" y="64508"/>
                  <a:pt x="1746" y="56248"/>
                  <a:pt x="1960" y="46955"/>
                </a:cubicBezTo>
                <a:cubicBezTo>
                  <a:pt x="2173" y="37661"/>
                  <a:pt x="2280" y="29449"/>
                  <a:pt x="2280" y="22318"/>
                </a:cubicBezTo>
                <a:cubicBezTo>
                  <a:pt x="2280" y="20179"/>
                  <a:pt x="2173" y="17659"/>
                  <a:pt x="1960" y="14760"/>
                </a:cubicBezTo>
                <a:cubicBezTo>
                  <a:pt x="1746" y="11861"/>
                  <a:pt x="1639" y="9341"/>
                  <a:pt x="1639" y="7202"/>
                </a:cubicBezTo>
                <a:cubicBezTo>
                  <a:pt x="1639" y="5063"/>
                  <a:pt x="2292" y="3328"/>
                  <a:pt x="3599" y="1998"/>
                </a:cubicBezTo>
                <a:cubicBezTo>
                  <a:pt x="4905" y="666"/>
                  <a:pt x="6580" y="0"/>
                  <a:pt x="8623" y="0"/>
                </a:cubicBezTo>
                <a:cubicBezTo>
                  <a:pt x="10665" y="0"/>
                  <a:pt x="12340" y="666"/>
                  <a:pt x="13647" y="1998"/>
                </a:cubicBezTo>
                <a:cubicBezTo>
                  <a:pt x="14953" y="3328"/>
                  <a:pt x="15606" y="5063"/>
                  <a:pt x="15606" y="7202"/>
                </a:cubicBezTo>
                <a:cubicBezTo>
                  <a:pt x="15606" y="9389"/>
                  <a:pt x="15725" y="11968"/>
                  <a:pt x="15963" y="14940"/>
                </a:cubicBezTo>
                <a:cubicBezTo>
                  <a:pt x="16200" y="17911"/>
                  <a:pt x="16319" y="20489"/>
                  <a:pt x="16319" y="22674"/>
                </a:cubicBezTo>
                <a:lnTo>
                  <a:pt x="15820" y="45636"/>
                </a:lnTo>
                <a:cubicBezTo>
                  <a:pt x="15582" y="53907"/>
                  <a:pt x="15511" y="62179"/>
                  <a:pt x="15606" y="70451"/>
                </a:cubicBezTo>
                <a:cubicBezTo>
                  <a:pt x="22067" y="65507"/>
                  <a:pt x="28291" y="60087"/>
                  <a:pt x="34277" y="54192"/>
                </a:cubicBezTo>
                <a:lnTo>
                  <a:pt x="49954" y="38007"/>
                </a:lnTo>
                <a:cubicBezTo>
                  <a:pt x="51522" y="36392"/>
                  <a:pt x="53209" y="35584"/>
                  <a:pt x="55014" y="35584"/>
                </a:cubicBezTo>
                <a:cubicBezTo>
                  <a:pt x="56867" y="35584"/>
                  <a:pt x="58541" y="36320"/>
                  <a:pt x="60038" y="37793"/>
                </a:cubicBezTo>
                <a:cubicBezTo>
                  <a:pt x="61534" y="39266"/>
                  <a:pt x="62282" y="40977"/>
                  <a:pt x="62282" y="42926"/>
                </a:cubicBezTo>
                <a:cubicBezTo>
                  <a:pt x="62282" y="44543"/>
                  <a:pt x="61594" y="46135"/>
                  <a:pt x="60216" y="47703"/>
                </a:cubicBezTo>
                <a:cubicBezTo>
                  <a:pt x="54372" y="54538"/>
                  <a:pt x="47175" y="61871"/>
                  <a:pt x="38624" y="69703"/>
                </a:cubicBezTo>
                <a:lnTo>
                  <a:pt x="54159" y="90916"/>
                </a:lnTo>
                <a:cubicBezTo>
                  <a:pt x="61427" y="100851"/>
                  <a:pt x="65062" y="107316"/>
                  <a:pt x="65062" y="110310"/>
                </a:cubicBezTo>
                <a:cubicBezTo>
                  <a:pt x="65062" y="112212"/>
                  <a:pt x="64313" y="113852"/>
                  <a:pt x="62817" y="115230"/>
                </a:cubicBezTo>
                <a:cubicBezTo>
                  <a:pt x="61320" y="116607"/>
                  <a:pt x="59598" y="117296"/>
                  <a:pt x="57650" y="1172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D210F2-213A-43F8-A704-FC9680C3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620" y="2024201"/>
            <a:ext cx="831249" cy="135748"/>
          </a:xfrm>
          <a:custGeom xmlns:a="http://schemas.openxmlformats.org/drawingml/2006/main">
            <a:pathLst>
              <a:path w="831249" h="135748">
                <a:moveTo>
                  <a:pt x="0" y="35194"/>
                </a:moveTo>
                <a:lnTo>
                  <a:pt x="764212" y="35194"/>
                </a:lnTo>
                <a:lnTo>
                  <a:pt x="764212" y="0"/>
                </a:lnTo>
                <a:lnTo>
                  <a:pt x="831249" y="68712"/>
                </a:lnTo>
                <a:lnTo>
                  <a:pt x="764212" y="135748"/>
                </a:lnTo>
                <a:lnTo>
                  <a:pt x="764212" y="102230"/>
                </a:lnTo>
                <a:lnTo>
                  <a:pt x="0" y="102230"/>
                </a:lnTo>
                <a:lnTo>
                  <a:pt x="33518" y="68712"/>
                </a:lnTo>
                <a:lnTo>
                  <a:pt x="0" y="35194"/>
                </a:lnTo>
              </a:path>
            </a:pathLst>
          </a:custGeom>
          <a:solidFill xmlns:a="http://schemas.openxmlformats.org/drawingml/2006/main">
            <a:srgbClr val="D8E4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6D38F-8EDC-4DA5-902B-AF2072DA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254" y="1665139"/>
            <a:ext cx="94577" cy="1205953"/>
          </a:xfrm>
          <a:custGeom xmlns:a="http://schemas.openxmlformats.org/drawingml/2006/main">
            <a:pathLst>
              <a:path w="94577" h="1205953">
                <a:moveTo>
                  <a:pt x="74913" y="2304"/>
                </a:moveTo>
                <a:lnTo>
                  <a:pt x="70276" y="3575"/>
                </a:lnTo>
                <a:lnTo>
                  <a:pt x="65723" y="5112"/>
                </a:lnTo>
                <a:lnTo>
                  <a:pt x="61282" y="6885"/>
                </a:lnTo>
                <a:lnTo>
                  <a:pt x="56953" y="8910"/>
                </a:lnTo>
                <a:lnTo>
                  <a:pt x="52749" y="11173"/>
                </a:lnTo>
                <a:lnTo>
                  <a:pt x="48657" y="13645"/>
                </a:lnTo>
                <a:lnTo>
                  <a:pt x="44691" y="16354"/>
                </a:lnTo>
                <a:lnTo>
                  <a:pt x="40864" y="19259"/>
                </a:lnTo>
                <a:lnTo>
                  <a:pt x="37191" y="22359"/>
                </a:lnTo>
                <a:lnTo>
                  <a:pt x="33644" y="25655"/>
                </a:lnTo>
                <a:lnTo>
                  <a:pt x="30250" y="29147"/>
                </a:lnTo>
                <a:lnTo>
                  <a:pt x="27010" y="32806"/>
                </a:lnTo>
                <a:lnTo>
                  <a:pt x="23924" y="36632"/>
                </a:lnTo>
                <a:lnTo>
                  <a:pt x="21005" y="40627"/>
                </a:lnTo>
                <a:lnTo>
                  <a:pt x="18267" y="44775"/>
                </a:lnTo>
                <a:lnTo>
                  <a:pt x="15684" y="49076"/>
                </a:lnTo>
                <a:lnTo>
                  <a:pt x="13282" y="53503"/>
                </a:lnTo>
                <a:lnTo>
                  <a:pt x="11061" y="58084"/>
                </a:lnTo>
                <a:lnTo>
                  <a:pt x="9036" y="62791"/>
                </a:lnTo>
                <a:lnTo>
                  <a:pt x="7192" y="67609"/>
                </a:lnTo>
                <a:lnTo>
                  <a:pt x="5544" y="72553"/>
                </a:lnTo>
                <a:lnTo>
                  <a:pt x="4106" y="77594"/>
                </a:lnTo>
                <a:lnTo>
                  <a:pt x="2877" y="82748"/>
                </a:lnTo>
                <a:lnTo>
                  <a:pt x="1857" y="87985"/>
                </a:lnTo>
                <a:lnTo>
                  <a:pt x="1047" y="93320"/>
                </a:lnTo>
                <a:lnTo>
                  <a:pt x="475" y="98739"/>
                </a:lnTo>
                <a:lnTo>
                  <a:pt x="112" y="104227"/>
                </a:lnTo>
                <a:lnTo>
                  <a:pt x="0" y="109674"/>
                </a:lnTo>
                <a:lnTo>
                  <a:pt x="0" y="1096279"/>
                </a:lnTo>
                <a:lnTo>
                  <a:pt x="112" y="1101726"/>
                </a:lnTo>
                <a:lnTo>
                  <a:pt x="475" y="1107214"/>
                </a:lnTo>
                <a:lnTo>
                  <a:pt x="1047" y="1112633"/>
                </a:lnTo>
                <a:lnTo>
                  <a:pt x="1857" y="1117968"/>
                </a:lnTo>
                <a:lnTo>
                  <a:pt x="2877" y="1123205"/>
                </a:lnTo>
                <a:lnTo>
                  <a:pt x="4106" y="1128359"/>
                </a:lnTo>
                <a:lnTo>
                  <a:pt x="5544" y="1133400"/>
                </a:lnTo>
                <a:lnTo>
                  <a:pt x="7192" y="1138344"/>
                </a:lnTo>
                <a:lnTo>
                  <a:pt x="9036" y="1143162"/>
                </a:lnTo>
                <a:lnTo>
                  <a:pt x="11061" y="1147869"/>
                </a:lnTo>
                <a:lnTo>
                  <a:pt x="13282" y="1152450"/>
                </a:lnTo>
                <a:lnTo>
                  <a:pt x="15684" y="1156877"/>
                </a:lnTo>
                <a:lnTo>
                  <a:pt x="18267" y="1161178"/>
                </a:lnTo>
                <a:lnTo>
                  <a:pt x="21005" y="1165326"/>
                </a:lnTo>
                <a:lnTo>
                  <a:pt x="23924" y="1169321"/>
                </a:lnTo>
                <a:lnTo>
                  <a:pt x="27010" y="1173147"/>
                </a:lnTo>
                <a:lnTo>
                  <a:pt x="30250" y="1176806"/>
                </a:lnTo>
                <a:lnTo>
                  <a:pt x="33644" y="1180298"/>
                </a:lnTo>
                <a:lnTo>
                  <a:pt x="37191" y="1183594"/>
                </a:lnTo>
                <a:lnTo>
                  <a:pt x="40864" y="1186694"/>
                </a:lnTo>
                <a:lnTo>
                  <a:pt x="44691" y="1189599"/>
                </a:lnTo>
                <a:lnTo>
                  <a:pt x="48657" y="1192308"/>
                </a:lnTo>
                <a:lnTo>
                  <a:pt x="52749" y="1194780"/>
                </a:lnTo>
                <a:lnTo>
                  <a:pt x="56953" y="1197043"/>
                </a:lnTo>
                <a:lnTo>
                  <a:pt x="61282" y="1199068"/>
                </a:lnTo>
                <a:lnTo>
                  <a:pt x="65723" y="1200841"/>
                </a:lnTo>
                <a:lnTo>
                  <a:pt x="70276" y="1202378"/>
                </a:lnTo>
                <a:lnTo>
                  <a:pt x="74913" y="1203649"/>
                </a:lnTo>
                <a:lnTo>
                  <a:pt x="79647" y="1204640"/>
                </a:lnTo>
                <a:lnTo>
                  <a:pt x="84452" y="1205366"/>
                </a:lnTo>
                <a:lnTo>
                  <a:pt x="89326" y="1205813"/>
                </a:lnTo>
                <a:lnTo>
                  <a:pt x="93948" y="1205953"/>
                </a:lnTo>
                <a:lnTo>
                  <a:pt x="94577" y="1185004"/>
                </a:lnTo>
                <a:lnTo>
                  <a:pt x="90528" y="1184886"/>
                </a:lnTo>
                <a:lnTo>
                  <a:pt x="86814" y="1184545"/>
                </a:lnTo>
                <a:lnTo>
                  <a:pt x="83372" y="1184017"/>
                </a:lnTo>
                <a:lnTo>
                  <a:pt x="79926" y="1183295"/>
                </a:lnTo>
                <a:lnTo>
                  <a:pt x="76545" y="1182377"/>
                </a:lnTo>
                <a:lnTo>
                  <a:pt x="72921" y="1181157"/>
                </a:lnTo>
                <a:lnTo>
                  <a:pt x="69605" y="1179826"/>
                </a:lnTo>
                <a:lnTo>
                  <a:pt x="66443" y="1178355"/>
                </a:lnTo>
                <a:lnTo>
                  <a:pt x="63123" y="1176582"/>
                </a:lnTo>
                <a:lnTo>
                  <a:pt x="60036" y="1174711"/>
                </a:lnTo>
                <a:lnTo>
                  <a:pt x="56995" y="1172639"/>
                </a:lnTo>
                <a:lnTo>
                  <a:pt x="53965" y="1170333"/>
                </a:lnTo>
                <a:lnTo>
                  <a:pt x="51194" y="1168007"/>
                </a:lnTo>
                <a:lnTo>
                  <a:pt x="48219" y="1165230"/>
                </a:lnTo>
                <a:lnTo>
                  <a:pt x="45461" y="1162396"/>
                </a:lnTo>
                <a:lnTo>
                  <a:pt x="43064" y="1159677"/>
                </a:lnTo>
                <a:lnTo>
                  <a:pt x="40491" y="1156482"/>
                </a:lnTo>
                <a:lnTo>
                  <a:pt x="38143" y="1153260"/>
                </a:lnTo>
                <a:lnTo>
                  <a:pt x="35944" y="1149938"/>
                </a:lnTo>
                <a:lnTo>
                  <a:pt x="33819" y="1146387"/>
                </a:lnTo>
                <a:lnTo>
                  <a:pt x="31881" y="1142798"/>
                </a:lnTo>
                <a:lnTo>
                  <a:pt x="30148" y="1139211"/>
                </a:lnTo>
                <a:lnTo>
                  <a:pt x="28373" y="1135113"/>
                </a:lnTo>
                <a:lnTo>
                  <a:pt x="26956" y="1131394"/>
                </a:lnTo>
                <a:lnTo>
                  <a:pt x="25519" y="1127055"/>
                </a:lnTo>
                <a:lnTo>
                  <a:pt x="24365" y="1123005"/>
                </a:lnTo>
                <a:lnTo>
                  <a:pt x="23352" y="1118779"/>
                </a:lnTo>
                <a:lnTo>
                  <a:pt x="22480" y="1114302"/>
                </a:lnTo>
                <a:lnTo>
                  <a:pt x="21830" y="1109923"/>
                </a:lnTo>
                <a:lnTo>
                  <a:pt x="21326" y="1105203"/>
                </a:lnTo>
                <a:lnTo>
                  <a:pt x="21354" y="1105650"/>
                </a:lnTo>
                <a:lnTo>
                  <a:pt x="21060" y="1101042"/>
                </a:lnTo>
                <a:lnTo>
                  <a:pt x="20949" y="1095944"/>
                </a:lnTo>
                <a:lnTo>
                  <a:pt x="20949" y="110009"/>
                </a:lnTo>
                <a:lnTo>
                  <a:pt x="21060" y="104911"/>
                </a:lnTo>
                <a:lnTo>
                  <a:pt x="21354" y="100303"/>
                </a:lnTo>
                <a:lnTo>
                  <a:pt x="21326" y="100750"/>
                </a:lnTo>
                <a:lnTo>
                  <a:pt x="21830" y="96030"/>
                </a:lnTo>
                <a:lnTo>
                  <a:pt x="22480" y="91651"/>
                </a:lnTo>
                <a:lnTo>
                  <a:pt x="23352" y="87174"/>
                </a:lnTo>
                <a:lnTo>
                  <a:pt x="24365" y="82948"/>
                </a:lnTo>
                <a:lnTo>
                  <a:pt x="25519" y="78898"/>
                </a:lnTo>
                <a:lnTo>
                  <a:pt x="26956" y="74559"/>
                </a:lnTo>
                <a:lnTo>
                  <a:pt x="28373" y="70840"/>
                </a:lnTo>
                <a:lnTo>
                  <a:pt x="30148" y="66742"/>
                </a:lnTo>
                <a:lnTo>
                  <a:pt x="31881" y="63155"/>
                </a:lnTo>
                <a:lnTo>
                  <a:pt x="33819" y="59566"/>
                </a:lnTo>
                <a:lnTo>
                  <a:pt x="35944" y="56015"/>
                </a:lnTo>
                <a:lnTo>
                  <a:pt x="38143" y="52693"/>
                </a:lnTo>
                <a:lnTo>
                  <a:pt x="40491" y="49471"/>
                </a:lnTo>
                <a:lnTo>
                  <a:pt x="43064" y="46276"/>
                </a:lnTo>
                <a:lnTo>
                  <a:pt x="45461" y="43557"/>
                </a:lnTo>
                <a:lnTo>
                  <a:pt x="48219" y="40723"/>
                </a:lnTo>
                <a:lnTo>
                  <a:pt x="51194" y="37945"/>
                </a:lnTo>
                <a:lnTo>
                  <a:pt x="53965" y="35620"/>
                </a:lnTo>
                <a:lnTo>
                  <a:pt x="56995" y="33314"/>
                </a:lnTo>
                <a:lnTo>
                  <a:pt x="60036" y="31242"/>
                </a:lnTo>
                <a:lnTo>
                  <a:pt x="63123" y="29371"/>
                </a:lnTo>
                <a:lnTo>
                  <a:pt x="66443" y="27598"/>
                </a:lnTo>
                <a:lnTo>
                  <a:pt x="69605" y="26127"/>
                </a:lnTo>
                <a:lnTo>
                  <a:pt x="72921" y="24796"/>
                </a:lnTo>
                <a:lnTo>
                  <a:pt x="76545" y="23576"/>
                </a:lnTo>
                <a:lnTo>
                  <a:pt x="79926" y="22658"/>
                </a:lnTo>
                <a:lnTo>
                  <a:pt x="83372" y="21936"/>
                </a:lnTo>
                <a:lnTo>
                  <a:pt x="86814" y="21408"/>
                </a:lnTo>
                <a:lnTo>
                  <a:pt x="90528" y="21067"/>
                </a:lnTo>
                <a:lnTo>
                  <a:pt x="94577" y="20949"/>
                </a:lnTo>
                <a:lnTo>
                  <a:pt x="93948" y="0"/>
                </a:lnTo>
                <a:lnTo>
                  <a:pt x="89326" y="140"/>
                </a:lnTo>
                <a:lnTo>
                  <a:pt x="84452" y="587"/>
                </a:lnTo>
                <a:lnTo>
                  <a:pt x="79647" y="1313"/>
                </a:lnTo>
                <a:lnTo>
                  <a:pt x="74913" y="2304"/>
                </a:ln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0340F6-E7C7-4EDD-AEBC-A819637B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367" y="1700053"/>
            <a:ext cx="1116152" cy="280714"/>
          </a:xfrm>
          <a:custGeom xmlns:a="http://schemas.openxmlformats.org/drawingml/2006/main">
            <a:pathLst>
              <a:path w="1116152" h="280714">
                <a:moveTo>
                  <a:pt x="0" y="47624"/>
                </a:moveTo>
                <a:cubicBezTo>
                  <a:pt x="140" y="20949"/>
                  <a:pt x="21088" y="0"/>
                  <a:pt x="46925" y="698"/>
                </a:cubicBezTo>
                <a:lnTo>
                  <a:pt x="1069227" y="698"/>
                </a:lnTo>
                <a:cubicBezTo>
                  <a:pt x="1094366" y="0"/>
                  <a:pt x="1115314" y="20949"/>
                  <a:pt x="1116152" y="47624"/>
                </a:cubicBezTo>
                <a:lnTo>
                  <a:pt x="1116152" y="233649"/>
                </a:lnTo>
                <a:cubicBezTo>
                  <a:pt x="1115314" y="259765"/>
                  <a:pt x="1094366" y="280714"/>
                  <a:pt x="1069227" y="280574"/>
                </a:cubicBezTo>
                <a:lnTo>
                  <a:pt x="46925" y="280574"/>
                </a:lnTo>
                <a:cubicBezTo>
                  <a:pt x="21088" y="280714"/>
                  <a:pt x="140" y="259765"/>
                  <a:pt x="0" y="233649"/>
                </a:cubicBezTo>
                <a:lnTo>
                  <a:pt x="0" y="47624"/>
                </a:lnTo>
              </a:path>
            </a:pathLst>
          </a:custGeom>
          <a:solidFill xmlns:a="http://schemas.openxmlformats.org/drawingml/2006/main">
            <a:srgbClr val="ECF5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B69EA1-1C31-40A8-A593-B7797010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6032" y="1689579"/>
            <a:ext cx="1136124" cy="301663"/>
          </a:xfrm>
          <a:custGeom xmlns:a="http://schemas.openxmlformats.org/drawingml/2006/main">
            <a:pathLst>
              <a:path w="1136124" h="301663">
                <a:moveTo>
                  <a:pt x="4497" y="266692"/>
                </a:moveTo>
                <a:lnTo>
                  <a:pt x="6899" y="271706"/>
                </a:lnTo>
                <a:lnTo>
                  <a:pt x="9776" y="276426"/>
                </a:lnTo>
                <a:lnTo>
                  <a:pt x="13072" y="280840"/>
                </a:lnTo>
                <a:lnTo>
                  <a:pt x="16759" y="284904"/>
                </a:lnTo>
                <a:lnTo>
                  <a:pt x="20823" y="288591"/>
                </a:lnTo>
                <a:lnTo>
                  <a:pt x="25236" y="291887"/>
                </a:lnTo>
                <a:lnTo>
                  <a:pt x="29957" y="294764"/>
                </a:lnTo>
                <a:lnTo>
                  <a:pt x="34971" y="297166"/>
                </a:lnTo>
                <a:lnTo>
                  <a:pt x="40236" y="299093"/>
                </a:lnTo>
                <a:lnTo>
                  <a:pt x="45738" y="300518"/>
                </a:lnTo>
                <a:lnTo>
                  <a:pt x="51422" y="301384"/>
                </a:lnTo>
                <a:lnTo>
                  <a:pt x="56995" y="301663"/>
                </a:lnTo>
                <a:lnTo>
                  <a:pt x="1079129" y="301663"/>
                </a:lnTo>
                <a:lnTo>
                  <a:pt x="1084701" y="301384"/>
                </a:lnTo>
                <a:lnTo>
                  <a:pt x="1090385" y="300518"/>
                </a:lnTo>
                <a:lnTo>
                  <a:pt x="1095888" y="299093"/>
                </a:lnTo>
                <a:lnTo>
                  <a:pt x="1101153" y="297166"/>
                </a:lnTo>
                <a:lnTo>
                  <a:pt x="1106167" y="294764"/>
                </a:lnTo>
                <a:lnTo>
                  <a:pt x="1110887" y="291887"/>
                </a:lnTo>
                <a:lnTo>
                  <a:pt x="1115301" y="288591"/>
                </a:lnTo>
                <a:lnTo>
                  <a:pt x="1119365" y="284904"/>
                </a:lnTo>
                <a:lnTo>
                  <a:pt x="1123052" y="280840"/>
                </a:lnTo>
                <a:lnTo>
                  <a:pt x="1126348" y="276426"/>
                </a:lnTo>
                <a:lnTo>
                  <a:pt x="1129224" y="271706"/>
                </a:lnTo>
                <a:lnTo>
                  <a:pt x="1131627" y="266692"/>
                </a:lnTo>
                <a:lnTo>
                  <a:pt x="1133568" y="261427"/>
                </a:lnTo>
                <a:lnTo>
                  <a:pt x="1134978" y="255925"/>
                </a:lnTo>
                <a:lnTo>
                  <a:pt x="1135844" y="250240"/>
                </a:lnTo>
                <a:lnTo>
                  <a:pt x="1136124" y="244668"/>
                </a:lnTo>
                <a:lnTo>
                  <a:pt x="1136124" y="56995"/>
                </a:lnTo>
                <a:lnTo>
                  <a:pt x="1135844" y="51422"/>
                </a:lnTo>
                <a:lnTo>
                  <a:pt x="1134978" y="45738"/>
                </a:lnTo>
                <a:lnTo>
                  <a:pt x="1133568" y="40236"/>
                </a:lnTo>
                <a:lnTo>
                  <a:pt x="1131627" y="34971"/>
                </a:lnTo>
                <a:lnTo>
                  <a:pt x="1129224" y="29957"/>
                </a:lnTo>
                <a:lnTo>
                  <a:pt x="1126348" y="25236"/>
                </a:lnTo>
                <a:lnTo>
                  <a:pt x="1123052" y="20823"/>
                </a:lnTo>
                <a:lnTo>
                  <a:pt x="1119365" y="16759"/>
                </a:lnTo>
                <a:lnTo>
                  <a:pt x="1115301" y="13072"/>
                </a:lnTo>
                <a:lnTo>
                  <a:pt x="1110887" y="9776"/>
                </a:lnTo>
                <a:lnTo>
                  <a:pt x="1106167" y="6899"/>
                </a:lnTo>
                <a:lnTo>
                  <a:pt x="1101153" y="4497"/>
                </a:lnTo>
                <a:lnTo>
                  <a:pt x="1095888" y="2570"/>
                </a:lnTo>
                <a:lnTo>
                  <a:pt x="1090385" y="1145"/>
                </a:lnTo>
                <a:lnTo>
                  <a:pt x="1084701" y="279"/>
                </a:lnTo>
                <a:lnTo>
                  <a:pt x="1079129" y="0"/>
                </a:lnTo>
                <a:lnTo>
                  <a:pt x="56995" y="0"/>
                </a:lnTo>
                <a:lnTo>
                  <a:pt x="51422" y="279"/>
                </a:lnTo>
                <a:lnTo>
                  <a:pt x="45738" y="1145"/>
                </a:lnTo>
                <a:lnTo>
                  <a:pt x="40236" y="2570"/>
                </a:lnTo>
                <a:lnTo>
                  <a:pt x="34971" y="4497"/>
                </a:lnTo>
                <a:lnTo>
                  <a:pt x="29957" y="6899"/>
                </a:lnTo>
                <a:lnTo>
                  <a:pt x="25236" y="9776"/>
                </a:lnTo>
                <a:lnTo>
                  <a:pt x="20823" y="13072"/>
                </a:lnTo>
                <a:lnTo>
                  <a:pt x="16759" y="16759"/>
                </a:lnTo>
                <a:lnTo>
                  <a:pt x="13072" y="20823"/>
                </a:lnTo>
                <a:lnTo>
                  <a:pt x="9776" y="25236"/>
                </a:lnTo>
                <a:lnTo>
                  <a:pt x="6899" y="29957"/>
                </a:lnTo>
                <a:lnTo>
                  <a:pt x="4497" y="34971"/>
                </a:lnTo>
                <a:lnTo>
                  <a:pt x="2570" y="40236"/>
                </a:lnTo>
                <a:lnTo>
                  <a:pt x="1145" y="45738"/>
                </a:lnTo>
                <a:lnTo>
                  <a:pt x="279" y="51422"/>
                </a:lnTo>
                <a:lnTo>
                  <a:pt x="0" y="56995"/>
                </a:lnTo>
                <a:lnTo>
                  <a:pt x="0" y="244668"/>
                </a:lnTo>
                <a:lnTo>
                  <a:pt x="279" y="250240"/>
                </a:lnTo>
                <a:lnTo>
                  <a:pt x="1145" y="255925"/>
                </a:lnTo>
                <a:lnTo>
                  <a:pt x="2570" y="261427"/>
                </a:lnTo>
                <a:lnTo>
                  <a:pt x="4497" y="266692"/>
                </a:lnTo>
                <a:close/>
                <a:moveTo>
                  <a:pt x="21693" y="49944"/>
                </a:moveTo>
                <a:lnTo>
                  <a:pt x="22587" y="46484"/>
                </a:lnTo>
                <a:lnTo>
                  <a:pt x="23827" y="43107"/>
                </a:lnTo>
                <a:lnTo>
                  <a:pt x="25353" y="39935"/>
                </a:lnTo>
                <a:lnTo>
                  <a:pt x="27123" y="37017"/>
                </a:lnTo>
                <a:lnTo>
                  <a:pt x="29236" y="34192"/>
                </a:lnTo>
                <a:lnTo>
                  <a:pt x="31594" y="31594"/>
                </a:lnTo>
                <a:lnTo>
                  <a:pt x="34192" y="29236"/>
                </a:lnTo>
                <a:lnTo>
                  <a:pt x="37017" y="27123"/>
                </a:lnTo>
                <a:lnTo>
                  <a:pt x="39935" y="25353"/>
                </a:lnTo>
                <a:lnTo>
                  <a:pt x="43107" y="23827"/>
                </a:lnTo>
                <a:lnTo>
                  <a:pt x="46484" y="22587"/>
                </a:lnTo>
                <a:lnTo>
                  <a:pt x="49944" y="21693"/>
                </a:lnTo>
                <a:lnTo>
                  <a:pt x="53613" y="21142"/>
                </a:lnTo>
                <a:lnTo>
                  <a:pt x="57509" y="20949"/>
                </a:lnTo>
                <a:lnTo>
                  <a:pt x="1078615" y="20949"/>
                </a:lnTo>
                <a:lnTo>
                  <a:pt x="1082511" y="21142"/>
                </a:lnTo>
                <a:lnTo>
                  <a:pt x="1086180" y="21693"/>
                </a:lnTo>
                <a:lnTo>
                  <a:pt x="1089640" y="22587"/>
                </a:lnTo>
                <a:lnTo>
                  <a:pt x="1093017" y="23827"/>
                </a:lnTo>
                <a:lnTo>
                  <a:pt x="1096189" y="25353"/>
                </a:lnTo>
                <a:lnTo>
                  <a:pt x="1099107" y="27123"/>
                </a:lnTo>
                <a:lnTo>
                  <a:pt x="1101932" y="29236"/>
                </a:lnTo>
                <a:lnTo>
                  <a:pt x="1104530" y="31594"/>
                </a:lnTo>
                <a:lnTo>
                  <a:pt x="1106888" y="34192"/>
                </a:lnTo>
                <a:lnTo>
                  <a:pt x="1109001" y="37017"/>
                </a:lnTo>
                <a:lnTo>
                  <a:pt x="1110771" y="39935"/>
                </a:lnTo>
                <a:lnTo>
                  <a:pt x="1112297" y="43107"/>
                </a:lnTo>
                <a:lnTo>
                  <a:pt x="1113536" y="46484"/>
                </a:lnTo>
                <a:lnTo>
                  <a:pt x="1114431" y="49944"/>
                </a:lnTo>
                <a:lnTo>
                  <a:pt x="1114982" y="53613"/>
                </a:lnTo>
                <a:lnTo>
                  <a:pt x="1115175" y="57509"/>
                </a:lnTo>
                <a:lnTo>
                  <a:pt x="1115175" y="244154"/>
                </a:lnTo>
                <a:lnTo>
                  <a:pt x="1114982" y="248050"/>
                </a:lnTo>
                <a:lnTo>
                  <a:pt x="1114431" y="251719"/>
                </a:lnTo>
                <a:lnTo>
                  <a:pt x="1113536" y="255179"/>
                </a:lnTo>
                <a:lnTo>
                  <a:pt x="1112297" y="258556"/>
                </a:lnTo>
                <a:lnTo>
                  <a:pt x="1110771" y="261728"/>
                </a:lnTo>
                <a:lnTo>
                  <a:pt x="1109001" y="264646"/>
                </a:lnTo>
                <a:lnTo>
                  <a:pt x="1106888" y="267471"/>
                </a:lnTo>
                <a:lnTo>
                  <a:pt x="1104530" y="270069"/>
                </a:lnTo>
                <a:lnTo>
                  <a:pt x="1101932" y="272427"/>
                </a:lnTo>
                <a:lnTo>
                  <a:pt x="1099107" y="274540"/>
                </a:lnTo>
                <a:lnTo>
                  <a:pt x="1096189" y="276310"/>
                </a:lnTo>
                <a:lnTo>
                  <a:pt x="1093017" y="277836"/>
                </a:lnTo>
                <a:lnTo>
                  <a:pt x="1089640" y="279075"/>
                </a:lnTo>
                <a:lnTo>
                  <a:pt x="1086180" y="279970"/>
                </a:lnTo>
                <a:lnTo>
                  <a:pt x="1082511" y="280521"/>
                </a:lnTo>
                <a:lnTo>
                  <a:pt x="1078615" y="280714"/>
                </a:lnTo>
                <a:lnTo>
                  <a:pt x="57509" y="280714"/>
                </a:lnTo>
                <a:lnTo>
                  <a:pt x="53613" y="280521"/>
                </a:lnTo>
                <a:lnTo>
                  <a:pt x="49944" y="279970"/>
                </a:lnTo>
                <a:lnTo>
                  <a:pt x="46484" y="279075"/>
                </a:lnTo>
                <a:lnTo>
                  <a:pt x="43107" y="277836"/>
                </a:lnTo>
                <a:lnTo>
                  <a:pt x="39935" y="276310"/>
                </a:lnTo>
                <a:lnTo>
                  <a:pt x="37017" y="274540"/>
                </a:lnTo>
                <a:lnTo>
                  <a:pt x="34192" y="272427"/>
                </a:lnTo>
                <a:lnTo>
                  <a:pt x="31594" y="270069"/>
                </a:lnTo>
                <a:lnTo>
                  <a:pt x="29236" y="267471"/>
                </a:lnTo>
                <a:lnTo>
                  <a:pt x="27123" y="264646"/>
                </a:lnTo>
                <a:lnTo>
                  <a:pt x="25353" y="261728"/>
                </a:lnTo>
                <a:lnTo>
                  <a:pt x="23827" y="258556"/>
                </a:lnTo>
                <a:lnTo>
                  <a:pt x="22587" y="255179"/>
                </a:lnTo>
                <a:lnTo>
                  <a:pt x="21693" y="251719"/>
                </a:lnTo>
                <a:lnTo>
                  <a:pt x="21142" y="248050"/>
                </a:lnTo>
                <a:lnTo>
                  <a:pt x="20949" y="244154"/>
                </a:lnTo>
                <a:lnTo>
                  <a:pt x="20949" y="57509"/>
                </a:lnTo>
                <a:lnTo>
                  <a:pt x="21142" y="53613"/>
                </a:lnTo>
                <a:lnTo>
                  <a:pt x="21693" y="49944"/>
                </a:lnTo>
                <a:close/>
              </a:path>
            </a:pathLst>
          </a:custGeom>
          <a:solidFill xmlns:a="http://schemas.openxmlformats.org/drawingml/2006/main">
            <a:srgbClr val="AAD1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ny">
            <a:extLst xmlns:a="http://schemas.openxmlformats.org/drawingml/2006/main">
              <a:ext uri="{FF2B5EF4-FFF2-40B4-BE49-F238E27FC236}">
                <a16:creationId xmlns:a16="http://schemas.microsoft.com/office/drawing/2014/main" id="{DECEF40F-A7F3-4A78-8921-35C5153B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126" y="1786304"/>
            <a:ext cx="188879" cy="160387"/>
          </a:xfrm>
          <a:custGeom xmlns:a="http://schemas.openxmlformats.org/drawingml/2006/main">
            <a:pathLst>
              <a:path w="188879" h="160387">
                <a:moveTo>
                  <a:pt x="74924" y="111715"/>
                </a:moveTo>
                <a:cubicBezTo>
                  <a:pt x="69431" y="111715"/>
                  <a:pt x="66333" y="108707"/>
                  <a:pt x="65630" y="102691"/>
                </a:cubicBezTo>
                <a:lnTo>
                  <a:pt x="62948" y="81664"/>
                </a:lnTo>
                <a:cubicBezTo>
                  <a:pt x="62053" y="74175"/>
                  <a:pt x="61606" y="67165"/>
                  <a:pt x="61606" y="60636"/>
                </a:cubicBezTo>
                <a:cubicBezTo>
                  <a:pt x="61606" y="58844"/>
                  <a:pt x="61718" y="55804"/>
                  <a:pt x="61942" y="51516"/>
                </a:cubicBezTo>
                <a:cubicBezTo>
                  <a:pt x="62165" y="47227"/>
                  <a:pt x="62277" y="44186"/>
                  <a:pt x="62277" y="42393"/>
                </a:cubicBezTo>
                <a:cubicBezTo>
                  <a:pt x="62277" y="28567"/>
                  <a:pt x="59722" y="21653"/>
                  <a:pt x="54612" y="21653"/>
                </a:cubicBezTo>
                <a:cubicBezTo>
                  <a:pt x="47458" y="21653"/>
                  <a:pt x="40624" y="25906"/>
                  <a:pt x="34109" y="34411"/>
                </a:cubicBezTo>
                <a:cubicBezTo>
                  <a:pt x="28232" y="42148"/>
                  <a:pt x="23633" y="51930"/>
                  <a:pt x="20312" y="63759"/>
                </a:cubicBezTo>
                <a:cubicBezTo>
                  <a:pt x="20184" y="66254"/>
                  <a:pt x="19897" y="69388"/>
                  <a:pt x="19450" y="73161"/>
                </a:cubicBezTo>
                <a:cubicBezTo>
                  <a:pt x="19066" y="76358"/>
                  <a:pt x="18875" y="79459"/>
                  <a:pt x="18875" y="82463"/>
                </a:cubicBezTo>
                <a:cubicBezTo>
                  <a:pt x="18875" y="84381"/>
                  <a:pt x="19066" y="87259"/>
                  <a:pt x="19450" y="91095"/>
                </a:cubicBezTo>
                <a:cubicBezTo>
                  <a:pt x="19833" y="94932"/>
                  <a:pt x="20024" y="97809"/>
                  <a:pt x="20024" y="99727"/>
                </a:cubicBezTo>
                <a:cubicBezTo>
                  <a:pt x="20024" y="102605"/>
                  <a:pt x="19146" y="104940"/>
                  <a:pt x="17390" y="106730"/>
                </a:cubicBezTo>
                <a:cubicBezTo>
                  <a:pt x="15633" y="108521"/>
                  <a:pt x="13382" y="109416"/>
                  <a:pt x="10635" y="109416"/>
                </a:cubicBezTo>
                <a:cubicBezTo>
                  <a:pt x="7825" y="109416"/>
                  <a:pt x="5557" y="108520"/>
                  <a:pt x="3832" y="106727"/>
                </a:cubicBezTo>
                <a:cubicBezTo>
                  <a:pt x="2108" y="104937"/>
                  <a:pt x="1246" y="102601"/>
                  <a:pt x="1246" y="99721"/>
                </a:cubicBezTo>
                <a:cubicBezTo>
                  <a:pt x="1246" y="97803"/>
                  <a:pt x="1038" y="94925"/>
                  <a:pt x="623" y="91086"/>
                </a:cubicBezTo>
                <a:cubicBezTo>
                  <a:pt x="208" y="87246"/>
                  <a:pt x="0" y="84365"/>
                  <a:pt x="0" y="82445"/>
                </a:cubicBezTo>
                <a:cubicBezTo>
                  <a:pt x="0" y="75854"/>
                  <a:pt x="463" y="66720"/>
                  <a:pt x="1389" y="55043"/>
                </a:cubicBezTo>
                <a:cubicBezTo>
                  <a:pt x="2315" y="43366"/>
                  <a:pt x="2779" y="34232"/>
                  <a:pt x="2779" y="27641"/>
                </a:cubicBezTo>
                <a:cubicBezTo>
                  <a:pt x="2779" y="25593"/>
                  <a:pt x="2667" y="22554"/>
                  <a:pt x="2443" y="18524"/>
                </a:cubicBezTo>
                <a:cubicBezTo>
                  <a:pt x="2220" y="14492"/>
                  <a:pt x="2108" y="11453"/>
                  <a:pt x="2108" y="9407"/>
                </a:cubicBezTo>
                <a:cubicBezTo>
                  <a:pt x="2108" y="6655"/>
                  <a:pt x="3018" y="4399"/>
                  <a:pt x="4838" y="2641"/>
                </a:cubicBezTo>
                <a:cubicBezTo>
                  <a:pt x="6659" y="880"/>
                  <a:pt x="8910" y="0"/>
                  <a:pt x="11593" y="0"/>
                </a:cubicBezTo>
                <a:cubicBezTo>
                  <a:pt x="17470" y="0"/>
                  <a:pt x="20695" y="4169"/>
                  <a:pt x="21270" y="12506"/>
                </a:cubicBezTo>
                <a:lnTo>
                  <a:pt x="21557" y="23761"/>
                </a:lnTo>
                <a:cubicBezTo>
                  <a:pt x="32288" y="9453"/>
                  <a:pt x="43306" y="2299"/>
                  <a:pt x="54612" y="2299"/>
                </a:cubicBezTo>
                <a:cubicBezTo>
                  <a:pt x="64832" y="2299"/>
                  <a:pt x="71954" y="6811"/>
                  <a:pt x="75978" y="15833"/>
                </a:cubicBezTo>
                <a:cubicBezTo>
                  <a:pt x="78725" y="21847"/>
                  <a:pt x="80226" y="30741"/>
                  <a:pt x="80481" y="42516"/>
                </a:cubicBezTo>
                <a:lnTo>
                  <a:pt x="80481" y="52208"/>
                </a:lnTo>
                <a:lnTo>
                  <a:pt x="80385" y="61133"/>
                </a:lnTo>
                <a:cubicBezTo>
                  <a:pt x="80385" y="66445"/>
                  <a:pt x="81072" y="73308"/>
                  <a:pt x="82445" y="81724"/>
                </a:cubicBezTo>
                <a:cubicBezTo>
                  <a:pt x="83818" y="90137"/>
                  <a:pt x="84505" y="96967"/>
                  <a:pt x="84505" y="102212"/>
                </a:cubicBezTo>
                <a:cubicBezTo>
                  <a:pt x="84505" y="105029"/>
                  <a:pt x="83595" y="107316"/>
                  <a:pt x="81775" y="109075"/>
                </a:cubicBezTo>
                <a:cubicBezTo>
                  <a:pt x="79954" y="110835"/>
                  <a:pt x="77671" y="111715"/>
                  <a:pt x="74924" y="111715"/>
                </a:cubicBezTo>
                <a:close/>
                <a:moveTo>
                  <a:pt x="187633" y="19339"/>
                </a:moveTo>
                <a:lnTo>
                  <a:pt x="154482" y="91014"/>
                </a:lnTo>
                <a:cubicBezTo>
                  <a:pt x="146307" y="108454"/>
                  <a:pt x="140047" y="123050"/>
                  <a:pt x="135704" y="134803"/>
                </a:cubicBezTo>
                <a:lnTo>
                  <a:pt x="129380" y="153393"/>
                </a:lnTo>
                <a:cubicBezTo>
                  <a:pt x="127719" y="158056"/>
                  <a:pt x="124845" y="160387"/>
                  <a:pt x="120757" y="160387"/>
                </a:cubicBezTo>
                <a:cubicBezTo>
                  <a:pt x="118074" y="160387"/>
                  <a:pt x="115759" y="159504"/>
                  <a:pt x="113811" y="157737"/>
                </a:cubicBezTo>
                <a:cubicBezTo>
                  <a:pt x="111863" y="155973"/>
                  <a:pt x="110889" y="153774"/>
                  <a:pt x="110889" y="151142"/>
                </a:cubicBezTo>
                <a:cubicBezTo>
                  <a:pt x="110889" y="144722"/>
                  <a:pt x="117787" y="126252"/>
                  <a:pt x="131584" y="95730"/>
                </a:cubicBezTo>
                <a:lnTo>
                  <a:pt x="97283" y="29626"/>
                </a:lnTo>
                <a:lnTo>
                  <a:pt x="92972" y="22620"/>
                </a:lnTo>
                <a:cubicBezTo>
                  <a:pt x="91247" y="19678"/>
                  <a:pt x="90385" y="17216"/>
                  <a:pt x="90385" y="15234"/>
                </a:cubicBezTo>
                <a:cubicBezTo>
                  <a:pt x="90385" y="12615"/>
                  <a:pt x="91391" y="10316"/>
                  <a:pt x="93403" y="8336"/>
                </a:cubicBezTo>
                <a:cubicBezTo>
                  <a:pt x="95415" y="6355"/>
                  <a:pt x="97667" y="5365"/>
                  <a:pt x="100158" y="5365"/>
                </a:cubicBezTo>
                <a:cubicBezTo>
                  <a:pt x="103096" y="5365"/>
                  <a:pt x="105363" y="6483"/>
                  <a:pt x="106960" y="8719"/>
                </a:cubicBezTo>
                <a:cubicBezTo>
                  <a:pt x="117819" y="23815"/>
                  <a:pt x="129476" y="45308"/>
                  <a:pt x="141931" y="73196"/>
                </a:cubicBezTo>
                <a:lnTo>
                  <a:pt x="156111" y="40040"/>
                </a:lnTo>
                <a:cubicBezTo>
                  <a:pt x="161221" y="28601"/>
                  <a:pt x="166139" y="18767"/>
                  <a:pt x="170866" y="10539"/>
                </a:cubicBezTo>
                <a:cubicBezTo>
                  <a:pt x="172910" y="6962"/>
                  <a:pt x="175593" y="5174"/>
                  <a:pt x="178914" y="5174"/>
                </a:cubicBezTo>
                <a:cubicBezTo>
                  <a:pt x="181533" y="5174"/>
                  <a:pt x="183848" y="6099"/>
                  <a:pt x="185861" y="7949"/>
                </a:cubicBezTo>
                <a:cubicBezTo>
                  <a:pt x="187873" y="9800"/>
                  <a:pt x="188879" y="12001"/>
                  <a:pt x="188879" y="14554"/>
                </a:cubicBezTo>
                <a:cubicBezTo>
                  <a:pt x="188879" y="15957"/>
                  <a:pt x="188463" y="17552"/>
                  <a:pt x="187633" y="19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11">
            <a:extLst xmlns:a="http://schemas.openxmlformats.org/drawingml/2006/main">
              <a:ext uri="{FF2B5EF4-FFF2-40B4-BE49-F238E27FC236}">
                <a16:creationId xmlns:a16="http://schemas.microsoft.com/office/drawing/2014/main" id="{56460AEE-C5EB-4E35-8DD0-0EA0ED8D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651" y="1832720"/>
            <a:ext cx="97161" cy="96931"/>
          </a:xfrm>
          <a:custGeom xmlns:a="http://schemas.openxmlformats.org/drawingml/2006/main">
            <a:pathLst>
              <a:path w="97161" h="96931">
                <a:moveTo>
                  <a:pt x="33882" y="96931"/>
                </a:moveTo>
                <a:lnTo>
                  <a:pt x="21533" y="96931"/>
                </a:lnTo>
                <a:lnTo>
                  <a:pt x="9246" y="96868"/>
                </a:lnTo>
                <a:cubicBezTo>
                  <a:pt x="6350" y="96868"/>
                  <a:pt x="4323" y="96682"/>
                  <a:pt x="3165" y="96310"/>
                </a:cubicBezTo>
                <a:cubicBezTo>
                  <a:pt x="1055" y="95565"/>
                  <a:pt x="0" y="93993"/>
                  <a:pt x="0" y="91594"/>
                </a:cubicBezTo>
                <a:cubicBezTo>
                  <a:pt x="0" y="87415"/>
                  <a:pt x="3248" y="85326"/>
                  <a:pt x="9743" y="85326"/>
                </a:cubicBezTo>
                <a:lnTo>
                  <a:pt x="12721" y="85388"/>
                </a:lnTo>
                <a:lnTo>
                  <a:pt x="15266" y="85512"/>
                </a:lnTo>
                <a:cubicBezTo>
                  <a:pt x="15266" y="83523"/>
                  <a:pt x="15090" y="80580"/>
                  <a:pt x="14738" y="76685"/>
                </a:cubicBezTo>
                <a:cubicBezTo>
                  <a:pt x="14387" y="72788"/>
                  <a:pt x="14211" y="69866"/>
                  <a:pt x="14211" y="67918"/>
                </a:cubicBezTo>
                <a:cubicBezTo>
                  <a:pt x="14211" y="62653"/>
                  <a:pt x="14686" y="54653"/>
                  <a:pt x="15638" y="43918"/>
                </a:cubicBezTo>
                <a:cubicBezTo>
                  <a:pt x="16548" y="33349"/>
                  <a:pt x="16982" y="25329"/>
                  <a:pt x="16941" y="19858"/>
                </a:cubicBezTo>
                <a:cubicBezTo>
                  <a:pt x="11398" y="24160"/>
                  <a:pt x="7860" y="26311"/>
                  <a:pt x="6330" y="26311"/>
                </a:cubicBezTo>
                <a:cubicBezTo>
                  <a:pt x="4675" y="26311"/>
                  <a:pt x="3237" y="25691"/>
                  <a:pt x="2017" y="24450"/>
                </a:cubicBezTo>
                <a:cubicBezTo>
                  <a:pt x="796" y="23209"/>
                  <a:pt x="186" y="21781"/>
                  <a:pt x="186" y="20168"/>
                </a:cubicBezTo>
                <a:cubicBezTo>
                  <a:pt x="186" y="18224"/>
                  <a:pt x="1965" y="15865"/>
                  <a:pt x="5523" y="13094"/>
                </a:cubicBezTo>
                <a:cubicBezTo>
                  <a:pt x="7757" y="11522"/>
                  <a:pt x="10922" y="8998"/>
                  <a:pt x="15017" y="5523"/>
                </a:cubicBezTo>
                <a:cubicBezTo>
                  <a:pt x="18658" y="1841"/>
                  <a:pt x="22133" y="0"/>
                  <a:pt x="25443" y="0"/>
                </a:cubicBezTo>
                <a:cubicBezTo>
                  <a:pt x="28215" y="0"/>
                  <a:pt x="29600" y="1595"/>
                  <a:pt x="29600" y="4786"/>
                </a:cubicBezTo>
                <a:cubicBezTo>
                  <a:pt x="29600" y="5739"/>
                  <a:pt x="29476" y="7158"/>
                  <a:pt x="29228" y="9043"/>
                </a:cubicBezTo>
                <a:cubicBezTo>
                  <a:pt x="28980" y="10928"/>
                  <a:pt x="28856" y="12346"/>
                  <a:pt x="28856" y="13299"/>
                </a:cubicBezTo>
                <a:cubicBezTo>
                  <a:pt x="28856" y="14667"/>
                  <a:pt x="28928" y="16739"/>
                  <a:pt x="29073" y="19514"/>
                </a:cubicBezTo>
                <a:cubicBezTo>
                  <a:pt x="29218" y="22290"/>
                  <a:pt x="29290" y="24361"/>
                  <a:pt x="29290" y="25728"/>
                </a:cubicBezTo>
                <a:cubicBezTo>
                  <a:pt x="29290" y="30452"/>
                  <a:pt x="28794" y="37496"/>
                  <a:pt x="27801" y="46860"/>
                </a:cubicBezTo>
                <a:cubicBezTo>
                  <a:pt x="26808" y="56222"/>
                  <a:pt x="26311" y="63244"/>
                  <a:pt x="26311" y="67925"/>
                </a:cubicBezTo>
                <a:cubicBezTo>
                  <a:pt x="26311" y="70329"/>
                  <a:pt x="26477" y="73250"/>
                  <a:pt x="26808" y="76689"/>
                </a:cubicBezTo>
                <a:cubicBezTo>
                  <a:pt x="27139" y="80128"/>
                  <a:pt x="27325" y="82945"/>
                  <a:pt x="27366" y="85140"/>
                </a:cubicBezTo>
                <a:lnTo>
                  <a:pt x="33882" y="85016"/>
                </a:lnTo>
                <a:cubicBezTo>
                  <a:pt x="35620" y="85016"/>
                  <a:pt x="37057" y="85585"/>
                  <a:pt x="38195" y="86722"/>
                </a:cubicBezTo>
                <a:cubicBezTo>
                  <a:pt x="39333" y="87860"/>
                  <a:pt x="39902" y="89277"/>
                  <a:pt x="39902" y="90973"/>
                </a:cubicBezTo>
                <a:cubicBezTo>
                  <a:pt x="39902" y="92711"/>
                  <a:pt x="39333" y="94138"/>
                  <a:pt x="38195" y="95255"/>
                </a:cubicBezTo>
                <a:cubicBezTo>
                  <a:pt x="37057" y="96372"/>
                  <a:pt x="35620" y="96931"/>
                  <a:pt x="33882" y="96931"/>
                </a:cubicBezTo>
                <a:close/>
                <a:moveTo>
                  <a:pt x="91142" y="96931"/>
                </a:moveTo>
                <a:lnTo>
                  <a:pt x="78793" y="96931"/>
                </a:lnTo>
                <a:lnTo>
                  <a:pt x="66506" y="96868"/>
                </a:lnTo>
                <a:cubicBezTo>
                  <a:pt x="63610" y="96868"/>
                  <a:pt x="61583" y="96682"/>
                  <a:pt x="60425" y="96310"/>
                </a:cubicBezTo>
                <a:cubicBezTo>
                  <a:pt x="58315" y="95565"/>
                  <a:pt x="57260" y="93993"/>
                  <a:pt x="57260" y="91594"/>
                </a:cubicBezTo>
                <a:cubicBezTo>
                  <a:pt x="57260" y="87415"/>
                  <a:pt x="60507" y="85326"/>
                  <a:pt x="67002" y="85326"/>
                </a:cubicBezTo>
                <a:lnTo>
                  <a:pt x="69981" y="85388"/>
                </a:lnTo>
                <a:lnTo>
                  <a:pt x="72525" y="85512"/>
                </a:lnTo>
                <a:cubicBezTo>
                  <a:pt x="72525" y="83523"/>
                  <a:pt x="72350" y="80580"/>
                  <a:pt x="71998" y="76685"/>
                </a:cubicBezTo>
                <a:cubicBezTo>
                  <a:pt x="71646" y="72788"/>
                  <a:pt x="71470" y="69866"/>
                  <a:pt x="71470" y="67918"/>
                </a:cubicBezTo>
                <a:cubicBezTo>
                  <a:pt x="71470" y="62653"/>
                  <a:pt x="71946" y="54653"/>
                  <a:pt x="72898" y="43918"/>
                </a:cubicBezTo>
                <a:cubicBezTo>
                  <a:pt x="73808" y="33349"/>
                  <a:pt x="74242" y="25329"/>
                  <a:pt x="74201" y="19858"/>
                </a:cubicBezTo>
                <a:cubicBezTo>
                  <a:pt x="68657" y="24160"/>
                  <a:pt x="65120" y="26311"/>
                  <a:pt x="63589" y="26311"/>
                </a:cubicBezTo>
                <a:cubicBezTo>
                  <a:pt x="61935" y="26311"/>
                  <a:pt x="60497" y="25691"/>
                  <a:pt x="59277" y="24450"/>
                </a:cubicBezTo>
                <a:cubicBezTo>
                  <a:pt x="58056" y="23209"/>
                  <a:pt x="57446" y="21781"/>
                  <a:pt x="57446" y="20168"/>
                </a:cubicBezTo>
                <a:cubicBezTo>
                  <a:pt x="57446" y="18224"/>
                  <a:pt x="59225" y="15865"/>
                  <a:pt x="62783" y="13094"/>
                </a:cubicBezTo>
                <a:cubicBezTo>
                  <a:pt x="65017" y="11522"/>
                  <a:pt x="68181" y="8998"/>
                  <a:pt x="72277" y="5523"/>
                </a:cubicBezTo>
                <a:cubicBezTo>
                  <a:pt x="75918" y="1841"/>
                  <a:pt x="79393" y="0"/>
                  <a:pt x="82702" y="0"/>
                </a:cubicBezTo>
                <a:cubicBezTo>
                  <a:pt x="85474" y="0"/>
                  <a:pt x="86860" y="1595"/>
                  <a:pt x="86860" y="4786"/>
                </a:cubicBezTo>
                <a:cubicBezTo>
                  <a:pt x="86860" y="5739"/>
                  <a:pt x="86736" y="7158"/>
                  <a:pt x="86488" y="9043"/>
                </a:cubicBezTo>
                <a:cubicBezTo>
                  <a:pt x="86240" y="10928"/>
                  <a:pt x="86115" y="12346"/>
                  <a:pt x="86115" y="13299"/>
                </a:cubicBezTo>
                <a:cubicBezTo>
                  <a:pt x="86115" y="14667"/>
                  <a:pt x="86188" y="16739"/>
                  <a:pt x="86333" y="19514"/>
                </a:cubicBezTo>
                <a:cubicBezTo>
                  <a:pt x="86477" y="22290"/>
                  <a:pt x="86550" y="24361"/>
                  <a:pt x="86550" y="25728"/>
                </a:cubicBezTo>
                <a:cubicBezTo>
                  <a:pt x="86550" y="30452"/>
                  <a:pt x="86053" y="37496"/>
                  <a:pt x="85061" y="46860"/>
                </a:cubicBezTo>
                <a:cubicBezTo>
                  <a:pt x="84068" y="56222"/>
                  <a:pt x="83571" y="63244"/>
                  <a:pt x="83571" y="67925"/>
                </a:cubicBezTo>
                <a:cubicBezTo>
                  <a:pt x="83571" y="70329"/>
                  <a:pt x="83737" y="73250"/>
                  <a:pt x="84068" y="76689"/>
                </a:cubicBezTo>
                <a:cubicBezTo>
                  <a:pt x="84399" y="80128"/>
                  <a:pt x="84585" y="82945"/>
                  <a:pt x="84626" y="85140"/>
                </a:cubicBezTo>
                <a:lnTo>
                  <a:pt x="91142" y="85016"/>
                </a:lnTo>
                <a:cubicBezTo>
                  <a:pt x="92880" y="85016"/>
                  <a:pt x="94317" y="85585"/>
                  <a:pt x="95455" y="86722"/>
                </a:cubicBezTo>
                <a:cubicBezTo>
                  <a:pt x="96592" y="87860"/>
                  <a:pt x="97161" y="89277"/>
                  <a:pt x="97161" y="90973"/>
                </a:cubicBezTo>
                <a:cubicBezTo>
                  <a:pt x="97161" y="92711"/>
                  <a:pt x="96592" y="94138"/>
                  <a:pt x="95455" y="95255"/>
                </a:cubicBezTo>
                <a:cubicBezTo>
                  <a:pt x="94317" y="96372"/>
                  <a:pt x="92880" y="96931"/>
                  <a:pt x="91142" y="969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r">
            <a:extLst xmlns:a="http://schemas.openxmlformats.org/drawingml/2006/main">
              <a:ext uri="{FF2B5EF4-FFF2-40B4-BE49-F238E27FC236}">
                <a16:creationId xmlns:a16="http://schemas.microsoft.com/office/drawing/2014/main" id="{1FBA8B95-A419-4250-8C9A-CBF62B1E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6099" y="1789944"/>
            <a:ext cx="74637" cy="107691"/>
          </a:xfrm>
          <a:custGeom xmlns:a="http://schemas.openxmlformats.org/drawingml/2006/main">
            <a:pathLst>
              <a:path w="74637" h="107691">
                <a:moveTo>
                  <a:pt x="74541" y="30180"/>
                </a:moveTo>
                <a:cubicBezTo>
                  <a:pt x="74094" y="38165"/>
                  <a:pt x="70900" y="42157"/>
                  <a:pt x="64960" y="42157"/>
                </a:cubicBezTo>
                <a:cubicBezTo>
                  <a:pt x="59467" y="42157"/>
                  <a:pt x="56720" y="39008"/>
                  <a:pt x="56720" y="32710"/>
                </a:cubicBezTo>
                <a:cubicBezTo>
                  <a:pt x="56720" y="31501"/>
                  <a:pt x="56624" y="29273"/>
                  <a:pt x="56433" y="26028"/>
                </a:cubicBezTo>
                <a:lnTo>
                  <a:pt x="56145" y="18012"/>
                </a:lnTo>
                <a:cubicBezTo>
                  <a:pt x="46053" y="19228"/>
                  <a:pt x="37973" y="22076"/>
                  <a:pt x="31905" y="26558"/>
                </a:cubicBezTo>
                <a:cubicBezTo>
                  <a:pt x="26220" y="30719"/>
                  <a:pt x="21494" y="36993"/>
                  <a:pt x="17725" y="45378"/>
                </a:cubicBezTo>
                <a:lnTo>
                  <a:pt x="17917" y="97993"/>
                </a:lnTo>
                <a:cubicBezTo>
                  <a:pt x="17917" y="104459"/>
                  <a:pt x="14755" y="107691"/>
                  <a:pt x="8431" y="107691"/>
                </a:cubicBezTo>
                <a:cubicBezTo>
                  <a:pt x="2810" y="107691"/>
                  <a:pt x="0" y="104460"/>
                  <a:pt x="0" y="97996"/>
                </a:cubicBezTo>
                <a:lnTo>
                  <a:pt x="0" y="30615"/>
                </a:lnTo>
                <a:cubicBezTo>
                  <a:pt x="0" y="28503"/>
                  <a:pt x="80" y="25336"/>
                  <a:pt x="240" y="21114"/>
                </a:cubicBezTo>
                <a:cubicBezTo>
                  <a:pt x="399" y="16891"/>
                  <a:pt x="479" y="13723"/>
                  <a:pt x="479" y="11611"/>
                </a:cubicBezTo>
                <a:cubicBezTo>
                  <a:pt x="479" y="5148"/>
                  <a:pt x="3290" y="1916"/>
                  <a:pt x="8910" y="1916"/>
                </a:cubicBezTo>
                <a:cubicBezTo>
                  <a:pt x="15170" y="1916"/>
                  <a:pt x="18332" y="7218"/>
                  <a:pt x="18396" y="17821"/>
                </a:cubicBezTo>
                <a:cubicBezTo>
                  <a:pt x="30659" y="5940"/>
                  <a:pt x="44265" y="0"/>
                  <a:pt x="59211" y="0"/>
                </a:cubicBezTo>
                <a:cubicBezTo>
                  <a:pt x="64385" y="0"/>
                  <a:pt x="68249" y="1948"/>
                  <a:pt x="70804" y="5844"/>
                </a:cubicBezTo>
                <a:cubicBezTo>
                  <a:pt x="73359" y="9741"/>
                  <a:pt x="74637" y="15617"/>
                  <a:pt x="74637" y="23474"/>
                </a:cubicBezTo>
                <a:cubicBezTo>
                  <a:pt x="74637" y="26795"/>
                  <a:pt x="74605" y="29031"/>
                  <a:pt x="74541" y="301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11">
            <a:extLst xmlns:a="http://schemas.openxmlformats.org/drawingml/2006/main">
              <a:ext uri="{FF2B5EF4-FFF2-40B4-BE49-F238E27FC236}">
                <a16:creationId xmlns:a16="http://schemas.microsoft.com/office/drawing/2014/main" id="{A0FF6DEB-95E1-4FB0-A42C-1C4A1281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856" y="1832720"/>
            <a:ext cx="97161" cy="96931"/>
          </a:xfrm>
          <a:custGeom xmlns:a="http://schemas.openxmlformats.org/drawingml/2006/main">
            <a:pathLst>
              <a:path w="97161" h="96931">
                <a:moveTo>
                  <a:pt x="33882" y="96931"/>
                </a:moveTo>
                <a:lnTo>
                  <a:pt x="21533" y="96931"/>
                </a:lnTo>
                <a:lnTo>
                  <a:pt x="9246" y="96868"/>
                </a:lnTo>
                <a:cubicBezTo>
                  <a:pt x="6350" y="96868"/>
                  <a:pt x="4323" y="96682"/>
                  <a:pt x="3165" y="96310"/>
                </a:cubicBezTo>
                <a:cubicBezTo>
                  <a:pt x="1055" y="95565"/>
                  <a:pt x="0" y="93993"/>
                  <a:pt x="0" y="91594"/>
                </a:cubicBezTo>
                <a:cubicBezTo>
                  <a:pt x="0" y="87415"/>
                  <a:pt x="3248" y="85326"/>
                  <a:pt x="9743" y="85326"/>
                </a:cubicBezTo>
                <a:lnTo>
                  <a:pt x="12721" y="85388"/>
                </a:lnTo>
                <a:lnTo>
                  <a:pt x="15266" y="85512"/>
                </a:lnTo>
                <a:cubicBezTo>
                  <a:pt x="15266" y="83523"/>
                  <a:pt x="15090" y="80580"/>
                  <a:pt x="14738" y="76685"/>
                </a:cubicBezTo>
                <a:cubicBezTo>
                  <a:pt x="14387" y="72788"/>
                  <a:pt x="14211" y="69866"/>
                  <a:pt x="14211" y="67918"/>
                </a:cubicBezTo>
                <a:cubicBezTo>
                  <a:pt x="14211" y="62653"/>
                  <a:pt x="14686" y="54653"/>
                  <a:pt x="15638" y="43918"/>
                </a:cubicBezTo>
                <a:cubicBezTo>
                  <a:pt x="16548" y="33349"/>
                  <a:pt x="16982" y="25329"/>
                  <a:pt x="16941" y="19858"/>
                </a:cubicBezTo>
                <a:cubicBezTo>
                  <a:pt x="11398" y="24160"/>
                  <a:pt x="7860" y="26311"/>
                  <a:pt x="6330" y="26311"/>
                </a:cubicBezTo>
                <a:cubicBezTo>
                  <a:pt x="4675" y="26311"/>
                  <a:pt x="3237" y="25691"/>
                  <a:pt x="2017" y="24450"/>
                </a:cubicBezTo>
                <a:cubicBezTo>
                  <a:pt x="796" y="23209"/>
                  <a:pt x="186" y="21781"/>
                  <a:pt x="186" y="20168"/>
                </a:cubicBezTo>
                <a:cubicBezTo>
                  <a:pt x="186" y="18224"/>
                  <a:pt x="1965" y="15865"/>
                  <a:pt x="5523" y="13094"/>
                </a:cubicBezTo>
                <a:cubicBezTo>
                  <a:pt x="7757" y="11522"/>
                  <a:pt x="10922" y="8998"/>
                  <a:pt x="15017" y="5523"/>
                </a:cubicBezTo>
                <a:cubicBezTo>
                  <a:pt x="18658" y="1841"/>
                  <a:pt x="22133" y="0"/>
                  <a:pt x="25443" y="0"/>
                </a:cubicBezTo>
                <a:cubicBezTo>
                  <a:pt x="28215" y="0"/>
                  <a:pt x="29600" y="1595"/>
                  <a:pt x="29600" y="4786"/>
                </a:cubicBezTo>
                <a:cubicBezTo>
                  <a:pt x="29600" y="5739"/>
                  <a:pt x="29476" y="7158"/>
                  <a:pt x="29228" y="9043"/>
                </a:cubicBezTo>
                <a:cubicBezTo>
                  <a:pt x="28980" y="10928"/>
                  <a:pt x="28856" y="12346"/>
                  <a:pt x="28856" y="13299"/>
                </a:cubicBezTo>
                <a:cubicBezTo>
                  <a:pt x="28856" y="14667"/>
                  <a:pt x="28928" y="16739"/>
                  <a:pt x="29073" y="19514"/>
                </a:cubicBezTo>
                <a:cubicBezTo>
                  <a:pt x="29218" y="22290"/>
                  <a:pt x="29290" y="24361"/>
                  <a:pt x="29290" y="25728"/>
                </a:cubicBezTo>
                <a:cubicBezTo>
                  <a:pt x="29290" y="30452"/>
                  <a:pt x="28794" y="37496"/>
                  <a:pt x="27801" y="46860"/>
                </a:cubicBezTo>
                <a:cubicBezTo>
                  <a:pt x="26808" y="56222"/>
                  <a:pt x="26311" y="63244"/>
                  <a:pt x="26311" y="67925"/>
                </a:cubicBezTo>
                <a:cubicBezTo>
                  <a:pt x="26311" y="70329"/>
                  <a:pt x="26477" y="73250"/>
                  <a:pt x="26808" y="76689"/>
                </a:cubicBezTo>
                <a:cubicBezTo>
                  <a:pt x="27139" y="80128"/>
                  <a:pt x="27325" y="82945"/>
                  <a:pt x="27366" y="85140"/>
                </a:cubicBezTo>
                <a:lnTo>
                  <a:pt x="33882" y="85016"/>
                </a:lnTo>
                <a:cubicBezTo>
                  <a:pt x="35620" y="85016"/>
                  <a:pt x="37057" y="85585"/>
                  <a:pt x="38195" y="86722"/>
                </a:cubicBezTo>
                <a:cubicBezTo>
                  <a:pt x="39333" y="87860"/>
                  <a:pt x="39902" y="89277"/>
                  <a:pt x="39902" y="90973"/>
                </a:cubicBezTo>
                <a:cubicBezTo>
                  <a:pt x="39902" y="92711"/>
                  <a:pt x="39333" y="94138"/>
                  <a:pt x="38195" y="95255"/>
                </a:cubicBezTo>
                <a:cubicBezTo>
                  <a:pt x="37057" y="96372"/>
                  <a:pt x="35620" y="96931"/>
                  <a:pt x="33882" y="96931"/>
                </a:cubicBezTo>
                <a:close/>
                <a:moveTo>
                  <a:pt x="91142" y="96931"/>
                </a:moveTo>
                <a:lnTo>
                  <a:pt x="78793" y="96931"/>
                </a:lnTo>
                <a:lnTo>
                  <a:pt x="66506" y="96868"/>
                </a:lnTo>
                <a:cubicBezTo>
                  <a:pt x="63610" y="96868"/>
                  <a:pt x="61583" y="96682"/>
                  <a:pt x="60425" y="96310"/>
                </a:cubicBezTo>
                <a:cubicBezTo>
                  <a:pt x="58315" y="95565"/>
                  <a:pt x="57260" y="93993"/>
                  <a:pt x="57260" y="91594"/>
                </a:cubicBezTo>
                <a:cubicBezTo>
                  <a:pt x="57260" y="87415"/>
                  <a:pt x="60507" y="85326"/>
                  <a:pt x="67002" y="85326"/>
                </a:cubicBezTo>
                <a:lnTo>
                  <a:pt x="69981" y="85388"/>
                </a:lnTo>
                <a:lnTo>
                  <a:pt x="72525" y="85512"/>
                </a:lnTo>
                <a:cubicBezTo>
                  <a:pt x="72525" y="83523"/>
                  <a:pt x="72350" y="80580"/>
                  <a:pt x="71998" y="76685"/>
                </a:cubicBezTo>
                <a:cubicBezTo>
                  <a:pt x="71646" y="72788"/>
                  <a:pt x="71470" y="69866"/>
                  <a:pt x="71470" y="67918"/>
                </a:cubicBezTo>
                <a:cubicBezTo>
                  <a:pt x="71470" y="62653"/>
                  <a:pt x="71946" y="54653"/>
                  <a:pt x="72898" y="43918"/>
                </a:cubicBezTo>
                <a:cubicBezTo>
                  <a:pt x="73808" y="33349"/>
                  <a:pt x="74242" y="25329"/>
                  <a:pt x="74201" y="19858"/>
                </a:cubicBezTo>
                <a:cubicBezTo>
                  <a:pt x="68657" y="24160"/>
                  <a:pt x="65120" y="26311"/>
                  <a:pt x="63589" y="26311"/>
                </a:cubicBezTo>
                <a:cubicBezTo>
                  <a:pt x="61935" y="26311"/>
                  <a:pt x="60497" y="25691"/>
                  <a:pt x="59277" y="24450"/>
                </a:cubicBezTo>
                <a:cubicBezTo>
                  <a:pt x="58056" y="23209"/>
                  <a:pt x="57446" y="21781"/>
                  <a:pt x="57446" y="20168"/>
                </a:cubicBezTo>
                <a:cubicBezTo>
                  <a:pt x="57446" y="18224"/>
                  <a:pt x="59225" y="15865"/>
                  <a:pt x="62783" y="13094"/>
                </a:cubicBezTo>
                <a:cubicBezTo>
                  <a:pt x="65017" y="11522"/>
                  <a:pt x="68181" y="8998"/>
                  <a:pt x="72277" y="5523"/>
                </a:cubicBezTo>
                <a:cubicBezTo>
                  <a:pt x="75918" y="1841"/>
                  <a:pt x="79393" y="0"/>
                  <a:pt x="82702" y="0"/>
                </a:cubicBezTo>
                <a:cubicBezTo>
                  <a:pt x="85474" y="0"/>
                  <a:pt x="86860" y="1595"/>
                  <a:pt x="86860" y="4786"/>
                </a:cubicBezTo>
                <a:cubicBezTo>
                  <a:pt x="86860" y="5739"/>
                  <a:pt x="86736" y="7158"/>
                  <a:pt x="86488" y="9043"/>
                </a:cubicBezTo>
                <a:cubicBezTo>
                  <a:pt x="86240" y="10928"/>
                  <a:pt x="86115" y="12346"/>
                  <a:pt x="86115" y="13299"/>
                </a:cubicBezTo>
                <a:cubicBezTo>
                  <a:pt x="86115" y="14667"/>
                  <a:pt x="86188" y="16739"/>
                  <a:pt x="86333" y="19514"/>
                </a:cubicBezTo>
                <a:cubicBezTo>
                  <a:pt x="86477" y="22290"/>
                  <a:pt x="86550" y="24361"/>
                  <a:pt x="86550" y="25728"/>
                </a:cubicBezTo>
                <a:cubicBezTo>
                  <a:pt x="86550" y="30452"/>
                  <a:pt x="86053" y="37496"/>
                  <a:pt x="85061" y="46860"/>
                </a:cubicBezTo>
                <a:cubicBezTo>
                  <a:pt x="84068" y="56222"/>
                  <a:pt x="83571" y="63244"/>
                  <a:pt x="83571" y="67925"/>
                </a:cubicBezTo>
                <a:cubicBezTo>
                  <a:pt x="83571" y="70329"/>
                  <a:pt x="83737" y="73250"/>
                  <a:pt x="84068" y="76689"/>
                </a:cubicBezTo>
                <a:cubicBezTo>
                  <a:pt x="84399" y="80128"/>
                  <a:pt x="84585" y="82945"/>
                  <a:pt x="84626" y="85140"/>
                </a:cubicBezTo>
                <a:lnTo>
                  <a:pt x="91142" y="85016"/>
                </a:lnTo>
                <a:cubicBezTo>
                  <a:pt x="92880" y="85016"/>
                  <a:pt x="94317" y="85585"/>
                  <a:pt x="95455" y="86722"/>
                </a:cubicBezTo>
                <a:cubicBezTo>
                  <a:pt x="96592" y="87860"/>
                  <a:pt x="97161" y="89277"/>
                  <a:pt x="97161" y="90973"/>
                </a:cubicBezTo>
                <a:cubicBezTo>
                  <a:pt x="97161" y="92711"/>
                  <a:pt x="96592" y="94138"/>
                  <a:pt x="95455" y="95255"/>
                </a:cubicBezTo>
                <a:cubicBezTo>
                  <a:pt x="94317" y="96372"/>
                  <a:pt x="92880" y="96931"/>
                  <a:pt x="91142" y="969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=1">
            <a:extLst xmlns:a="http://schemas.openxmlformats.org/drawingml/2006/main">
              <a:ext uri="{FF2B5EF4-FFF2-40B4-BE49-F238E27FC236}">
                <a16:creationId xmlns:a16="http://schemas.microsoft.com/office/drawing/2014/main" id="{93BFB0BF-0123-44A1-A4E9-A15C72BD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056" y="1741656"/>
            <a:ext cx="167116" cy="149656"/>
          </a:xfrm>
          <a:custGeom xmlns:a="http://schemas.openxmlformats.org/drawingml/2006/main">
            <a:pathLst>
              <a:path w="167116" h="149656">
                <a:moveTo>
                  <a:pt x="21557" y="53750"/>
                </a:moveTo>
                <a:lnTo>
                  <a:pt x="66301" y="53846"/>
                </a:lnTo>
                <a:cubicBezTo>
                  <a:pt x="71986" y="53846"/>
                  <a:pt x="74828" y="56688"/>
                  <a:pt x="74828" y="62373"/>
                </a:cubicBezTo>
                <a:cubicBezTo>
                  <a:pt x="74828" y="68058"/>
                  <a:pt x="71986" y="70900"/>
                  <a:pt x="66301" y="70900"/>
                </a:cubicBezTo>
                <a:lnTo>
                  <a:pt x="21462" y="70804"/>
                </a:lnTo>
                <a:cubicBezTo>
                  <a:pt x="19993" y="70804"/>
                  <a:pt x="17805" y="70884"/>
                  <a:pt x="14899" y="71044"/>
                </a:cubicBezTo>
                <a:cubicBezTo>
                  <a:pt x="11992" y="71203"/>
                  <a:pt x="9837" y="71283"/>
                  <a:pt x="8431" y="71283"/>
                </a:cubicBezTo>
                <a:cubicBezTo>
                  <a:pt x="5940" y="71283"/>
                  <a:pt x="3912" y="70453"/>
                  <a:pt x="2347" y="68792"/>
                </a:cubicBezTo>
                <a:cubicBezTo>
                  <a:pt x="782" y="67131"/>
                  <a:pt x="0" y="65087"/>
                  <a:pt x="0" y="62660"/>
                </a:cubicBezTo>
                <a:cubicBezTo>
                  <a:pt x="0" y="58061"/>
                  <a:pt x="2683" y="55251"/>
                  <a:pt x="8048" y="54229"/>
                </a:cubicBezTo>
                <a:cubicBezTo>
                  <a:pt x="9453" y="53910"/>
                  <a:pt x="13956" y="53750"/>
                  <a:pt x="21557" y="53750"/>
                </a:cubicBezTo>
                <a:moveTo>
                  <a:pt x="27019" y="105200"/>
                </a:moveTo>
                <a:cubicBezTo>
                  <a:pt x="31234" y="105200"/>
                  <a:pt x="37558" y="105296"/>
                  <a:pt x="45989" y="105488"/>
                </a:cubicBezTo>
                <a:cubicBezTo>
                  <a:pt x="54421" y="105679"/>
                  <a:pt x="60744" y="105775"/>
                  <a:pt x="64960" y="105775"/>
                </a:cubicBezTo>
                <a:cubicBezTo>
                  <a:pt x="70644" y="105775"/>
                  <a:pt x="73487" y="108618"/>
                  <a:pt x="73487" y="114302"/>
                </a:cubicBezTo>
                <a:cubicBezTo>
                  <a:pt x="73487" y="119987"/>
                  <a:pt x="70644" y="122829"/>
                  <a:pt x="64960" y="122829"/>
                </a:cubicBezTo>
                <a:cubicBezTo>
                  <a:pt x="60744" y="122829"/>
                  <a:pt x="54421" y="122734"/>
                  <a:pt x="45989" y="122542"/>
                </a:cubicBezTo>
                <a:cubicBezTo>
                  <a:pt x="37558" y="122350"/>
                  <a:pt x="31234" y="122255"/>
                  <a:pt x="27019" y="122255"/>
                </a:cubicBezTo>
                <a:cubicBezTo>
                  <a:pt x="25102" y="122255"/>
                  <a:pt x="22228" y="122382"/>
                  <a:pt x="18396" y="122638"/>
                </a:cubicBezTo>
                <a:cubicBezTo>
                  <a:pt x="14563" y="122893"/>
                  <a:pt x="11721" y="123021"/>
                  <a:pt x="9869" y="123021"/>
                </a:cubicBezTo>
                <a:cubicBezTo>
                  <a:pt x="3992" y="123021"/>
                  <a:pt x="1054" y="120179"/>
                  <a:pt x="1054" y="114494"/>
                </a:cubicBezTo>
                <a:cubicBezTo>
                  <a:pt x="1054" y="109256"/>
                  <a:pt x="3800" y="106414"/>
                  <a:pt x="9294" y="105967"/>
                </a:cubicBezTo>
                <a:cubicBezTo>
                  <a:pt x="16384" y="105456"/>
                  <a:pt x="22292" y="105200"/>
                  <a:pt x="27019" y="105200"/>
                </a:cubicBezTo>
                <a:close/>
                <a:moveTo>
                  <a:pt x="157822" y="149656"/>
                </a:moveTo>
                <a:lnTo>
                  <a:pt x="138756" y="149656"/>
                </a:lnTo>
                <a:lnTo>
                  <a:pt x="119785" y="149561"/>
                </a:lnTo>
                <a:cubicBezTo>
                  <a:pt x="115314" y="149561"/>
                  <a:pt x="112184" y="149273"/>
                  <a:pt x="110396" y="148698"/>
                </a:cubicBezTo>
                <a:cubicBezTo>
                  <a:pt x="107138" y="147549"/>
                  <a:pt x="105509" y="145121"/>
                  <a:pt x="105509" y="141417"/>
                </a:cubicBezTo>
                <a:cubicBezTo>
                  <a:pt x="105509" y="134965"/>
                  <a:pt x="110523" y="131740"/>
                  <a:pt x="120552" y="131740"/>
                </a:cubicBezTo>
                <a:lnTo>
                  <a:pt x="125151" y="131836"/>
                </a:lnTo>
                <a:lnTo>
                  <a:pt x="129079" y="132027"/>
                </a:lnTo>
                <a:cubicBezTo>
                  <a:pt x="129079" y="128955"/>
                  <a:pt x="128807" y="124412"/>
                  <a:pt x="128264" y="118398"/>
                </a:cubicBezTo>
                <a:cubicBezTo>
                  <a:pt x="127721" y="112382"/>
                  <a:pt x="127450" y="107870"/>
                  <a:pt x="127450" y="104862"/>
                </a:cubicBezTo>
                <a:cubicBezTo>
                  <a:pt x="127450" y="96734"/>
                  <a:pt x="128185" y="84382"/>
                  <a:pt x="129654" y="67807"/>
                </a:cubicBezTo>
                <a:cubicBezTo>
                  <a:pt x="131059" y="51489"/>
                  <a:pt x="131730" y="39107"/>
                  <a:pt x="131666" y="30659"/>
                </a:cubicBezTo>
                <a:cubicBezTo>
                  <a:pt x="123107" y="37302"/>
                  <a:pt x="117645" y="40624"/>
                  <a:pt x="115282" y="40624"/>
                </a:cubicBezTo>
                <a:cubicBezTo>
                  <a:pt x="112727" y="40624"/>
                  <a:pt x="110507" y="39666"/>
                  <a:pt x="108623" y="37749"/>
                </a:cubicBezTo>
                <a:cubicBezTo>
                  <a:pt x="106739" y="35833"/>
                  <a:pt x="105797" y="33630"/>
                  <a:pt x="105797" y="31139"/>
                </a:cubicBezTo>
                <a:cubicBezTo>
                  <a:pt x="105797" y="28136"/>
                  <a:pt x="108543" y="24496"/>
                  <a:pt x="114036" y="20216"/>
                </a:cubicBezTo>
                <a:cubicBezTo>
                  <a:pt x="117486" y="17789"/>
                  <a:pt x="122372" y="13893"/>
                  <a:pt x="128696" y="8527"/>
                </a:cubicBezTo>
                <a:cubicBezTo>
                  <a:pt x="134316" y="2842"/>
                  <a:pt x="139682" y="0"/>
                  <a:pt x="144792" y="0"/>
                </a:cubicBezTo>
                <a:cubicBezTo>
                  <a:pt x="149071" y="0"/>
                  <a:pt x="151211" y="2463"/>
                  <a:pt x="151211" y="7389"/>
                </a:cubicBezTo>
                <a:cubicBezTo>
                  <a:pt x="151211" y="8861"/>
                  <a:pt x="151019" y="11051"/>
                  <a:pt x="150636" y="13961"/>
                </a:cubicBezTo>
                <a:cubicBezTo>
                  <a:pt x="150253" y="16872"/>
                  <a:pt x="150061" y="19062"/>
                  <a:pt x="150061" y="20533"/>
                </a:cubicBezTo>
                <a:cubicBezTo>
                  <a:pt x="150061" y="22645"/>
                  <a:pt x="150173" y="25844"/>
                  <a:pt x="150397" y="30129"/>
                </a:cubicBezTo>
                <a:cubicBezTo>
                  <a:pt x="150620" y="34415"/>
                  <a:pt x="150732" y="37613"/>
                  <a:pt x="150732" y="39723"/>
                </a:cubicBezTo>
                <a:cubicBezTo>
                  <a:pt x="150732" y="47016"/>
                  <a:pt x="149966" y="57892"/>
                  <a:pt x="148433" y="72349"/>
                </a:cubicBezTo>
                <a:cubicBezTo>
                  <a:pt x="146900" y="86805"/>
                  <a:pt x="146133" y="97646"/>
                  <a:pt x="146133" y="104874"/>
                </a:cubicBezTo>
                <a:cubicBezTo>
                  <a:pt x="146133" y="108585"/>
                  <a:pt x="146389" y="113095"/>
                  <a:pt x="146900" y="118404"/>
                </a:cubicBezTo>
                <a:cubicBezTo>
                  <a:pt x="147411" y="123714"/>
                  <a:pt x="147698" y="128063"/>
                  <a:pt x="147762" y="131452"/>
                </a:cubicBezTo>
                <a:lnTo>
                  <a:pt x="157822" y="131261"/>
                </a:lnTo>
                <a:cubicBezTo>
                  <a:pt x="160505" y="131261"/>
                  <a:pt x="162724" y="132139"/>
                  <a:pt x="164481" y="133896"/>
                </a:cubicBezTo>
                <a:cubicBezTo>
                  <a:pt x="166237" y="135652"/>
                  <a:pt x="167116" y="137840"/>
                  <a:pt x="167116" y="140459"/>
                </a:cubicBezTo>
                <a:cubicBezTo>
                  <a:pt x="167116" y="143141"/>
                  <a:pt x="166237" y="145345"/>
                  <a:pt x="164481" y="147070"/>
                </a:cubicBezTo>
                <a:cubicBezTo>
                  <a:pt x="162724" y="148794"/>
                  <a:pt x="160505" y="149656"/>
                  <a:pt x="157822" y="1496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9E32DD-3C85-4407-B826-9E24FDBD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903" y="2042217"/>
            <a:ext cx="1112940" cy="280714"/>
          </a:xfrm>
          <a:custGeom xmlns:a="http://schemas.openxmlformats.org/drawingml/2006/main">
            <a:pathLst>
              <a:path w="1112940" h="280714">
                <a:moveTo>
                  <a:pt x="140" y="47344"/>
                </a:moveTo>
                <a:cubicBezTo>
                  <a:pt x="0" y="20949"/>
                  <a:pt x="20949" y="0"/>
                  <a:pt x="47065" y="419"/>
                </a:cubicBezTo>
                <a:lnTo>
                  <a:pt x="1066015" y="419"/>
                </a:lnTo>
                <a:cubicBezTo>
                  <a:pt x="1091433" y="0"/>
                  <a:pt x="1112382" y="20949"/>
                  <a:pt x="1112940" y="47344"/>
                </a:cubicBezTo>
                <a:lnTo>
                  <a:pt x="1112940" y="233370"/>
                </a:lnTo>
                <a:cubicBezTo>
                  <a:pt x="1112382" y="259765"/>
                  <a:pt x="1091433" y="280714"/>
                  <a:pt x="1066015" y="280295"/>
                </a:cubicBezTo>
                <a:lnTo>
                  <a:pt x="47065" y="280295"/>
                </a:lnTo>
                <a:cubicBezTo>
                  <a:pt x="20949" y="280714"/>
                  <a:pt x="0" y="259765"/>
                  <a:pt x="140" y="233370"/>
                </a:cubicBezTo>
                <a:lnTo>
                  <a:pt x="140" y="47344"/>
                </a:lnTo>
              </a:path>
            </a:pathLst>
          </a:custGeom>
          <a:solidFill xmlns:a="http://schemas.openxmlformats.org/drawingml/2006/main">
            <a:srgbClr val="FCF3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CC2BC-02A2-4C54-B96F-75CE3414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29" y="2031743"/>
            <a:ext cx="1133330" cy="301663"/>
          </a:xfrm>
          <a:custGeom xmlns:a="http://schemas.openxmlformats.org/drawingml/2006/main">
            <a:pathLst>
              <a:path w="1133330" h="301663">
                <a:moveTo>
                  <a:pt x="4497" y="266692"/>
                </a:moveTo>
                <a:lnTo>
                  <a:pt x="6899" y="271706"/>
                </a:lnTo>
                <a:lnTo>
                  <a:pt x="9776" y="276426"/>
                </a:lnTo>
                <a:lnTo>
                  <a:pt x="13072" y="280840"/>
                </a:lnTo>
                <a:lnTo>
                  <a:pt x="16759" y="284904"/>
                </a:lnTo>
                <a:lnTo>
                  <a:pt x="20823" y="288591"/>
                </a:lnTo>
                <a:lnTo>
                  <a:pt x="25236" y="291887"/>
                </a:lnTo>
                <a:lnTo>
                  <a:pt x="29957" y="294764"/>
                </a:lnTo>
                <a:lnTo>
                  <a:pt x="34971" y="297166"/>
                </a:lnTo>
                <a:lnTo>
                  <a:pt x="40236" y="299093"/>
                </a:lnTo>
                <a:lnTo>
                  <a:pt x="45738" y="300518"/>
                </a:lnTo>
                <a:lnTo>
                  <a:pt x="51422" y="301384"/>
                </a:lnTo>
                <a:lnTo>
                  <a:pt x="56995" y="301663"/>
                </a:lnTo>
                <a:lnTo>
                  <a:pt x="1076336" y="301663"/>
                </a:lnTo>
                <a:lnTo>
                  <a:pt x="1081908" y="301384"/>
                </a:lnTo>
                <a:lnTo>
                  <a:pt x="1087592" y="300518"/>
                </a:lnTo>
                <a:lnTo>
                  <a:pt x="1093095" y="299093"/>
                </a:lnTo>
                <a:lnTo>
                  <a:pt x="1098360" y="297166"/>
                </a:lnTo>
                <a:lnTo>
                  <a:pt x="1103374" y="294764"/>
                </a:lnTo>
                <a:lnTo>
                  <a:pt x="1108094" y="291887"/>
                </a:lnTo>
                <a:lnTo>
                  <a:pt x="1112507" y="288591"/>
                </a:lnTo>
                <a:lnTo>
                  <a:pt x="1116571" y="284904"/>
                </a:lnTo>
                <a:lnTo>
                  <a:pt x="1120258" y="280840"/>
                </a:lnTo>
                <a:lnTo>
                  <a:pt x="1123554" y="276426"/>
                </a:lnTo>
                <a:lnTo>
                  <a:pt x="1126417" y="271706"/>
                </a:lnTo>
                <a:lnTo>
                  <a:pt x="1128833" y="266692"/>
                </a:lnTo>
                <a:lnTo>
                  <a:pt x="1130761" y="261427"/>
                </a:lnTo>
                <a:lnTo>
                  <a:pt x="1132185" y="255925"/>
                </a:lnTo>
                <a:lnTo>
                  <a:pt x="1133051" y="250240"/>
                </a:lnTo>
                <a:lnTo>
                  <a:pt x="1133330" y="244668"/>
                </a:lnTo>
                <a:lnTo>
                  <a:pt x="1133330" y="56995"/>
                </a:lnTo>
                <a:lnTo>
                  <a:pt x="1133051" y="51422"/>
                </a:lnTo>
                <a:lnTo>
                  <a:pt x="1132185" y="45738"/>
                </a:lnTo>
                <a:lnTo>
                  <a:pt x="1130761" y="40236"/>
                </a:lnTo>
                <a:lnTo>
                  <a:pt x="1128833" y="34971"/>
                </a:lnTo>
                <a:lnTo>
                  <a:pt x="1126417" y="29957"/>
                </a:lnTo>
                <a:lnTo>
                  <a:pt x="1123554" y="25236"/>
                </a:lnTo>
                <a:lnTo>
                  <a:pt x="1120258" y="20823"/>
                </a:lnTo>
                <a:lnTo>
                  <a:pt x="1116571" y="16759"/>
                </a:lnTo>
                <a:lnTo>
                  <a:pt x="1112507" y="13072"/>
                </a:lnTo>
                <a:lnTo>
                  <a:pt x="1108094" y="9776"/>
                </a:lnTo>
                <a:lnTo>
                  <a:pt x="1103374" y="6899"/>
                </a:lnTo>
                <a:lnTo>
                  <a:pt x="1098360" y="4497"/>
                </a:lnTo>
                <a:lnTo>
                  <a:pt x="1093095" y="2570"/>
                </a:lnTo>
                <a:lnTo>
                  <a:pt x="1087592" y="1145"/>
                </a:lnTo>
                <a:lnTo>
                  <a:pt x="1081908" y="279"/>
                </a:lnTo>
                <a:lnTo>
                  <a:pt x="1076336" y="0"/>
                </a:lnTo>
                <a:lnTo>
                  <a:pt x="56995" y="0"/>
                </a:lnTo>
                <a:lnTo>
                  <a:pt x="51422" y="279"/>
                </a:lnTo>
                <a:lnTo>
                  <a:pt x="45738" y="1145"/>
                </a:lnTo>
                <a:lnTo>
                  <a:pt x="40236" y="2570"/>
                </a:lnTo>
                <a:lnTo>
                  <a:pt x="34971" y="4497"/>
                </a:lnTo>
                <a:lnTo>
                  <a:pt x="29957" y="6899"/>
                </a:lnTo>
                <a:lnTo>
                  <a:pt x="25236" y="9776"/>
                </a:lnTo>
                <a:lnTo>
                  <a:pt x="20823" y="13072"/>
                </a:lnTo>
                <a:lnTo>
                  <a:pt x="16759" y="16759"/>
                </a:lnTo>
                <a:lnTo>
                  <a:pt x="13072" y="20823"/>
                </a:lnTo>
                <a:lnTo>
                  <a:pt x="9776" y="25236"/>
                </a:lnTo>
                <a:lnTo>
                  <a:pt x="6899" y="29957"/>
                </a:lnTo>
                <a:lnTo>
                  <a:pt x="4497" y="34971"/>
                </a:lnTo>
                <a:lnTo>
                  <a:pt x="2570" y="40236"/>
                </a:lnTo>
                <a:lnTo>
                  <a:pt x="1145" y="45738"/>
                </a:lnTo>
                <a:lnTo>
                  <a:pt x="279" y="51422"/>
                </a:lnTo>
                <a:lnTo>
                  <a:pt x="0" y="56995"/>
                </a:lnTo>
                <a:lnTo>
                  <a:pt x="0" y="244668"/>
                </a:lnTo>
                <a:lnTo>
                  <a:pt x="279" y="250240"/>
                </a:lnTo>
                <a:lnTo>
                  <a:pt x="1145" y="255925"/>
                </a:lnTo>
                <a:lnTo>
                  <a:pt x="2570" y="261427"/>
                </a:lnTo>
                <a:lnTo>
                  <a:pt x="4497" y="266692"/>
                </a:lnTo>
                <a:close/>
                <a:moveTo>
                  <a:pt x="21693" y="49944"/>
                </a:moveTo>
                <a:lnTo>
                  <a:pt x="22587" y="46484"/>
                </a:lnTo>
                <a:lnTo>
                  <a:pt x="23827" y="43107"/>
                </a:lnTo>
                <a:lnTo>
                  <a:pt x="25353" y="39935"/>
                </a:lnTo>
                <a:lnTo>
                  <a:pt x="27123" y="37017"/>
                </a:lnTo>
                <a:lnTo>
                  <a:pt x="29236" y="34192"/>
                </a:lnTo>
                <a:lnTo>
                  <a:pt x="31594" y="31594"/>
                </a:lnTo>
                <a:lnTo>
                  <a:pt x="34192" y="29236"/>
                </a:lnTo>
                <a:lnTo>
                  <a:pt x="37017" y="27123"/>
                </a:lnTo>
                <a:lnTo>
                  <a:pt x="39935" y="25353"/>
                </a:lnTo>
                <a:lnTo>
                  <a:pt x="43107" y="23827"/>
                </a:lnTo>
                <a:lnTo>
                  <a:pt x="46484" y="22587"/>
                </a:lnTo>
                <a:lnTo>
                  <a:pt x="49944" y="21693"/>
                </a:lnTo>
                <a:lnTo>
                  <a:pt x="53613" y="21142"/>
                </a:lnTo>
                <a:lnTo>
                  <a:pt x="57509" y="20949"/>
                </a:lnTo>
                <a:lnTo>
                  <a:pt x="1075821" y="20949"/>
                </a:lnTo>
                <a:lnTo>
                  <a:pt x="1079717" y="21142"/>
                </a:lnTo>
                <a:lnTo>
                  <a:pt x="1083387" y="21693"/>
                </a:lnTo>
                <a:lnTo>
                  <a:pt x="1086847" y="22587"/>
                </a:lnTo>
                <a:lnTo>
                  <a:pt x="1090224" y="23827"/>
                </a:lnTo>
                <a:lnTo>
                  <a:pt x="1093396" y="25353"/>
                </a:lnTo>
                <a:lnTo>
                  <a:pt x="1096314" y="27123"/>
                </a:lnTo>
                <a:lnTo>
                  <a:pt x="1099139" y="29236"/>
                </a:lnTo>
                <a:lnTo>
                  <a:pt x="1101737" y="31594"/>
                </a:lnTo>
                <a:lnTo>
                  <a:pt x="1104095" y="34192"/>
                </a:lnTo>
                <a:lnTo>
                  <a:pt x="1106208" y="37017"/>
                </a:lnTo>
                <a:lnTo>
                  <a:pt x="1107978" y="39935"/>
                </a:lnTo>
                <a:lnTo>
                  <a:pt x="1109504" y="43107"/>
                </a:lnTo>
                <a:lnTo>
                  <a:pt x="1110743" y="46484"/>
                </a:lnTo>
                <a:lnTo>
                  <a:pt x="1111607" y="49826"/>
                </a:lnTo>
                <a:lnTo>
                  <a:pt x="1112189" y="53626"/>
                </a:lnTo>
                <a:lnTo>
                  <a:pt x="1112382" y="57509"/>
                </a:lnTo>
                <a:lnTo>
                  <a:pt x="1112382" y="244154"/>
                </a:lnTo>
                <a:lnTo>
                  <a:pt x="1112189" y="248037"/>
                </a:lnTo>
                <a:lnTo>
                  <a:pt x="1111607" y="251836"/>
                </a:lnTo>
                <a:lnTo>
                  <a:pt x="1110743" y="255179"/>
                </a:lnTo>
                <a:lnTo>
                  <a:pt x="1109504" y="258556"/>
                </a:lnTo>
                <a:lnTo>
                  <a:pt x="1107978" y="261728"/>
                </a:lnTo>
                <a:lnTo>
                  <a:pt x="1106208" y="264646"/>
                </a:lnTo>
                <a:lnTo>
                  <a:pt x="1104095" y="267471"/>
                </a:lnTo>
                <a:lnTo>
                  <a:pt x="1101737" y="270069"/>
                </a:lnTo>
                <a:lnTo>
                  <a:pt x="1099139" y="272427"/>
                </a:lnTo>
                <a:lnTo>
                  <a:pt x="1096314" y="274540"/>
                </a:lnTo>
                <a:lnTo>
                  <a:pt x="1093396" y="276310"/>
                </a:lnTo>
                <a:lnTo>
                  <a:pt x="1090224" y="277836"/>
                </a:lnTo>
                <a:lnTo>
                  <a:pt x="1086847" y="279075"/>
                </a:lnTo>
                <a:lnTo>
                  <a:pt x="1083387" y="279970"/>
                </a:lnTo>
                <a:lnTo>
                  <a:pt x="1079717" y="280521"/>
                </a:lnTo>
                <a:lnTo>
                  <a:pt x="1075821" y="280714"/>
                </a:lnTo>
                <a:lnTo>
                  <a:pt x="57509" y="280714"/>
                </a:lnTo>
                <a:lnTo>
                  <a:pt x="53613" y="280521"/>
                </a:lnTo>
                <a:lnTo>
                  <a:pt x="49944" y="279970"/>
                </a:lnTo>
                <a:lnTo>
                  <a:pt x="46484" y="279075"/>
                </a:lnTo>
                <a:lnTo>
                  <a:pt x="43107" y="277836"/>
                </a:lnTo>
                <a:lnTo>
                  <a:pt x="39935" y="276310"/>
                </a:lnTo>
                <a:lnTo>
                  <a:pt x="37017" y="274540"/>
                </a:lnTo>
                <a:lnTo>
                  <a:pt x="34192" y="272427"/>
                </a:lnTo>
                <a:lnTo>
                  <a:pt x="31594" y="270069"/>
                </a:lnTo>
                <a:lnTo>
                  <a:pt x="29236" y="267471"/>
                </a:lnTo>
                <a:lnTo>
                  <a:pt x="27123" y="264646"/>
                </a:lnTo>
                <a:lnTo>
                  <a:pt x="25353" y="261728"/>
                </a:lnTo>
                <a:lnTo>
                  <a:pt x="23827" y="258556"/>
                </a:lnTo>
                <a:lnTo>
                  <a:pt x="22587" y="255179"/>
                </a:lnTo>
                <a:lnTo>
                  <a:pt x="21693" y="251719"/>
                </a:lnTo>
                <a:lnTo>
                  <a:pt x="21142" y="248050"/>
                </a:lnTo>
                <a:lnTo>
                  <a:pt x="20949" y="244154"/>
                </a:lnTo>
                <a:lnTo>
                  <a:pt x="20949" y="57509"/>
                </a:lnTo>
                <a:lnTo>
                  <a:pt x="21142" y="53613"/>
                </a:lnTo>
                <a:lnTo>
                  <a:pt x="21693" y="49944"/>
                </a:lnTo>
                <a:close/>
              </a:path>
            </a:pathLst>
          </a:custGeom>
          <a:solidFill xmlns:a="http://schemas.openxmlformats.org/drawingml/2006/main">
            <a:srgbClr val="FC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ny">
            <a:extLst xmlns:a="http://schemas.openxmlformats.org/drawingml/2006/main">
              <a:ext uri="{FF2B5EF4-FFF2-40B4-BE49-F238E27FC236}">
                <a16:creationId xmlns:a16="http://schemas.microsoft.com/office/drawing/2014/main" id="{A5C0CAA6-EEB0-4707-8CFE-67C0E719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816" y="2128467"/>
            <a:ext cx="188878" cy="160387"/>
          </a:xfrm>
          <a:custGeom xmlns:a="http://schemas.openxmlformats.org/drawingml/2006/main">
            <a:pathLst>
              <a:path w="188878" h="160387">
                <a:moveTo>
                  <a:pt x="74924" y="111715"/>
                </a:moveTo>
                <a:cubicBezTo>
                  <a:pt x="69431" y="111715"/>
                  <a:pt x="66333" y="108707"/>
                  <a:pt x="65630" y="102691"/>
                </a:cubicBezTo>
                <a:lnTo>
                  <a:pt x="62948" y="81664"/>
                </a:lnTo>
                <a:cubicBezTo>
                  <a:pt x="62053" y="74175"/>
                  <a:pt x="61606" y="67165"/>
                  <a:pt x="61606" y="60636"/>
                </a:cubicBezTo>
                <a:cubicBezTo>
                  <a:pt x="61606" y="58844"/>
                  <a:pt x="61718" y="55804"/>
                  <a:pt x="61942" y="51516"/>
                </a:cubicBezTo>
                <a:cubicBezTo>
                  <a:pt x="62165" y="47227"/>
                  <a:pt x="62277" y="44186"/>
                  <a:pt x="62277" y="42393"/>
                </a:cubicBezTo>
                <a:cubicBezTo>
                  <a:pt x="62277" y="28567"/>
                  <a:pt x="59722" y="21653"/>
                  <a:pt x="54612" y="21653"/>
                </a:cubicBezTo>
                <a:cubicBezTo>
                  <a:pt x="47458" y="21653"/>
                  <a:pt x="40624" y="25906"/>
                  <a:pt x="34109" y="34411"/>
                </a:cubicBezTo>
                <a:cubicBezTo>
                  <a:pt x="28232" y="42148"/>
                  <a:pt x="23633" y="51930"/>
                  <a:pt x="20312" y="63759"/>
                </a:cubicBezTo>
                <a:cubicBezTo>
                  <a:pt x="20184" y="66254"/>
                  <a:pt x="19897" y="69388"/>
                  <a:pt x="19450" y="73161"/>
                </a:cubicBezTo>
                <a:cubicBezTo>
                  <a:pt x="19066" y="76358"/>
                  <a:pt x="18875" y="79459"/>
                  <a:pt x="18875" y="82463"/>
                </a:cubicBezTo>
                <a:cubicBezTo>
                  <a:pt x="18875" y="84381"/>
                  <a:pt x="19066" y="87259"/>
                  <a:pt x="19450" y="91095"/>
                </a:cubicBezTo>
                <a:cubicBezTo>
                  <a:pt x="19833" y="94932"/>
                  <a:pt x="20024" y="97809"/>
                  <a:pt x="20024" y="99727"/>
                </a:cubicBezTo>
                <a:cubicBezTo>
                  <a:pt x="20024" y="102605"/>
                  <a:pt x="19146" y="104940"/>
                  <a:pt x="17390" y="106730"/>
                </a:cubicBezTo>
                <a:cubicBezTo>
                  <a:pt x="15633" y="108521"/>
                  <a:pt x="13382" y="109416"/>
                  <a:pt x="10635" y="109416"/>
                </a:cubicBezTo>
                <a:cubicBezTo>
                  <a:pt x="7825" y="109416"/>
                  <a:pt x="5557" y="108520"/>
                  <a:pt x="3832" y="106727"/>
                </a:cubicBezTo>
                <a:cubicBezTo>
                  <a:pt x="2108" y="104937"/>
                  <a:pt x="1246" y="102601"/>
                  <a:pt x="1246" y="99721"/>
                </a:cubicBezTo>
                <a:cubicBezTo>
                  <a:pt x="1246" y="97803"/>
                  <a:pt x="1038" y="94925"/>
                  <a:pt x="623" y="91086"/>
                </a:cubicBezTo>
                <a:cubicBezTo>
                  <a:pt x="208" y="87246"/>
                  <a:pt x="0" y="84365"/>
                  <a:pt x="0" y="82445"/>
                </a:cubicBezTo>
                <a:cubicBezTo>
                  <a:pt x="0" y="75854"/>
                  <a:pt x="463" y="66720"/>
                  <a:pt x="1389" y="55043"/>
                </a:cubicBezTo>
                <a:cubicBezTo>
                  <a:pt x="2315" y="43366"/>
                  <a:pt x="2779" y="34232"/>
                  <a:pt x="2779" y="27641"/>
                </a:cubicBezTo>
                <a:cubicBezTo>
                  <a:pt x="2779" y="25593"/>
                  <a:pt x="2667" y="22554"/>
                  <a:pt x="2443" y="18524"/>
                </a:cubicBezTo>
                <a:cubicBezTo>
                  <a:pt x="2220" y="14492"/>
                  <a:pt x="2108" y="11453"/>
                  <a:pt x="2108" y="9407"/>
                </a:cubicBezTo>
                <a:cubicBezTo>
                  <a:pt x="2108" y="6655"/>
                  <a:pt x="3018" y="4399"/>
                  <a:pt x="4838" y="2641"/>
                </a:cubicBezTo>
                <a:cubicBezTo>
                  <a:pt x="6659" y="880"/>
                  <a:pt x="8910" y="0"/>
                  <a:pt x="11593" y="0"/>
                </a:cubicBezTo>
                <a:cubicBezTo>
                  <a:pt x="17470" y="0"/>
                  <a:pt x="20695" y="4169"/>
                  <a:pt x="21270" y="12506"/>
                </a:cubicBezTo>
                <a:lnTo>
                  <a:pt x="21557" y="23761"/>
                </a:lnTo>
                <a:cubicBezTo>
                  <a:pt x="32288" y="9453"/>
                  <a:pt x="43306" y="2299"/>
                  <a:pt x="54612" y="2299"/>
                </a:cubicBezTo>
                <a:cubicBezTo>
                  <a:pt x="64832" y="2299"/>
                  <a:pt x="71954" y="6811"/>
                  <a:pt x="75978" y="15833"/>
                </a:cubicBezTo>
                <a:cubicBezTo>
                  <a:pt x="78725" y="21847"/>
                  <a:pt x="80226" y="30741"/>
                  <a:pt x="80481" y="42516"/>
                </a:cubicBezTo>
                <a:lnTo>
                  <a:pt x="80481" y="52208"/>
                </a:lnTo>
                <a:lnTo>
                  <a:pt x="80385" y="61133"/>
                </a:lnTo>
                <a:cubicBezTo>
                  <a:pt x="80385" y="66445"/>
                  <a:pt x="81072" y="73308"/>
                  <a:pt x="82445" y="81724"/>
                </a:cubicBezTo>
                <a:cubicBezTo>
                  <a:pt x="83818" y="90137"/>
                  <a:pt x="84505" y="96967"/>
                  <a:pt x="84505" y="102212"/>
                </a:cubicBezTo>
                <a:cubicBezTo>
                  <a:pt x="84505" y="105029"/>
                  <a:pt x="83595" y="107316"/>
                  <a:pt x="81775" y="109075"/>
                </a:cubicBezTo>
                <a:cubicBezTo>
                  <a:pt x="79954" y="110835"/>
                  <a:pt x="77671" y="111715"/>
                  <a:pt x="74924" y="111715"/>
                </a:cubicBezTo>
                <a:close/>
                <a:moveTo>
                  <a:pt x="187633" y="19339"/>
                </a:moveTo>
                <a:lnTo>
                  <a:pt x="154482" y="91014"/>
                </a:lnTo>
                <a:cubicBezTo>
                  <a:pt x="146306" y="108454"/>
                  <a:pt x="140047" y="123050"/>
                  <a:pt x="135703" y="134803"/>
                </a:cubicBezTo>
                <a:lnTo>
                  <a:pt x="129380" y="153393"/>
                </a:lnTo>
                <a:cubicBezTo>
                  <a:pt x="127719" y="158056"/>
                  <a:pt x="124845" y="160387"/>
                  <a:pt x="120757" y="160387"/>
                </a:cubicBezTo>
                <a:cubicBezTo>
                  <a:pt x="118074" y="160387"/>
                  <a:pt x="115759" y="159504"/>
                  <a:pt x="113811" y="157737"/>
                </a:cubicBezTo>
                <a:cubicBezTo>
                  <a:pt x="111862" y="155973"/>
                  <a:pt x="110888" y="153774"/>
                  <a:pt x="110888" y="151142"/>
                </a:cubicBezTo>
                <a:cubicBezTo>
                  <a:pt x="110888" y="144722"/>
                  <a:pt x="117787" y="126252"/>
                  <a:pt x="131583" y="95730"/>
                </a:cubicBezTo>
                <a:lnTo>
                  <a:pt x="97283" y="29626"/>
                </a:lnTo>
                <a:lnTo>
                  <a:pt x="92972" y="22620"/>
                </a:lnTo>
                <a:cubicBezTo>
                  <a:pt x="91247" y="19678"/>
                  <a:pt x="90385" y="17216"/>
                  <a:pt x="90385" y="15234"/>
                </a:cubicBezTo>
                <a:cubicBezTo>
                  <a:pt x="90385" y="12615"/>
                  <a:pt x="91391" y="10316"/>
                  <a:pt x="93403" y="8336"/>
                </a:cubicBezTo>
                <a:cubicBezTo>
                  <a:pt x="95415" y="6355"/>
                  <a:pt x="97666" y="5365"/>
                  <a:pt x="100157" y="5365"/>
                </a:cubicBezTo>
                <a:cubicBezTo>
                  <a:pt x="103096" y="5365"/>
                  <a:pt x="105363" y="6483"/>
                  <a:pt x="106960" y="8719"/>
                </a:cubicBezTo>
                <a:cubicBezTo>
                  <a:pt x="117819" y="23815"/>
                  <a:pt x="129476" y="45308"/>
                  <a:pt x="141931" y="73196"/>
                </a:cubicBezTo>
                <a:lnTo>
                  <a:pt x="156111" y="40040"/>
                </a:lnTo>
                <a:cubicBezTo>
                  <a:pt x="161221" y="28601"/>
                  <a:pt x="166139" y="18767"/>
                  <a:pt x="170866" y="10539"/>
                </a:cubicBezTo>
                <a:cubicBezTo>
                  <a:pt x="172910" y="6962"/>
                  <a:pt x="175592" y="5174"/>
                  <a:pt x="178914" y="5174"/>
                </a:cubicBezTo>
                <a:cubicBezTo>
                  <a:pt x="181533" y="5174"/>
                  <a:pt x="183848" y="6099"/>
                  <a:pt x="185860" y="7949"/>
                </a:cubicBezTo>
                <a:cubicBezTo>
                  <a:pt x="187872" y="9800"/>
                  <a:pt x="188878" y="12001"/>
                  <a:pt x="188878" y="14554"/>
                </a:cubicBezTo>
                <a:cubicBezTo>
                  <a:pt x="188878" y="15957"/>
                  <a:pt x="188463" y="17552"/>
                  <a:pt x="187633" y="19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12">
            <a:extLst xmlns:a="http://schemas.openxmlformats.org/drawingml/2006/main">
              <a:ext uri="{FF2B5EF4-FFF2-40B4-BE49-F238E27FC236}">
                <a16:creationId xmlns:a16="http://schemas.microsoft.com/office/drawing/2014/main" id="{2200DE25-AB20-4E70-82FF-B6227113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39" y="2174884"/>
            <a:ext cx="115840" cy="97055"/>
          </a:xfrm>
          <a:custGeom xmlns:a="http://schemas.openxmlformats.org/drawingml/2006/main">
            <a:pathLst>
              <a:path w="115840" h="97055">
                <a:moveTo>
                  <a:pt x="33882" y="96931"/>
                </a:moveTo>
                <a:lnTo>
                  <a:pt x="21533" y="96931"/>
                </a:lnTo>
                <a:lnTo>
                  <a:pt x="9246" y="96868"/>
                </a:lnTo>
                <a:cubicBezTo>
                  <a:pt x="6350" y="96868"/>
                  <a:pt x="4323" y="96682"/>
                  <a:pt x="3165" y="96310"/>
                </a:cubicBezTo>
                <a:cubicBezTo>
                  <a:pt x="1055" y="95565"/>
                  <a:pt x="0" y="93993"/>
                  <a:pt x="0" y="91594"/>
                </a:cubicBezTo>
                <a:cubicBezTo>
                  <a:pt x="0" y="87415"/>
                  <a:pt x="3248" y="85326"/>
                  <a:pt x="9743" y="85326"/>
                </a:cubicBezTo>
                <a:lnTo>
                  <a:pt x="12721" y="85388"/>
                </a:lnTo>
                <a:lnTo>
                  <a:pt x="15266" y="85512"/>
                </a:lnTo>
                <a:cubicBezTo>
                  <a:pt x="15266" y="83523"/>
                  <a:pt x="15090" y="80580"/>
                  <a:pt x="14738" y="76685"/>
                </a:cubicBezTo>
                <a:cubicBezTo>
                  <a:pt x="14387" y="72788"/>
                  <a:pt x="14211" y="69866"/>
                  <a:pt x="14211" y="67918"/>
                </a:cubicBezTo>
                <a:cubicBezTo>
                  <a:pt x="14211" y="62653"/>
                  <a:pt x="14686" y="54653"/>
                  <a:pt x="15638" y="43918"/>
                </a:cubicBezTo>
                <a:cubicBezTo>
                  <a:pt x="16548" y="33349"/>
                  <a:pt x="16982" y="25329"/>
                  <a:pt x="16941" y="19858"/>
                </a:cubicBezTo>
                <a:cubicBezTo>
                  <a:pt x="11398" y="24160"/>
                  <a:pt x="7860" y="26311"/>
                  <a:pt x="6330" y="26311"/>
                </a:cubicBezTo>
                <a:cubicBezTo>
                  <a:pt x="4675" y="26311"/>
                  <a:pt x="3237" y="25691"/>
                  <a:pt x="2017" y="24450"/>
                </a:cubicBezTo>
                <a:cubicBezTo>
                  <a:pt x="796" y="23209"/>
                  <a:pt x="186" y="21781"/>
                  <a:pt x="186" y="20168"/>
                </a:cubicBezTo>
                <a:cubicBezTo>
                  <a:pt x="186" y="18224"/>
                  <a:pt x="1965" y="15865"/>
                  <a:pt x="5523" y="13094"/>
                </a:cubicBezTo>
                <a:cubicBezTo>
                  <a:pt x="7757" y="11522"/>
                  <a:pt x="10922" y="8998"/>
                  <a:pt x="15017" y="5523"/>
                </a:cubicBezTo>
                <a:cubicBezTo>
                  <a:pt x="18658" y="1841"/>
                  <a:pt x="22133" y="0"/>
                  <a:pt x="25443" y="0"/>
                </a:cubicBezTo>
                <a:cubicBezTo>
                  <a:pt x="28215" y="0"/>
                  <a:pt x="29600" y="1595"/>
                  <a:pt x="29600" y="4786"/>
                </a:cubicBezTo>
                <a:cubicBezTo>
                  <a:pt x="29600" y="5739"/>
                  <a:pt x="29476" y="7158"/>
                  <a:pt x="29228" y="9043"/>
                </a:cubicBezTo>
                <a:cubicBezTo>
                  <a:pt x="28980" y="10928"/>
                  <a:pt x="28856" y="12346"/>
                  <a:pt x="28856" y="13299"/>
                </a:cubicBezTo>
                <a:cubicBezTo>
                  <a:pt x="28856" y="14667"/>
                  <a:pt x="28928" y="16739"/>
                  <a:pt x="29073" y="19514"/>
                </a:cubicBezTo>
                <a:cubicBezTo>
                  <a:pt x="29218" y="22290"/>
                  <a:pt x="29290" y="24361"/>
                  <a:pt x="29290" y="25728"/>
                </a:cubicBezTo>
                <a:cubicBezTo>
                  <a:pt x="29290" y="30452"/>
                  <a:pt x="28794" y="37496"/>
                  <a:pt x="27801" y="46860"/>
                </a:cubicBezTo>
                <a:cubicBezTo>
                  <a:pt x="26808" y="56222"/>
                  <a:pt x="26311" y="63244"/>
                  <a:pt x="26311" y="67925"/>
                </a:cubicBezTo>
                <a:cubicBezTo>
                  <a:pt x="26311" y="70329"/>
                  <a:pt x="26477" y="73250"/>
                  <a:pt x="26808" y="76689"/>
                </a:cubicBezTo>
                <a:cubicBezTo>
                  <a:pt x="27139" y="80128"/>
                  <a:pt x="27325" y="82945"/>
                  <a:pt x="27366" y="85140"/>
                </a:cubicBezTo>
                <a:lnTo>
                  <a:pt x="33882" y="85016"/>
                </a:lnTo>
                <a:cubicBezTo>
                  <a:pt x="35620" y="85016"/>
                  <a:pt x="37057" y="85585"/>
                  <a:pt x="38195" y="86722"/>
                </a:cubicBezTo>
                <a:cubicBezTo>
                  <a:pt x="39333" y="87860"/>
                  <a:pt x="39902" y="89277"/>
                  <a:pt x="39902" y="90973"/>
                </a:cubicBezTo>
                <a:cubicBezTo>
                  <a:pt x="39902" y="92711"/>
                  <a:pt x="39333" y="94138"/>
                  <a:pt x="38195" y="95255"/>
                </a:cubicBezTo>
                <a:cubicBezTo>
                  <a:pt x="37057" y="96372"/>
                  <a:pt x="35620" y="96931"/>
                  <a:pt x="33882" y="96931"/>
                </a:cubicBezTo>
                <a:close/>
                <a:moveTo>
                  <a:pt x="110007" y="96931"/>
                </a:moveTo>
                <a:cubicBezTo>
                  <a:pt x="108973" y="96931"/>
                  <a:pt x="107515" y="96600"/>
                  <a:pt x="105632" y="95938"/>
                </a:cubicBezTo>
                <a:cubicBezTo>
                  <a:pt x="103750" y="95276"/>
                  <a:pt x="102312" y="94945"/>
                  <a:pt x="101319" y="94945"/>
                </a:cubicBezTo>
                <a:cubicBezTo>
                  <a:pt x="99209" y="94945"/>
                  <a:pt x="96045" y="95077"/>
                  <a:pt x="91825" y="95340"/>
                </a:cubicBezTo>
                <a:cubicBezTo>
                  <a:pt x="87605" y="95604"/>
                  <a:pt x="84420" y="95736"/>
                  <a:pt x="82268" y="95736"/>
                </a:cubicBezTo>
                <a:cubicBezTo>
                  <a:pt x="80655" y="95736"/>
                  <a:pt x="78266" y="95956"/>
                  <a:pt x="75101" y="96395"/>
                </a:cubicBezTo>
                <a:cubicBezTo>
                  <a:pt x="71936" y="96835"/>
                  <a:pt x="69547" y="97055"/>
                  <a:pt x="67934" y="97055"/>
                </a:cubicBezTo>
                <a:cubicBezTo>
                  <a:pt x="67478" y="97055"/>
                  <a:pt x="66817" y="96972"/>
                  <a:pt x="65948" y="96806"/>
                </a:cubicBezTo>
                <a:cubicBezTo>
                  <a:pt x="65079" y="96641"/>
                  <a:pt x="64417" y="96558"/>
                  <a:pt x="63962" y="96558"/>
                </a:cubicBezTo>
                <a:cubicBezTo>
                  <a:pt x="61107" y="96558"/>
                  <a:pt x="59246" y="95171"/>
                  <a:pt x="58377" y="92397"/>
                </a:cubicBezTo>
                <a:cubicBezTo>
                  <a:pt x="57881" y="90947"/>
                  <a:pt x="57632" y="88463"/>
                  <a:pt x="57632" y="84944"/>
                </a:cubicBezTo>
                <a:cubicBezTo>
                  <a:pt x="57632" y="75298"/>
                  <a:pt x="60259" y="67536"/>
                  <a:pt x="65513" y="61656"/>
                </a:cubicBezTo>
                <a:cubicBezTo>
                  <a:pt x="67913" y="58966"/>
                  <a:pt x="74387" y="53998"/>
                  <a:pt x="84937" y="46753"/>
                </a:cubicBezTo>
                <a:cubicBezTo>
                  <a:pt x="90853" y="42695"/>
                  <a:pt x="94804" y="39527"/>
                  <a:pt x="96789" y="37251"/>
                </a:cubicBezTo>
                <a:cubicBezTo>
                  <a:pt x="100347" y="33277"/>
                  <a:pt x="102126" y="28619"/>
                  <a:pt x="102126" y="23279"/>
                </a:cubicBezTo>
                <a:cubicBezTo>
                  <a:pt x="102126" y="20628"/>
                  <a:pt x="100409" y="18268"/>
                  <a:pt x="96975" y="16198"/>
                </a:cubicBezTo>
                <a:cubicBezTo>
                  <a:pt x="93955" y="14335"/>
                  <a:pt x="90997" y="13404"/>
                  <a:pt x="88102" y="13404"/>
                </a:cubicBezTo>
                <a:cubicBezTo>
                  <a:pt x="84295" y="13404"/>
                  <a:pt x="80676" y="14506"/>
                  <a:pt x="77242" y="16710"/>
                </a:cubicBezTo>
                <a:lnTo>
                  <a:pt x="68368" y="23695"/>
                </a:lnTo>
                <a:cubicBezTo>
                  <a:pt x="66589" y="25109"/>
                  <a:pt x="65162" y="25815"/>
                  <a:pt x="64086" y="25815"/>
                </a:cubicBezTo>
                <a:cubicBezTo>
                  <a:pt x="59825" y="25815"/>
                  <a:pt x="57694" y="24114"/>
                  <a:pt x="57694" y="20713"/>
                </a:cubicBezTo>
                <a:cubicBezTo>
                  <a:pt x="57694" y="18763"/>
                  <a:pt x="58480" y="17084"/>
                  <a:pt x="60053" y="15675"/>
                </a:cubicBezTo>
                <a:cubicBezTo>
                  <a:pt x="64893" y="11112"/>
                  <a:pt x="69092" y="7815"/>
                  <a:pt x="72650" y="5783"/>
                </a:cubicBezTo>
                <a:cubicBezTo>
                  <a:pt x="77656" y="2920"/>
                  <a:pt x="82806" y="1489"/>
                  <a:pt x="88102" y="1489"/>
                </a:cubicBezTo>
                <a:cubicBezTo>
                  <a:pt x="94804" y="1489"/>
                  <a:pt x="100782" y="3310"/>
                  <a:pt x="106036" y="6950"/>
                </a:cubicBezTo>
                <a:cubicBezTo>
                  <a:pt x="111910" y="11046"/>
                  <a:pt x="114847" y="16300"/>
                  <a:pt x="114847" y="22712"/>
                </a:cubicBezTo>
                <a:cubicBezTo>
                  <a:pt x="114847" y="26932"/>
                  <a:pt x="114248" y="30821"/>
                  <a:pt x="113048" y="34379"/>
                </a:cubicBezTo>
                <a:cubicBezTo>
                  <a:pt x="111848" y="37937"/>
                  <a:pt x="110028" y="41184"/>
                  <a:pt x="107587" y="44121"/>
                </a:cubicBezTo>
                <a:cubicBezTo>
                  <a:pt x="104484" y="47845"/>
                  <a:pt x="99230" y="52002"/>
                  <a:pt x="91825" y="56595"/>
                </a:cubicBezTo>
                <a:cubicBezTo>
                  <a:pt x="84047" y="61476"/>
                  <a:pt x="78938" y="65179"/>
                  <a:pt x="76497" y="67702"/>
                </a:cubicBezTo>
                <a:cubicBezTo>
                  <a:pt x="71905" y="72460"/>
                  <a:pt x="69650" y="78231"/>
                  <a:pt x="69733" y="85016"/>
                </a:cubicBezTo>
                <a:lnTo>
                  <a:pt x="82517" y="83798"/>
                </a:lnTo>
                <a:cubicBezTo>
                  <a:pt x="91287" y="83286"/>
                  <a:pt x="97555" y="83030"/>
                  <a:pt x="101319" y="83030"/>
                </a:cubicBezTo>
                <a:cubicBezTo>
                  <a:pt x="104463" y="83030"/>
                  <a:pt x="107442" y="83571"/>
                  <a:pt x="110255" y="84651"/>
                </a:cubicBezTo>
                <a:cubicBezTo>
                  <a:pt x="113979" y="86106"/>
                  <a:pt x="115840" y="88121"/>
                  <a:pt x="115840" y="90698"/>
                </a:cubicBezTo>
                <a:cubicBezTo>
                  <a:pt x="115840" y="92318"/>
                  <a:pt x="115282" y="93762"/>
                  <a:pt x="114165" y="95030"/>
                </a:cubicBezTo>
                <a:cubicBezTo>
                  <a:pt x="113048" y="96297"/>
                  <a:pt x="111662" y="96931"/>
                  <a:pt x="110007" y="969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r">
            <a:extLst xmlns:a="http://schemas.openxmlformats.org/drawingml/2006/main">
              <a:ext uri="{FF2B5EF4-FFF2-40B4-BE49-F238E27FC236}">
                <a16:creationId xmlns:a16="http://schemas.microsoft.com/office/drawing/2014/main" id="{8490A116-5EAE-4AAA-8D25-AE4B8D18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0039" y="2132108"/>
            <a:ext cx="74637" cy="107691"/>
          </a:xfrm>
          <a:custGeom xmlns:a="http://schemas.openxmlformats.org/drawingml/2006/main">
            <a:pathLst>
              <a:path w="74637" h="107691">
                <a:moveTo>
                  <a:pt x="74541" y="30180"/>
                </a:moveTo>
                <a:cubicBezTo>
                  <a:pt x="74094" y="38165"/>
                  <a:pt x="70900" y="42157"/>
                  <a:pt x="64960" y="42157"/>
                </a:cubicBezTo>
                <a:cubicBezTo>
                  <a:pt x="59467" y="42157"/>
                  <a:pt x="56720" y="39008"/>
                  <a:pt x="56720" y="32710"/>
                </a:cubicBezTo>
                <a:cubicBezTo>
                  <a:pt x="56720" y="31501"/>
                  <a:pt x="56624" y="29273"/>
                  <a:pt x="56433" y="26028"/>
                </a:cubicBezTo>
                <a:lnTo>
                  <a:pt x="56145" y="18012"/>
                </a:lnTo>
                <a:cubicBezTo>
                  <a:pt x="46053" y="19228"/>
                  <a:pt x="37973" y="22076"/>
                  <a:pt x="31905" y="26558"/>
                </a:cubicBezTo>
                <a:cubicBezTo>
                  <a:pt x="26220" y="30719"/>
                  <a:pt x="21494" y="36993"/>
                  <a:pt x="17725" y="45378"/>
                </a:cubicBezTo>
                <a:lnTo>
                  <a:pt x="17917" y="97993"/>
                </a:lnTo>
                <a:cubicBezTo>
                  <a:pt x="17917" y="104459"/>
                  <a:pt x="14755" y="107691"/>
                  <a:pt x="8431" y="107691"/>
                </a:cubicBezTo>
                <a:cubicBezTo>
                  <a:pt x="2810" y="107691"/>
                  <a:pt x="0" y="104460"/>
                  <a:pt x="0" y="97996"/>
                </a:cubicBezTo>
                <a:lnTo>
                  <a:pt x="0" y="30615"/>
                </a:lnTo>
                <a:cubicBezTo>
                  <a:pt x="0" y="28503"/>
                  <a:pt x="80" y="25336"/>
                  <a:pt x="240" y="21114"/>
                </a:cubicBezTo>
                <a:cubicBezTo>
                  <a:pt x="399" y="16891"/>
                  <a:pt x="479" y="13723"/>
                  <a:pt x="479" y="11611"/>
                </a:cubicBezTo>
                <a:cubicBezTo>
                  <a:pt x="479" y="5148"/>
                  <a:pt x="3290" y="1916"/>
                  <a:pt x="8910" y="1916"/>
                </a:cubicBezTo>
                <a:cubicBezTo>
                  <a:pt x="15170" y="1916"/>
                  <a:pt x="18332" y="7218"/>
                  <a:pt x="18396" y="17821"/>
                </a:cubicBezTo>
                <a:cubicBezTo>
                  <a:pt x="30659" y="5940"/>
                  <a:pt x="44265" y="0"/>
                  <a:pt x="59211" y="0"/>
                </a:cubicBezTo>
                <a:cubicBezTo>
                  <a:pt x="64385" y="0"/>
                  <a:pt x="68249" y="1948"/>
                  <a:pt x="70804" y="5844"/>
                </a:cubicBezTo>
                <a:cubicBezTo>
                  <a:pt x="73359" y="9741"/>
                  <a:pt x="74637" y="15617"/>
                  <a:pt x="74637" y="23474"/>
                </a:cubicBezTo>
                <a:cubicBezTo>
                  <a:pt x="74637" y="26795"/>
                  <a:pt x="74605" y="29031"/>
                  <a:pt x="74541" y="301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12">
            <a:extLst xmlns:a="http://schemas.openxmlformats.org/drawingml/2006/main">
              <a:ext uri="{FF2B5EF4-FFF2-40B4-BE49-F238E27FC236}">
                <a16:creationId xmlns:a16="http://schemas.microsoft.com/office/drawing/2014/main" id="{67150548-6512-436D-A185-17213469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0795" y="2174884"/>
            <a:ext cx="115840" cy="97055"/>
          </a:xfrm>
          <a:custGeom xmlns:a="http://schemas.openxmlformats.org/drawingml/2006/main">
            <a:pathLst>
              <a:path w="115840" h="97055">
                <a:moveTo>
                  <a:pt x="33882" y="96931"/>
                </a:moveTo>
                <a:lnTo>
                  <a:pt x="21533" y="96931"/>
                </a:lnTo>
                <a:lnTo>
                  <a:pt x="9246" y="96868"/>
                </a:lnTo>
                <a:cubicBezTo>
                  <a:pt x="6350" y="96868"/>
                  <a:pt x="4323" y="96682"/>
                  <a:pt x="3165" y="96310"/>
                </a:cubicBezTo>
                <a:cubicBezTo>
                  <a:pt x="1055" y="95565"/>
                  <a:pt x="0" y="93993"/>
                  <a:pt x="0" y="91594"/>
                </a:cubicBezTo>
                <a:cubicBezTo>
                  <a:pt x="0" y="87415"/>
                  <a:pt x="3248" y="85326"/>
                  <a:pt x="9743" y="85326"/>
                </a:cubicBezTo>
                <a:lnTo>
                  <a:pt x="12721" y="85388"/>
                </a:lnTo>
                <a:lnTo>
                  <a:pt x="15266" y="85512"/>
                </a:lnTo>
                <a:cubicBezTo>
                  <a:pt x="15266" y="83523"/>
                  <a:pt x="15090" y="80580"/>
                  <a:pt x="14738" y="76685"/>
                </a:cubicBezTo>
                <a:cubicBezTo>
                  <a:pt x="14387" y="72788"/>
                  <a:pt x="14211" y="69866"/>
                  <a:pt x="14211" y="67918"/>
                </a:cubicBezTo>
                <a:cubicBezTo>
                  <a:pt x="14211" y="62653"/>
                  <a:pt x="14686" y="54653"/>
                  <a:pt x="15638" y="43918"/>
                </a:cubicBezTo>
                <a:cubicBezTo>
                  <a:pt x="16548" y="33349"/>
                  <a:pt x="16982" y="25329"/>
                  <a:pt x="16941" y="19858"/>
                </a:cubicBezTo>
                <a:cubicBezTo>
                  <a:pt x="11398" y="24160"/>
                  <a:pt x="7860" y="26311"/>
                  <a:pt x="6330" y="26311"/>
                </a:cubicBezTo>
                <a:cubicBezTo>
                  <a:pt x="4675" y="26311"/>
                  <a:pt x="3237" y="25691"/>
                  <a:pt x="2017" y="24450"/>
                </a:cubicBezTo>
                <a:cubicBezTo>
                  <a:pt x="796" y="23209"/>
                  <a:pt x="186" y="21781"/>
                  <a:pt x="186" y="20168"/>
                </a:cubicBezTo>
                <a:cubicBezTo>
                  <a:pt x="186" y="18224"/>
                  <a:pt x="1965" y="15865"/>
                  <a:pt x="5523" y="13094"/>
                </a:cubicBezTo>
                <a:cubicBezTo>
                  <a:pt x="7757" y="11522"/>
                  <a:pt x="10922" y="8998"/>
                  <a:pt x="15017" y="5523"/>
                </a:cubicBezTo>
                <a:cubicBezTo>
                  <a:pt x="18658" y="1841"/>
                  <a:pt x="22133" y="0"/>
                  <a:pt x="25443" y="0"/>
                </a:cubicBezTo>
                <a:cubicBezTo>
                  <a:pt x="28215" y="0"/>
                  <a:pt x="29600" y="1595"/>
                  <a:pt x="29600" y="4786"/>
                </a:cubicBezTo>
                <a:cubicBezTo>
                  <a:pt x="29600" y="5739"/>
                  <a:pt x="29476" y="7158"/>
                  <a:pt x="29228" y="9043"/>
                </a:cubicBezTo>
                <a:cubicBezTo>
                  <a:pt x="28980" y="10928"/>
                  <a:pt x="28856" y="12346"/>
                  <a:pt x="28856" y="13299"/>
                </a:cubicBezTo>
                <a:cubicBezTo>
                  <a:pt x="28856" y="14667"/>
                  <a:pt x="28928" y="16739"/>
                  <a:pt x="29073" y="19514"/>
                </a:cubicBezTo>
                <a:cubicBezTo>
                  <a:pt x="29218" y="22290"/>
                  <a:pt x="29290" y="24361"/>
                  <a:pt x="29290" y="25728"/>
                </a:cubicBezTo>
                <a:cubicBezTo>
                  <a:pt x="29290" y="30452"/>
                  <a:pt x="28794" y="37496"/>
                  <a:pt x="27801" y="46860"/>
                </a:cubicBezTo>
                <a:cubicBezTo>
                  <a:pt x="26808" y="56222"/>
                  <a:pt x="26311" y="63244"/>
                  <a:pt x="26311" y="67925"/>
                </a:cubicBezTo>
                <a:cubicBezTo>
                  <a:pt x="26311" y="70329"/>
                  <a:pt x="26477" y="73250"/>
                  <a:pt x="26808" y="76689"/>
                </a:cubicBezTo>
                <a:cubicBezTo>
                  <a:pt x="27139" y="80128"/>
                  <a:pt x="27325" y="82945"/>
                  <a:pt x="27366" y="85140"/>
                </a:cubicBezTo>
                <a:lnTo>
                  <a:pt x="33882" y="85016"/>
                </a:lnTo>
                <a:cubicBezTo>
                  <a:pt x="35620" y="85016"/>
                  <a:pt x="37057" y="85585"/>
                  <a:pt x="38195" y="86722"/>
                </a:cubicBezTo>
                <a:cubicBezTo>
                  <a:pt x="39333" y="87860"/>
                  <a:pt x="39902" y="89277"/>
                  <a:pt x="39902" y="90973"/>
                </a:cubicBezTo>
                <a:cubicBezTo>
                  <a:pt x="39902" y="92711"/>
                  <a:pt x="39333" y="94138"/>
                  <a:pt x="38195" y="95255"/>
                </a:cubicBezTo>
                <a:cubicBezTo>
                  <a:pt x="37057" y="96372"/>
                  <a:pt x="35620" y="96931"/>
                  <a:pt x="33882" y="96931"/>
                </a:cubicBezTo>
                <a:close/>
                <a:moveTo>
                  <a:pt x="110007" y="96931"/>
                </a:moveTo>
                <a:cubicBezTo>
                  <a:pt x="108973" y="96931"/>
                  <a:pt x="107515" y="96600"/>
                  <a:pt x="105632" y="95938"/>
                </a:cubicBezTo>
                <a:cubicBezTo>
                  <a:pt x="103750" y="95276"/>
                  <a:pt x="102312" y="94945"/>
                  <a:pt x="101319" y="94945"/>
                </a:cubicBezTo>
                <a:cubicBezTo>
                  <a:pt x="99209" y="94945"/>
                  <a:pt x="96045" y="95077"/>
                  <a:pt x="91825" y="95340"/>
                </a:cubicBezTo>
                <a:cubicBezTo>
                  <a:pt x="87605" y="95604"/>
                  <a:pt x="84420" y="95736"/>
                  <a:pt x="82268" y="95736"/>
                </a:cubicBezTo>
                <a:cubicBezTo>
                  <a:pt x="80655" y="95736"/>
                  <a:pt x="78266" y="95956"/>
                  <a:pt x="75101" y="96395"/>
                </a:cubicBezTo>
                <a:cubicBezTo>
                  <a:pt x="71936" y="96835"/>
                  <a:pt x="69547" y="97055"/>
                  <a:pt x="67934" y="97055"/>
                </a:cubicBezTo>
                <a:cubicBezTo>
                  <a:pt x="67478" y="97055"/>
                  <a:pt x="66817" y="96972"/>
                  <a:pt x="65948" y="96806"/>
                </a:cubicBezTo>
                <a:cubicBezTo>
                  <a:pt x="65079" y="96641"/>
                  <a:pt x="64417" y="96558"/>
                  <a:pt x="63962" y="96558"/>
                </a:cubicBezTo>
                <a:cubicBezTo>
                  <a:pt x="61107" y="96558"/>
                  <a:pt x="59246" y="95171"/>
                  <a:pt x="58377" y="92397"/>
                </a:cubicBezTo>
                <a:cubicBezTo>
                  <a:pt x="57881" y="90947"/>
                  <a:pt x="57632" y="88463"/>
                  <a:pt x="57632" y="84944"/>
                </a:cubicBezTo>
                <a:cubicBezTo>
                  <a:pt x="57632" y="75298"/>
                  <a:pt x="60259" y="67536"/>
                  <a:pt x="65513" y="61656"/>
                </a:cubicBezTo>
                <a:cubicBezTo>
                  <a:pt x="67913" y="58966"/>
                  <a:pt x="74387" y="53998"/>
                  <a:pt x="84937" y="46753"/>
                </a:cubicBezTo>
                <a:cubicBezTo>
                  <a:pt x="90853" y="42695"/>
                  <a:pt x="94804" y="39527"/>
                  <a:pt x="96789" y="37251"/>
                </a:cubicBezTo>
                <a:cubicBezTo>
                  <a:pt x="100347" y="33277"/>
                  <a:pt x="102126" y="28619"/>
                  <a:pt x="102126" y="23279"/>
                </a:cubicBezTo>
                <a:cubicBezTo>
                  <a:pt x="102126" y="20628"/>
                  <a:pt x="100409" y="18268"/>
                  <a:pt x="96975" y="16198"/>
                </a:cubicBezTo>
                <a:cubicBezTo>
                  <a:pt x="93955" y="14335"/>
                  <a:pt x="90997" y="13404"/>
                  <a:pt x="88102" y="13404"/>
                </a:cubicBezTo>
                <a:cubicBezTo>
                  <a:pt x="84295" y="13404"/>
                  <a:pt x="80676" y="14506"/>
                  <a:pt x="77242" y="16710"/>
                </a:cubicBezTo>
                <a:lnTo>
                  <a:pt x="68368" y="23695"/>
                </a:lnTo>
                <a:cubicBezTo>
                  <a:pt x="66589" y="25109"/>
                  <a:pt x="65162" y="25815"/>
                  <a:pt x="64086" y="25815"/>
                </a:cubicBezTo>
                <a:cubicBezTo>
                  <a:pt x="59825" y="25815"/>
                  <a:pt x="57694" y="24114"/>
                  <a:pt x="57694" y="20713"/>
                </a:cubicBezTo>
                <a:cubicBezTo>
                  <a:pt x="57694" y="18763"/>
                  <a:pt x="58480" y="17084"/>
                  <a:pt x="60053" y="15675"/>
                </a:cubicBezTo>
                <a:cubicBezTo>
                  <a:pt x="64893" y="11112"/>
                  <a:pt x="69092" y="7815"/>
                  <a:pt x="72650" y="5783"/>
                </a:cubicBezTo>
                <a:cubicBezTo>
                  <a:pt x="77656" y="2920"/>
                  <a:pt x="82806" y="1489"/>
                  <a:pt x="88102" y="1489"/>
                </a:cubicBezTo>
                <a:cubicBezTo>
                  <a:pt x="94804" y="1489"/>
                  <a:pt x="100782" y="3310"/>
                  <a:pt x="106036" y="6950"/>
                </a:cubicBezTo>
                <a:cubicBezTo>
                  <a:pt x="111910" y="11046"/>
                  <a:pt x="114847" y="16300"/>
                  <a:pt x="114847" y="22712"/>
                </a:cubicBezTo>
                <a:cubicBezTo>
                  <a:pt x="114847" y="26932"/>
                  <a:pt x="114248" y="30821"/>
                  <a:pt x="113048" y="34379"/>
                </a:cubicBezTo>
                <a:cubicBezTo>
                  <a:pt x="111848" y="37937"/>
                  <a:pt x="110028" y="41184"/>
                  <a:pt x="107587" y="44121"/>
                </a:cubicBezTo>
                <a:cubicBezTo>
                  <a:pt x="104484" y="47845"/>
                  <a:pt x="99230" y="52002"/>
                  <a:pt x="91825" y="56595"/>
                </a:cubicBezTo>
                <a:cubicBezTo>
                  <a:pt x="84047" y="61476"/>
                  <a:pt x="78938" y="65179"/>
                  <a:pt x="76497" y="67702"/>
                </a:cubicBezTo>
                <a:cubicBezTo>
                  <a:pt x="71905" y="72460"/>
                  <a:pt x="69650" y="78231"/>
                  <a:pt x="69733" y="85016"/>
                </a:cubicBezTo>
                <a:lnTo>
                  <a:pt x="82517" y="83798"/>
                </a:lnTo>
                <a:cubicBezTo>
                  <a:pt x="91287" y="83286"/>
                  <a:pt x="97555" y="83030"/>
                  <a:pt x="101319" y="83030"/>
                </a:cubicBezTo>
                <a:cubicBezTo>
                  <a:pt x="104463" y="83030"/>
                  <a:pt x="107442" y="83571"/>
                  <a:pt x="110255" y="84651"/>
                </a:cubicBezTo>
                <a:cubicBezTo>
                  <a:pt x="113979" y="86106"/>
                  <a:pt x="115840" y="88121"/>
                  <a:pt x="115840" y="90698"/>
                </a:cubicBezTo>
                <a:cubicBezTo>
                  <a:pt x="115840" y="92318"/>
                  <a:pt x="115282" y="93762"/>
                  <a:pt x="114165" y="95030"/>
                </a:cubicBezTo>
                <a:cubicBezTo>
                  <a:pt x="113048" y="96297"/>
                  <a:pt x="111662" y="96931"/>
                  <a:pt x="110007" y="969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=0">
            <a:extLst xmlns:a="http://schemas.openxmlformats.org/drawingml/2006/main">
              <a:ext uri="{FF2B5EF4-FFF2-40B4-BE49-F238E27FC236}">
                <a16:creationId xmlns:a16="http://schemas.microsoft.com/office/drawing/2014/main" id="{14AF469F-74A2-4624-921C-73ECCC75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5247" y="2084203"/>
            <a:ext cx="203332" cy="152914"/>
          </a:xfrm>
          <a:custGeom xmlns:a="http://schemas.openxmlformats.org/drawingml/2006/main">
            <a:pathLst>
              <a:path w="203332" h="152914">
                <a:moveTo>
                  <a:pt x="21557" y="53367"/>
                </a:moveTo>
                <a:lnTo>
                  <a:pt x="66301" y="53462"/>
                </a:lnTo>
                <a:cubicBezTo>
                  <a:pt x="71986" y="53462"/>
                  <a:pt x="74828" y="56305"/>
                  <a:pt x="74828" y="61990"/>
                </a:cubicBezTo>
                <a:cubicBezTo>
                  <a:pt x="74828" y="67674"/>
                  <a:pt x="71986" y="70517"/>
                  <a:pt x="66301" y="70517"/>
                </a:cubicBezTo>
                <a:lnTo>
                  <a:pt x="21462" y="70421"/>
                </a:lnTo>
                <a:cubicBezTo>
                  <a:pt x="19993" y="70421"/>
                  <a:pt x="17805" y="70501"/>
                  <a:pt x="14899" y="70660"/>
                </a:cubicBezTo>
                <a:cubicBezTo>
                  <a:pt x="11992" y="70820"/>
                  <a:pt x="9837" y="70900"/>
                  <a:pt x="8431" y="70900"/>
                </a:cubicBezTo>
                <a:cubicBezTo>
                  <a:pt x="5940" y="70900"/>
                  <a:pt x="3912" y="70070"/>
                  <a:pt x="2347" y="68409"/>
                </a:cubicBezTo>
                <a:cubicBezTo>
                  <a:pt x="782" y="66748"/>
                  <a:pt x="0" y="64704"/>
                  <a:pt x="0" y="62277"/>
                </a:cubicBezTo>
                <a:cubicBezTo>
                  <a:pt x="0" y="57678"/>
                  <a:pt x="2683" y="54868"/>
                  <a:pt x="8048" y="53846"/>
                </a:cubicBezTo>
                <a:cubicBezTo>
                  <a:pt x="9453" y="53526"/>
                  <a:pt x="13956" y="53367"/>
                  <a:pt x="21557" y="53367"/>
                </a:cubicBezTo>
                <a:moveTo>
                  <a:pt x="27019" y="104817"/>
                </a:moveTo>
                <a:cubicBezTo>
                  <a:pt x="31234" y="104817"/>
                  <a:pt x="37558" y="104913"/>
                  <a:pt x="45989" y="105104"/>
                </a:cubicBezTo>
                <a:cubicBezTo>
                  <a:pt x="54421" y="105296"/>
                  <a:pt x="60744" y="105392"/>
                  <a:pt x="64960" y="105392"/>
                </a:cubicBezTo>
                <a:cubicBezTo>
                  <a:pt x="70644" y="105392"/>
                  <a:pt x="73487" y="108234"/>
                  <a:pt x="73487" y="113919"/>
                </a:cubicBezTo>
                <a:cubicBezTo>
                  <a:pt x="73487" y="119604"/>
                  <a:pt x="70644" y="122446"/>
                  <a:pt x="64960" y="122446"/>
                </a:cubicBezTo>
                <a:cubicBezTo>
                  <a:pt x="60744" y="122446"/>
                  <a:pt x="54421" y="122350"/>
                  <a:pt x="45989" y="122159"/>
                </a:cubicBezTo>
                <a:cubicBezTo>
                  <a:pt x="37558" y="121967"/>
                  <a:pt x="31234" y="121871"/>
                  <a:pt x="27019" y="121871"/>
                </a:cubicBezTo>
                <a:cubicBezTo>
                  <a:pt x="25102" y="121871"/>
                  <a:pt x="22228" y="121999"/>
                  <a:pt x="18396" y="122255"/>
                </a:cubicBezTo>
                <a:cubicBezTo>
                  <a:pt x="14563" y="122510"/>
                  <a:pt x="11721" y="122638"/>
                  <a:pt x="9869" y="122638"/>
                </a:cubicBezTo>
                <a:cubicBezTo>
                  <a:pt x="3992" y="122638"/>
                  <a:pt x="1054" y="119795"/>
                  <a:pt x="1054" y="114111"/>
                </a:cubicBezTo>
                <a:cubicBezTo>
                  <a:pt x="1054" y="108873"/>
                  <a:pt x="3800" y="106031"/>
                  <a:pt x="9294" y="105583"/>
                </a:cubicBezTo>
                <a:cubicBezTo>
                  <a:pt x="16384" y="105072"/>
                  <a:pt x="22292" y="104817"/>
                  <a:pt x="27019" y="104817"/>
                </a:cubicBezTo>
                <a:close/>
                <a:moveTo>
                  <a:pt x="148911" y="152914"/>
                </a:moveTo>
                <a:cubicBezTo>
                  <a:pt x="129493" y="152914"/>
                  <a:pt x="115313" y="144025"/>
                  <a:pt x="106371" y="126246"/>
                </a:cubicBezTo>
                <a:cubicBezTo>
                  <a:pt x="99600" y="112559"/>
                  <a:pt x="96215" y="94747"/>
                  <a:pt x="96215" y="72810"/>
                </a:cubicBezTo>
                <a:cubicBezTo>
                  <a:pt x="96215" y="54265"/>
                  <a:pt x="100622" y="38085"/>
                  <a:pt x="109437" y="24270"/>
                </a:cubicBezTo>
                <a:cubicBezTo>
                  <a:pt x="119848" y="8090"/>
                  <a:pt x="133996" y="0"/>
                  <a:pt x="151881" y="0"/>
                </a:cubicBezTo>
                <a:cubicBezTo>
                  <a:pt x="168680" y="0"/>
                  <a:pt x="181774" y="7163"/>
                  <a:pt x="191164" y="21489"/>
                </a:cubicBezTo>
                <a:cubicBezTo>
                  <a:pt x="199276" y="33896"/>
                  <a:pt x="203332" y="49021"/>
                  <a:pt x="203332" y="66864"/>
                </a:cubicBezTo>
                <a:cubicBezTo>
                  <a:pt x="203332" y="95515"/>
                  <a:pt x="198797" y="117020"/>
                  <a:pt x="189726" y="131378"/>
                </a:cubicBezTo>
                <a:cubicBezTo>
                  <a:pt x="180656" y="145735"/>
                  <a:pt x="167051" y="152914"/>
                  <a:pt x="148911" y="152914"/>
                </a:cubicBezTo>
                <a:moveTo>
                  <a:pt x="151785" y="18587"/>
                </a:moveTo>
                <a:cubicBezTo>
                  <a:pt x="139905" y="18587"/>
                  <a:pt x="130483" y="24628"/>
                  <a:pt x="123521" y="36711"/>
                </a:cubicBezTo>
                <a:cubicBezTo>
                  <a:pt x="117709" y="46811"/>
                  <a:pt x="114802" y="58350"/>
                  <a:pt x="114802" y="71328"/>
                </a:cubicBezTo>
                <a:cubicBezTo>
                  <a:pt x="114802" y="92359"/>
                  <a:pt x="117645" y="108148"/>
                  <a:pt x="123330" y="118698"/>
                </a:cubicBezTo>
                <a:cubicBezTo>
                  <a:pt x="129014" y="129245"/>
                  <a:pt x="137541" y="134518"/>
                  <a:pt x="148911" y="134518"/>
                </a:cubicBezTo>
                <a:cubicBezTo>
                  <a:pt x="162452" y="134518"/>
                  <a:pt x="172161" y="126784"/>
                  <a:pt x="178038" y="111314"/>
                </a:cubicBezTo>
                <a:cubicBezTo>
                  <a:pt x="182125" y="100573"/>
                  <a:pt x="184169" y="86956"/>
                  <a:pt x="184169" y="70463"/>
                </a:cubicBezTo>
                <a:cubicBezTo>
                  <a:pt x="184169" y="53139"/>
                  <a:pt x="181471" y="40163"/>
                  <a:pt x="176073" y="31534"/>
                </a:cubicBezTo>
                <a:cubicBezTo>
                  <a:pt x="170676" y="22903"/>
                  <a:pt x="162580" y="18587"/>
                  <a:pt x="151785" y="185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9D24B-1D22-4A2F-AA11-3E9E3F7B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9300" y="2519850"/>
            <a:ext cx="1108890" cy="303758"/>
          </a:xfrm>
          <a:custGeom xmlns:a="http://schemas.openxmlformats.org/drawingml/2006/main">
            <a:pathLst>
              <a:path w="1108890" h="303758">
                <a:moveTo>
                  <a:pt x="419" y="50696"/>
                </a:moveTo>
                <a:cubicBezTo>
                  <a:pt x="0" y="22611"/>
                  <a:pt x="22611" y="0"/>
                  <a:pt x="50696" y="419"/>
                </a:cubicBezTo>
                <a:lnTo>
                  <a:pt x="1057915" y="419"/>
                </a:lnTo>
                <a:cubicBezTo>
                  <a:pt x="1086279" y="0"/>
                  <a:pt x="1108890" y="22611"/>
                  <a:pt x="1108192" y="50696"/>
                </a:cubicBezTo>
                <a:lnTo>
                  <a:pt x="1108192" y="251805"/>
                </a:lnTo>
                <a:cubicBezTo>
                  <a:pt x="1108890" y="280449"/>
                  <a:pt x="1086279" y="303059"/>
                  <a:pt x="1057915" y="303758"/>
                </a:cubicBezTo>
                <a:lnTo>
                  <a:pt x="50696" y="303758"/>
                </a:lnTo>
                <a:cubicBezTo>
                  <a:pt x="22611" y="303059"/>
                  <a:pt x="0" y="280449"/>
                  <a:pt x="419" y="251805"/>
                </a:cubicBezTo>
                <a:lnTo>
                  <a:pt x="419" y="50696"/>
                </a:lnTo>
              </a:path>
            </a:pathLst>
          </a:custGeom>
          <a:solidFill xmlns:a="http://schemas.openxmlformats.org/drawingml/2006/main">
            <a:srgbClr val="FCF3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6BF43-AB4A-4A30-BF29-E201558A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826" y="2509375"/>
            <a:ext cx="1129839" cy="324008"/>
          </a:xfrm>
          <a:custGeom xmlns:a="http://schemas.openxmlformats.org/drawingml/2006/main">
            <a:pathLst>
              <a:path w="1129839" h="324008">
                <a:moveTo>
                  <a:pt x="4790" y="286761"/>
                </a:moveTo>
                <a:lnTo>
                  <a:pt x="7360" y="292110"/>
                </a:lnTo>
                <a:lnTo>
                  <a:pt x="10405" y="297138"/>
                </a:lnTo>
                <a:lnTo>
                  <a:pt x="13924" y="301830"/>
                </a:lnTo>
                <a:lnTo>
                  <a:pt x="17848" y="306160"/>
                </a:lnTo>
                <a:lnTo>
                  <a:pt x="22178" y="310084"/>
                </a:lnTo>
                <a:lnTo>
                  <a:pt x="26870" y="313604"/>
                </a:lnTo>
                <a:lnTo>
                  <a:pt x="31898" y="316648"/>
                </a:lnTo>
                <a:lnTo>
                  <a:pt x="37247" y="319218"/>
                </a:lnTo>
                <a:lnTo>
                  <a:pt x="42847" y="321285"/>
                </a:lnTo>
                <a:lnTo>
                  <a:pt x="48713" y="322779"/>
                </a:lnTo>
                <a:lnTo>
                  <a:pt x="54760" y="323701"/>
                </a:lnTo>
                <a:lnTo>
                  <a:pt x="60724" y="324008"/>
                </a:lnTo>
                <a:lnTo>
                  <a:pt x="1069115" y="324008"/>
                </a:lnTo>
                <a:lnTo>
                  <a:pt x="1075079" y="323701"/>
                </a:lnTo>
                <a:lnTo>
                  <a:pt x="1081126" y="322779"/>
                </a:lnTo>
                <a:lnTo>
                  <a:pt x="1086992" y="321285"/>
                </a:lnTo>
                <a:lnTo>
                  <a:pt x="1092592" y="319218"/>
                </a:lnTo>
                <a:lnTo>
                  <a:pt x="1097927" y="316648"/>
                </a:lnTo>
                <a:lnTo>
                  <a:pt x="1102969" y="313604"/>
                </a:lnTo>
                <a:lnTo>
                  <a:pt x="1107661" y="310084"/>
                </a:lnTo>
                <a:lnTo>
                  <a:pt x="1111991" y="306160"/>
                </a:lnTo>
                <a:lnTo>
                  <a:pt x="1115915" y="301830"/>
                </a:lnTo>
                <a:lnTo>
                  <a:pt x="1119434" y="297138"/>
                </a:lnTo>
                <a:lnTo>
                  <a:pt x="1122479" y="292110"/>
                </a:lnTo>
                <a:lnTo>
                  <a:pt x="1125049" y="286761"/>
                </a:lnTo>
                <a:lnTo>
                  <a:pt x="1127102" y="281161"/>
                </a:lnTo>
                <a:lnTo>
                  <a:pt x="1128610" y="275295"/>
                </a:lnTo>
                <a:lnTo>
                  <a:pt x="1129532" y="269248"/>
                </a:lnTo>
                <a:lnTo>
                  <a:pt x="1129839" y="263285"/>
                </a:lnTo>
                <a:lnTo>
                  <a:pt x="1129839" y="60724"/>
                </a:lnTo>
                <a:lnTo>
                  <a:pt x="1129532" y="54760"/>
                </a:lnTo>
                <a:lnTo>
                  <a:pt x="1128610" y="48713"/>
                </a:lnTo>
                <a:lnTo>
                  <a:pt x="1127102" y="42847"/>
                </a:lnTo>
                <a:lnTo>
                  <a:pt x="1125049" y="37247"/>
                </a:lnTo>
                <a:lnTo>
                  <a:pt x="1122479" y="31898"/>
                </a:lnTo>
                <a:lnTo>
                  <a:pt x="1119434" y="26870"/>
                </a:lnTo>
                <a:lnTo>
                  <a:pt x="1115915" y="22178"/>
                </a:lnTo>
                <a:lnTo>
                  <a:pt x="1111991" y="17848"/>
                </a:lnTo>
                <a:lnTo>
                  <a:pt x="1107661" y="13924"/>
                </a:lnTo>
                <a:lnTo>
                  <a:pt x="1102969" y="10405"/>
                </a:lnTo>
                <a:lnTo>
                  <a:pt x="1097927" y="7360"/>
                </a:lnTo>
                <a:lnTo>
                  <a:pt x="1092592" y="4790"/>
                </a:lnTo>
                <a:lnTo>
                  <a:pt x="1086992" y="2723"/>
                </a:lnTo>
                <a:lnTo>
                  <a:pt x="1081126" y="1229"/>
                </a:lnTo>
                <a:lnTo>
                  <a:pt x="1075079" y="307"/>
                </a:lnTo>
                <a:lnTo>
                  <a:pt x="1069115" y="0"/>
                </a:lnTo>
                <a:lnTo>
                  <a:pt x="60724" y="0"/>
                </a:lnTo>
                <a:lnTo>
                  <a:pt x="54760" y="307"/>
                </a:lnTo>
                <a:lnTo>
                  <a:pt x="48713" y="1229"/>
                </a:lnTo>
                <a:lnTo>
                  <a:pt x="42847" y="2723"/>
                </a:lnTo>
                <a:lnTo>
                  <a:pt x="37247" y="4790"/>
                </a:lnTo>
                <a:lnTo>
                  <a:pt x="31898" y="7360"/>
                </a:lnTo>
                <a:lnTo>
                  <a:pt x="26870" y="10405"/>
                </a:lnTo>
                <a:lnTo>
                  <a:pt x="22178" y="13924"/>
                </a:lnTo>
                <a:lnTo>
                  <a:pt x="17848" y="17848"/>
                </a:lnTo>
                <a:lnTo>
                  <a:pt x="13924" y="22178"/>
                </a:lnTo>
                <a:lnTo>
                  <a:pt x="10405" y="26870"/>
                </a:lnTo>
                <a:lnTo>
                  <a:pt x="7360" y="31898"/>
                </a:lnTo>
                <a:lnTo>
                  <a:pt x="4790" y="37247"/>
                </a:lnTo>
                <a:lnTo>
                  <a:pt x="2737" y="42847"/>
                </a:lnTo>
                <a:lnTo>
                  <a:pt x="1229" y="48713"/>
                </a:lnTo>
                <a:lnTo>
                  <a:pt x="307" y="54760"/>
                </a:lnTo>
                <a:lnTo>
                  <a:pt x="0" y="60724"/>
                </a:lnTo>
                <a:lnTo>
                  <a:pt x="0" y="263285"/>
                </a:lnTo>
                <a:lnTo>
                  <a:pt x="307" y="269248"/>
                </a:lnTo>
                <a:lnTo>
                  <a:pt x="1229" y="275295"/>
                </a:lnTo>
                <a:lnTo>
                  <a:pt x="2737" y="281161"/>
                </a:lnTo>
                <a:lnTo>
                  <a:pt x="4790" y="286761"/>
                </a:lnTo>
                <a:close/>
                <a:moveTo>
                  <a:pt x="21774" y="52924"/>
                </a:moveTo>
                <a:lnTo>
                  <a:pt x="22758" y="49088"/>
                </a:lnTo>
                <a:lnTo>
                  <a:pt x="24141" y="45325"/>
                </a:lnTo>
                <a:lnTo>
                  <a:pt x="25745" y="41989"/>
                </a:lnTo>
                <a:lnTo>
                  <a:pt x="27821" y="38572"/>
                </a:lnTo>
                <a:lnTo>
                  <a:pt x="30087" y="35547"/>
                </a:lnTo>
                <a:lnTo>
                  <a:pt x="32683" y="32683"/>
                </a:lnTo>
                <a:lnTo>
                  <a:pt x="35547" y="30087"/>
                </a:lnTo>
                <a:lnTo>
                  <a:pt x="38581" y="27814"/>
                </a:lnTo>
                <a:lnTo>
                  <a:pt x="41891" y="25793"/>
                </a:lnTo>
                <a:lnTo>
                  <a:pt x="45325" y="24141"/>
                </a:lnTo>
                <a:lnTo>
                  <a:pt x="49088" y="22758"/>
                </a:lnTo>
                <a:lnTo>
                  <a:pt x="52924" y="21774"/>
                </a:lnTo>
                <a:lnTo>
                  <a:pt x="56831" y="21176"/>
                </a:lnTo>
                <a:lnTo>
                  <a:pt x="61248" y="20949"/>
                </a:lnTo>
                <a:lnTo>
                  <a:pt x="1068591" y="20949"/>
                </a:lnTo>
                <a:lnTo>
                  <a:pt x="1073008" y="21176"/>
                </a:lnTo>
                <a:lnTo>
                  <a:pt x="1076915" y="21774"/>
                </a:lnTo>
                <a:lnTo>
                  <a:pt x="1080751" y="22758"/>
                </a:lnTo>
                <a:lnTo>
                  <a:pt x="1084514" y="24141"/>
                </a:lnTo>
                <a:lnTo>
                  <a:pt x="1087948" y="25793"/>
                </a:lnTo>
                <a:lnTo>
                  <a:pt x="1091258" y="27814"/>
                </a:lnTo>
                <a:lnTo>
                  <a:pt x="1094292" y="30087"/>
                </a:lnTo>
                <a:lnTo>
                  <a:pt x="1097156" y="32683"/>
                </a:lnTo>
                <a:lnTo>
                  <a:pt x="1099752" y="35547"/>
                </a:lnTo>
                <a:lnTo>
                  <a:pt x="1102025" y="38581"/>
                </a:lnTo>
                <a:lnTo>
                  <a:pt x="1104046" y="41891"/>
                </a:lnTo>
                <a:lnTo>
                  <a:pt x="1105698" y="45325"/>
                </a:lnTo>
                <a:lnTo>
                  <a:pt x="1107081" y="49088"/>
                </a:lnTo>
                <a:lnTo>
                  <a:pt x="1108065" y="52924"/>
                </a:lnTo>
                <a:lnTo>
                  <a:pt x="1108663" y="56831"/>
                </a:lnTo>
                <a:lnTo>
                  <a:pt x="1108890" y="61248"/>
                </a:lnTo>
                <a:lnTo>
                  <a:pt x="1108890" y="262761"/>
                </a:lnTo>
                <a:lnTo>
                  <a:pt x="1108663" y="267177"/>
                </a:lnTo>
                <a:lnTo>
                  <a:pt x="1108065" y="271084"/>
                </a:lnTo>
                <a:lnTo>
                  <a:pt x="1107081" y="274920"/>
                </a:lnTo>
                <a:lnTo>
                  <a:pt x="1105698" y="278683"/>
                </a:lnTo>
                <a:lnTo>
                  <a:pt x="1104046" y="282117"/>
                </a:lnTo>
                <a:lnTo>
                  <a:pt x="1102025" y="285427"/>
                </a:lnTo>
                <a:lnTo>
                  <a:pt x="1099752" y="288461"/>
                </a:lnTo>
                <a:lnTo>
                  <a:pt x="1097156" y="291325"/>
                </a:lnTo>
                <a:lnTo>
                  <a:pt x="1094292" y="293921"/>
                </a:lnTo>
                <a:lnTo>
                  <a:pt x="1091267" y="296187"/>
                </a:lnTo>
                <a:lnTo>
                  <a:pt x="1087850" y="298263"/>
                </a:lnTo>
                <a:lnTo>
                  <a:pt x="1084514" y="299867"/>
                </a:lnTo>
                <a:lnTo>
                  <a:pt x="1080751" y="301250"/>
                </a:lnTo>
                <a:lnTo>
                  <a:pt x="1076915" y="302234"/>
                </a:lnTo>
                <a:lnTo>
                  <a:pt x="1073008" y="302833"/>
                </a:lnTo>
                <a:lnTo>
                  <a:pt x="1068591" y="303059"/>
                </a:lnTo>
                <a:lnTo>
                  <a:pt x="61248" y="303059"/>
                </a:lnTo>
                <a:lnTo>
                  <a:pt x="56831" y="302833"/>
                </a:lnTo>
                <a:lnTo>
                  <a:pt x="52924" y="302234"/>
                </a:lnTo>
                <a:lnTo>
                  <a:pt x="49088" y="301250"/>
                </a:lnTo>
                <a:lnTo>
                  <a:pt x="45325" y="299867"/>
                </a:lnTo>
                <a:lnTo>
                  <a:pt x="41989" y="298263"/>
                </a:lnTo>
                <a:lnTo>
                  <a:pt x="38572" y="296187"/>
                </a:lnTo>
                <a:lnTo>
                  <a:pt x="35547" y="293921"/>
                </a:lnTo>
                <a:lnTo>
                  <a:pt x="32683" y="291325"/>
                </a:lnTo>
                <a:lnTo>
                  <a:pt x="30087" y="288461"/>
                </a:lnTo>
                <a:lnTo>
                  <a:pt x="27821" y="285437"/>
                </a:lnTo>
                <a:lnTo>
                  <a:pt x="25745" y="282019"/>
                </a:lnTo>
                <a:lnTo>
                  <a:pt x="24141" y="278683"/>
                </a:lnTo>
                <a:lnTo>
                  <a:pt x="22758" y="274920"/>
                </a:lnTo>
                <a:lnTo>
                  <a:pt x="21774" y="271084"/>
                </a:lnTo>
                <a:lnTo>
                  <a:pt x="21176" y="267177"/>
                </a:lnTo>
                <a:lnTo>
                  <a:pt x="20949" y="262761"/>
                </a:lnTo>
                <a:lnTo>
                  <a:pt x="20949" y="61248"/>
                </a:lnTo>
                <a:lnTo>
                  <a:pt x="21176" y="56831"/>
                </a:lnTo>
                <a:lnTo>
                  <a:pt x="21774" y="52924"/>
                </a:lnTo>
                <a:close/>
              </a:path>
            </a:pathLst>
          </a:custGeom>
          <a:solidFill xmlns:a="http://schemas.openxmlformats.org/drawingml/2006/main">
            <a:srgbClr val="FC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ny">
            <a:extLst xmlns:a="http://schemas.openxmlformats.org/drawingml/2006/main">
              <a:ext uri="{FF2B5EF4-FFF2-40B4-BE49-F238E27FC236}">
                <a16:creationId xmlns:a16="http://schemas.microsoft.com/office/drawing/2014/main" id="{42302C69-A6FE-43A5-91F3-0FF8A766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586" y="2617664"/>
            <a:ext cx="188878" cy="160387"/>
          </a:xfrm>
          <a:custGeom xmlns:a="http://schemas.openxmlformats.org/drawingml/2006/main">
            <a:pathLst>
              <a:path w="188878" h="160387">
                <a:moveTo>
                  <a:pt x="74924" y="111715"/>
                </a:moveTo>
                <a:cubicBezTo>
                  <a:pt x="69431" y="111715"/>
                  <a:pt x="66333" y="108707"/>
                  <a:pt x="65630" y="102691"/>
                </a:cubicBezTo>
                <a:lnTo>
                  <a:pt x="62948" y="81664"/>
                </a:lnTo>
                <a:cubicBezTo>
                  <a:pt x="62053" y="74175"/>
                  <a:pt x="61606" y="67165"/>
                  <a:pt x="61606" y="60636"/>
                </a:cubicBezTo>
                <a:cubicBezTo>
                  <a:pt x="61606" y="58844"/>
                  <a:pt x="61718" y="55804"/>
                  <a:pt x="61942" y="51516"/>
                </a:cubicBezTo>
                <a:cubicBezTo>
                  <a:pt x="62165" y="47227"/>
                  <a:pt x="62277" y="44186"/>
                  <a:pt x="62277" y="42393"/>
                </a:cubicBezTo>
                <a:cubicBezTo>
                  <a:pt x="62277" y="28567"/>
                  <a:pt x="59722" y="21653"/>
                  <a:pt x="54612" y="21653"/>
                </a:cubicBezTo>
                <a:cubicBezTo>
                  <a:pt x="47458" y="21653"/>
                  <a:pt x="40624" y="25906"/>
                  <a:pt x="34109" y="34411"/>
                </a:cubicBezTo>
                <a:cubicBezTo>
                  <a:pt x="28232" y="42148"/>
                  <a:pt x="23633" y="51930"/>
                  <a:pt x="20312" y="63759"/>
                </a:cubicBezTo>
                <a:cubicBezTo>
                  <a:pt x="20184" y="66254"/>
                  <a:pt x="19897" y="69388"/>
                  <a:pt x="19450" y="73161"/>
                </a:cubicBezTo>
                <a:cubicBezTo>
                  <a:pt x="19066" y="76358"/>
                  <a:pt x="18875" y="79459"/>
                  <a:pt x="18875" y="82463"/>
                </a:cubicBezTo>
                <a:cubicBezTo>
                  <a:pt x="18875" y="84381"/>
                  <a:pt x="19066" y="87259"/>
                  <a:pt x="19450" y="91095"/>
                </a:cubicBezTo>
                <a:cubicBezTo>
                  <a:pt x="19833" y="94932"/>
                  <a:pt x="20024" y="97809"/>
                  <a:pt x="20024" y="99727"/>
                </a:cubicBezTo>
                <a:cubicBezTo>
                  <a:pt x="20024" y="102605"/>
                  <a:pt x="19146" y="104940"/>
                  <a:pt x="17390" y="106730"/>
                </a:cubicBezTo>
                <a:cubicBezTo>
                  <a:pt x="15633" y="108521"/>
                  <a:pt x="13382" y="109416"/>
                  <a:pt x="10635" y="109416"/>
                </a:cubicBezTo>
                <a:cubicBezTo>
                  <a:pt x="7825" y="109416"/>
                  <a:pt x="5557" y="108520"/>
                  <a:pt x="3832" y="106727"/>
                </a:cubicBezTo>
                <a:cubicBezTo>
                  <a:pt x="2108" y="104937"/>
                  <a:pt x="1246" y="102601"/>
                  <a:pt x="1246" y="99721"/>
                </a:cubicBezTo>
                <a:cubicBezTo>
                  <a:pt x="1246" y="97803"/>
                  <a:pt x="1038" y="94925"/>
                  <a:pt x="623" y="91086"/>
                </a:cubicBezTo>
                <a:cubicBezTo>
                  <a:pt x="208" y="87246"/>
                  <a:pt x="0" y="84365"/>
                  <a:pt x="0" y="82445"/>
                </a:cubicBezTo>
                <a:cubicBezTo>
                  <a:pt x="0" y="75854"/>
                  <a:pt x="463" y="66720"/>
                  <a:pt x="1389" y="55043"/>
                </a:cubicBezTo>
                <a:cubicBezTo>
                  <a:pt x="2315" y="43366"/>
                  <a:pt x="2779" y="34232"/>
                  <a:pt x="2779" y="27641"/>
                </a:cubicBezTo>
                <a:cubicBezTo>
                  <a:pt x="2779" y="25593"/>
                  <a:pt x="2667" y="22554"/>
                  <a:pt x="2443" y="18524"/>
                </a:cubicBezTo>
                <a:cubicBezTo>
                  <a:pt x="2220" y="14492"/>
                  <a:pt x="2108" y="11453"/>
                  <a:pt x="2108" y="9407"/>
                </a:cubicBezTo>
                <a:cubicBezTo>
                  <a:pt x="2108" y="6655"/>
                  <a:pt x="3018" y="4399"/>
                  <a:pt x="4838" y="2641"/>
                </a:cubicBezTo>
                <a:cubicBezTo>
                  <a:pt x="6659" y="880"/>
                  <a:pt x="8910" y="0"/>
                  <a:pt x="11593" y="0"/>
                </a:cubicBezTo>
                <a:cubicBezTo>
                  <a:pt x="17470" y="0"/>
                  <a:pt x="20695" y="4169"/>
                  <a:pt x="21270" y="12506"/>
                </a:cubicBezTo>
                <a:lnTo>
                  <a:pt x="21557" y="23761"/>
                </a:lnTo>
                <a:cubicBezTo>
                  <a:pt x="32288" y="9453"/>
                  <a:pt x="43306" y="2299"/>
                  <a:pt x="54612" y="2299"/>
                </a:cubicBezTo>
                <a:cubicBezTo>
                  <a:pt x="64832" y="2299"/>
                  <a:pt x="71954" y="6811"/>
                  <a:pt x="75978" y="15833"/>
                </a:cubicBezTo>
                <a:cubicBezTo>
                  <a:pt x="78725" y="21847"/>
                  <a:pt x="80226" y="30741"/>
                  <a:pt x="80481" y="42516"/>
                </a:cubicBezTo>
                <a:lnTo>
                  <a:pt x="80481" y="52208"/>
                </a:lnTo>
                <a:lnTo>
                  <a:pt x="80385" y="61133"/>
                </a:lnTo>
                <a:cubicBezTo>
                  <a:pt x="80385" y="66445"/>
                  <a:pt x="81072" y="73308"/>
                  <a:pt x="82445" y="81724"/>
                </a:cubicBezTo>
                <a:cubicBezTo>
                  <a:pt x="83818" y="90137"/>
                  <a:pt x="84505" y="96967"/>
                  <a:pt x="84505" y="102212"/>
                </a:cubicBezTo>
                <a:cubicBezTo>
                  <a:pt x="84505" y="105029"/>
                  <a:pt x="83595" y="107316"/>
                  <a:pt x="81775" y="109075"/>
                </a:cubicBezTo>
                <a:cubicBezTo>
                  <a:pt x="79954" y="110835"/>
                  <a:pt x="77671" y="111715"/>
                  <a:pt x="74924" y="111715"/>
                </a:cubicBezTo>
                <a:close/>
                <a:moveTo>
                  <a:pt x="187633" y="19339"/>
                </a:moveTo>
                <a:lnTo>
                  <a:pt x="154482" y="91014"/>
                </a:lnTo>
                <a:cubicBezTo>
                  <a:pt x="146306" y="108454"/>
                  <a:pt x="140047" y="123050"/>
                  <a:pt x="135703" y="134803"/>
                </a:cubicBezTo>
                <a:lnTo>
                  <a:pt x="129380" y="153393"/>
                </a:lnTo>
                <a:cubicBezTo>
                  <a:pt x="127719" y="158056"/>
                  <a:pt x="124845" y="160387"/>
                  <a:pt x="120757" y="160387"/>
                </a:cubicBezTo>
                <a:cubicBezTo>
                  <a:pt x="118074" y="160387"/>
                  <a:pt x="115759" y="159504"/>
                  <a:pt x="113811" y="157737"/>
                </a:cubicBezTo>
                <a:cubicBezTo>
                  <a:pt x="111862" y="155973"/>
                  <a:pt x="110888" y="153774"/>
                  <a:pt x="110888" y="151142"/>
                </a:cubicBezTo>
                <a:cubicBezTo>
                  <a:pt x="110888" y="144722"/>
                  <a:pt x="117787" y="126252"/>
                  <a:pt x="131583" y="95730"/>
                </a:cubicBezTo>
                <a:lnTo>
                  <a:pt x="97283" y="29626"/>
                </a:lnTo>
                <a:lnTo>
                  <a:pt x="92972" y="22620"/>
                </a:lnTo>
                <a:cubicBezTo>
                  <a:pt x="91247" y="19678"/>
                  <a:pt x="90385" y="17216"/>
                  <a:pt x="90385" y="15234"/>
                </a:cubicBezTo>
                <a:cubicBezTo>
                  <a:pt x="90385" y="12615"/>
                  <a:pt x="91391" y="10316"/>
                  <a:pt x="93403" y="8336"/>
                </a:cubicBezTo>
                <a:cubicBezTo>
                  <a:pt x="95415" y="6355"/>
                  <a:pt x="97666" y="5365"/>
                  <a:pt x="100157" y="5365"/>
                </a:cubicBezTo>
                <a:cubicBezTo>
                  <a:pt x="103096" y="5365"/>
                  <a:pt x="105363" y="6483"/>
                  <a:pt x="106960" y="8719"/>
                </a:cubicBezTo>
                <a:cubicBezTo>
                  <a:pt x="117819" y="23815"/>
                  <a:pt x="129476" y="45308"/>
                  <a:pt x="141931" y="73196"/>
                </a:cubicBezTo>
                <a:lnTo>
                  <a:pt x="156111" y="40040"/>
                </a:lnTo>
                <a:cubicBezTo>
                  <a:pt x="161221" y="28601"/>
                  <a:pt x="166139" y="18767"/>
                  <a:pt x="170866" y="10539"/>
                </a:cubicBezTo>
                <a:cubicBezTo>
                  <a:pt x="172910" y="6962"/>
                  <a:pt x="175592" y="5174"/>
                  <a:pt x="178914" y="5174"/>
                </a:cubicBezTo>
                <a:cubicBezTo>
                  <a:pt x="181533" y="5174"/>
                  <a:pt x="183848" y="6099"/>
                  <a:pt x="185860" y="7949"/>
                </a:cubicBezTo>
                <a:cubicBezTo>
                  <a:pt x="187872" y="9800"/>
                  <a:pt x="188878" y="12001"/>
                  <a:pt x="188878" y="14554"/>
                </a:cubicBezTo>
                <a:cubicBezTo>
                  <a:pt x="188878" y="15957"/>
                  <a:pt x="188463" y="17552"/>
                  <a:pt x="187633" y="19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1k">
            <a:extLst xmlns:a="http://schemas.openxmlformats.org/drawingml/2006/main">
              <a:ext uri="{FF2B5EF4-FFF2-40B4-BE49-F238E27FC236}">
                <a16:creationId xmlns:a16="http://schemas.microsoft.com/office/drawing/2014/main" id="{E53627E0-510F-4B5C-A4BF-4995189C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110" y="2661226"/>
            <a:ext cx="114227" cy="102143"/>
          </a:xfrm>
          <a:custGeom xmlns:a="http://schemas.openxmlformats.org/drawingml/2006/main">
            <a:pathLst>
              <a:path w="114227" h="102143">
                <a:moveTo>
                  <a:pt x="33882" y="99785"/>
                </a:moveTo>
                <a:lnTo>
                  <a:pt x="21533" y="99785"/>
                </a:lnTo>
                <a:lnTo>
                  <a:pt x="9246" y="99723"/>
                </a:lnTo>
                <a:cubicBezTo>
                  <a:pt x="6350" y="99723"/>
                  <a:pt x="4323" y="99537"/>
                  <a:pt x="3165" y="99165"/>
                </a:cubicBezTo>
                <a:cubicBezTo>
                  <a:pt x="1055" y="98420"/>
                  <a:pt x="0" y="96848"/>
                  <a:pt x="0" y="94448"/>
                </a:cubicBezTo>
                <a:cubicBezTo>
                  <a:pt x="0" y="90270"/>
                  <a:pt x="3248" y="88181"/>
                  <a:pt x="9743" y="88181"/>
                </a:cubicBezTo>
                <a:lnTo>
                  <a:pt x="12721" y="88243"/>
                </a:lnTo>
                <a:lnTo>
                  <a:pt x="15266" y="88367"/>
                </a:lnTo>
                <a:cubicBezTo>
                  <a:pt x="15266" y="86377"/>
                  <a:pt x="15090" y="83435"/>
                  <a:pt x="14738" y="79539"/>
                </a:cubicBezTo>
                <a:cubicBezTo>
                  <a:pt x="14387" y="75643"/>
                  <a:pt x="14211" y="72721"/>
                  <a:pt x="14211" y="70772"/>
                </a:cubicBezTo>
                <a:cubicBezTo>
                  <a:pt x="14211" y="65508"/>
                  <a:pt x="14686" y="57508"/>
                  <a:pt x="15638" y="46772"/>
                </a:cubicBezTo>
                <a:cubicBezTo>
                  <a:pt x="16548" y="36203"/>
                  <a:pt x="16982" y="28183"/>
                  <a:pt x="16941" y="22712"/>
                </a:cubicBezTo>
                <a:cubicBezTo>
                  <a:pt x="11398" y="27015"/>
                  <a:pt x="7860" y="29166"/>
                  <a:pt x="6330" y="29166"/>
                </a:cubicBezTo>
                <a:cubicBezTo>
                  <a:pt x="4675" y="29166"/>
                  <a:pt x="3237" y="28545"/>
                  <a:pt x="2017" y="27304"/>
                </a:cubicBezTo>
                <a:cubicBezTo>
                  <a:pt x="796" y="26063"/>
                  <a:pt x="186" y="24636"/>
                  <a:pt x="186" y="23023"/>
                </a:cubicBezTo>
                <a:cubicBezTo>
                  <a:pt x="186" y="21078"/>
                  <a:pt x="1965" y="18720"/>
                  <a:pt x="5523" y="15948"/>
                </a:cubicBezTo>
                <a:cubicBezTo>
                  <a:pt x="7757" y="14376"/>
                  <a:pt x="10922" y="11853"/>
                  <a:pt x="15017" y="8377"/>
                </a:cubicBezTo>
                <a:cubicBezTo>
                  <a:pt x="18658" y="4696"/>
                  <a:pt x="22133" y="2855"/>
                  <a:pt x="25443" y="2855"/>
                </a:cubicBezTo>
                <a:cubicBezTo>
                  <a:pt x="28215" y="2855"/>
                  <a:pt x="29600" y="4450"/>
                  <a:pt x="29600" y="7641"/>
                </a:cubicBezTo>
                <a:cubicBezTo>
                  <a:pt x="29600" y="8593"/>
                  <a:pt x="29476" y="10012"/>
                  <a:pt x="29228" y="11897"/>
                </a:cubicBezTo>
                <a:cubicBezTo>
                  <a:pt x="28980" y="13782"/>
                  <a:pt x="28856" y="15201"/>
                  <a:pt x="28856" y="16154"/>
                </a:cubicBezTo>
                <a:cubicBezTo>
                  <a:pt x="28856" y="17522"/>
                  <a:pt x="28928" y="19593"/>
                  <a:pt x="29073" y="22369"/>
                </a:cubicBezTo>
                <a:cubicBezTo>
                  <a:pt x="29218" y="25145"/>
                  <a:pt x="29290" y="27216"/>
                  <a:pt x="29290" y="28582"/>
                </a:cubicBezTo>
                <a:cubicBezTo>
                  <a:pt x="29290" y="33306"/>
                  <a:pt x="28794" y="40350"/>
                  <a:pt x="27801" y="49714"/>
                </a:cubicBezTo>
                <a:cubicBezTo>
                  <a:pt x="26808" y="59077"/>
                  <a:pt x="26311" y="66099"/>
                  <a:pt x="26311" y="70780"/>
                </a:cubicBezTo>
                <a:cubicBezTo>
                  <a:pt x="26311" y="73183"/>
                  <a:pt x="26477" y="76104"/>
                  <a:pt x="26808" y="79543"/>
                </a:cubicBezTo>
                <a:cubicBezTo>
                  <a:pt x="27139" y="82982"/>
                  <a:pt x="27325" y="85799"/>
                  <a:pt x="27366" y="87995"/>
                </a:cubicBezTo>
                <a:lnTo>
                  <a:pt x="33882" y="87870"/>
                </a:lnTo>
                <a:cubicBezTo>
                  <a:pt x="35620" y="87870"/>
                  <a:pt x="37057" y="88439"/>
                  <a:pt x="38195" y="89577"/>
                </a:cubicBezTo>
                <a:cubicBezTo>
                  <a:pt x="39333" y="90715"/>
                  <a:pt x="39902" y="92132"/>
                  <a:pt x="39902" y="93828"/>
                </a:cubicBezTo>
                <a:cubicBezTo>
                  <a:pt x="39902" y="95565"/>
                  <a:pt x="39333" y="96993"/>
                  <a:pt x="38195" y="98110"/>
                </a:cubicBezTo>
                <a:cubicBezTo>
                  <a:pt x="37057" y="99227"/>
                  <a:pt x="35620" y="99785"/>
                  <a:pt x="33882" y="99785"/>
                </a:cubicBezTo>
                <a:close/>
                <a:moveTo>
                  <a:pt x="107773" y="102143"/>
                </a:moveTo>
                <a:cubicBezTo>
                  <a:pt x="105498" y="102143"/>
                  <a:pt x="103739" y="100943"/>
                  <a:pt x="102498" y="98544"/>
                </a:cubicBezTo>
                <a:cubicBezTo>
                  <a:pt x="100347" y="94363"/>
                  <a:pt x="97100" y="89416"/>
                  <a:pt x="92756" y="83703"/>
                </a:cubicBezTo>
                <a:lnTo>
                  <a:pt x="81772" y="68738"/>
                </a:lnTo>
                <a:cubicBezTo>
                  <a:pt x="79372" y="70642"/>
                  <a:pt x="75649" y="73313"/>
                  <a:pt x="70602" y="76749"/>
                </a:cubicBezTo>
                <a:cubicBezTo>
                  <a:pt x="70147" y="83165"/>
                  <a:pt x="69919" y="89415"/>
                  <a:pt x="69919" y="95499"/>
                </a:cubicBezTo>
                <a:cubicBezTo>
                  <a:pt x="69919" y="97362"/>
                  <a:pt x="69350" y="98873"/>
                  <a:pt x="68213" y="100031"/>
                </a:cubicBezTo>
                <a:cubicBezTo>
                  <a:pt x="67075" y="101191"/>
                  <a:pt x="65617" y="101771"/>
                  <a:pt x="63838" y="101771"/>
                </a:cubicBezTo>
                <a:cubicBezTo>
                  <a:pt x="59659" y="101771"/>
                  <a:pt x="57570" y="98956"/>
                  <a:pt x="57570" y="93325"/>
                </a:cubicBezTo>
                <a:cubicBezTo>
                  <a:pt x="57570" y="89890"/>
                  <a:pt x="57808" y="84748"/>
                  <a:pt x="58284" y="77897"/>
                </a:cubicBezTo>
                <a:cubicBezTo>
                  <a:pt x="58760" y="71045"/>
                  <a:pt x="58998" y="65902"/>
                  <a:pt x="58998" y="62467"/>
                </a:cubicBezTo>
                <a:cubicBezTo>
                  <a:pt x="58998" y="56174"/>
                  <a:pt x="59091" y="48982"/>
                  <a:pt x="59277" y="40889"/>
                </a:cubicBezTo>
                <a:cubicBezTo>
                  <a:pt x="59463" y="32796"/>
                  <a:pt x="59556" y="25644"/>
                  <a:pt x="59556" y="19435"/>
                </a:cubicBezTo>
                <a:cubicBezTo>
                  <a:pt x="59556" y="17572"/>
                  <a:pt x="59463" y="15378"/>
                  <a:pt x="59277" y="12853"/>
                </a:cubicBezTo>
                <a:cubicBezTo>
                  <a:pt x="59091" y="10328"/>
                  <a:pt x="58998" y="8134"/>
                  <a:pt x="58998" y="6271"/>
                </a:cubicBezTo>
                <a:cubicBezTo>
                  <a:pt x="58998" y="4409"/>
                  <a:pt x="59566" y="2898"/>
                  <a:pt x="60704" y="1739"/>
                </a:cubicBezTo>
                <a:cubicBezTo>
                  <a:pt x="61842" y="580"/>
                  <a:pt x="63300" y="0"/>
                  <a:pt x="65079" y="0"/>
                </a:cubicBezTo>
                <a:cubicBezTo>
                  <a:pt x="66858" y="0"/>
                  <a:pt x="68316" y="580"/>
                  <a:pt x="69454" y="1739"/>
                </a:cubicBezTo>
                <a:cubicBezTo>
                  <a:pt x="70592" y="2898"/>
                  <a:pt x="71160" y="4409"/>
                  <a:pt x="71160" y="6271"/>
                </a:cubicBezTo>
                <a:cubicBezTo>
                  <a:pt x="71160" y="8176"/>
                  <a:pt x="71264" y="10422"/>
                  <a:pt x="71471" y="13010"/>
                </a:cubicBezTo>
                <a:cubicBezTo>
                  <a:pt x="71678" y="15597"/>
                  <a:pt x="71781" y="17842"/>
                  <a:pt x="71781" y="19745"/>
                </a:cubicBezTo>
                <a:lnTo>
                  <a:pt x="71347" y="39741"/>
                </a:lnTo>
                <a:cubicBezTo>
                  <a:pt x="71140" y="46943"/>
                  <a:pt x="71078" y="54146"/>
                  <a:pt x="71160" y="61350"/>
                </a:cubicBezTo>
                <a:cubicBezTo>
                  <a:pt x="76787" y="57044"/>
                  <a:pt x="82206" y="52325"/>
                  <a:pt x="87419" y="47191"/>
                </a:cubicBezTo>
                <a:lnTo>
                  <a:pt x="101071" y="33097"/>
                </a:lnTo>
                <a:cubicBezTo>
                  <a:pt x="102436" y="31690"/>
                  <a:pt x="103905" y="30987"/>
                  <a:pt x="105477" y="30987"/>
                </a:cubicBezTo>
                <a:cubicBezTo>
                  <a:pt x="107090" y="30987"/>
                  <a:pt x="108549" y="31628"/>
                  <a:pt x="109852" y="32911"/>
                </a:cubicBezTo>
                <a:cubicBezTo>
                  <a:pt x="111155" y="34193"/>
                  <a:pt x="111807" y="35683"/>
                  <a:pt x="111807" y="37381"/>
                </a:cubicBezTo>
                <a:cubicBezTo>
                  <a:pt x="111807" y="38788"/>
                  <a:pt x="111207" y="40175"/>
                  <a:pt x="110007" y="41540"/>
                </a:cubicBezTo>
                <a:cubicBezTo>
                  <a:pt x="104919" y="47492"/>
                  <a:pt x="98651" y="53878"/>
                  <a:pt x="91204" y="60698"/>
                </a:cubicBezTo>
                <a:lnTo>
                  <a:pt x="104732" y="79171"/>
                </a:lnTo>
                <a:cubicBezTo>
                  <a:pt x="111062" y="87823"/>
                  <a:pt x="114227" y="93452"/>
                  <a:pt x="114227" y="96060"/>
                </a:cubicBezTo>
                <a:cubicBezTo>
                  <a:pt x="114227" y="97716"/>
                  <a:pt x="113575" y="99144"/>
                  <a:pt x="112272" y="100344"/>
                </a:cubicBezTo>
                <a:cubicBezTo>
                  <a:pt x="110969" y="101543"/>
                  <a:pt x="109469" y="102143"/>
                  <a:pt x="107773" y="102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r">
            <a:extLst xmlns:a="http://schemas.openxmlformats.org/drawingml/2006/main">
              <a:ext uri="{FF2B5EF4-FFF2-40B4-BE49-F238E27FC236}">
                <a16:creationId xmlns:a16="http://schemas.microsoft.com/office/drawing/2014/main" id="{B1421F74-A11A-4357-AAD3-DCC81202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731" y="2621305"/>
            <a:ext cx="74637" cy="107691"/>
          </a:xfrm>
          <a:custGeom xmlns:a="http://schemas.openxmlformats.org/drawingml/2006/main">
            <a:pathLst>
              <a:path w="74637" h="107691">
                <a:moveTo>
                  <a:pt x="74541" y="30180"/>
                </a:moveTo>
                <a:cubicBezTo>
                  <a:pt x="74094" y="38165"/>
                  <a:pt x="70900" y="42157"/>
                  <a:pt x="64960" y="42157"/>
                </a:cubicBezTo>
                <a:cubicBezTo>
                  <a:pt x="59467" y="42157"/>
                  <a:pt x="56720" y="39008"/>
                  <a:pt x="56720" y="32710"/>
                </a:cubicBezTo>
                <a:cubicBezTo>
                  <a:pt x="56720" y="31501"/>
                  <a:pt x="56624" y="29273"/>
                  <a:pt x="56433" y="26028"/>
                </a:cubicBezTo>
                <a:lnTo>
                  <a:pt x="56145" y="18012"/>
                </a:lnTo>
                <a:cubicBezTo>
                  <a:pt x="46053" y="19228"/>
                  <a:pt x="37973" y="22076"/>
                  <a:pt x="31905" y="26558"/>
                </a:cubicBezTo>
                <a:cubicBezTo>
                  <a:pt x="26220" y="30719"/>
                  <a:pt x="21494" y="36993"/>
                  <a:pt x="17725" y="45378"/>
                </a:cubicBezTo>
                <a:lnTo>
                  <a:pt x="17917" y="97993"/>
                </a:lnTo>
                <a:cubicBezTo>
                  <a:pt x="17917" y="104459"/>
                  <a:pt x="14755" y="107691"/>
                  <a:pt x="8431" y="107691"/>
                </a:cubicBezTo>
                <a:cubicBezTo>
                  <a:pt x="2810" y="107691"/>
                  <a:pt x="0" y="104460"/>
                  <a:pt x="0" y="97996"/>
                </a:cubicBezTo>
                <a:lnTo>
                  <a:pt x="0" y="30615"/>
                </a:lnTo>
                <a:cubicBezTo>
                  <a:pt x="0" y="28503"/>
                  <a:pt x="80" y="25336"/>
                  <a:pt x="240" y="21114"/>
                </a:cubicBezTo>
                <a:cubicBezTo>
                  <a:pt x="399" y="16891"/>
                  <a:pt x="479" y="13723"/>
                  <a:pt x="479" y="11611"/>
                </a:cubicBezTo>
                <a:cubicBezTo>
                  <a:pt x="479" y="5148"/>
                  <a:pt x="3290" y="1916"/>
                  <a:pt x="8910" y="1916"/>
                </a:cubicBezTo>
                <a:cubicBezTo>
                  <a:pt x="15170" y="1916"/>
                  <a:pt x="18332" y="7218"/>
                  <a:pt x="18396" y="17821"/>
                </a:cubicBezTo>
                <a:cubicBezTo>
                  <a:pt x="30659" y="5940"/>
                  <a:pt x="44265" y="0"/>
                  <a:pt x="59211" y="0"/>
                </a:cubicBezTo>
                <a:cubicBezTo>
                  <a:pt x="64385" y="0"/>
                  <a:pt x="68249" y="1948"/>
                  <a:pt x="70804" y="5844"/>
                </a:cubicBezTo>
                <a:cubicBezTo>
                  <a:pt x="73359" y="9741"/>
                  <a:pt x="74637" y="15617"/>
                  <a:pt x="74637" y="23474"/>
                </a:cubicBezTo>
                <a:cubicBezTo>
                  <a:pt x="74637" y="26795"/>
                  <a:pt x="74605" y="29031"/>
                  <a:pt x="74541" y="301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1k">
            <a:extLst xmlns:a="http://schemas.openxmlformats.org/drawingml/2006/main">
              <a:ext uri="{FF2B5EF4-FFF2-40B4-BE49-F238E27FC236}">
                <a16:creationId xmlns:a16="http://schemas.microsoft.com/office/drawing/2014/main" id="{87E1F2C6-C11F-49D5-BF2F-F713C92A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0488" y="2661226"/>
            <a:ext cx="114227" cy="102143"/>
          </a:xfrm>
          <a:custGeom xmlns:a="http://schemas.openxmlformats.org/drawingml/2006/main">
            <a:pathLst>
              <a:path w="114227" h="102143">
                <a:moveTo>
                  <a:pt x="33882" y="99785"/>
                </a:moveTo>
                <a:lnTo>
                  <a:pt x="21533" y="99785"/>
                </a:lnTo>
                <a:lnTo>
                  <a:pt x="9246" y="99723"/>
                </a:lnTo>
                <a:cubicBezTo>
                  <a:pt x="6350" y="99723"/>
                  <a:pt x="4323" y="99537"/>
                  <a:pt x="3165" y="99165"/>
                </a:cubicBezTo>
                <a:cubicBezTo>
                  <a:pt x="1055" y="98420"/>
                  <a:pt x="0" y="96848"/>
                  <a:pt x="0" y="94448"/>
                </a:cubicBezTo>
                <a:cubicBezTo>
                  <a:pt x="0" y="90270"/>
                  <a:pt x="3248" y="88181"/>
                  <a:pt x="9743" y="88181"/>
                </a:cubicBezTo>
                <a:lnTo>
                  <a:pt x="12721" y="88243"/>
                </a:lnTo>
                <a:lnTo>
                  <a:pt x="15266" y="88367"/>
                </a:lnTo>
                <a:cubicBezTo>
                  <a:pt x="15266" y="86377"/>
                  <a:pt x="15090" y="83435"/>
                  <a:pt x="14738" y="79539"/>
                </a:cubicBezTo>
                <a:cubicBezTo>
                  <a:pt x="14387" y="75643"/>
                  <a:pt x="14211" y="72721"/>
                  <a:pt x="14211" y="70772"/>
                </a:cubicBezTo>
                <a:cubicBezTo>
                  <a:pt x="14211" y="65508"/>
                  <a:pt x="14686" y="57508"/>
                  <a:pt x="15638" y="46772"/>
                </a:cubicBezTo>
                <a:cubicBezTo>
                  <a:pt x="16548" y="36203"/>
                  <a:pt x="16982" y="28183"/>
                  <a:pt x="16941" y="22712"/>
                </a:cubicBezTo>
                <a:cubicBezTo>
                  <a:pt x="11398" y="27015"/>
                  <a:pt x="7860" y="29166"/>
                  <a:pt x="6330" y="29166"/>
                </a:cubicBezTo>
                <a:cubicBezTo>
                  <a:pt x="4675" y="29166"/>
                  <a:pt x="3237" y="28545"/>
                  <a:pt x="2017" y="27304"/>
                </a:cubicBezTo>
                <a:cubicBezTo>
                  <a:pt x="796" y="26063"/>
                  <a:pt x="186" y="24636"/>
                  <a:pt x="186" y="23023"/>
                </a:cubicBezTo>
                <a:cubicBezTo>
                  <a:pt x="186" y="21078"/>
                  <a:pt x="1965" y="18720"/>
                  <a:pt x="5523" y="15948"/>
                </a:cubicBezTo>
                <a:cubicBezTo>
                  <a:pt x="7757" y="14376"/>
                  <a:pt x="10922" y="11853"/>
                  <a:pt x="15017" y="8377"/>
                </a:cubicBezTo>
                <a:cubicBezTo>
                  <a:pt x="18658" y="4696"/>
                  <a:pt x="22133" y="2855"/>
                  <a:pt x="25443" y="2855"/>
                </a:cubicBezTo>
                <a:cubicBezTo>
                  <a:pt x="28215" y="2855"/>
                  <a:pt x="29600" y="4450"/>
                  <a:pt x="29600" y="7641"/>
                </a:cubicBezTo>
                <a:cubicBezTo>
                  <a:pt x="29600" y="8593"/>
                  <a:pt x="29476" y="10012"/>
                  <a:pt x="29228" y="11897"/>
                </a:cubicBezTo>
                <a:cubicBezTo>
                  <a:pt x="28980" y="13782"/>
                  <a:pt x="28856" y="15201"/>
                  <a:pt x="28856" y="16154"/>
                </a:cubicBezTo>
                <a:cubicBezTo>
                  <a:pt x="28856" y="17522"/>
                  <a:pt x="28928" y="19593"/>
                  <a:pt x="29073" y="22369"/>
                </a:cubicBezTo>
                <a:cubicBezTo>
                  <a:pt x="29218" y="25145"/>
                  <a:pt x="29290" y="27216"/>
                  <a:pt x="29290" y="28582"/>
                </a:cubicBezTo>
                <a:cubicBezTo>
                  <a:pt x="29290" y="33306"/>
                  <a:pt x="28794" y="40350"/>
                  <a:pt x="27801" y="49714"/>
                </a:cubicBezTo>
                <a:cubicBezTo>
                  <a:pt x="26808" y="59077"/>
                  <a:pt x="26311" y="66099"/>
                  <a:pt x="26311" y="70780"/>
                </a:cubicBezTo>
                <a:cubicBezTo>
                  <a:pt x="26311" y="73183"/>
                  <a:pt x="26477" y="76104"/>
                  <a:pt x="26808" y="79543"/>
                </a:cubicBezTo>
                <a:cubicBezTo>
                  <a:pt x="27139" y="82982"/>
                  <a:pt x="27325" y="85799"/>
                  <a:pt x="27366" y="87995"/>
                </a:cubicBezTo>
                <a:lnTo>
                  <a:pt x="33882" y="87870"/>
                </a:lnTo>
                <a:cubicBezTo>
                  <a:pt x="35620" y="87870"/>
                  <a:pt x="37057" y="88439"/>
                  <a:pt x="38195" y="89577"/>
                </a:cubicBezTo>
                <a:cubicBezTo>
                  <a:pt x="39333" y="90715"/>
                  <a:pt x="39902" y="92132"/>
                  <a:pt x="39902" y="93828"/>
                </a:cubicBezTo>
                <a:cubicBezTo>
                  <a:pt x="39902" y="95565"/>
                  <a:pt x="39333" y="96993"/>
                  <a:pt x="38195" y="98110"/>
                </a:cubicBezTo>
                <a:cubicBezTo>
                  <a:pt x="37057" y="99227"/>
                  <a:pt x="35620" y="99785"/>
                  <a:pt x="33882" y="99785"/>
                </a:cubicBezTo>
                <a:close/>
                <a:moveTo>
                  <a:pt x="107773" y="102143"/>
                </a:moveTo>
                <a:cubicBezTo>
                  <a:pt x="105498" y="102143"/>
                  <a:pt x="103739" y="100943"/>
                  <a:pt x="102498" y="98544"/>
                </a:cubicBezTo>
                <a:cubicBezTo>
                  <a:pt x="100347" y="94363"/>
                  <a:pt x="97100" y="89416"/>
                  <a:pt x="92756" y="83703"/>
                </a:cubicBezTo>
                <a:lnTo>
                  <a:pt x="81772" y="68738"/>
                </a:lnTo>
                <a:cubicBezTo>
                  <a:pt x="79372" y="70642"/>
                  <a:pt x="75649" y="73313"/>
                  <a:pt x="70602" y="76749"/>
                </a:cubicBezTo>
                <a:cubicBezTo>
                  <a:pt x="70147" y="83165"/>
                  <a:pt x="69919" y="89415"/>
                  <a:pt x="69919" y="95499"/>
                </a:cubicBezTo>
                <a:cubicBezTo>
                  <a:pt x="69919" y="97362"/>
                  <a:pt x="69350" y="98873"/>
                  <a:pt x="68213" y="100031"/>
                </a:cubicBezTo>
                <a:cubicBezTo>
                  <a:pt x="67075" y="101191"/>
                  <a:pt x="65617" y="101771"/>
                  <a:pt x="63838" y="101771"/>
                </a:cubicBezTo>
                <a:cubicBezTo>
                  <a:pt x="59659" y="101771"/>
                  <a:pt x="57570" y="98956"/>
                  <a:pt x="57570" y="93325"/>
                </a:cubicBezTo>
                <a:cubicBezTo>
                  <a:pt x="57570" y="89890"/>
                  <a:pt x="57808" y="84748"/>
                  <a:pt x="58284" y="77897"/>
                </a:cubicBezTo>
                <a:cubicBezTo>
                  <a:pt x="58760" y="71045"/>
                  <a:pt x="58998" y="65902"/>
                  <a:pt x="58998" y="62467"/>
                </a:cubicBezTo>
                <a:cubicBezTo>
                  <a:pt x="58998" y="56174"/>
                  <a:pt x="59091" y="48982"/>
                  <a:pt x="59277" y="40889"/>
                </a:cubicBezTo>
                <a:cubicBezTo>
                  <a:pt x="59463" y="32796"/>
                  <a:pt x="59556" y="25644"/>
                  <a:pt x="59556" y="19435"/>
                </a:cubicBezTo>
                <a:cubicBezTo>
                  <a:pt x="59556" y="17572"/>
                  <a:pt x="59463" y="15378"/>
                  <a:pt x="59277" y="12853"/>
                </a:cubicBezTo>
                <a:cubicBezTo>
                  <a:pt x="59091" y="10328"/>
                  <a:pt x="58998" y="8134"/>
                  <a:pt x="58998" y="6271"/>
                </a:cubicBezTo>
                <a:cubicBezTo>
                  <a:pt x="58998" y="4409"/>
                  <a:pt x="59566" y="2898"/>
                  <a:pt x="60704" y="1739"/>
                </a:cubicBezTo>
                <a:cubicBezTo>
                  <a:pt x="61842" y="580"/>
                  <a:pt x="63300" y="0"/>
                  <a:pt x="65079" y="0"/>
                </a:cubicBezTo>
                <a:cubicBezTo>
                  <a:pt x="66858" y="0"/>
                  <a:pt x="68316" y="580"/>
                  <a:pt x="69454" y="1739"/>
                </a:cubicBezTo>
                <a:cubicBezTo>
                  <a:pt x="70592" y="2898"/>
                  <a:pt x="71160" y="4409"/>
                  <a:pt x="71160" y="6271"/>
                </a:cubicBezTo>
                <a:cubicBezTo>
                  <a:pt x="71160" y="8176"/>
                  <a:pt x="71264" y="10422"/>
                  <a:pt x="71471" y="13010"/>
                </a:cubicBezTo>
                <a:cubicBezTo>
                  <a:pt x="71678" y="15597"/>
                  <a:pt x="71781" y="17842"/>
                  <a:pt x="71781" y="19745"/>
                </a:cubicBezTo>
                <a:lnTo>
                  <a:pt x="71347" y="39741"/>
                </a:lnTo>
                <a:cubicBezTo>
                  <a:pt x="71140" y="46943"/>
                  <a:pt x="71078" y="54146"/>
                  <a:pt x="71160" y="61350"/>
                </a:cubicBezTo>
                <a:cubicBezTo>
                  <a:pt x="76787" y="57044"/>
                  <a:pt x="82206" y="52325"/>
                  <a:pt x="87419" y="47191"/>
                </a:cubicBezTo>
                <a:lnTo>
                  <a:pt x="101071" y="33097"/>
                </a:lnTo>
                <a:cubicBezTo>
                  <a:pt x="102436" y="31690"/>
                  <a:pt x="103905" y="30987"/>
                  <a:pt x="105477" y="30987"/>
                </a:cubicBezTo>
                <a:cubicBezTo>
                  <a:pt x="107090" y="30987"/>
                  <a:pt x="108549" y="31628"/>
                  <a:pt x="109852" y="32911"/>
                </a:cubicBezTo>
                <a:cubicBezTo>
                  <a:pt x="111155" y="34193"/>
                  <a:pt x="111807" y="35683"/>
                  <a:pt x="111807" y="37381"/>
                </a:cubicBezTo>
                <a:cubicBezTo>
                  <a:pt x="111807" y="38788"/>
                  <a:pt x="111207" y="40175"/>
                  <a:pt x="110007" y="41540"/>
                </a:cubicBezTo>
                <a:cubicBezTo>
                  <a:pt x="104919" y="47492"/>
                  <a:pt x="98651" y="53878"/>
                  <a:pt x="91204" y="60698"/>
                </a:cubicBezTo>
                <a:lnTo>
                  <a:pt x="104732" y="79171"/>
                </a:lnTo>
                <a:cubicBezTo>
                  <a:pt x="111062" y="87823"/>
                  <a:pt x="114227" y="93452"/>
                  <a:pt x="114227" y="96060"/>
                </a:cubicBezTo>
                <a:cubicBezTo>
                  <a:pt x="114227" y="97716"/>
                  <a:pt x="113575" y="99144"/>
                  <a:pt x="112272" y="100344"/>
                </a:cubicBezTo>
                <a:cubicBezTo>
                  <a:pt x="110969" y="101543"/>
                  <a:pt x="109469" y="102143"/>
                  <a:pt x="107773" y="102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=0">
            <a:extLst xmlns:a="http://schemas.openxmlformats.org/drawingml/2006/main">
              <a:ext uri="{FF2B5EF4-FFF2-40B4-BE49-F238E27FC236}">
                <a16:creationId xmlns:a16="http://schemas.microsoft.com/office/drawing/2014/main" id="{1DF70C0F-511E-4236-9618-67CF74FB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862" y="2573399"/>
            <a:ext cx="203332" cy="152914"/>
          </a:xfrm>
          <a:custGeom xmlns:a="http://schemas.openxmlformats.org/drawingml/2006/main">
            <a:pathLst>
              <a:path w="203332" h="152914">
                <a:moveTo>
                  <a:pt x="21557" y="53367"/>
                </a:moveTo>
                <a:lnTo>
                  <a:pt x="66301" y="53462"/>
                </a:lnTo>
                <a:cubicBezTo>
                  <a:pt x="71986" y="53462"/>
                  <a:pt x="74828" y="56305"/>
                  <a:pt x="74828" y="61990"/>
                </a:cubicBezTo>
                <a:cubicBezTo>
                  <a:pt x="74828" y="67674"/>
                  <a:pt x="71986" y="70517"/>
                  <a:pt x="66301" y="70517"/>
                </a:cubicBezTo>
                <a:lnTo>
                  <a:pt x="21462" y="70421"/>
                </a:lnTo>
                <a:cubicBezTo>
                  <a:pt x="19993" y="70421"/>
                  <a:pt x="17805" y="70501"/>
                  <a:pt x="14899" y="70660"/>
                </a:cubicBezTo>
                <a:cubicBezTo>
                  <a:pt x="11992" y="70820"/>
                  <a:pt x="9837" y="70900"/>
                  <a:pt x="8431" y="70900"/>
                </a:cubicBezTo>
                <a:cubicBezTo>
                  <a:pt x="5940" y="70900"/>
                  <a:pt x="3912" y="70070"/>
                  <a:pt x="2347" y="68409"/>
                </a:cubicBezTo>
                <a:cubicBezTo>
                  <a:pt x="782" y="66748"/>
                  <a:pt x="0" y="64704"/>
                  <a:pt x="0" y="62277"/>
                </a:cubicBezTo>
                <a:cubicBezTo>
                  <a:pt x="0" y="57678"/>
                  <a:pt x="2683" y="54868"/>
                  <a:pt x="8048" y="53846"/>
                </a:cubicBezTo>
                <a:cubicBezTo>
                  <a:pt x="9453" y="53526"/>
                  <a:pt x="13956" y="53367"/>
                  <a:pt x="21557" y="53367"/>
                </a:cubicBezTo>
                <a:moveTo>
                  <a:pt x="27019" y="104817"/>
                </a:moveTo>
                <a:cubicBezTo>
                  <a:pt x="31234" y="104817"/>
                  <a:pt x="37558" y="104913"/>
                  <a:pt x="45989" y="105104"/>
                </a:cubicBezTo>
                <a:cubicBezTo>
                  <a:pt x="54421" y="105296"/>
                  <a:pt x="60744" y="105392"/>
                  <a:pt x="64960" y="105392"/>
                </a:cubicBezTo>
                <a:cubicBezTo>
                  <a:pt x="70644" y="105392"/>
                  <a:pt x="73487" y="108234"/>
                  <a:pt x="73487" y="113919"/>
                </a:cubicBezTo>
                <a:cubicBezTo>
                  <a:pt x="73487" y="119604"/>
                  <a:pt x="70644" y="122446"/>
                  <a:pt x="64960" y="122446"/>
                </a:cubicBezTo>
                <a:cubicBezTo>
                  <a:pt x="60744" y="122446"/>
                  <a:pt x="54421" y="122350"/>
                  <a:pt x="45989" y="122159"/>
                </a:cubicBezTo>
                <a:cubicBezTo>
                  <a:pt x="37558" y="121967"/>
                  <a:pt x="31234" y="121871"/>
                  <a:pt x="27019" y="121871"/>
                </a:cubicBezTo>
                <a:cubicBezTo>
                  <a:pt x="25102" y="121871"/>
                  <a:pt x="22228" y="121999"/>
                  <a:pt x="18396" y="122255"/>
                </a:cubicBezTo>
                <a:cubicBezTo>
                  <a:pt x="14563" y="122510"/>
                  <a:pt x="11721" y="122638"/>
                  <a:pt x="9869" y="122638"/>
                </a:cubicBezTo>
                <a:cubicBezTo>
                  <a:pt x="3992" y="122638"/>
                  <a:pt x="1054" y="119795"/>
                  <a:pt x="1054" y="114111"/>
                </a:cubicBezTo>
                <a:cubicBezTo>
                  <a:pt x="1054" y="108873"/>
                  <a:pt x="3800" y="106031"/>
                  <a:pt x="9294" y="105583"/>
                </a:cubicBezTo>
                <a:cubicBezTo>
                  <a:pt x="16384" y="105072"/>
                  <a:pt x="22292" y="104817"/>
                  <a:pt x="27019" y="104817"/>
                </a:cubicBezTo>
                <a:close/>
                <a:moveTo>
                  <a:pt x="148911" y="152914"/>
                </a:moveTo>
                <a:cubicBezTo>
                  <a:pt x="129494" y="152914"/>
                  <a:pt x="115314" y="144025"/>
                  <a:pt x="106371" y="126246"/>
                </a:cubicBezTo>
                <a:cubicBezTo>
                  <a:pt x="99601" y="112559"/>
                  <a:pt x="96215" y="94747"/>
                  <a:pt x="96215" y="72810"/>
                </a:cubicBezTo>
                <a:cubicBezTo>
                  <a:pt x="96215" y="54265"/>
                  <a:pt x="100623" y="38085"/>
                  <a:pt x="109437" y="24270"/>
                </a:cubicBezTo>
                <a:cubicBezTo>
                  <a:pt x="119849" y="8090"/>
                  <a:pt x="133997" y="0"/>
                  <a:pt x="151881" y="0"/>
                </a:cubicBezTo>
                <a:cubicBezTo>
                  <a:pt x="168680" y="0"/>
                  <a:pt x="181774" y="7163"/>
                  <a:pt x="191164" y="21489"/>
                </a:cubicBezTo>
                <a:cubicBezTo>
                  <a:pt x="199276" y="33896"/>
                  <a:pt x="203332" y="49021"/>
                  <a:pt x="203332" y="66864"/>
                </a:cubicBezTo>
                <a:cubicBezTo>
                  <a:pt x="203332" y="95515"/>
                  <a:pt x="198797" y="117020"/>
                  <a:pt x="189727" y="131378"/>
                </a:cubicBezTo>
                <a:cubicBezTo>
                  <a:pt x="180657" y="145735"/>
                  <a:pt x="167051" y="152914"/>
                  <a:pt x="148911" y="152914"/>
                </a:cubicBezTo>
                <a:moveTo>
                  <a:pt x="151786" y="18587"/>
                </a:moveTo>
                <a:cubicBezTo>
                  <a:pt x="139905" y="18587"/>
                  <a:pt x="130484" y="24628"/>
                  <a:pt x="123521" y="36711"/>
                </a:cubicBezTo>
                <a:cubicBezTo>
                  <a:pt x="117709" y="46811"/>
                  <a:pt x="114803" y="58350"/>
                  <a:pt x="114803" y="71328"/>
                </a:cubicBezTo>
                <a:cubicBezTo>
                  <a:pt x="114803" y="92359"/>
                  <a:pt x="117645" y="108148"/>
                  <a:pt x="123330" y="118698"/>
                </a:cubicBezTo>
                <a:cubicBezTo>
                  <a:pt x="129015" y="129245"/>
                  <a:pt x="137542" y="134518"/>
                  <a:pt x="148911" y="134518"/>
                </a:cubicBezTo>
                <a:cubicBezTo>
                  <a:pt x="162453" y="134518"/>
                  <a:pt x="172161" y="126784"/>
                  <a:pt x="178038" y="111314"/>
                </a:cubicBezTo>
                <a:cubicBezTo>
                  <a:pt x="182126" y="100573"/>
                  <a:pt x="184170" y="86956"/>
                  <a:pt x="184170" y="70463"/>
                </a:cubicBezTo>
                <a:cubicBezTo>
                  <a:pt x="184170" y="53139"/>
                  <a:pt x="181471" y="40163"/>
                  <a:pt x="176074" y="31534"/>
                </a:cubicBezTo>
                <a:cubicBezTo>
                  <a:pt x="170676" y="22903"/>
                  <a:pt x="162580" y="18587"/>
                  <a:pt x="151786" y="185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A2730-EEAE-4AA4-A677-8F6C3D41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254" y="2962568"/>
            <a:ext cx="94577" cy="1173133"/>
          </a:xfrm>
          <a:custGeom xmlns:a="http://schemas.openxmlformats.org/drawingml/2006/main">
            <a:pathLst>
              <a:path w="94577" h="1173133">
                <a:moveTo>
                  <a:pt x="74913" y="2304"/>
                </a:moveTo>
                <a:lnTo>
                  <a:pt x="70276" y="3575"/>
                </a:lnTo>
                <a:lnTo>
                  <a:pt x="65723" y="5112"/>
                </a:lnTo>
                <a:lnTo>
                  <a:pt x="61282" y="6885"/>
                </a:lnTo>
                <a:lnTo>
                  <a:pt x="56953" y="8910"/>
                </a:lnTo>
                <a:lnTo>
                  <a:pt x="52749" y="11173"/>
                </a:lnTo>
                <a:lnTo>
                  <a:pt x="48657" y="13645"/>
                </a:lnTo>
                <a:lnTo>
                  <a:pt x="44691" y="16354"/>
                </a:lnTo>
                <a:lnTo>
                  <a:pt x="40864" y="19259"/>
                </a:lnTo>
                <a:lnTo>
                  <a:pt x="37191" y="22359"/>
                </a:lnTo>
                <a:lnTo>
                  <a:pt x="33644" y="25655"/>
                </a:lnTo>
                <a:lnTo>
                  <a:pt x="30250" y="29147"/>
                </a:lnTo>
                <a:lnTo>
                  <a:pt x="27010" y="32806"/>
                </a:lnTo>
                <a:lnTo>
                  <a:pt x="23924" y="36632"/>
                </a:lnTo>
                <a:lnTo>
                  <a:pt x="21005" y="40627"/>
                </a:lnTo>
                <a:lnTo>
                  <a:pt x="18267" y="44775"/>
                </a:lnTo>
                <a:lnTo>
                  <a:pt x="15684" y="49076"/>
                </a:lnTo>
                <a:lnTo>
                  <a:pt x="13282" y="53503"/>
                </a:lnTo>
                <a:lnTo>
                  <a:pt x="11061" y="58084"/>
                </a:lnTo>
                <a:lnTo>
                  <a:pt x="9036" y="62791"/>
                </a:lnTo>
                <a:lnTo>
                  <a:pt x="7192" y="67609"/>
                </a:lnTo>
                <a:lnTo>
                  <a:pt x="5544" y="72553"/>
                </a:lnTo>
                <a:lnTo>
                  <a:pt x="4106" y="77594"/>
                </a:lnTo>
                <a:lnTo>
                  <a:pt x="2877" y="82748"/>
                </a:lnTo>
                <a:lnTo>
                  <a:pt x="1857" y="87985"/>
                </a:lnTo>
                <a:lnTo>
                  <a:pt x="1047" y="93320"/>
                </a:lnTo>
                <a:lnTo>
                  <a:pt x="475" y="98739"/>
                </a:lnTo>
                <a:lnTo>
                  <a:pt x="112" y="104227"/>
                </a:lnTo>
                <a:lnTo>
                  <a:pt x="0" y="109674"/>
                </a:lnTo>
                <a:lnTo>
                  <a:pt x="0" y="1063459"/>
                </a:lnTo>
                <a:lnTo>
                  <a:pt x="112" y="1068906"/>
                </a:lnTo>
                <a:lnTo>
                  <a:pt x="475" y="1074394"/>
                </a:lnTo>
                <a:lnTo>
                  <a:pt x="1047" y="1079813"/>
                </a:lnTo>
                <a:lnTo>
                  <a:pt x="1857" y="1085148"/>
                </a:lnTo>
                <a:lnTo>
                  <a:pt x="2877" y="1090385"/>
                </a:lnTo>
                <a:lnTo>
                  <a:pt x="4106" y="1095539"/>
                </a:lnTo>
                <a:lnTo>
                  <a:pt x="5544" y="1100580"/>
                </a:lnTo>
                <a:lnTo>
                  <a:pt x="7192" y="1105524"/>
                </a:lnTo>
                <a:lnTo>
                  <a:pt x="9036" y="1110343"/>
                </a:lnTo>
                <a:lnTo>
                  <a:pt x="11061" y="1115049"/>
                </a:lnTo>
                <a:lnTo>
                  <a:pt x="13282" y="1119630"/>
                </a:lnTo>
                <a:lnTo>
                  <a:pt x="15684" y="1124057"/>
                </a:lnTo>
                <a:lnTo>
                  <a:pt x="18267" y="1128359"/>
                </a:lnTo>
                <a:lnTo>
                  <a:pt x="21005" y="1132506"/>
                </a:lnTo>
                <a:lnTo>
                  <a:pt x="23924" y="1136501"/>
                </a:lnTo>
                <a:lnTo>
                  <a:pt x="27010" y="1140327"/>
                </a:lnTo>
                <a:lnTo>
                  <a:pt x="30250" y="1143986"/>
                </a:lnTo>
                <a:lnTo>
                  <a:pt x="33644" y="1147478"/>
                </a:lnTo>
                <a:lnTo>
                  <a:pt x="37191" y="1150774"/>
                </a:lnTo>
                <a:lnTo>
                  <a:pt x="40864" y="1153874"/>
                </a:lnTo>
                <a:lnTo>
                  <a:pt x="44691" y="1156779"/>
                </a:lnTo>
                <a:lnTo>
                  <a:pt x="48657" y="1159489"/>
                </a:lnTo>
                <a:lnTo>
                  <a:pt x="52749" y="1161960"/>
                </a:lnTo>
                <a:lnTo>
                  <a:pt x="56953" y="1164223"/>
                </a:lnTo>
                <a:lnTo>
                  <a:pt x="61282" y="1166248"/>
                </a:lnTo>
                <a:lnTo>
                  <a:pt x="65723" y="1168022"/>
                </a:lnTo>
                <a:lnTo>
                  <a:pt x="70276" y="1169558"/>
                </a:lnTo>
                <a:lnTo>
                  <a:pt x="74913" y="1170829"/>
                </a:lnTo>
                <a:lnTo>
                  <a:pt x="79647" y="1171820"/>
                </a:lnTo>
                <a:lnTo>
                  <a:pt x="84452" y="1172547"/>
                </a:lnTo>
                <a:lnTo>
                  <a:pt x="89326" y="1172994"/>
                </a:lnTo>
                <a:lnTo>
                  <a:pt x="93948" y="1173133"/>
                </a:lnTo>
                <a:lnTo>
                  <a:pt x="94577" y="1152184"/>
                </a:lnTo>
                <a:lnTo>
                  <a:pt x="90528" y="1152066"/>
                </a:lnTo>
                <a:lnTo>
                  <a:pt x="86814" y="1151725"/>
                </a:lnTo>
                <a:lnTo>
                  <a:pt x="83372" y="1151197"/>
                </a:lnTo>
                <a:lnTo>
                  <a:pt x="79926" y="1150476"/>
                </a:lnTo>
                <a:lnTo>
                  <a:pt x="76545" y="1149558"/>
                </a:lnTo>
                <a:lnTo>
                  <a:pt x="72921" y="1148337"/>
                </a:lnTo>
                <a:lnTo>
                  <a:pt x="69605" y="1147006"/>
                </a:lnTo>
                <a:lnTo>
                  <a:pt x="66443" y="1145535"/>
                </a:lnTo>
                <a:lnTo>
                  <a:pt x="63123" y="1143763"/>
                </a:lnTo>
                <a:lnTo>
                  <a:pt x="60036" y="1141891"/>
                </a:lnTo>
                <a:lnTo>
                  <a:pt x="56995" y="1139819"/>
                </a:lnTo>
                <a:lnTo>
                  <a:pt x="53965" y="1137513"/>
                </a:lnTo>
                <a:lnTo>
                  <a:pt x="51194" y="1135188"/>
                </a:lnTo>
                <a:lnTo>
                  <a:pt x="48219" y="1132410"/>
                </a:lnTo>
                <a:lnTo>
                  <a:pt x="45461" y="1129577"/>
                </a:lnTo>
                <a:lnTo>
                  <a:pt x="43064" y="1126857"/>
                </a:lnTo>
                <a:lnTo>
                  <a:pt x="40491" y="1123663"/>
                </a:lnTo>
                <a:lnTo>
                  <a:pt x="38143" y="1120441"/>
                </a:lnTo>
                <a:lnTo>
                  <a:pt x="35944" y="1117118"/>
                </a:lnTo>
                <a:lnTo>
                  <a:pt x="33819" y="1113567"/>
                </a:lnTo>
                <a:lnTo>
                  <a:pt x="31881" y="1109978"/>
                </a:lnTo>
                <a:lnTo>
                  <a:pt x="30148" y="1106391"/>
                </a:lnTo>
                <a:lnTo>
                  <a:pt x="28373" y="1102293"/>
                </a:lnTo>
                <a:lnTo>
                  <a:pt x="26956" y="1098575"/>
                </a:lnTo>
                <a:lnTo>
                  <a:pt x="25519" y="1094235"/>
                </a:lnTo>
                <a:lnTo>
                  <a:pt x="24365" y="1090185"/>
                </a:lnTo>
                <a:lnTo>
                  <a:pt x="23352" y="1085960"/>
                </a:lnTo>
                <a:lnTo>
                  <a:pt x="22480" y="1081483"/>
                </a:lnTo>
                <a:lnTo>
                  <a:pt x="21830" y="1077103"/>
                </a:lnTo>
                <a:lnTo>
                  <a:pt x="21326" y="1072383"/>
                </a:lnTo>
                <a:lnTo>
                  <a:pt x="21354" y="1072830"/>
                </a:lnTo>
                <a:lnTo>
                  <a:pt x="21060" y="1068223"/>
                </a:lnTo>
                <a:lnTo>
                  <a:pt x="20949" y="1063124"/>
                </a:lnTo>
                <a:lnTo>
                  <a:pt x="20949" y="110009"/>
                </a:lnTo>
                <a:lnTo>
                  <a:pt x="21060" y="104911"/>
                </a:lnTo>
                <a:lnTo>
                  <a:pt x="21354" y="100303"/>
                </a:lnTo>
                <a:lnTo>
                  <a:pt x="21326" y="100750"/>
                </a:lnTo>
                <a:lnTo>
                  <a:pt x="21830" y="96030"/>
                </a:lnTo>
                <a:lnTo>
                  <a:pt x="22480" y="91651"/>
                </a:lnTo>
                <a:lnTo>
                  <a:pt x="23352" y="87174"/>
                </a:lnTo>
                <a:lnTo>
                  <a:pt x="24365" y="82948"/>
                </a:lnTo>
                <a:lnTo>
                  <a:pt x="25519" y="78898"/>
                </a:lnTo>
                <a:lnTo>
                  <a:pt x="26956" y="74559"/>
                </a:lnTo>
                <a:lnTo>
                  <a:pt x="28373" y="70840"/>
                </a:lnTo>
                <a:lnTo>
                  <a:pt x="30148" y="66742"/>
                </a:lnTo>
                <a:lnTo>
                  <a:pt x="31881" y="63155"/>
                </a:lnTo>
                <a:lnTo>
                  <a:pt x="33819" y="59566"/>
                </a:lnTo>
                <a:lnTo>
                  <a:pt x="35944" y="56015"/>
                </a:lnTo>
                <a:lnTo>
                  <a:pt x="38143" y="52693"/>
                </a:lnTo>
                <a:lnTo>
                  <a:pt x="40491" y="49471"/>
                </a:lnTo>
                <a:lnTo>
                  <a:pt x="43064" y="46276"/>
                </a:lnTo>
                <a:lnTo>
                  <a:pt x="45461" y="43557"/>
                </a:lnTo>
                <a:lnTo>
                  <a:pt x="48219" y="40723"/>
                </a:lnTo>
                <a:lnTo>
                  <a:pt x="51194" y="37945"/>
                </a:lnTo>
                <a:lnTo>
                  <a:pt x="53965" y="35620"/>
                </a:lnTo>
                <a:lnTo>
                  <a:pt x="56995" y="33314"/>
                </a:lnTo>
                <a:lnTo>
                  <a:pt x="60036" y="31242"/>
                </a:lnTo>
                <a:lnTo>
                  <a:pt x="63123" y="29371"/>
                </a:lnTo>
                <a:lnTo>
                  <a:pt x="66443" y="27598"/>
                </a:lnTo>
                <a:lnTo>
                  <a:pt x="69605" y="26127"/>
                </a:lnTo>
                <a:lnTo>
                  <a:pt x="72921" y="24796"/>
                </a:lnTo>
                <a:lnTo>
                  <a:pt x="76545" y="23576"/>
                </a:lnTo>
                <a:lnTo>
                  <a:pt x="79926" y="22658"/>
                </a:lnTo>
                <a:lnTo>
                  <a:pt x="83372" y="21936"/>
                </a:lnTo>
                <a:lnTo>
                  <a:pt x="86814" y="21408"/>
                </a:lnTo>
                <a:lnTo>
                  <a:pt x="90528" y="21067"/>
                </a:lnTo>
                <a:lnTo>
                  <a:pt x="94577" y="20949"/>
                </a:lnTo>
                <a:lnTo>
                  <a:pt x="93948" y="0"/>
                </a:lnTo>
                <a:lnTo>
                  <a:pt x="89326" y="140"/>
                </a:lnTo>
                <a:lnTo>
                  <a:pt x="84452" y="587"/>
                </a:lnTo>
                <a:lnTo>
                  <a:pt x="79647" y="1313"/>
                </a:lnTo>
                <a:lnTo>
                  <a:pt x="74913" y="2304"/>
                </a:ln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89A9E1-7C52-4F44-8974-918515E3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585" y="2997902"/>
            <a:ext cx="1115314" cy="281552"/>
          </a:xfrm>
          <a:custGeom xmlns:a="http://schemas.openxmlformats.org/drawingml/2006/main">
            <a:pathLst>
              <a:path w="1115314" h="281552">
                <a:moveTo>
                  <a:pt x="838" y="46925"/>
                </a:moveTo>
                <a:cubicBezTo>
                  <a:pt x="0" y="21228"/>
                  <a:pt x="20949" y="279"/>
                  <a:pt x="46087" y="0"/>
                </a:cubicBezTo>
                <a:lnTo>
                  <a:pt x="1068389" y="0"/>
                </a:lnTo>
                <a:cubicBezTo>
                  <a:pt x="1094226" y="279"/>
                  <a:pt x="1115175" y="21228"/>
                  <a:pt x="1115314" y="46925"/>
                </a:cubicBezTo>
                <a:lnTo>
                  <a:pt x="1115314" y="234627"/>
                </a:lnTo>
                <a:cubicBezTo>
                  <a:pt x="1115175" y="260045"/>
                  <a:pt x="1094226" y="280993"/>
                  <a:pt x="1068389" y="281552"/>
                </a:cubicBezTo>
                <a:lnTo>
                  <a:pt x="46087" y="281552"/>
                </a:lnTo>
                <a:cubicBezTo>
                  <a:pt x="20949" y="280993"/>
                  <a:pt x="0" y="260045"/>
                  <a:pt x="838" y="234627"/>
                </a:cubicBezTo>
                <a:lnTo>
                  <a:pt x="838" y="46925"/>
                </a:lnTo>
              </a:path>
            </a:pathLst>
          </a:custGeom>
          <a:solidFill xmlns:a="http://schemas.openxmlformats.org/drawingml/2006/main">
            <a:srgbClr val="FCF3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58DCD5-5E93-4655-AF0A-BD431BA0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5110" y="2987707"/>
            <a:ext cx="1136124" cy="301663"/>
          </a:xfrm>
          <a:custGeom xmlns:a="http://schemas.openxmlformats.org/drawingml/2006/main">
            <a:pathLst>
              <a:path w="1136124" h="301663">
                <a:moveTo>
                  <a:pt x="4497" y="266692"/>
                </a:moveTo>
                <a:lnTo>
                  <a:pt x="6899" y="271706"/>
                </a:lnTo>
                <a:lnTo>
                  <a:pt x="9776" y="276426"/>
                </a:lnTo>
                <a:lnTo>
                  <a:pt x="13072" y="280840"/>
                </a:lnTo>
                <a:lnTo>
                  <a:pt x="16759" y="284904"/>
                </a:lnTo>
                <a:lnTo>
                  <a:pt x="20823" y="288591"/>
                </a:lnTo>
                <a:lnTo>
                  <a:pt x="25236" y="291887"/>
                </a:lnTo>
                <a:lnTo>
                  <a:pt x="29957" y="294764"/>
                </a:lnTo>
                <a:lnTo>
                  <a:pt x="34971" y="297166"/>
                </a:lnTo>
                <a:lnTo>
                  <a:pt x="40236" y="299107"/>
                </a:lnTo>
                <a:lnTo>
                  <a:pt x="45738" y="300518"/>
                </a:lnTo>
                <a:lnTo>
                  <a:pt x="51422" y="301384"/>
                </a:lnTo>
                <a:lnTo>
                  <a:pt x="56995" y="301663"/>
                </a:lnTo>
                <a:lnTo>
                  <a:pt x="1079129" y="301663"/>
                </a:lnTo>
                <a:lnTo>
                  <a:pt x="1084701" y="301384"/>
                </a:lnTo>
                <a:lnTo>
                  <a:pt x="1090385" y="300518"/>
                </a:lnTo>
                <a:lnTo>
                  <a:pt x="1095888" y="299107"/>
                </a:lnTo>
                <a:lnTo>
                  <a:pt x="1101153" y="297166"/>
                </a:lnTo>
                <a:lnTo>
                  <a:pt x="1106167" y="294764"/>
                </a:lnTo>
                <a:lnTo>
                  <a:pt x="1110887" y="291887"/>
                </a:lnTo>
                <a:lnTo>
                  <a:pt x="1115301" y="288591"/>
                </a:lnTo>
                <a:lnTo>
                  <a:pt x="1119365" y="284904"/>
                </a:lnTo>
                <a:lnTo>
                  <a:pt x="1123052" y="280840"/>
                </a:lnTo>
                <a:lnTo>
                  <a:pt x="1126348" y="276426"/>
                </a:lnTo>
                <a:lnTo>
                  <a:pt x="1129211" y="271706"/>
                </a:lnTo>
                <a:lnTo>
                  <a:pt x="1131627" y="266692"/>
                </a:lnTo>
                <a:lnTo>
                  <a:pt x="1133554" y="261427"/>
                </a:lnTo>
                <a:lnTo>
                  <a:pt x="1134978" y="255925"/>
                </a:lnTo>
                <a:lnTo>
                  <a:pt x="1135844" y="250240"/>
                </a:lnTo>
                <a:lnTo>
                  <a:pt x="1136124" y="244668"/>
                </a:lnTo>
                <a:lnTo>
                  <a:pt x="1136124" y="56995"/>
                </a:lnTo>
                <a:lnTo>
                  <a:pt x="1135844" y="51422"/>
                </a:lnTo>
                <a:lnTo>
                  <a:pt x="1134978" y="45738"/>
                </a:lnTo>
                <a:lnTo>
                  <a:pt x="1133554" y="40236"/>
                </a:lnTo>
                <a:lnTo>
                  <a:pt x="1131627" y="34971"/>
                </a:lnTo>
                <a:lnTo>
                  <a:pt x="1129211" y="29957"/>
                </a:lnTo>
                <a:lnTo>
                  <a:pt x="1126348" y="25236"/>
                </a:lnTo>
                <a:lnTo>
                  <a:pt x="1123052" y="20823"/>
                </a:lnTo>
                <a:lnTo>
                  <a:pt x="1119365" y="16759"/>
                </a:lnTo>
                <a:lnTo>
                  <a:pt x="1115301" y="13072"/>
                </a:lnTo>
                <a:lnTo>
                  <a:pt x="1110887" y="9776"/>
                </a:lnTo>
                <a:lnTo>
                  <a:pt x="1106167" y="6899"/>
                </a:lnTo>
                <a:lnTo>
                  <a:pt x="1101153" y="4497"/>
                </a:lnTo>
                <a:lnTo>
                  <a:pt x="1095888" y="2570"/>
                </a:lnTo>
                <a:lnTo>
                  <a:pt x="1090385" y="1145"/>
                </a:lnTo>
                <a:lnTo>
                  <a:pt x="1084701" y="279"/>
                </a:lnTo>
                <a:lnTo>
                  <a:pt x="1079129" y="0"/>
                </a:lnTo>
                <a:lnTo>
                  <a:pt x="56995" y="0"/>
                </a:lnTo>
                <a:lnTo>
                  <a:pt x="51422" y="279"/>
                </a:lnTo>
                <a:lnTo>
                  <a:pt x="45738" y="1145"/>
                </a:lnTo>
                <a:lnTo>
                  <a:pt x="40236" y="2570"/>
                </a:lnTo>
                <a:lnTo>
                  <a:pt x="34971" y="4497"/>
                </a:lnTo>
                <a:lnTo>
                  <a:pt x="29957" y="6899"/>
                </a:lnTo>
                <a:lnTo>
                  <a:pt x="25236" y="9776"/>
                </a:lnTo>
                <a:lnTo>
                  <a:pt x="20823" y="13072"/>
                </a:lnTo>
                <a:lnTo>
                  <a:pt x="16759" y="16759"/>
                </a:lnTo>
                <a:lnTo>
                  <a:pt x="13072" y="20823"/>
                </a:lnTo>
                <a:lnTo>
                  <a:pt x="9776" y="25236"/>
                </a:lnTo>
                <a:lnTo>
                  <a:pt x="6899" y="29957"/>
                </a:lnTo>
                <a:lnTo>
                  <a:pt x="4497" y="34971"/>
                </a:lnTo>
                <a:lnTo>
                  <a:pt x="2556" y="40236"/>
                </a:lnTo>
                <a:lnTo>
                  <a:pt x="1145" y="45738"/>
                </a:lnTo>
                <a:lnTo>
                  <a:pt x="279" y="51422"/>
                </a:lnTo>
                <a:lnTo>
                  <a:pt x="0" y="56995"/>
                </a:lnTo>
                <a:lnTo>
                  <a:pt x="0" y="244668"/>
                </a:lnTo>
                <a:lnTo>
                  <a:pt x="279" y="250240"/>
                </a:lnTo>
                <a:lnTo>
                  <a:pt x="1145" y="255925"/>
                </a:lnTo>
                <a:lnTo>
                  <a:pt x="2556" y="261427"/>
                </a:lnTo>
                <a:lnTo>
                  <a:pt x="4497" y="266692"/>
                </a:lnTo>
                <a:close/>
                <a:moveTo>
                  <a:pt x="21693" y="49944"/>
                </a:moveTo>
                <a:lnTo>
                  <a:pt x="22587" y="46484"/>
                </a:lnTo>
                <a:lnTo>
                  <a:pt x="23827" y="43107"/>
                </a:lnTo>
                <a:lnTo>
                  <a:pt x="25353" y="39935"/>
                </a:lnTo>
                <a:lnTo>
                  <a:pt x="27123" y="37017"/>
                </a:lnTo>
                <a:lnTo>
                  <a:pt x="29236" y="34192"/>
                </a:lnTo>
                <a:lnTo>
                  <a:pt x="31594" y="31594"/>
                </a:lnTo>
                <a:lnTo>
                  <a:pt x="34192" y="29236"/>
                </a:lnTo>
                <a:lnTo>
                  <a:pt x="37017" y="27123"/>
                </a:lnTo>
                <a:lnTo>
                  <a:pt x="39935" y="25353"/>
                </a:lnTo>
                <a:lnTo>
                  <a:pt x="43107" y="23827"/>
                </a:lnTo>
                <a:lnTo>
                  <a:pt x="46484" y="22587"/>
                </a:lnTo>
                <a:lnTo>
                  <a:pt x="49944" y="21693"/>
                </a:lnTo>
                <a:lnTo>
                  <a:pt x="53613" y="21142"/>
                </a:lnTo>
                <a:lnTo>
                  <a:pt x="57509" y="20949"/>
                </a:lnTo>
                <a:lnTo>
                  <a:pt x="1078615" y="20949"/>
                </a:lnTo>
                <a:lnTo>
                  <a:pt x="1082511" y="21142"/>
                </a:lnTo>
                <a:lnTo>
                  <a:pt x="1086180" y="21693"/>
                </a:lnTo>
                <a:lnTo>
                  <a:pt x="1089640" y="22587"/>
                </a:lnTo>
                <a:lnTo>
                  <a:pt x="1093017" y="23827"/>
                </a:lnTo>
                <a:lnTo>
                  <a:pt x="1096189" y="25353"/>
                </a:lnTo>
                <a:lnTo>
                  <a:pt x="1099107" y="27123"/>
                </a:lnTo>
                <a:lnTo>
                  <a:pt x="1101932" y="29236"/>
                </a:lnTo>
                <a:lnTo>
                  <a:pt x="1104530" y="31594"/>
                </a:lnTo>
                <a:lnTo>
                  <a:pt x="1106888" y="34192"/>
                </a:lnTo>
                <a:lnTo>
                  <a:pt x="1109001" y="37017"/>
                </a:lnTo>
                <a:lnTo>
                  <a:pt x="1110771" y="39935"/>
                </a:lnTo>
                <a:lnTo>
                  <a:pt x="1112297" y="43107"/>
                </a:lnTo>
                <a:lnTo>
                  <a:pt x="1113536" y="46484"/>
                </a:lnTo>
                <a:lnTo>
                  <a:pt x="1114400" y="49826"/>
                </a:lnTo>
                <a:lnTo>
                  <a:pt x="1114982" y="53626"/>
                </a:lnTo>
                <a:lnTo>
                  <a:pt x="1115175" y="57509"/>
                </a:lnTo>
                <a:lnTo>
                  <a:pt x="1115175" y="244154"/>
                </a:lnTo>
                <a:lnTo>
                  <a:pt x="1114982" y="248037"/>
                </a:lnTo>
                <a:lnTo>
                  <a:pt x="1114400" y="251836"/>
                </a:lnTo>
                <a:lnTo>
                  <a:pt x="1113536" y="255179"/>
                </a:lnTo>
                <a:lnTo>
                  <a:pt x="1112297" y="258556"/>
                </a:lnTo>
                <a:lnTo>
                  <a:pt x="1110771" y="261728"/>
                </a:lnTo>
                <a:lnTo>
                  <a:pt x="1109001" y="264646"/>
                </a:lnTo>
                <a:lnTo>
                  <a:pt x="1106888" y="267471"/>
                </a:lnTo>
                <a:lnTo>
                  <a:pt x="1104530" y="270069"/>
                </a:lnTo>
                <a:lnTo>
                  <a:pt x="1101932" y="272427"/>
                </a:lnTo>
                <a:lnTo>
                  <a:pt x="1099107" y="274540"/>
                </a:lnTo>
                <a:lnTo>
                  <a:pt x="1096189" y="276310"/>
                </a:lnTo>
                <a:lnTo>
                  <a:pt x="1093017" y="277836"/>
                </a:lnTo>
                <a:lnTo>
                  <a:pt x="1089640" y="279075"/>
                </a:lnTo>
                <a:lnTo>
                  <a:pt x="1086180" y="279970"/>
                </a:lnTo>
                <a:lnTo>
                  <a:pt x="1082511" y="280521"/>
                </a:lnTo>
                <a:lnTo>
                  <a:pt x="1078615" y="280714"/>
                </a:lnTo>
                <a:lnTo>
                  <a:pt x="57509" y="280714"/>
                </a:lnTo>
                <a:lnTo>
                  <a:pt x="53613" y="280521"/>
                </a:lnTo>
                <a:lnTo>
                  <a:pt x="49944" y="279970"/>
                </a:lnTo>
                <a:lnTo>
                  <a:pt x="46484" y="279075"/>
                </a:lnTo>
                <a:lnTo>
                  <a:pt x="43107" y="277836"/>
                </a:lnTo>
                <a:lnTo>
                  <a:pt x="39935" y="276310"/>
                </a:lnTo>
                <a:lnTo>
                  <a:pt x="37017" y="274540"/>
                </a:lnTo>
                <a:lnTo>
                  <a:pt x="34192" y="272427"/>
                </a:lnTo>
                <a:lnTo>
                  <a:pt x="31594" y="270069"/>
                </a:lnTo>
                <a:lnTo>
                  <a:pt x="29236" y="267471"/>
                </a:lnTo>
                <a:lnTo>
                  <a:pt x="27123" y="264646"/>
                </a:lnTo>
                <a:lnTo>
                  <a:pt x="25353" y="261728"/>
                </a:lnTo>
                <a:lnTo>
                  <a:pt x="23827" y="258556"/>
                </a:lnTo>
                <a:lnTo>
                  <a:pt x="22587" y="255179"/>
                </a:lnTo>
                <a:lnTo>
                  <a:pt x="21693" y="251719"/>
                </a:lnTo>
                <a:lnTo>
                  <a:pt x="21142" y="248050"/>
                </a:lnTo>
                <a:lnTo>
                  <a:pt x="20949" y="244154"/>
                </a:lnTo>
                <a:lnTo>
                  <a:pt x="20949" y="57509"/>
                </a:lnTo>
                <a:lnTo>
                  <a:pt x="21142" y="53613"/>
                </a:lnTo>
                <a:lnTo>
                  <a:pt x="21693" y="49944"/>
                </a:lnTo>
                <a:close/>
              </a:path>
            </a:pathLst>
          </a:custGeom>
          <a:solidFill xmlns:a="http://schemas.openxmlformats.org/drawingml/2006/main">
            <a:srgbClr val="FC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ny">
            <a:extLst xmlns:a="http://schemas.openxmlformats.org/drawingml/2006/main">
              <a:ext uri="{FF2B5EF4-FFF2-40B4-BE49-F238E27FC236}">
                <a16:creationId xmlns:a16="http://schemas.microsoft.com/office/drawing/2014/main" id="{5C596D66-5CF1-4296-91F9-8332B416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1971" y="3084431"/>
            <a:ext cx="188878" cy="160387"/>
          </a:xfrm>
          <a:custGeom xmlns:a="http://schemas.openxmlformats.org/drawingml/2006/main">
            <a:pathLst>
              <a:path w="188878" h="160387">
                <a:moveTo>
                  <a:pt x="74924" y="111715"/>
                </a:moveTo>
                <a:cubicBezTo>
                  <a:pt x="69431" y="111715"/>
                  <a:pt x="66333" y="108707"/>
                  <a:pt x="65630" y="102691"/>
                </a:cubicBezTo>
                <a:lnTo>
                  <a:pt x="62948" y="81664"/>
                </a:lnTo>
                <a:cubicBezTo>
                  <a:pt x="62053" y="74175"/>
                  <a:pt x="61606" y="67165"/>
                  <a:pt x="61606" y="60636"/>
                </a:cubicBezTo>
                <a:cubicBezTo>
                  <a:pt x="61606" y="58844"/>
                  <a:pt x="61718" y="55804"/>
                  <a:pt x="61942" y="51516"/>
                </a:cubicBezTo>
                <a:cubicBezTo>
                  <a:pt x="62165" y="47227"/>
                  <a:pt x="62277" y="44186"/>
                  <a:pt x="62277" y="42393"/>
                </a:cubicBezTo>
                <a:cubicBezTo>
                  <a:pt x="62277" y="28567"/>
                  <a:pt x="59722" y="21653"/>
                  <a:pt x="54612" y="21653"/>
                </a:cubicBezTo>
                <a:cubicBezTo>
                  <a:pt x="47458" y="21653"/>
                  <a:pt x="40624" y="25906"/>
                  <a:pt x="34109" y="34411"/>
                </a:cubicBezTo>
                <a:cubicBezTo>
                  <a:pt x="28232" y="42148"/>
                  <a:pt x="23633" y="51930"/>
                  <a:pt x="20312" y="63759"/>
                </a:cubicBezTo>
                <a:cubicBezTo>
                  <a:pt x="20184" y="66254"/>
                  <a:pt x="19897" y="69388"/>
                  <a:pt x="19450" y="73161"/>
                </a:cubicBezTo>
                <a:cubicBezTo>
                  <a:pt x="19066" y="76358"/>
                  <a:pt x="18875" y="79459"/>
                  <a:pt x="18875" y="82463"/>
                </a:cubicBezTo>
                <a:cubicBezTo>
                  <a:pt x="18875" y="84381"/>
                  <a:pt x="19066" y="87259"/>
                  <a:pt x="19450" y="91095"/>
                </a:cubicBezTo>
                <a:cubicBezTo>
                  <a:pt x="19833" y="94932"/>
                  <a:pt x="20024" y="97809"/>
                  <a:pt x="20024" y="99727"/>
                </a:cubicBezTo>
                <a:cubicBezTo>
                  <a:pt x="20024" y="102605"/>
                  <a:pt x="19146" y="104940"/>
                  <a:pt x="17390" y="106730"/>
                </a:cubicBezTo>
                <a:cubicBezTo>
                  <a:pt x="15633" y="108521"/>
                  <a:pt x="13382" y="109416"/>
                  <a:pt x="10635" y="109416"/>
                </a:cubicBezTo>
                <a:cubicBezTo>
                  <a:pt x="7825" y="109416"/>
                  <a:pt x="5557" y="108520"/>
                  <a:pt x="3832" y="106727"/>
                </a:cubicBezTo>
                <a:cubicBezTo>
                  <a:pt x="2108" y="104937"/>
                  <a:pt x="1246" y="102601"/>
                  <a:pt x="1246" y="99721"/>
                </a:cubicBezTo>
                <a:cubicBezTo>
                  <a:pt x="1246" y="97803"/>
                  <a:pt x="1038" y="94925"/>
                  <a:pt x="623" y="91086"/>
                </a:cubicBezTo>
                <a:cubicBezTo>
                  <a:pt x="208" y="87246"/>
                  <a:pt x="0" y="84365"/>
                  <a:pt x="0" y="82445"/>
                </a:cubicBezTo>
                <a:cubicBezTo>
                  <a:pt x="0" y="75854"/>
                  <a:pt x="463" y="66720"/>
                  <a:pt x="1389" y="55043"/>
                </a:cubicBezTo>
                <a:cubicBezTo>
                  <a:pt x="2315" y="43366"/>
                  <a:pt x="2779" y="34232"/>
                  <a:pt x="2779" y="27641"/>
                </a:cubicBezTo>
                <a:cubicBezTo>
                  <a:pt x="2779" y="25593"/>
                  <a:pt x="2667" y="22554"/>
                  <a:pt x="2443" y="18524"/>
                </a:cubicBezTo>
                <a:cubicBezTo>
                  <a:pt x="2220" y="14492"/>
                  <a:pt x="2108" y="11453"/>
                  <a:pt x="2108" y="9407"/>
                </a:cubicBezTo>
                <a:cubicBezTo>
                  <a:pt x="2108" y="6655"/>
                  <a:pt x="3018" y="4399"/>
                  <a:pt x="4838" y="2641"/>
                </a:cubicBezTo>
                <a:cubicBezTo>
                  <a:pt x="6659" y="880"/>
                  <a:pt x="8910" y="0"/>
                  <a:pt x="11593" y="0"/>
                </a:cubicBezTo>
                <a:cubicBezTo>
                  <a:pt x="17470" y="0"/>
                  <a:pt x="20695" y="4169"/>
                  <a:pt x="21270" y="12506"/>
                </a:cubicBezTo>
                <a:lnTo>
                  <a:pt x="21557" y="23761"/>
                </a:lnTo>
                <a:cubicBezTo>
                  <a:pt x="32288" y="9453"/>
                  <a:pt x="43306" y="2299"/>
                  <a:pt x="54612" y="2299"/>
                </a:cubicBezTo>
                <a:cubicBezTo>
                  <a:pt x="64832" y="2299"/>
                  <a:pt x="71954" y="6811"/>
                  <a:pt x="75978" y="15833"/>
                </a:cubicBezTo>
                <a:cubicBezTo>
                  <a:pt x="78725" y="21847"/>
                  <a:pt x="80226" y="30741"/>
                  <a:pt x="80481" y="42516"/>
                </a:cubicBezTo>
                <a:lnTo>
                  <a:pt x="80481" y="52208"/>
                </a:lnTo>
                <a:lnTo>
                  <a:pt x="80385" y="61133"/>
                </a:lnTo>
                <a:cubicBezTo>
                  <a:pt x="80385" y="66445"/>
                  <a:pt x="81072" y="73308"/>
                  <a:pt x="82445" y="81724"/>
                </a:cubicBezTo>
                <a:cubicBezTo>
                  <a:pt x="83818" y="90137"/>
                  <a:pt x="84505" y="96967"/>
                  <a:pt x="84505" y="102212"/>
                </a:cubicBezTo>
                <a:cubicBezTo>
                  <a:pt x="84505" y="105029"/>
                  <a:pt x="83595" y="107316"/>
                  <a:pt x="81775" y="109075"/>
                </a:cubicBezTo>
                <a:cubicBezTo>
                  <a:pt x="79954" y="110835"/>
                  <a:pt x="77671" y="111715"/>
                  <a:pt x="74924" y="111715"/>
                </a:cubicBezTo>
                <a:close/>
                <a:moveTo>
                  <a:pt x="187633" y="19339"/>
                </a:moveTo>
                <a:lnTo>
                  <a:pt x="154482" y="91014"/>
                </a:lnTo>
                <a:cubicBezTo>
                  <a:pt x="146306" y="108454"/>
                  <a:pt x="140047" y="123050"/>
                  <a:pt x="135703" y="134803"/>
                </a:cubicBezTo>
                <a:lnTo>
                  <a:pt x="129380" y="153393"/>
                </a:lnTo>
                <a:cubicBezTo>
                  <a:pt x="127719" y="158056"/>
                  <a:pt x="124845" y="160387"/>
                  <a:pt x="120757" y="160387"/>
                </a:cubicBezTo>
                <a:cubicBezTo>
                  <a:pt x="118074" y="160387"/>
                  <a:pt x="115759" y="159504"/>
                  <a:pt x="113811" y="157737"/>
                </a:cubicBezTo>
                <a:cubicBezTo>
                  <a:pt x="111862" y="155973"/>
                  <a:pt x="110888" y="153774"/>
                  <a:pt x="110888" y="151142"/>
                </a:cubicBezTo>
                <a:cubicBezTo>
                  <a:pt x="110888" y="144722"/>
                  <a:pt x="117787" y="126252"/>
                  <a:pt x="131583" y="95730"/>
                </a:cubicBezTo>
                <a:lnTo>
                  <a:pt x="97283" y="29626"/>
                </a:lnTo>
                <a:lnTo>
                  <a:pt x="92972" y="22620"/>
                </a:lnTo>
                <a:cubicBezTo>
                  <a:pt x="91247" y="19678"/>
                  <a:pt x="90385" y="17216"/>
                  <a:pt x="90385" y="15234"/>
                </a:cubicBezTo>
                <a:cubicBezTo>
                  <a:pt x="90385" y="12615"/>
                  <a:pt x="91391" y="10316"/>
                  <a:pt x="93403" y="8336"/>
                </a:cubicBezTo>
                <a:cubicBezTo>
                  <a:pt x="95415" y="6355"/>
                  <a:pt x="97666" y="5365"/>
                  <a:pt x="100157" y="5365"/>
                </a:cubicBezTo>
                <a:cubicBezTo>
                  <a:pt x="103096" y="5365"/>
                  <a:pt x="105363" y="6483"/>
                  <a:pt x="106960" y="8719"/>
                </a:cubicBezTo>
                <a:cubicBezTo>
                  <a:pt x="117819" y="23815"/>
                  <a:pt x="129476" y="45308"/>
                  <a:pt x="141931" y="73196"/>
                </a:cubicBezTo>
                <a:lnTo>
                  <a:pt x="156111" y="40040"/>
                </a:lnTo>
                <a:cubicBezTo>
                  <a:pt x="161221" y="28601"/>
                  <a:pt x="166139" y="18767"/>
                  <a:pt x="170866" y="10539"/>
                </a:cubicBezTo>
                <a:cubicBezTo>
                  <a:pt x="172910" y="6962"/>
                  <a:pt x="175592" y="5174"/>
                  <a:pt x="178914" y="5174"/>
                </a:cubicBezTo>
                <a:cubicBezTo>
                  <a:pt x="181533" y="5174"/>
                  <a:pt x="183848" y="6099"/>
                  <a:pt x="185860" y="7949"/>
                </a:cubicBezTo>
                <a:cubicBezTo>
                  <a:pt x="187872" y="9800"/>
                  <a:pt x="188878" y="12001"/>
                  <a:pt x="188878" y="14554"/>
                </a:cubicBezTo>
                <a:cubicBezTo>
                  <a:pt x="188878" y="15957"/>
                  <a:pt x="188463" y="17552"/>
                  <a:pt x="187633" y="19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k1">
            <a:extLst xmlns:a="http://schemas.openxmlformats.org/drawingml/2006/main">
              <a:ext uri="{FF2B5EF4-FFF2-40B4-BE49-F238E27FC236}">
                <a16:creationId xmlns:a16="http://schemas.microsoft.com/office/drawing/2014/main" id="{06C987BA-C0C3-4B35-BA31-35AB9F01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806" y="3127993"/>
            <a:ext cx="108024" cy="102143"/>
          </a:xfrm>
          <a:custGeom xmlns:a="http://schemas.openxmlformats.org/drawingml/2006/main">
            <a:pathLst>
              <a:path w="108024" h="102143">
                <a:moveTo>
                  <a:pt x="50203" y="102143"/>
                </a:moveTo>
                <a:cubicBezTo>
                  <a:pt x="47927" y="102143"/>
                  <a:pt x="46169" y="100943"/>
                  <a:pt x="44928" y="98544"/>
                </a:cubicBezTo>
                <a:cubicBezTo>
                  <a:pt x="42777" y="94363"/>
                  <a:pt x="39529" y="89416"/>
                  <a:pt x="35185" y="83703"/>
                </a:cubicBezTo>
                <a:lnTo>
                  <a:pt x="24202" y="68738"/>
                </a:lnTo>
                <a:cubicBezTo>
                  <a:pt x="21802" y="70642"/>
                  <a:pt x="18079" y="73313"/>
                  <a:pt x="13032" y="76749"/>
                </a:cubicBezTo>
                <a:cubicBezTo>
                  <a:pt x="12577" y="83165"/>
                  <a:pt x="12349" y="89415"/>
                  <a:pt x="12349" y="95499"/>
                </a:cubicBezTo>
                <a:cubicBezTo>
                  <a:pt x="12349" y="97362"/>
                  <a:pt x="11780" y="98873"/>
                  <a:pt x="10642" y="100031"/>
                </a:cubicBezTo>
                <a:cubicBezTo>
                  <a:pt x="9505" y="101191"/>
                  <a:pt x="8047" y="101771"/>
                  <a:pt x="6268" y="101771"/>
                </a:cubicBezTo>
                <a:cubicBezTo>
                  <a:pt x="2089" y="101771"/>
                  <a:pt x="0" y="98956"/>
                  <a:pt x="0" y="93325"/>
                </a:cubicBezTo>
                <a:cubicBezTo>
                  <a:pt x="0" y="89890"/>
                  <a:pt x="238" y="84748"/>
                  <a:pt x="714" y="77897"/>
                </a:cubicBezTo>
                <a:cubicBezTo>
                  <a:pt x="1189" y="71045"/>
                  <a:pt x="1427" y="65902"/>
                  <a:pt x="1427" y="62467"/>
                </a:cubicBezTo>
                <a:cubicBezTo>
                  <a:pt x="1427" y="56174"/>
                  <a:pt x="1520" y="48982"/>
                  <a:pt x="1707" y="40889"/>
                </a:cubicBezTo>
                <a:cubicBezTo>
                  <a:pt x="1893" y="32796"/>
                  <a:pt x="1986" y="25644"/>
                  <a:pt x="1986" y="19435"/>
                </a:cubicBezTo>
                <a:cubicBezTo>
                  <a:pt x="1986" y="17572"/>
                  <a:pt x="1893" y="15378"/>
                  <a:pt x="1707" y="12853"/>
                </a:cubicBezTo>
                <a:cubicBezTo>
                  <a:pt x="1520" y="10328"/>
                  <a:pt x="1427" y="8134"/>
                  <a:pt x="1427" y="6271"/>
                </a:cubicBezTo>
                <a:cubicBezTo>
                  <a:pt x="1427" y="4409"/>
                  <a:pt x="1996" y="2898"/>
                  <a:pt x="3134" y="1739"/>
                </a:cubicBezTo>
                <a:cubicBezTo>
                  <a:pt x="4271" y="580"/>
                  <a:pt x="5730" y="0"/>
                  <a:pt x="7509" y="0"/>
                </a:cubicBezTo>
                <a:cubicBezTo>
                  <a:pt x="9288" y="0"/>
                  <a:pt x="10746" y="580"/>
                  <a:pt x="11884" y="1739"/>
                </a:cubicBezTo>
                <a:cubicBezTo>
                  <a:pt x="13021" y="2898"/>
                  <a:pt x="13590" y="4409"/>
                  <a:pt x="13590" y="6271"/>
                </a:cubicBezTo>
                <a:cubicBezTo>
                  <a:pt x="13590" y="8176"/>
                  <a:pt x="13694" y="10422"/>
                  <a:pt x="13900" y="13010"/>
                </a:cubicBezTo>
                <a:cubicBezTo>
                  <a:pt x="14107" y="15597"/>
                  <a:pt x="14211" y="17842"/>
                  <a:pt x="14211" y="19745"/>
                </a:cubicBezTo>
                <a:lnTo>
                  <a:pt x="13776" y="39741"/>
                </a:lnTo>
                <a:cubicBezTo>
                  <a:pt x="13569" y="46943"/>
                  <a:pt x="13507" y="54146"/>
                  <a:pt x="13590" y="61350"/>
                </a:cubicBezTo>
                <a:cubicBezTo>
                  <a:pt x="19216" y="57044"/>
                  <a:pt x="24636" y="52325"/>
                  <a:pt x="29849" y="47191"/>
                </a:cubicBezTo>
                <a:lnTo>
                  <a:pt x="43501" y="33097"/>
                </a:lnTo>
                <a:cubicBezTo>
                  <a:pt x="44866" y="31690"/>
                  <a:pt x="46335" y="30987"/>
                  <a:pt x="47907" y="30987"/>
                </a:cubicBezTo>
                <a:cubicBezTo>
                  <a:pt x="49520" y="30987"/>
                  <a:pt x="50978" y="31628"/>
                  <a:pt x="52282" y="32911"/>
                </a:cubicBezTo>
                <a:cubicBezTo>
                  <a:pt x="53585" y="34193"/>
                  <a:pt x="54236" y="35683"/>
                  <a:pt x="54236" y="37381"/>
                </a:cubicBezTo>
                <a:cubicBezTo>
                  <a:pt x="54236" y="38788"/>
                  <a:pt x="53637" y="40175"/>
                  <a:pt x="52437" y="41540"/>
                </a:cubicBezTo>
                <a:cubicBezTo>
                  <a:pt x="47348" y="47492"/>
                  <a:pt x="41081" y="53878"/>
                  <a:pt x="33634" y="60698"/>
                </a:cubicBezTo>
                <a:lnTo>
                  <a:pt x="47162" y="79171"/>
                </a:lnTo>
                <a:cubicBezTo>
                  <a:pt x="53492" y="87823"/>
                  <a:pt x="56657" y="93452"/>
                  <a:pt x="56657" y="96060"/>
                </a:cubicBezTo>
                <a:cubicBezTo>
                  <a:pt x="56657" y="97716"/>
                  <a:pt x="56005" y="99144"/>
                  <a:pt x="54702" y="100344"/>
                </a:cubicBezTo>
                <a:cubicBezTo>
                  <a:pt x="53399" y="101543"/>
                  <a:pt x="51899" y="102143"/>
                  <a:pt x="50203" y="102143"/>
                </a:cubicBezTo>
                <a:close/>
                <a:moveTo>
                  <a:pt x="102005" y="99785"/>
                </a:moveTo>
                <a:lnTo>
                  <a:pt x="89656" y="99785"/>
                </a:lnTo>
                <a:lnTo>
                  <a:pt x="77369" y="99723"/>
                </a:lnTo>
                <a:cubicBezTo>
                  <a:pt x="74473" y="99723"/>
                  <a:pt x="72446" y="99537"/>
                  <a:pt x="71287" y="99165"/>
                </a:cubicBezTo>
                <a:cubicBezTo>
                  <a:pt x="69178" y="98420"/>
                  <a:pt x="68123" y="96848"/>
                  <a:pt x="68123" y="94448"/>
                </a:cubicBezTo>
                <a:cubicBezTo>
                  <a:pt x="68123" y="90270"/>
                  <a:pt x="71370" y="88181"/>
                  <a:pt x="77865" y="88181"/>
                </a:cubicBezTo>
                <a:lnTo>
                  <a:pt x="80844" y="88243"/>
                </a:lnTo>
                <a:lnTo>
                  <a:pt x="83388" y="88367"/>
                </a:lnTo>
                <a:cubicBezTo>
                  <a:pt x="83388" y="86377"/>
                  <a:pt x="83212" y="83435"/>
                  <a:pt x="82861" y="79539"/>
                </a:cubicBezTo>
                <a:cubicBezTo>
                  <a:pt x="82509" y="75643"/>
                  <a:pt x="82333" y="72721"/>
                  <a:pt x="82333" y="70772"/>
                </a:cubicBezTo>
                <a:cubicBezTo>
                  <a:pt x="82333" y="65508"/>
                  <a:pt x="82809" y="57508"/>
                  <a:pt x="83761" y="46772"/>
                </a:cubicBezTo>
                <a:cubicBezTo>
                  <a:pt x="84671" y="36203"/>
                  <a:pt x="85105" y="28183"/>
                  <a:pt x="85064" y="22712"/>
                </a:cubicBezTo>
                <a:cubicBezTo>
                  <a:pt x="79520" y="27015"/>
                  <a:pt x="75983" y="29166"/>
                  <a:pt x="74452" y="29166"/>
                </a:cubicBezTo>
                <a:cubicBezTo>
                  <a:pt x="72797" y="29166"/>
                  <a:pt x="71360" y="28545"/>
                  <a:pt x="70139" y="27304"/>
                </a:cubicBezTo>
                <a:cubicBezTo>
                  <a:pt x="68919" y="26063"/>
                  <a:pt x="68309" y="24636"/>
                  <a:pt x="68309" y="23023"/>
                </a:cubicBezTo>
                <a:cubicBezTo>
                  <a:pt x="68309" y="21078"/>
                  <a:pt x="70088" y="18720"/>
                  <a:pt x="73645" y="15948"/>
                </a:cubicBezTo>
                <a:cubicBezTo>
                  <a:pt x="75879" y="14376"/>
                  <a:pt x="79044" y="11853"/>
                  <a:pt x="83140" y="8377"/>
                </a:cubicBezTo>
                <a:cubicBezTo>
                  <a:pt x="86781" y="4696"/>
                  <a:pt x="90256" y="2855"/>
                  <a:pt x="93565" y="2855"/>
                </a:cubicBezTo>
                <a:cubicBezTo>
                  <a:pt x="96337" y="2855"/>
                  <a:pt x="97723" y="4450"/>
                  <a:pt x="97723" y="7641"/>
                </a:cubicBezTo>
                <a:cubicBezTo>
                  <a:pt x="97723" y="8593"/>
                  <a:pt x="97599" y="10012"/>
                  <a:pt x="97351" y="11897"/>
                </a:cubicBezTo>
                <a:cubicBezTo>
                  <a:pt x="97102" y="13782"/>
                  <a:pt x="96978" y="15201"/>
                  <a:pt x="96978" y="16154"/>
                </a:cubicBezTo>
                <a:cubicBezTo>
                  <a:pt x="96978" y="17522"/>
                  <a:pt x="97051" y="19593"/>
                  <a:pt x="97196" y="22369"/>
                </a:cubicBezTo>
                <a:cubicBezTo>
                  <a:pt x="97340" y="25145"/>
                  <a:pt x="97413" y="27216"/>
                  <a:pt x="97413" y="28582"/>
                </a:cubicBezTo>
                <a:cubicBezTo>
                  <a:pt x="97413" y="33306"/>
                  <a:pt x="96916" y="40350"/>
                  <a:pt x="95923" y="49714"/>
                </a:cubicBezTo>
                <a:cubicBezTo>
                  <a:pt x="94930" y="59077"/>
                  <a:pt x="94434" y="66099"/>
                  <a:pt x="94434" y="70780"/>
                </a:cubicBezTo>
                <a:cubicBezTo>
                  <a:pt x="94434" y="73183"/>
                  <a:pt x="94600" y="76104"/>
                  <a:pt x="94930" y="79543"/>
                </a:cubicBezTo>
                <a:cubicBezTo>
                  <a:pt x="95261" y="82982"/>
                  <a:pt x="95448" y="85799"/>
                  <a:pt x="95489" y="87995"/>
                </a:cubicBezTo>
                <a:lnTo>
                  <a:pt x="102005" y="87870"/>
                </a:lnTo>
                <a:cubicBezTo>
                  <a:pt x="103742" y="87870"/>
                  <a:pt x="105180" y="88439"/>
                  <a:pt x="106318" y="89577"/>
                </a:cubicBezTo>
                <a:cubicBezTo>
                  <a:pt x="107455" y="90715"/>
                  <a:pt x="108024" y="92132"/>
                  <a:pt x="108024" y="93828"/>
                </a:cubicBezTo>
                <a:cubicBezTo>
                  <a:pt x="108024" y="95565"/>
                  <a:pt x="107455" y="96993"/>
                  <a:pt x="106318" y="98110"/>
                </a:cubicBezTo>
                <a:cubicBezTo>
                  <a:pt x="105180" y="99227"/>
                  <a:pt x="103742" y="99785"/>
                  <a:pt x="102005" y="997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r">
            <a:extLst xmlns:a="http://schemas.openxmlformats.org/drawingml/2006/main">
              <a:ext uri="{FF2B5EF4-FFF2-40B4-BE49-F238E27FC236}">
                <a16:creationId xmlns:a16="http://schemas.microsoft.com/office/drawing/2014/main" id="{4D959E23-0E2E-48E4-B703-EFDC70EB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116" y="3088072"/>
            <a:ext cx="74637" cy="107691"/>
          </a:xfrm>
          <a:custGeom xmlns:a="http://schemas.openxmlformats.org/drawingml/2006/main">
            <a:pathLst>
              <a:path w="74637" h="107691">
                <a:moveTo>
                  <a:pt x="74541" y="30180"/>
                </a:moveTo>
                <a:cubicBezTo>
                  <a:pt x="74094" y="38165"/>
                  <a:pt x="70900" y="42157"/>
                  <a:pt x="64960" y="42157"/>
                </a:cubicBezTo>
                <a:cubicBezTo>
                  <a:pt x="59467" y="42157"/>
                  <a:pt x="56720" y="39008"/>
                  <a:pt x="56720" y="32710"/>
                </a:cubicBezTo>
                <a:cubicBezTo>
                  <a:pt x="56720" y="31501"/>
                  <a:pt x="56624" y="29273"/>
                  <a:pt x="56433" y="26028"/>
                </a:cubicBezTo>
                <a:lnTo>
                  <a:pt x="56145" y="18012"/>
                </a:lnTo>
                <a:cubicBezTo>
                  <a:pt x="46053" y="19228"/>
                  <a:pt x="37973" y="22076"/>
                  <a:pt x="31905" y="26558"/>
                </a:cubicBezTo>
                <a:cubicBezTo>
                  <a:pt x="26220" y="30719"/>
                  <a:pt x="21494" y="36993"/>
                  <a:pt x="17725" y="45378"/>
                </a:cubicBezTo>
                <a:lnTo>
                  <a:pt x="17917" y="97993"/>
                </a:lnTo>
                <a:cubicBezTo>
                  <a:pt x="17917" y="104459"/>
                  <a:pt x="14755" y="107691"/>
                  <a:pt x="8431" y="107691"/>
                </a:cubicBezTo>
                <a:cubicBezTo>
                  <a:pt x="2810" y="107691"/>
                  <a:pt x="0" y="104460"/>
                  <a:pt x="0" y="97996"/>
                </a:cubicBezTo>
                <a:lnTo>
                  <a:pt x="0" y="30615"/>
                </a:lnTo>
                <a:cubicBezTo>
                  <a:pt x="0" y="28503"/>
                  <a:pt x="80" y="25336"/>
                  <a:pt x="240" y="21114"/>
                </a:cubicBezTo>
                <a:cubicBezTo>
                  <a:pt x="399" y="16891"/>
                  <a:pt x="479" y="13723"/>
                  <a:pt x="479" y="11611"/>
                </a:cubicBezTo>
                <a:cubicBezTo>
                  <a:pt x="479" y="5148"/>
                  <a:pt x="3290" y="1916"/>
                  <a:pt x="8910" y="1916"/>
                </a:cubicBezTo>
                <a:cubicBezTo>
                  <a:pt x="15170" y="1916"/>
                  <a:pt x="18332" y="7218"/>
                  <a:pt x="18396" y="17821"/>
                </a:cubicBezTo>
                <a:cubicBezTo>
                  <a:pt x="30659" y="5940"/>
                  <a:pt x="44265" y="0"/>
                  <a:pt x="59211" y="0"/>
                </a:cubicBezTo>
                <a:cubicBezTo>
                  <a:pt x="64385" y="0"/>
                  <a:pt x="68249" y="1948"/>
                  <a:pt x="70804" y="5844"/>
                </a:cubicBezTo>
                <a:cubicBezTo>
                  <a:pt x="73359" y="9741"/>
                  <a:pt x="74637" y="15617"/>
                  <a:pt x="74637" y="23474"/>
                </a:cubicBezTo>
                <a:cubicBezTo>
                  <a:pt x="74637" y="26795"/>
                  <a:pt x="74605" y="29031"/>
                  <a:pt x="74541" y="301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k1">
            <a:extLst xmlns:a="http://schemas.openxmlformats.org/drawingml/2006/main">
              <a:ext uri="{FF2B5EF4-FFF2-40B4-BE49-F238E27FC236}">
                <a16:creationId xmlns:a16="http://schemas.microsoft.com/office/drawing/2014/main" id="{A91C74F2-02D9-44E8-B680-DD0A6FCB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183" y="3127993"/>
            <a:ext cx="108025" cy="102143"/>
          </a:xfrm>
          <a:custGeom xmlns:a="http://schemas.openxmlformats.org/drawingml/2006/main">
            <a:pathLst>
              <a:path w="108025" h="102143">
                <a:moveTo>
                  <a:pt x="50203" y="102143"/>
                </a:moveTo>
                <a:cubicBezTo>
                  <a:pt x="47927" y="102143"/>
                  <a:pt x="46169" y="100943"/>
                  <a:pt x="44928" y="98544"/>
                </a:cubicBezTo>
                <a:cubicBezTo>
                  <a:pt x="42777" y="94363"/>
                  <a:pt x="39529" y="89416"/>
                  <a:pt x="35185" y="83703"/>
                </a:cubicBezTo>
                <a:lnTo>
                  <a:pt x="24202" y="68738"/>
                </a:lnTo>
                <a:cubicBezTo>
                  <a:pt x="21802" y="70642"/>
                  <a:pt x="18079" y="73313"/>
                  <a:pt x="13032" y="76749"/>
                </a:cubicBezTo>
                <a:cubicBezTo>
                  <a:pt x="12577" y="83165"/>
                  <a:pt x="12349" y="89415"/>
                  <a:pt x="12349" y="95499"/>
                </a:cubicBezTo>
                <a:cubicBezTo>
                  <a:pt x="12349" y="97362"/>
                  <a:pt x="11780" y="98873"/>
                  <a:pt x="10642" y="100031"/>
                </a:cubicBezTo>
                <a:cubicBezTo>
                  <a:pt x="9505" y="101191"/>
                  <a:pt x="8047" y="101771"/>
                  <a:pt x="6268" y="101771"/>
                </a:cubicBezTo>
                <a:cubicBezTo>
                  <a:pt x="2089" y="101771"/>
                  <a:pt x="0" y="98956"/>
                  <a:pt x="0" y="93325"/>
                </a:cubicBezTo>
                <a:cubicBezTo>
                  <a:pt x="0" y="89890"/>
                  <a:pt x="238" y="84748"/>
                  <a:pt x="714" y="77897"/>
                </a:cubicBezTo>
                <a:cubicBezTo>
                  <a:pt x="1189" y="71045"/>
                  <a:pt x="1427" y="65902"/>
                  <a:pt x="1427" y="62467"/>
                </a:cubicBezTo>
                <a:cubicBezTo>
                  <a:pt x="1427" y="56174"/>
                  <a:pt x="1520" y="48982"/>
                  <a:pt x="1707" y="40889"/>
                </a:cubicBezTo>
                <a:cubicBezTo>
                  <a:pt x="1893" y="32796"/>
                  <a:pt x="1986" y="25644"/>
                  <a:pt x="1986" y="19435"/>
                </a:cubicBezTo>
                <a:cubicBezTo>
                  <a:pt x="1986" y="17572"/>
                  <a:pt x="1893" y="15378"/>
                  <a:pt x="1707" y="12853"/>
                </a:cubicBezTo>
                <a:cubicBezTo>
                  <a:pt x="1520" y="10328"/>
                  <a:pt x="1427" y="8134"/>
                  <a:pt x="1427" y="6271"/>
                </a:cubicBezTo>
                <a:cubicBezTo>
                  <a:pt x="1427" y="4409"/>
                  <a:pt x="1996" y="2898"/>
                  <a:pt x="3134" y="1739"/>
                </a:cubicBezTo>
                <a:cubicBezTo>
                  <a:pt x="4271" y="580"/>
                  <a:pt x="5730" y="0"/>
                  <a:pt x="7509" y="0"/>
                </a:cubicBezTo>
                <a:cubicBezTo>
                  <a:pt x="9288" y="0"/>
                  <a:pt x="10746" y="580"/>
                  <a:pt x="11884" y="1739"/>
                </a:cubicBezTo>
                <a:cubicBezTo>
                  <a:pt x="13021" y="2898"/>
                  <a:pt x="13590" y="4409"/>
                  <a:pt x="13590" y="6271"/>
                </a:cubicBezTo>
                <a:cubicBezTo>
                  <a:pt x="13590" y="8176"/>
                  <a:pt x="13694" y="10422"/>
                  <a:pt x="13900" y="13010"/>
                </a:cubicBezTo>
                <a:cubicBezTo>
                  <a:pt x="14107" y="15597"/>
                  <a:pt x="14211" y="17842"/>
                  <a:pt x="14211" y="19745"/>
                </a:cubicBezTo>
                <a:lnTo>
                  <a:pt x="13776" y="39741"/>
                </a:lnTo>
                <a:cubicBezTo>
                  <a:pt x="13569" y="46943"/>
                  <a:pt x="13507" y="54146"/>
                  <a:pt x="13590" y="61350"/>
                </a:cubicBezTo>
                <a:cubicBezTo>
                  <a:pt x="19216" y="57044"/>
                  <a:pt x="24636" y="52325"/>
                  <a:pt x="29849" y="47191"/>
                </a:cubicBezTo>
                <a:lnTo>
                  <a:pt x="43501" y="33097"/>
                </a:lnTo>
                <a:cubicBezTo>
                  <a:pt x="44866" y="31690"/>
                  <a:pt x="46335" y="30987"/>
                  <a:pt x="47907" y="30987"/>
                </a:cubicBezTo>
                <a:cubicBezTo>
                  <a:pt x="49520" y="30987"/>
                  <a:pt x="50978" y="31628"/>
                  <a:pt x="52282" y="32911"/>
                </a:cubicBezTo>
                <a:cubicBezTo>
                  <a:pt x="53585" y="34193"/>
                  <a:pt x="54236" y="35683"/>
                  <a:pt x="54236" y="37381"/>
                </a:cubicBezTo>
                <a:cubicBezTo>
                  <a:pt x="54236" y="38788"/>
                  <a:pt x="53637" y="40175"/>
                  <a:pt x="52437" y="41540"/>
                </a:cubicBezTo>
                <a:cubicBezTo>
                  <a:pt x="47348" y="47492"/>
                  <a:pt x="41081" y="53878"/>
                  <a:pt x="33634" y="60698"/>
                </a:cubicBezTo>
                <a:lnTo>
                  <a:pt x="47162" y="79171"/>
                </a:lnTo>
                <a:cubicBezTo>
                  <a:pt x="53492" y="87823"/>
                  <a:pt x="56657" y="93452"/>
                  <a:pt x="56657" y="96060"/>
                </a:cubicBezTo>
                <a:cubicBezTo>
                  <a:pt x="56657" y="97716"/>
                  <a:pt x="56005" y="99144"/>
                  <a:pt x="54702" y="100344"/>
                </a:cubicBezTo>
                <a:cubicBezTo>
                  <a:pt x="53399" y="101543"/>
                  <a:pt x="51899" y="102143"/>
                  <a:pt x="50203" y="102143"/>
                </a:cubicBezTo>
                <a:close/>
                <a:moveTo>
                  <a:pt x="102005" y="99785"/>
                </a:moveTo>
                <a:lnTo>
                  <a:pt x="89656" y="99785"/>
                </a:lnTo>
                <a:lnTo>
                  <a:pt x="77369" y="99723"/>
                </a:lnTo>
                <a:cubicBezTo>
                  <a:pt x="74473" y="99723"/>
                  <a:pt x="72446" y="99537"/>
                  <a:pt x="71288" y="99165"/>
                </a:cubicBezTo>
                <a:cubicBezTo>
                  <a:pt x="69178" y="98420"/>
                  <a:pt x="68123" y="96848"/>
                  <a:pt x="68123" y="94448"/>
                </a:cubicBezTo>
                <a:cubicBezTo>
                  <a:pt x="68123" y="90270"/>
                  <a:pt x="71371" y="88181"/>
                  <a:pt x="77866" y="88181"/>
                </a:cubicBezTo>
                <a:lnTo>
                  <a:pt x="80844" y="88243"/>
                </a:lnTo>
                <a:lnTo>
                  <a:pt x="83389" y="88367"/>
                </a:lnTo>
                <a:cubicBezTo>
                  <a:pt x="83389" y="86377"/>
                  <a:pt x="83213" y="83435"/>
                  <a:pt x="82861" y="79539"/>
                </a:cubicBezTo>
                <a:cubicBezTo>
                  <a:pt x="82510" y="75643"/>
                  <a:pt x="82334" y="72721"/>
                  <a:pt x="82334" y="70772"/>
                </a:cubicBezTo>
                <a:cubicBezTo>
                  <a:pt x="82334" y="65508"/>
                  <a:pt x="82810" y="57508"/>
                  <a:pt x="83761" y="46772"/>
                </a:cubicBezTo>
                <a:cubicBezTo>
                  <a:pt x="84671" y="36203"/>
                  <a:pt x="85106" y="28183"/>
                  <a:pt x="85064" y="22712"/>
                </a:cubicBezTo>
                <a:cubicBezTo>
                  <a:pt x="79521" y="27015"/>
                  <a:pt x="75983" y="29166"/>
                  <a:pt x="74453" y="29166"/>
                </a:cubicBezTo>
                <a:cubicBezTo>
                  <a:pt x="72798" y="29166"/>
                  <a:pt x="71360" y="28545"/>
                  <a:pt x="70140" y="27304"/>
                </a:cubicBezTo>
                <a:cubicBezTo>
                  <a:pt x="68920" y="26063"/>
                  <a:pt x="68309" y="24636"/>
                  <a:pt x="68309" y="23023"/>
                </a:cubicBezTo>
                <a:cubicBezTo>
                  <a:pt x="68309" y="21078"/>
                  <a:pt x="70088" y="18720"/>
                  <a:pt x="73646" y="15948"/>
                </a:cubicBezTo>
                <a:cubicBezTo>
                  <a:pt x="75880" y="14376"/>
                  <a:pt x="79045" y="11853"/>
                  <a:pt x="83141" y="8377"/>
                </a:cubicBezTo>
                <a:cubicBezTo>
                  <a:pt x="86781" y="4696"/>
                  <a:pt x="90256" y="2855"/>
                  <a:pt x="93566" y="2855"/>
                </a:cubicBezTo>
                <a:cubicBezTo>
                  <a:pt x="96338" y="2855"/>
                  <a:pt x="97724" y="4450"/>
                  <a:pt x="97724" y="7641"/>
                </a:cubicBezTo>
                <a:cubicBezTo>
                  <a:pt x="97724" y="8593"/>
                  <a:pt x="97599" y="10012"/>
                  <a:pt x="97351" y="11897"/>
                </a:cubicBezTo>
                <a:cubicBezTo>
                  <a:pt x="97103" y="13782"/>
                  <a:pt x="96979" y="15201"/>
                  <a:pt x="96979" y="16154"/>
                </a:cubicBezTo>
                <a:cubicBezTo>
                  <a:pt x="96979" y="17522"/>
                  <a:pt x="97051" y="19593"/>
                  <a:pt x="97196" y="22369"/>
                </a:cubicBezTo>
                <a:cubicBezTo>
                  <a:pt x="97341" y="25145"/>
                  <a:pt x="97413" y="27216"/>
                  <a:pt x="97413" y="28582"/>
                </a:cubicBezTo>
                <a:cubicBezTo>
                  <a:pt x="97413" y="33306"/>
                  <a:pt x="96917" y="40350"/>
                  <a:pt x="95924" y="49714"/>
                </a:cubicBezTo>
                <a:cubicBezTo>
                  <a:pt x="94931" y="59077"/>
                  <a:pt x="94435" y="66099"/>
                  <a:pt x="94435" y="70780"/>
                </a:cubicBezTo>
                <a:cubicBezTo>
                  <a:pt x="94435" y="73183"/>
                  <a:pt x="94600" y="76104"/>
                  <a:pt x="94931" y="79543"/>
                </a:cubicBezTo>
                <a:cubicBezTo>
                  <a:pt x="95262" y="82982"/>
                  <a:pt x="95448" y="85799"/>
                  <a:pt x="95490" y="87995"/>
                </a:cubicBezTo>
                <a:lnTo>
                  <a:pt x="102005" y="87870"/>
                </a:lnTo>
                <a:cubicBezTo>
                  <a:pt x="103743" y="87870"/>
                  <a:pt x="105181" y="88439"/>
                  <a:pt x="106318" y="89577"/>
                </a:cubicBezTo>
                <a:cubicBezTo>
                  <a:pt x="107456" y="90715"/>
                  <a:pt x="108025" y="92132"/>
                  <a:pt x="108025" y="93828"/>
                </a:cubicBezTo>
                <a:cubicBezTo>
                  <a:pt x="108025" y="95565"/>
                  <a:pt x="107456" y="96993"/>
                  <a:pt x="106318" y="98110"/>
                </a:cubicBezTo>
                <a:cubicBezTo>
                  <a:pt x="105181" y="99227"/>
                  <a:pt x="103743" y="99785"/>
                  <a:pt x="102005" y="997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=0">
            <a:extLst xmlns:a="http://schemas.openxmlformats.org/drawingml/2006/main">
              <a:ext uri="{FF2B5EF4-FFF2-40B4-BE49-F238E27FC236}">
                <a16:creationId xmlns:a16="http://schemas.microsoft.com/office/drawing/2014/main" id="{922A0EAE-069D-4304-911B-F8F00F08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5247" y="3040167"/>
            <a:ext cx="203332" cy="152914"/>
          </a:xfrm>
          <a:custGeom xmlns:a="http://schemas.openxmlformats.org/drawingml/2006/main">
            <a:pathLst>
              <a:path w="203332" h="152914">
                <a:moveTo>
                  <a:pt x="21557" y="53367"/>
                </a:moveTo>
                <a:lnTo>
                  <a:pt x="66301" y="53462"/>
                </a:lnTo>
                <a:cubicBezTo>
                  <a:pt x="71986" y="53462"/>
                  <a:pt x="74828" y="56305"/>
                  <a:pt x="74828" y="61990"/>
                </a:cubicBezTo>
                <a:cubicBezTo>
                  <a:pt x="74828" y="67674"/>
                  <a:pt x="71986" y="70517"/>
                  <a:pt x="66301" y="70517"/>
                </a:cubicBezTo>
                <a:lnTo>
                  <a:pt x="21462" y="70421"/>
                </a:lnTo>
                <a:cubicBezTo>
                  <a:pt x="19993" y="70421"/>
                  <a:pt x="17805" y="70501"/>
                  <a:pt x="14899" y="70660"/>
                </a:cubicBezTo>
                <a:cubicBezTo>
                  <a:pt x="11992" y="70820"/>
                  <a:pt x="9837" y="70900"/>
                  <a:pt x="8431" y="70900"/>
                </a:cubicBezTo>
                <a:cubicBezTo>
                  <a:pt x="5940" y="70900"/>
                  <a:pt x="3912" y="70070"/>
                  <a:pt x="2347" y="68409"/>
                </a:cubicBezTo>
                <a:cubicBezTo>
                  <a:pt x="782" y="66748"/>
                  <a:pt x="0" y="64704"/>
                  <a:pt x="0" y="62277"/>
                </a:cubicBezTo>
                <a:cubicBezTo>
                  <a:pt x="0" y="57678"/>
                  <a:pt x="2683" y="54868"/>
                  <a:pt x="8048" y="53846"/>
                </a:cubicBezTo>
                <a:cubicBezTo>
                  <a:pt x="9453" y="53526"/>
                  <a:pt x="13956" y="53367"/>
                  <a:pt x="21557" y="53367"/>
                </a:cubicBezTo>
                <a:moveTo>
                  <a:pt x="27019" y="104817"/>
                </a:moveTo>
                <a:cubicBezTo>
                  <a:pt x="31234" y="104817"/>
                  <a:pt x="37558" y="104913"/>
                  <a:pt x="45989" y="105104"/>
                </a:cubicBezTo>
                <a:cubicBezTo>
                  <a:pt x="54421" y="105296"/>
                  <a:pt x="60744" y="105392"/>
                  <a:pt x="64960" y="105392"/>
                </a:cubicBezTo>
                <a:cubicBezTo>
                  <a:pt x="70644" y="105392"/>
                  <a:pt x="73487" y="108234"/>
                  <a:pt x="73487" y="113919"/>
                </a:cubicBezTo>
                <a:cubicBezTo>
                  <a:pt x="73487" y="119604"/>
                  <a:pt x="70644" y="122446"/>
                  <a:pt x="64960" y="122446"/>
                </a:cubicBezTo>
                <a:cubicBezTo>
                  <a:pt x="60744" y="122446"/>
                  <a:pt x="54421" y="122350"/>
                  <a:pt x="45989" y="122159"/>
                </a:cubicBezTo>
                <a:cubicBezTo>
                  <a:pt x="37558" y="121967"/>
                  <a:pt x="31234" y="121871"/>
                  <a:pt x="27019" y="121871"/>
                </a:cubicBezTo>
                <a:cubicBezTo>
                  <a:pt x="25102" y="121871"/>
                  <a:pt x="22228" y="121999"/>
                  <a:pt x="18396" y="122255"/>
                </a:cubicBezTo>
                <a:cubicBezTo>
                  <a:pt x="14563" y="122510"/>
                  <a:pt x="11721" y="122638"/>
                  <a:pt x="9869" y="122638"/>
                </a:cubicBezTo>
                <a:cubicBezTo>
                  <a:pt x="3992" y="122638"/>
                  <a:pt x="1054" y="119795"/>
                  <a:pt x="1054" y="114111"/>
                </a:cubicBezTo>
                <a:cubicBezTo>
                  <a:pt x="1054" y="108873"/>
                  <a:pt x="3800" y="106031"/>
                  <a:pt x="9294" y="105583"/>
                </a:cubicBezTo>
                <a:cubicBezTo>
                  <a:pt x="16384" y="105072"/>
                  <a:pt x="22292" y="104817"/>
                  <a:pt x="27019" y="104817"/>
                </a:cubicBezTo>
                <a:close/>
                <a:moveTo>
                  <a:pt x="148911" y="152914"/>
                </a:moveTo>
                <a:cubicBezTo>
                  <a:pt x="129493" y="152914"/>
                  <a:pt x="115313" y="144025"/>
                  <a:pt x="106371" y="126246"/>
                </a:cubicBezTo>
                <a:cubicBezTo>
                  <a:pt x="99600" y="112559"/>
                  <a:pt x="96215" y="94747"/>
                  <a:pt x="96215" y="72810"/>
                </a:cubicBezTo>
                <a:cubicBezTo>
                  <a:pt x="96215" y="54265"/>
                  <a:pt x="100622" y="38085"/>
                  <a:pt x="109437" y="24270"/>
                </a:cubicBezTo>
                <a:cubicBezTo>
                  <a:pt x="119848" y="8090"/>
                  <a:pt x="133996" y="0"/>
                  <a:pt x="151881" y="0"/>
                </a:cubicBezTo>
                <a:cubicBezTo>
                  <a:pt x="168680" y="0"/>
                  <a:pt x="181774" y="7163"/>
                  <a:pt x="191164" y="21489"/>
                </a:cubicBezTo>
                <a:cubicBezTo>
                  <a:pt x="199276" y="33896"/>
                  <a:pt x="203332" y="49021"/>
                  <a:pt x="203332" y="66864"/>
                </a:cubicBezTo>
                <a:cubicBezTo>
                  <a:pt x="203332" y="95515"/>
                  <a:pt x="198797" y="117020"/>
                  <a:pt x="189726" y="131378"/>
                </a:cubicBezTo>
                <a:cubicBezTo>
                  <a:pt x="180656" y="145735"/>
                  <a:pt x="167051" y="152914"/>
                  <a:pt x="148911" y="152914"/>
                </a:cubicBezTo>
                <a:moveTo>
                  <a:pt x="151785" y="18587"/>
                </a:moveTo>
                <a:cubicBezTo>
                  <a:pt x="139905" y="18587"/>
                  <a:pt x="130483" y="24628"/>
                  <a:pt x="123521" y="36711"/>
                </a:cubicBezTo>
                <a:cubicBezTo>
                  <a:pt x="117709" y="46811"/>
                  <a:pt x="114802" y="58350"/>
                  <a:pt x="114802" y="71328"/>
                </a:cubicBezTo>
                <a:cubicBezTo>
                  <a:pt x="114802" y="92359"/>
                  <a:pt x="117645" y="108148"/>
                  <a:pt x="123330" y="118698"/>
                </a:cubicBezTo>
                <a:cubicBezTo>
                  <a:pt x="129014" y="129245"/>
                  <a:pt x="137541" y="134518"/>
                  <a:pt x="148911" y="134518"/>
                </a:cubicBezTo>
                <a:cubicBezTo>
                  <a:pt x="162452" y="134518"/>
                  <a:pt x="172161" y="126784"/>
                  <a:pt x="178038" y="111314"/>
                </a:cubicBezTo>
                <a:cubicBezTo>
                  <a:pt x="182125" y="100573"/>
                  <a:pt x="184169" y="86956"/>
                  <a:pt x="184169" y="70463"/>
                </a:cubicBezTo>
                <a:cubicBezTo>
                  <a:pt x="184169" y="53139"/>
                  <a:pt x="181471" y="40163"/>
                  <a:pt x="176073" y="31534"/>
                </a:cubicBezTo>
                <a:cubicBezTo>
                  <a:pt x="170676" y="22903"/>
                  <a:pt x="162580" y="18587"/>
                  <a:pt x="151785" y="185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BE0BE2-F526-4216-96CC-BB59CB05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188" y="3331407"/>
            <a:ext cx="1112382" cy="281552"/>
          </a:xfrm>
          <a:custGeom xmlns:a="http://schemas.openxmlformats.org/drawingml/2006/main">
            <a:pathLst>
              <a:path w="1112382" h="281552">
                <a:moveTo>
                  <a:pt x="559" y="46925"/>
                </a:moveTo>
                <a:cubicBezTo>
                  <a:pt x="0" y="21507"/>
                  <a:pt x="20949" y="559"/>
                  <a:pt x="47484" y="0"/>
                </a:cubicBezTo>
                <a:lnTo>
                  <a:pt x="1064758" y="0"/>
                </a:lnTo>
                <a:cubicBezTo>
                  <a:pt x="1091433" y="559"/>
                  <a:pt x="1112382" y="21507"/>
                  <a:pt x="1111683" y="46925"/>
                </a:cubicBezTo>
                <a:lnTo>
                  <a:pt x="1111683" y="234627"/>
                </a:lnTo>
                <a:cubicBezTo>
                  <a:pt x="1112382" y="260324"/>
                  <a:pt x="1091433" y="281273"/>
                  <a:pt x="1064758" y="281552"/>
                </a:cubicBezTo>
                <a:lnTo>
                  <a:pt x="47484" y="281552"/>
                </a:lnTo>
                <a:cubicBezTo>
                  <a:pt x="20949" y="281273"/>
                  <a:pt x="0" y="260324"/>
                  <a:pt x="559" y="234627"/>
                </a:cubicBezTo>
                <a:lnTo>
                  <a:pt x="559" y="46925"/>
                </a:lnTo>
              </a:path>
            </a:pathLst>
          </a:custGeom>
          <a:solidFill xmlns:a="http://schemas.openxmlformats.org/drawingml/2006/main">
            <a:srgbClr val="ECF5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95DCC2-35CE-4003-A421-A4699B0A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714" y="3321491"/>
            <a:ext cx="1133330" cy="301663"/>
          </a:xfrm>
          <a:custGeom xmlns:a="http://schemas.openxmlformats.org/drawingml/2006/main">
            <a:pathLst>
              <a:path w="1133330" h="301663">
                <a:moveTo>
                  <a:pt x="4497" y="266692"/>
                </a:moveTo>
                <a:lnTo>
                  <a:pt x="6899" y="271706"/>
                </a:lnTo>
                <a:lnTo>
                  <a:pt x="9776" y="276426"/>
                </a:lnTo>
                <a:lnTo>
                  <a:pt x="13072" y="280840"/>
                </a:lnTo>
                <a:lnTo>
                  <a:pt x="16759" y="284904"/>
                </a:lnTo>
                <a:lnTo>
                  <a:pt x="20823" y="288591"/>
                </a:lnTo>
                <a:lnTo>
                  <a:pt x="25236" y="291887"/>
                </a:lnTo>
                <a:lnTo>
                  <a:pt x="29957" y="294764"/>
                </a:lnTo>
                <a:lnTo>
                  <a:pt x="34971" y="297166"/>
                </a:lnTo>
                <a:lnTo>
                  <a:pt x="40236" y="299093"/>
                </a:lnTo>
                <a:lnTo>
                  <a:pt x="45738" y="300518"/>
                </a:lnTo>
                <a:lnTo>
                  <a:pt x="51422" y="301384"/>
                </a:lnTo>
                <a:lnTo>
                  <a:pt x="56995" y="301663"/>
                </a:lnTo>
                <a:lnTo>
                  <a:pt x="1076336" y="301663"/>
                </a:lnTo>
                <a:lnTo>
                  <a:pt x="1081908" y="301384"/>
                </a:lnTo>
                <a:lnTo>
                  <a:pt x="1087592" y="300518"/>
                </a:lnTo>
                <a:lnTo>
                  <a:pt x="1093095" y="299093"/>
                </a:lnTo>
                <a:lnTo>
                  <a:pt x="1098360" y="297166"/>
                </a:lnTo>
                <a:lnTo>
                  <a:pt x="1103374" y="294764"/>
                </a:lnTo>
                <a:lnTo>
                  <a:pt x="1108094" y="291887"/>
                </a:lnTo>
                <a:lnTo>
                  <a:pt x="1112507" y="288591"/>
                </a:lnTo>
                <a:lnTo>
                  <a:pt x="1116571" y="284904"/>
                </a:lnTo>
                <a:lnTo>
                  <a:pt x="1120258" y="280840"/>
                </a:lnTo>
                <a:lnTo>
                  <a:pt x="1123554" y="276426"/>
                </a:lnTo>
                <a:lnTo>
                  <a:pt x="1126431" y="271706"/>
                </a:lnTo>
                <a:lnTo>
                  <a:pt x="1128833" y="266692"/>
                </a:lnTo>
                <a:lnTo>
                  <a:pt x="1130761" y="261427"/>
                </a:lnTo>
                <a:lnTo>
                  <a:pt x="1132185" y="255925"/>
                </a:lnTo>
                <a:lnTo>
                  <a:pt x="1133051" y="250240"/>
                </a:lnTo>
                <a:lnTo>
                  <a:pt x="1133330" y="244668"/>
                </a:lnTo>
                <a:lnTo>
                  <a:pt x="1133330" y="56995"/>
                </a:lnTo>
                <a:lnTo>
                  <a:pt x="1133051" y="51422"/>
                </a:lnTo>
                <a:lnTo>
                  <a:pt x="1132185" y="45738"/>
                </a:lnTo>
                <a:lnTo>
                  <a:pt x="1130761" y="40236"/>
                </a:lnTo>
                <a:lnTo>
                  <a:pt x="1128833" y="34971"/>
                </a:lnTo>
                <a:lnTo>
                  <a:pt x="1126431" y="29957"/>
                </a:lnTo>
                <a:lnTo>
                  <a:pt x="1123554" y="25236"/>
                </a:lnTo>
                <a:lnTo>
                  <a:pt x="1120258" y="20823"/>
                </a:lnTo>
                <a:lnTo>
                  <a:pt x="1116571" y="16759"/>
                </a:lnTo>
                <a:lnTo>
                  <a:pt x="1112507" y="13072"/>
                </a:lnTo>
                <a:lnTo>
                  <a:pt x="1108094" y="9776"/>
                </a:lnTo>
                <a:lnTo>
                  <a:pt x="1103374" y="6899"/>
                </a:lnTo>
                <a:lnTo>
                  <a:pt x="1098360" y="4497"/>
                </a:lnTo>
                <a:lnTo>
                  <a:pt x="1093095" y="2556"/>
                </a:lnTo>
                <a:lnTo>
                  <a:pt x="1087592" y="1145"/>
                </a:lnTo>
                <a:lnTo>
                  <a:pt x="1081908" y="279"/>
                </a:lnTo>
                <a:lnTo>
                  <a:pt x="1076336" y="0"/>
                </a:lnTo>
                <a:lnTo>
                  <a:pt x="56995" y="0"/>
                </a:lnTo>
                <a:lnTo>
                  <a:pt x="51422" y="279"/>
                </a:lnTo>
                <a:lnTo>
                  <a:pt x="45738" y="1145"/>
                </a:lnTo>
                <a:lnTo>
                  <a:pt x="40236" y="2556"/>
                </a:lnTo>
                <a:lnTo>
                  <a:pt x="34971" y="4497"/>
                </a:lnTo>
                <a:lnTo>
                  <a:pt x="29957" y="6899"/>
                </a:lnTo>
                <a:lnTo>
                  <a:pt x="25236" y="9776"/>
                </a:lnTo>
                <a:lnTo>
                  <a:pt x="20823" y="13072"/>
                </a:lnTo>
                <a:lnTo>
                  <a:pt x="16759" y="16759"/>
                </a:lnTo>
                <a:lnTo>
                  <a:pt x="13072" y="20823"/>
                </a:lnTo>
                <a:lnTo>
                  <a:pt x="9776" y="25236"/>
                </a:lnTo>
                <a:lnTo>
                  <a:pt x="6899" y="29957"/>
                </a:lnTo>
                <a:lnTo>
                  <a:pt x="4497" y="34971"/>
                </a:lnTo>
                <a:lnTo>
                  <a:pt x="2570" y="40236"/>
                </a:lnTo>
                <a:lnTo>
                  <a:pt x="1145" y="45738"/>
                </a:lnTo>
                <a:lnTo>
                  <a:pt x="279" y="51422"/>
                </a:lnTo>
                <a:lnTo>
                  <a:pt x="0" y="56995"/>
                </a:lnTo>
                <a:lnTo>
                  <a:pt x="0" y="244668"/>
                </a:lnTo>
                <a:lnTo>
                  <a:pt x="279" y="250240"/>
                </a:lnTo>
                <a:lnTo>
                  <a:pt x="1145" y="255925"/>
                </a:lnTo>
                <a:lnTo>
                  <a:pt x="2570" y="261427"/>
                </a:lnTo>
                <a:lnTo>
                  <a:pt x="4497" y="266692"/>
                </a:lnTo>
                <a:close/>
                <a:moveTo>
                  <a:pt x="21693" y="49944"/>
                </a:moveTo>
                <a:lnTo>
                  <a:pt x="22587" y="46484"/>
                </a:lnTo>
                <a:lnTo>
                  <a:pt x="23827" y="43107"/>
                </a:lnTo>
                <a:lnTo>
                  <a:pt x="25353" y="39935"/>
                </a:lnTo>
                <a:lnTo>
                  <a:pt x="27123" y="37017"/>
                </a:lnTo>
                <a:lnTo>
                  <a:pt x="29236" y="34192"/>
                </a:lnTo>
                <a:lnTo>
                  <a:pt x="31594" y="31594"/>
                </a:lnTo>
                <a:lnTo>
                  <a:pt x="34192" y="29236"/>
                </a:lnTo>
                <a:lnTo>
                  <a:pt x="37017" y="27123"/>
                </a:lnTo>
                <a:lnTo>
                  <a:pt x="39935" y="25353"/>
                </a:lnTo>
                <a:lnTo>
                  <a:pt x="43107" y="23827"/>
                </a:lnTo>
                <a:lnTo>
                  <a:pt x="46484" y="22587"/>
                </a:lnTo>
                <a:lnTo>
                  <a:pt x="49944" y="21693"/>
                </a:lnTo>
                <a:lnTo>
                  <a:pt x="53613" y="21142"/>
                </a:lnTo>
                <a:lnTo>
                  <a:pt x="57509" y="20949"/>
                </a:lnTo>
                <a:lnTo>
                  <a:pt x="1075821" y="20949"/>
                </a:lnTo>
                <a:lnTo>
                  <a:pt x="1079717" y="21142"/>
                </a:lnTo>
                <a:lnTo>
                  <a:pt x="1083387" y="21693"/>
                </a:lnTo>
                <a:lnTo>
                  <a:pt x="1086847" y="22587"/>
                </a:lnTo>
                <a:lnTo>
                  <a:pt x="1090224" y="23827"/>
                </a:lnTo>
                <a:lnTo>
                  <a:pt x="1093396" y="25353"/>
                </a:lnTo>
                <a:lnTo>
                  <a:pt x="1096314" y="27123"/>
                </a:lnTo>
                <a:lnTo>
                  <a:pt x="1099139" y="29236"/>
                </a:lnTo>
                <a:lnTo>
                  <a:pt x="1101737" y="31594"/>
                </a:lnTo>
                <a:lnTo>
                  <a:pt x="1104095" y="34192"/>
                </a:lnTo>
                <a:lnTo>
                  <a:pt x="1106208" y="37017"/>
                </a:lnTo>
                <a:lnTo>
                  <a:pt x="1107978" y="39935"/>
                </a:lnTo>
                <a:lnTo>
                  <a:pt x="1109504" y="43107"/>
                </a:lnTo>
                <a:lnTo>
                  <a:pt x="1110743" y="46484"/>
                </a:lnTo>
                <a:lnTo>
                  <a:pt x="1111638" y="49944"/>
                </a:lnTo>
                <a:lnTo>
                  <a:pt x="1112189" y="53613"/>
                </a:lnTo>
                <a:lnTo>
                  <a:pt x="1112382" y="57509"/>
                </a:lnTo>
                <a:lnTo>
                  <a:pt x="1112382" y="244154"/>
                </a:lnTo>
                <a:lnTo>
                  <a:pt x="1112189" y="248050"/>
                </a:lnTo>
                <a:lnTo>
                  <a:pt x="1111638" y="251719"/>
                </a:lnTo>
                <a:lnTo>
                  <a:pt x="1110743" y="255179"/>
                </a:lnTo>
                <a:lnTo>
                  <a:pt x="1109504" y="258556"/>
                </a:lnTo>
                <a:lnTo>
                  <a:pt x="1107978" y="261728"/>
                </a:lnTo>
                <a:lnTo>
                  <a:pt x="1106208" y="264646"/>
                </a:lnTo>
                <a:lnTo>
                  <a:pt x="1104095" y="267471"/>
                </a:lnTo>
                <a:lnTo>
                  <a:pt x="1101737" y="270069"/>
                </a:lnTo>
                <a:lnTo>
                  <a:pt x="1099139" y="272427"/>
                </a:lnTo>
                <a:lnTo>
                  <a:pt x="1096314" y="274540"/>
                </a:lnTo>
                <a:lnTo>
                  <a:pt x="1093396" y="276310"/>
                </a:lnTo>
                <a:lnTo>
                  <a:pt x="1090224" y="277836"/>
                </a:lnTo>
                <a:lnTo>
                  <a:pt x="1086847" y="279075"/>
                </a:lnTo>
                <a:lnTo>
                  <a:pt x="1083387" y="279970"/>
                </a:lnTo>
                <a:lnTo>
                  <a:pt x="1079717" y="280521"/>
                </a:lnTo>
                <a:lnTo>
                  <a:pt x="1075821" y="280714"/>
                </a:lnTo>
                <a:lnTo>
                  <a:pt x="57509" y="280714"/>
                </a:lnTo>
                <a:lnTo>
                  <a:pt x="53613" y="280521"/>
                </a:lnTo>
                <a:lnTo>
                  <a:pt x="49944" y="279970"/>
                </a:lnTo>
                <a:lnTo>
                  <a:pt x="46484" y="279075"/>
                </a:lnTo>
                <a:lnTo>
                  <a:pt x="43107" y="277836"/>
                </a:lnTo>
                <a:lnTo>
                  <a:pt x="39935" y="276310"/>
                </a:lnTo>
                <a:lnTo>
                  <a:pt x="37017" y="274540"/>
                </a:lnTo>
                <a:lnTo>
                  <a:pt x="34192" y="272427"/>
                </a:lnTo>
                <a:lnTo>
                  <a:pt x="31594" y="270069"/>
                </a:lnTo>
                <a:lnTo>
                  <a:pt x="29236" y="267471"/>
                </a:lnTo>
                <a:lnTo>
                  <a:pt x="27123" y="264646"/>
                </a:lnTo>
                <a:lnTo>
                  <a:pt x="25353" y="261728"/>
                </a:lnTo>
                <a:lnTo>
                  <a:pt x="23827" y="258556"/>
                </a:lnTo>
                <a:lnTo>
                  <a:pt x="22587" y="255179"/>
                </a:lnTo>
                <a:lnTo>
                  <a:pt x="21693" y="251719"/>
                </a:lnTo>
                <a:lnTo>
                  <a:pt x="21142" y="248050"/>
                </a:lnTo>
                <a:lnTo>
                  <a:pt x="20949" y="244154"/>
                </a:lnTo>
                <a:lnTo>
                  <a:pt x="20949" y="57509"/>
                </a:lnTo>
                <a:lnTo>
                  <a:pt x="21142" y="53613"/>
                </a:lnTo>
                <a:lnTo>
                  <a:pt x="21693" y="49944"/>
                </a:lnTo>
                <a:close/>
              </a:path>
            </a:pathLst>
          </a:custGeom>
          <a:solidFill xmlns:a="http://schemas.openxmlformats.org/drawingml/2006/main">
            <a:srgbClr val="AAD1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ny">
            <a:extLst xmlns:a="http://schemas.openxmlformats.org/drawingml/2006/main">
              <a:ext uri="{FF2B5EF4-FFF2-40B4-BE49-F238E27FC236}">
                <a16:creationId xmlns:a16="http://schemas.microsoft.com/office/drawing/2014/main" id="{7703596F-6AE7-4846-A2D2-8BD1ACF8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988" y="3418216"/>
            <a:ext cx="188878" cy="160387"/>
          </a:xfrm>
          <a:custGeom xmlns:a="http://schemas.openxmlformats.org/drawingml/2006/main">
            <a:pathLst>
              <a:path w="188878" h="160387">
                <a:moveTo>
                  <a:pt x="74924" y="111715"/>
                </a:moveTo>
                <a:cubicBezTo>
                  <a:pt x="69431" y="111715"/>
                  <a:pt x="66333" y="108707"/>
                  <a:pt x="65630" y="102691"/>
                </a:cubicBezTo>
                <a:lnTo>
                  <a:pt x="62948" y="81664"/>
                </a:lnTo>
                <a:cubicBezTo>
                  <a:pt x="62053" y="74175"/>
                  <a:pt x="61606" y="67165"/>
                  <a:pt x="61606" y="60636"/>
                </a:cubicBezTo>
                <a:cubicBezTo>
                  <a:pt x="61606" y="58844"/>
                  <a:pt x="61718" y="55804"/>
                  <a:pt x="61942" y="51516"/>
                </a:cubicBezTo>
                <a:cubicBezTo>
                  <a:pt x="62165" y="47227"/>
                  <a:pt x="62277" y="44186"/>
                  <a:pt x="62277" y="42393"/>
                </a:cubicBezTo>
                <a:cubicBezTo>
                  <a:pt x="62277" y="28567"/>
                  <a:pt x="59722" y="21653"/>
                  <a:pt x="54612" y="21653"/>
                </a:cubicBezTo>
                <a:cubicBezTo>
                  <a:pt x="47458" y="21653"/>
                  <a:pt x="40624" y="25906"/>
                  <a:pt x="34109" y="34411"/>
                </a:cubicBezTo>
                <a:cubicBezTo>
                  <a:pt x="28232" y="42148"/>
                  <a:pt x="23633" y="51930"/>
                  <a:pt x="20312" y="63759"/>
                </a:cubicBezTo>
                <a:cubicBezTo>
                  <a:pt x="20184" y="66254"/>
                  <a:pt x="19897" y="69388"/>
                  <a:pt x="19450" y="73161"/>
                </a:cubicBezTo>
                <a:cubicBezTo>
                  <a:pt x="19066" y="76358"/>
                  <a:pt x="18875" y="79459"/>
                  <a:pt x="18875" y="82463"/>
                </a:cubicBezTo>
                <a:cubicBezTo>
                  <a:pt x="18875" y="84381"/>
                  <a:pt x="19066" y="87259"/>
                  <a:pt x="19450" y="91095"/>
                </a:cubicBezTo>
                <a:cubicBezTo>
                  <a:pt x="19833" y="94932"/>
                  <a:pt x="20024" y="97809"/>
                  <a:pt x="20024" y="99727"/>
                </a:cubicBezTo>
                <a:cubicBezTo>
                  <a:pt x="20024" y="102605"/>
                  <a:pt x="19146" y="104940"/>
                  <a:pt x="17390" y="106730"/>
                </a:cubicBezTo>
                <a:cubicBezTo>
                  <a:pt x="15633" y="108521"/>
                  <a:pt x="13382" y="109416"/>
                  <a:pt x="10635" y="109416"/>
                </a:cubicBezTo>
                <a:cubicBezTo>
                  <a:pt x="7825" y="109416"/>
                  <a:pt x="5557" y="108520"/>
                  <a:pt x="3832" y="106727"/>
                </a:cubicBezTo>
                <a:cubicBezTo>
                  <a:pt x="2108" y="104937"/>
                  <a:pt x="1246" y="102601"/>
                  <a:pt x="1246" y="99721"/>
                </a:cubicBezTo>
                <a:cubicBezTo>
                  <a:pt x="1246" y="97803"/>
                  <a:pt x="1038" y="94925"/>
                  <a:pt x="623" y="91086"/>
                </a:cubicBezTo>
                <a:cubicBezTo>
                  <a:pt x="208" y="87246"/>
                  <a:pt x="0" y="84365"/>
                  <a:pt x="0" y="82445"/>
                </a:cubicBezTo>
                <a:cubicBezTo>
                  <a:pt x="0" y="75854"/>
                  <a:pt x="463" y="66720"/>
                  <a:pt x="1389" y="55043"/>
                </a:cubicBezTo>
                <a:cubicBezTo>
                  <a:pt x="2315" y="43366"/>
                  <a:pt x="2779" y="34232"/>
                  <a:pt x="2779" y="27641"/>
                </a:cubicBezTo>
                <a:cubicBezTo>
                  <a:pt x="2779" y="25593"/>
                  <a:pt x="2667" y="22554"/>
                  <a:pt x="2443" y="18524"/>
                </a:cubicBezTo>
                <a:cubicBezTo>
                  <a:pt x="2220" y="14492"/>
                  <a:pt x="2108" y="11453"/>
                  <a:pt x="2108" y="9407"/>
                </a:cubicBezTo>
                <a:cubicBezTo>
                  <a:pt x="2108" y="6655"/>
                  <a:pt x="3018" y="4399"/>
                  <a:pt x="4838" y="2641"/>
                </a:cubicBezTo>
                <a:cubicBezTo>
                  <a:pt x="6659" y="880"/>
                  <a:pt x="8910" y="0"/>
                  <a:pt x="11593" y="0"/>
                </a:cubicBezTo>
                <a:cubicBezTo>
                  <a:pt x="17470" y="0"/>
                  <a:pt x="20695" y="4169"/>
                  <a:pt x="21270" y="12506"/>
                </a:cubicBezTo>
                <a:lnTo>
                  <a:pt x="21557" y="23761"/>
                </a:lnTo>
                <a:cubicBezTo>
                  <a:pt x="32288" y="9453"/>
                  <a:pt x="43306" y="2299"/>
                  <a:pt x="54612" y="2299"/>
                </a:cubicBezTo>
                <a:cubicBezTo>
                  <a:pt x="64832" y="2299"/>
                  <a:pt x="71954" y="6811"/>
                  <a:pt x="75978" y="15833"/>
                </a:cubicBezTo>
                <a:cubicBezTo>
                  <a:pt x="78725" y="21847"/>
                  <a:pt x="80226" y="30741"/>
                  <a:pt x="80481" y="42516"/>
                </a:cubicBezTo>
                <a:lnTo>
                  <a:pt x="80481" y="52208"/>
                </a:lnTo>
                <a:lnTo>
                  <a:pt x="80385" y="61133"/>
                </a:lnTo>
                <a:cubicBezTo>
                  <a:pt x="80385" y="66445"/>
                  <a:pt x="81072" y="73308"/>
                  <a:pt x="82445" y="81724"/>
                </a:cubicBezTo>
                <a:cubicBezTo>
                  <a:pt x="83818" y="90137"/>
                  <a:pt x="84505" y="96967"/>
                  <a:pt x="84505" y="102212"/>
                </a:cubicBezTo>
                <a:cubicBezTo>
                  <a:pt x="84505" y="105029"/>
                  <a:pt x="83595" y="107316"/>
                  <a:pt x="81775" y="109075"/>
                </a:cubicBezTo>
                <a:cubicBezTo>
                  <a:pt x="79954" y="110835"/>
                  <a:pt x="77671" y="111715"/>
                  <a:pt x="74924" y="111715"/>
                </a:cubicBezTo>
                <a:close/>
                <a:moveTo>
                  <a:pt x="187633" y="19339"/>
                </a:moveTo>
                <a:lnTo>
                  <a:pt x="154482" y="91014"/>
                </a:lnTo>
                <a:cubicBezTo>
                  <a:pt x="146306" y="108454"/>
                  <a:pt x="140047" y="123050"/>
                  <a:pt x="135703" y="134803"/>
                </a:cubicBezTo>
                <a:lnTo>
                  <a:pt x="129380" y="153393"/>
                </a:lnTo>
                <a:cubicBezTo>
                  <a:pt x="127719" y="158056"/>
                  <a:pt x="124845" y="160387"/>
                  <a:pt x="120757" y="160387"/>
                </a:cubicBezTo>
                <a:cubicBezTo>
                  <a:pt x="118074" y="160387"/>
                  <a:pt x="115759" y="159504"/>
                  <a:pt x="113811" y="157737"/>
                </a:cubicBezTo>
                <a:cubicBezTo>
                  <a:pt x="111862" y="155973"/>
                  <a:pt x="110888" y="153774"/>
                  <a:pt x="110888" y="151142"/>
                </a:cubicBezTo>
                <a:cubicBezTo>
                  <a:pt x="110888" y="144722"/>
                  <a:pt x="117787" y="126252"/>
                  <a:pt x="131583" y="95730"/>
                </a:cubicBezTo>
                <a:lnTo>
                  <a:pt x="97283" y="29626"/>
                </a:lnTo>
                <a:lnTo>
                  <a:pt x="92972" y="22620"/>
                </a:lnTo>
                <a:cubicBezTo>
                  <a:pt x="91247" y="19678"/>
                  <a:pt x="90385" y="17216"/>
                  <a:pt x="90385" y="15234"/>
                </a:cubicBezTo>
                <a:cubicBezTo>
                  <a:pt x="90385" y="12615"/>
                  <a:pt x="91391" y="10316"/>
                  <a:pt x="93403" y="8336"/>
                </a:cubicBezTo>
                <a:cubicBezTo>
                  <a:pt x="95415" y="6355"/>
                  <a:pt x="97666" y="5365"/>
                  <a:pt x="100157" y="5365"/>
                </a:cubicBezTo>
                <a:cubicBezTo>
                  <a:pt x="103096" y="5365"/>
                  <a:pt x="105363" y="6483"/>
                  <a:pt x="106960" y="8719"/>
                </a:cubicBezTo>
                <a:cubicBezTo>
                  <a:pt x="117819" y="23815"/>
                  <a:pt x="129476" y="45308"/>
                  <a:pt x="141931" y="73196"/>
                </a:cubicBezTo>
                <a:lnTo>
                  <a:pt x="156111" y="40040"/>
                </a:lnTo>
                <a:cubicBezTo>
                  <a:pt x="161221" y="28601"/>
                  <a:pt x="166139" y="18767"/>
                  <a:pt x="170866" y="10539"/>
                </a:cubicBezTo>
                <a:cubicBezTo>
                  <a:pt x="172910" y="6962"/>
                  <a:pt x="175592" y="5174"/>
                  <a:pt x="178914" y="5174"/>
                </a:cubicBezTo>
                <a:cubicBezTo>
                  <a:pt x="181533" y="5174"/>
                  <a:pt x="183848" y="6099"/>
                  <a:pt x="185860" y="7949"/>
                </a:cubicBezTo>
                <a:cubicBezTo>
                  <a:pt x="187872" y="9800"/>
                  <a:pt x="188878" y="12001"/>
                  <a:pt x="188878" y="14554"/>
                </a:cubicBezTo>
                <a:cubicBezTo>
                  <a:pt x="188878" y="15957"/>
                  <a:pt x="188463" y="17552"/>
                  <a:pt x="187633" y="19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k2">
            <a:extLst xmlns:a="http://schemas.openxmlformats.org/drawingml/2006/main">
              <a:ext uri="{FF2B5EF4-FFF2-40B4-BE49-F238E27FC236}">
                <a16:creationId xmlns:a16="http://schemas.microsoft.com/office/drawing/2014/main" id="{73D2C960-5E75-4C85-93C9-7F6486FB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823" y="3461778"/>
            <a:ext cx="126703" cy="102143"/>
          </a:xfrm>
          <a:custGeom xmlns:a="http://schemas.openxmlformats.org/drawingml/2006/main">
            <a:pathLst>
              <a:path w="126703" h="102143">
                <a:moveTo>
                  <a:pt x="50203" y="102143"/>
                </a:moveTo>
                <a:cubicBezTo>
                  <a:pt x="47927" y="102143"/>
                  <a:pt x="46169" y="100943"/>
                  <a:pt x="44928" y="98544"/>
                </a:cubicBezTo>
                <a:cubicBezTo>
                  <a:pt x="42777" y="94363"/>
                  <a:pt x="39529" y="89416"/>
                  <a:pt x="35185" y="83703"/>
                </a:cubicBezTo>
                <a:lnTo>
                  <a:pt x="24202" y="68738"/>
                </a:lnTo>
                <a:cubicBezTo>
                  <a:pt x="21802" y="70642"/>
                  <a:pt x="18079" y="73313"/>
                  <a:pt x="13032" y="76749"/>
                </a:cubicBezTo>
                <a:cubicBezTo>
                  <a:pt x="12577" y="83165"/>
                  <a:pt x="12349" y="89415"/>
                  <a:pt x="12349" y="95499"/>
                </a:cubicBezTo>
                <a:cubicBezTo>
                  <a:pt x="12349" y="97362"/>
                  <a:pt x="11780" y="98873"/>
                  <a:pt x="10642" y="100031"/>
                </a:cubicBezTo>
                <a:cubicBezTo>
                  <a:pt x="9505" y="101191"/>
                  <a:pt x="8047" y="101771"/>
                  <a:pt x="6268" y="101771"/>
                </a:cubicBezTo>
                <a:cubicBezTo>
                  <a:pt x="2089" y="101771"/>
                  <a:pt x="0" y="98956"/>
                  <a:pt x="0" y="93325"/>
                </a:cubicBezTo>
                <a:cubicBezTo>
                  <a:pt x="0" y="89890"/>
                  <a:pt x="238" y="84748"/>
                  <a:pt x="714" y="77897"/>
                </a:cubicBezTo>
                <a:cubicBezTo>
                  <a:pt x="1189" y="71045"/>
                  <a:pt x="1427" y="65902"/>
                  <a:pt x="1427" y="62467"/>
                </a:cubicBezTo>
                <a:cubicBezTo>
                  <a:pt x="1427" y="56174"/>
                  <a:pt x="1520" y="48982"/>
                  <a:pt x="1707" y="40889"/>
                </a:cubicBezTo>
                <a:cubicBezTo>
                  <a:pt x="1893" y="32796"/>
                  <a:pt x="1986" y="25644"/>
                  <a:pt x="1986" y="19435"/>
                </a:cubicBezTo>
                <a:cubicBezTo>
                  <a:pt x="1986" y="17572"/>
                  <a:pt x="1893" y="15378"/>
                  <a:pt x="1707" y="12853"/>
                </a:cubicBezTo>
                <a:cubicBezTo>
                  <a:pt x="1520" y="10328"/>
                  <a:pt x="1427" y="8134"/>
                  <a:pt x="1427" y="6271"/>
                </a:cubicBezTo>
                <a:cubicBezTo>
                  <a:pt x="1427" y="4409"/>
                  <a:pt x="1996" y="2898"/>
                  <a:pt x="3134" y="1739"/>
                </a:cubicBezTo>
                <a:cubicBezTo>
                  <a:pt x="4271" y="580"/>
                  <a:pt x="5730" y="0"/>
                  <a:pt x="7509" y="0"/>
                </a:cubicBezTo>
                <a:cubicBezTo>
                  <a:pt x="9288" y="0"/>
                  <a:pt x="10746" y="580"/>
                  <a:pt x="11884" y="1739"/>
                </a:cubicBezTo>
                <a:cubicBezTo>
                  <a:pt x="13021" y="2898"/>
                  <a:pt x="13590" y="4409"/>
                  <a:pt x="13590" y="6271"/>
                </a:cubicBezTo>
                <a:cubicBezTo>
                  <a:pt x="13590" y="8176"/>
                  <a:pt x="13694" y="10422"/>
                  <a:pt x="13900" y="13010"/>
                </a:cubicBezTo>
                <a:cubicBezTo>
                  <a:pt x="14107" y="15597"/>
                  <a:pt x="14211" y="17842"/>
                  <a:pt x="14211" y="19745"/>
                </a:cubicBezTo>
                <a:lnTo>
                  <a:pt x="13776" y="39741"/>
                </a:lnTo>
                <a:cubicBezTo>
                  <a:pt x="13569" y="46943"/>
                  <a:pt x="13507" y="54146"/>
                  <a:pt x="13590" y="61350"/>
                </a:cubicBezTo>
                <a:cubicBezTo>
                  <a:pt x="19216" y="57044"/>
                  <a:pt x="24636" y="52325"/>
                  <a:pt x="29849" y="47191"/>
                </a:cubicBezTo>
                <a:lnTo>
                  <a:pt x="43501" y="33097"/>
                </a:lnTo>
                <a:cubicBezTo>
                  <a:pt x="44866" y="31690"/>
                  <a:pt x="46335" y="30987"/>
                  <a:pt x="47907" y="30987"/>
                </a:cubicBezTo>
                <a:cubicBezTo>
                  <a:pt x="49520" y="30987"/>
                  <a:pt x="50978" y="31628"/>
                  <a:pt x="52282" y="32911"/>
                </a:cubicBezTo>
                <a:cubicBezTo>
                  <a:pt x="53585" y="34193"/>
                  <a:pt x="54236" y="35683"/>
                  <a:pt x="54236" y="37381"/>
                </a:cubicBezTo>
                <a:cubicBezTo>
                  <a:pt x="54236" y="38788"/>
                  <a:pt x="53637" y="40175"/>
                  <a:pt x="52437" y="41540"/>
                </a:cubicBezTo>
                <a:cubicBezTo>
                  <a:pt x="47348" y="47492"/>
                  <a:pt x="41081" y="53878"/>
                  <a:pt x="33634" y="60698"/>
                </a:cubicBezTo>
                <a:lnTo>
                  <a:pt x="47162" y="79171"/>
                </a:lnTo>
                <a:cubicBezTo>
                  <a:pt x="53492" y="87823"/>
                  <a:pt x="56657" y="93452"/>
                  <a:pt x="56657" y="96060"/>
                </a:cubicBezTo>
                <a:cubicBezTo>
                  <a:pt x="56657" y="97716"/>
                  <a:pt x="56005" y="99144"/>
                  <a:pt x="54702" y="100344"/>
                </a:cubicBezTo>
                <a:cubicBezTo>
                  <a:pt x="53399" y="101543"/>
                  <a:pt x="51899" y="102143"/>
                  <a:pt x="50203" y="102143"/>
                </a:cubicBezTo>
                <a:close/>
                <a:moveTo>
                  <a:pt x="120870" y="99785"/>
                </a:moveTo>
                <a:cubicBezTo>
                  <a:pt x="119836" y="99785"/>
                  <a:pt x="118377" y="99454"/>
                  <a:pt x="116495" y="98792"/>
                </a:cubicBezTo>
                <a:cubicBezTo>
                  <a:pt x="114613" y="98130"/>
                  <a:pt x="113175" y="97799"/>
                  <a:pt x="112182" y="97799"/>
                </a:cubicBezTo>
                <a:cubicBezTo>
                  <a:pt x="110072" y="97799"/>
                  <a:pt x="106907" y="97931"/>
                  <a:pt x="102688" y="98195"/>
                </a:cubicBezTo>
                <a:cubicBezTo>
                  <a:pt x="98468" y="98459"/>
                  <a:pt x="95282" y="98590"/>
                  <a:pt x="93131" y="98590"/>
                </a:cubicBezTo>
                <a:cubicBezTo>
                  <a:pt x="91518" y="98590"/>
                  <a:pt x="89129" y="98810"/>
                  <a:pt x="85964" y="99250"/>
                </a:cubicBezTo>
                <a:cubicBezTo>
                  <a:pt x="82799" y="99689"/>
                  <a:pt x="80410" y="99909"/>
                  <a:pt x="78796" y="99909"/>
                </a:cubicBezTo>
                <a:cubicBezTo>
                  <a:pt x="78341" y="99909"/>
                  <a:pt x="77679" y="99826"/>
                  <a:pt x="76811" y="99661"/>
                </a:cubicBezTo>
                <a:cubicBezTo>
                  <a:pt x="75942" y="99495"/>
                  <a:pt x="75280" y="99413"/>
                  <a:pt x="74825" y="99413"/>
                </a:cubicBezTo>
                <a:cubicBezTo>
                  <a:pt x="71970" y="99413"/>
                  <a:pt x="70109" y="98026"/>
                  <a:pt x="69240" y="95251"/>
                </a:cubicBezTo>
                <a:cubicBezTo>
                  <a:pt x="68743" y="93802"/>
                  <a:pt x="68495" y="91318"/>
                  <a:pt x="68495" y="87799"/>
                </a:cubicBezTo>
                <a:cubicBezTo>
                  <a:pt x="68495" y="78153"/>
                  <a:pt x="71122" y="70390"/>
                  <a:pt x="76376" y="64510"/>
                </a:cubicBezTo>
                <a:cubicBezTo>
                  <a:pt x="78776" y="61820"/>
                  <a:pt x="85250" y="56852"/>
                  <a:pt x="95800" y="49607"/>
                </a:cubicBezTo>
                <a:cubicBezTo>
                  <a:pt x="101715" y="45549"/>
                  <a:pt x="105666" y="42382"/>
                  <a:pt x="107652" y="40105"/>
                </a:cubicBezTo>
                <a:cubicBezTo>
                  <a:pt x="111210" y="36131"/>
                  <a:pt x="112989" y="31474"/>
                  <a:pt x="112989" y="26133"/>
                </a:cubicBezTo>
                <a:cubicBezTo>
                  <a:pt x="112989" y="23483"/>
                  <a:pt x="111272" y="21123"/>
                  <a:pt x="107838" y="19053"/>
                </a:cubicBezTo>
                <a:cubicBezTo>
                  <a:pt x="104818" y="17190"/>
                  <a:pt x="101860" y="16259"/>
                  <a:pt x="98964" y="16259"/>
                </a:cubicBezTo>
                <a:cubicBezTo>
                  <a:pt x="95158" y="16259"/>
                  <a:pt x="91538" y="17361"/>
                  <a:pt x="88105" y="19565"/>
                </a:cubicBezTo>
                <a:lnTo>
                  <a:pt x="79231" y="26550"/>
                </a:lnTo>
                <a:cubicBezTo>
                  <a:pt x="77452" y="27963"/>
                  <a:pt x="76025" y="28670"/>
                  <a:pt x="74949" y="28670"/>
                </a:cubicBezTo>
                <a:cubicBezTo>
                  <a:pt x="70688" y="28670"/>
                  <a:pt x="68557" y="26969"/>
                  <a:pt x="68557" y="23567"/>
                </a:cubicBezTo>
                <a:cubicBezTo>
                  <a:pt x="68557" y="21618"/>
                  <a:pt x="69343" y="19939"/>
                  <a:pt x="70915" y="18529"/>
                </a:cubicBezTo>
                <a:cubicBezTo>
                  <a:pt x="75756" y="13967"/>
                  <a:pt x="79955" y="10670"/>
                  <a:pt x="83513" y="8637"/>
                </a:cubicBezTo>
                <a:cubicBezTo>
                  <a:pt x="88518" y="5775"/>
                  <a:pt x="93669" y="4344"/>
                  <a:pt x="98964" y="4344"/>
                </a:cubicBezTo>
                <a:cubicBezTo>
                  <a:pt x="105666" y="4344"/>
                  <a:pt x="111644" y="6164"/>
                  <a:pt x="116898" y="9805"/>
                </a:cubicBezTo>
                <a:cubicBezTo>
                  <a:pt x="122773" y="13900"/>
                  <a:pt x="125710" y="19154"/>
                  <a:pt x="125710" y="25567"/>
                </a:cubicBezTo>
                <a:cubicBezTo>
                  <a:pt x="125710" y="29787"/>
                  <a:pt x="125110" y="33675"/>
                  <a:pt x="123911" y="37233"/>
                </a:cubicBezTo>
                <a:cubicBezTo>
                  <a:pt x="122711" y="40791"/>
                  <a:pt x="120891" y="44039"/>
                  <a:pt x="118450" y="46976"/>
                </a:cubicBezTo>
                <a:cubicBezTo>
                  <a:pt x="115347" y="50699"/>
                  <a:pt x="110093" y="54857"/>
                  <a:pt x="102688" y="59449"/>
                </a:cubicBezTo>
                <a:cubicBezTo>
                  <a:pt x="94910" y="64331"/>
                  <a:pt x="89801" y="68033"/>
                  <a:pt x="87360" y="70557"/>
                </a:cubicBezTo>
                <a:cubicBezTo>
                  <a:pt x="82768" y="75315"/>
                  <a:pt x="80513" y="81086"/>
                  <a:pt x="80596" y="87870"/>
                </a:cubicBezTo>
                <a:lnTo>
                  <a:pt x="93379" y="86653"/>
                </a:lnTo>
                <a:cubicBezTo>
                  <a:pt x="102150" y="86141"/>
                  <a:pt x="108417" y="85885"/>
                  <a:pt x="112182" y="85885"/>
                </a:cubicBezTo>
                <a:cubicBezTo>
                  <a:pt x="115326" y="85885"/>
                  <a:pt x="118305" y="86425"/>
                  <a:pt x="121118" y="87506"/>
                </a:cubicBezTo>
                <a:cubicBezTo>
                  <a:pt x="124841" y="88960"/>
                  <a:pt x="126703" y="90976"/>
                  <a:pt x="126703" y="93552"/>
                </a:cubicBezTo>
                <a:cubicBezTo>
                  <a:pt x="126703" y="95172"/>
                  <a:pt x="126145" y="96616"/>
                  <a:pt x="125028" y="97885"/>
                </a:cubicBezTo>
                <a:cubicBezTo>
                  <a:pt x="123911" y="99152"/>
                  <a:pt x="122525" y="99785"/>
                  <a:pt x="120870" y="997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r">
            <a:extLst xmlns:a="http://schemas.openxmlformats.org/drawingml/2006/main">
              <a:ext uri="{FF2B5EF4-FFF2-40B4-BE49-F238E27FC236}">
                <a16:creationId xmlns:a16="http://schemas.microsoft.com/office/drawing/2014/main" id="{21856352-68EC-4A91-8593-1384CB0E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384" y="3421856"/>
            <a:ext cx="74637" cy="107691"/>
          </a:xfrm>
          <a:custGeom xmlns:a="http://schemas.openxmlformats.org/drawingml/2006/main">
            <a:pathLst>
              <a:path w="74637" h="107691">
                <a:moveTo>
                  <a:pt x="74541" y="30180"/>
                </a:moveTo>
                <a:cubicBezTo>
                  <a:pt x="74094" y="38165"/>
                  <a:pt x="70900" y="42157"/>
                  <a:pt x="64960" y="42157"/>
                </a:cubicBezTo>
                <a:cubicBezTo>
                  <a:pt x="59467" y="42157"/>
                  <a:pt x="56720" y="39008"/>
                  <a:pt x="56720" y="32710"/>
                </a:cubicBezTo>
                <a:cubicBezTo>
                  <a:pt x="56720" y="31501"/>
                  <a:pt x="56624" y="29273"/>
                  <a:pt x="56433" y="26028"/>
                </a:cubicBezTo>
                <a:lnTo>
                  <a:pt x="56145" y="18012"/>
                </a:lnTo>
                <a:cubicBezTo>
                  <a:pt x="46053" y="19228"/>
                  <a:pt x="37973" y="22076"/>
                  <a:pt x="31905" y="26558"/>
                </a:cubicBezTo>
                <a:cubicBezTo>
                  <a:pt x="26220" y="30719"/>
                  <a:pt x="21494" y="36993"/>
                  <a:pt x="17725" y="45378"/>
                </a:cubicBezTo>
                <a:lnTo>
                  <a:pt x="17917" y="97993"/>
                </a:lnTo>
                <a:cubicBezTo>
                  <a:pt x="17917" y="104459"/>
                  <a:pt x="14755" y="107691"/>
                  <a:pt x="8431" y="107691"/>
                </a:cubicBezTo>
                <a:cubicBezTo>
                  <a:pt x="2810" y="107691"/>
                  <a:pt x="0" y="104460"/>
                  <a:pt x="0" y="97996"/>
                </a:cubicBezTo>
                <a:lnTo>
                  <a:pt x="0" y="30615"/>
                </a:lnTo>
                <a:cubicBezTo>
                  <a:pt x="0" y="28503"/>
                  <a:pt x="80" y="25336"/>
                  <a:pt x="240" y="21114"/>
                </a:cubicBezTo>
                <a:cubicBezTo>
                  <a:pt x="399" y="16891"/>
                  <a:pt x="479" y="13723"/>
                  <a:pt x="479" y="11611"/>
                </a:cubicBezTo>
                <a:cubicBezTo>
                  <a:pt x="479" y="5148"/>
                  <a:pt x="3290" y="1916"/>
                  <a:pt x="8910" y="1916"/>
                </a:cubicBezTo>
                <a:cubicBezTo>
                  <a:pt x="15170" y="1916"/>
                  <a:pt x="18332" y="7218"/>
                  <a:pt x="18396" y="17821"/>
                </a:cubicBezTo>
                <a:cubicBezTo>
                  <a:pt x="30659" y="5940"/>
                  <a:pt x="44265" y="0"/>
                  <a:pt x="59211" y="0"/>
                </a:cubicBezTo>
                <a:cubicBezTo>
                  <a:pt x="64385" y="0"/>
                  <a:pt x="68249" y="1948"/>
                  <a:pt x="70804" y="5844"/>
                </a:cubicBezTo>
                <a:cubicBezTo>
                  <a:pt x="73359" y="9741"/>
                  <a:pt x="74637" y="15617"/>
                  <a:pt x="74637" y="23474"/>
                </a:cubicBezTo>
                <a:cubicBezTo>
                  <a:pt x="74637" y="26795"/>
                  <a:pt x="74605" y="29031"/>
                  <a:pt x="74541" y="301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k2">
            <a:extLst xmlns:a="http://schemas.openxmlformats.org/drawingml/2006/main">
              <a:ext uri="{FF2B5EF4-FFF2-40B4-BE49-F238E27FC236}">
                <a16:creationId xmlns:a16="http://schemas.microsoft.com/office/drawing/2014/main" id="{E139C89F-3429-4975-8B0E-1D1048B4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451" y="3461778"/>
            <a:ext cx="126703" cy="102143"/>
          </a:xfrm>
          <a:custGeom xmlns:a="http://schemas.openxmlformats.org/drawingml/2006/main">
            <a:pathLst>
              <a:path w="126703" h="102143">
                <a:moveTo>
                  <a:pt x="50203" y="102143"/>
                </a:moveTo>
                <a:cubicBezTo>
                  <a:pt x="47927" y="102143"/>
                  <a:pt x="46169" y="100943"/>
                  <a:pt x="44928" y="98544"/>
                </a:cubicBezTo>
                <a:cubicBezTo>
                  <a:pt x="42777" y="94363"/>
                  <a:pt x="39529" y="89416"/>
                  <a:pt x="35185" y="83703"/>
                </a:cubicBezTo>
                <a:lnTo>
                  <a:pt x="24202" y="68738"/>
                </a:lnTo>
                <a:cubicBezTo>
                  <a:pt x="21802" y="70642"/>
                  <a:pt x="18079" y="73313"/>
                  <a:pt x="13032" y="76749"/>
                </a:cubicBezTo>
                <a:cubicBezTo>
                  <a:pt x="12577" y="83165"/>
                  <a:pt x="12349" y="89415"/>
                  <a:pt x="12349" y="95499"/>
                </a:cubicBezTo>
                <a:cubicBezTo>
                  <a:pt x="12349" y="97362"/>
                  <a:pt x="11780" y="98873"/>
                  <a:pt x="10642" y="100031"/>
                </a:cubicBezTo>
                <a:cubicBezTo>
                  <a:pt x="9505" y="101191"/>
                  <a:pt x="8047" y="101771"/>
                  <a:pt x="6268" y="101771"/>
                </a:cubicBezTo>
                <a:cubicBezTo>
                  <a:pt x="2089" y="101771"/>
                  <a:pt x="0" y="98956"/>
                  <a:pt x="0" y="93325"/>
                </a:cubicBezTo>
                <a:cubicBezTo>
                  <a:pt x="0" y="89890"/>
                  <a:pt x="238" y="84748"/>
                  <a:pt x="714" y="77897"/>
                </a:cubicBezTo>
                <a:cubicBezTo>
                  <a:pt x="1189" y="71045"/>
                  <a:pt x="1427" y="65902"/>
                  <a:pt x="1427" y="62467"/>
                </a:cubicBezTo>
                <a:cubicBezTo>
                  <a:pt x="1427" y="56174"/>
                  <a:pt x="1520" y="48982"/>
                  <a:pt x="1707" y="40889"/>
                </a:cubicBezTo>
                <a:cubicBezTo>
                  <a:pt x="1893" y="32796"/>
                  <a:pt x="1986" y="25644"/>
                  <a:pt x="1986" y="19435"/>
                </a:cubicBezTo>
                <a:cubicBezTo>
                  <a:pt x="1986" y="17572"/>
                  <a:pt x="1893" y="15378"/>
                  <a:pt x="1707" y="12853"/>
                </a:cubicBezTo>
                <a:cubicBezTo>
                  <a:pt x="1520" y="10328"/>
                  <a:pt x="1427" y="8134"/>
                  <a:pt x="1427" y="6271"/>
                </a:cubicBezTo>
                <a:cubicBezTo>
                  <a:pt x="1427" y="4409"/>
                  <a:pt x="1996" y="2898"/>
                  <a:pt x="3134" y="1739"/>
                </a:cubicBezTo>
                <a:cubicBezTo>
                  <a:pt x="4271" y="580"/>
                  <a:pt x="5730" y="0"/>
                  <a:pt x="7509" y="0"/>
                </a:cubicBezTo>
                <a:cubicBezTo>
                  <a:pt x="9288" y="0"/>
                  <a:pt x="10746" y="580"/>
                  <a:pt x="11884" y="1739"/>
                </a:cubicBezTo>
                <a:cubicBezTo>
                  <a:pt x="13021" y="2898"/>
                  <a:pt x="13590" y="4409"/>
                  <a:pt x="13590" y="6271"/>
                </a:cubicBezTo>
                <a:cubicBezTo>
                  <a:pt x="13590" y="8176"/>
                  <a:pt x="13694" y="10422"/>
                  <a:pt x="13900" y="13010"/>
                </a:cubicBezTo>
                <a:cubicBezTo>
                  <a:pt x="14107" y="15597"/>
                  <a:pt x="14211" y="17842"/>
                  <a:pt x="14211" y="19745"/>
                </a:cubicBezTo>
                <a:lnTo>
                  <a:pt x="13776" y="39741"/>
                </a:lnTo>
                <a:cubicBezTo>
                  <a:pt x="13569" y="46943"/>
                  <a:pt x="13507" y="54146"/>
                  <a:pt x="13590" y="61350"/>
                </a:cubicBezTo>
                <a:cubicBezTo>
                  <a:pt x="19216" y="57044"/>
                  <a:pt x="24636" y="52325"/>
                  <a:pt x="29849" y="47191"/>
                </a:cubicBezTo>
                <a:lnTo>
                  <a:pt x="43501" y="33097"/>
                </a:lnTo>
                <a:cubicBezTo>
                  <a:pt x="44866" y="31690"/>
                  <a:pt x="46335" y="30987"/>
                  <a:pt x="47907" y="30987"/>
                </a:cubicBezTo>
                <a:cubicBezTo>
                  <a:pt x="49520" y="30987"/>
                  <a:pt x="50978" y="31628"/>
                  <a:pt x="52282" y="32911"/>
                </a:cubicBezTo>
                <a:cubicBezTo>
                  <a:pt x="53585" y="34193"/>
                  <a:pt x="54236" y="35683"/>
                  <a:pt x="54236" y="37381"/>
                </a:cubicBezTo>
                <a:cubicBezTo>
                  <a:pt x="54236" y="38788"/>
                  <a:pt x="53637" y="40175"/>
                  <a:pt x="52437" y="41540"/>
                </a:cubicBezTo>
                <a:cubicBezTo>
                  <a:pt x="47348" y="47492"/>
                  <a:pt x="41081" y="53878"/>
                  <a:pt x="33634" y="60698"/>
                </a:cubicBezTo>
                <a:lnTo>
                  <a:pt x="47162" y="79171"/>
                </a:lnTo>
                <a:cubicBezTo>
                  <a:pt x="53492" y="87823"/>
                  <a:pt x="56657" y="93452"/>
                  <a:pt x="56657" y="96060"/>
                </a:cubicBezTo>
                <a:cubicBezTo>
                  <a:pt x="56657" y="97716"/>
                  <a:pt x="56005" y="99144"/>
                  <a:pt x="54702" y="100344"/>
                </a:cubicBezTo>
                <a:cubicBezTo>
                  <a:pt x="53399" y="101543"/>
                  <a:pt x="51899" y="102143"/>
                  <a:pt x="50203" y="102143"/>
                </a:cubicBezTo>
                <a:close/>
                <a:moveTo>
                  <a:pt x="120870" y="99785"/>
                </a:moveTo>
                <a:cubicBezTo>
                  <a:pt x="119836" y="99785"/>
                  <a:pt x="118378" y="99454"/>
                  <a:pt x="116495" y="98792"/>
                </a:cubicBezTo>
                <a:cubicBezTo>
                  <a:pt x="114613" y="98130"/>
                  <a:pt x="113175" y="97799"/>
                  <a:pt x="112182" y="97799"/>
                </a:cubicBezTo>
                <a:cubicBezTo>
                  <a:pt x="110073" y="97799"/>
                  <a:pt x="106908" y="97931"/>
                  <a:pt x="102688" y="98195"/>
                </a:cubicBezTo>
                <a:cubicBezTo>
                  <a:pt x="98468" y="98459"/>
                  <a:pt x="95283" y="98590"/>
                  <a:pt x="93131" y="98590"/>
                </a:cubicBezTo>
                <a:cubicBezTo>
                  <a:pt x="91518" y="98590"/>
                  <a:pt x="89129" y="98810"/>
                  <a:pt x="85964" y="99250"/>
                </a:cubicBezTo>
                <a:cubicBezTo>
                  <a:pt x="82799" y="99689"/>
                  <a:pt x="80410" y="99909"/>
                  <a:pt x="78797" y="99909"/>
                </a:cubicBezTo>
                <a:cubicBezTo>
                  <a:pt x="78342" y="99909"/>
                  <a:pt x="77680" y="99826"/>
                  <a:pt x="76811" y="99661"/>
                </a:cubicBezTo>
                <a:cubicBezTo>
                  <a:pt x="75942" y="99495"/>
                  <a:pt x="75280" y="99413"/>
                  <a:pt x="74825" y="99413"/>
                </a:cubicBezTo>
                <a:cubicBezTo>
                  <a:pt x="71971" y="99413"/>
                  <a:pt x="70109" y="98026"/>
                  <a:pt x="69240" y="95251"/>
                </a:cubicBezTo>
                <a:cubicBezTo>
                  <a:pt x="68744" y="93802"/>
                  <a:pt x="68495" y="91318"/>
                  <a:pt x="68495" y="87799"/>
                </a:cubicBezTo>
                <a:cubicBezTo>
                  <a:pt x="68495" y="78153"/>
                  <a:pt x="71122" y="70390"/>
                  <a:pt x="76376" y="64510"/>
                </a:cubicBezTo>
                <a:cubicBezTo>
                  <a:pt x="78776" y="61820"/>
                  <a:pt x="85250" y="56852"/>
                  <a:pt x="95800" y="49607"/>
                </a:cubicBezTo>
                <a:cubicBezTo>
                  <a:pt x="101716" y="45549"/>
                  <a:pt x="105667" y="42382"/>
                  <a:pt x="107652" y="40105"/>
                </a:cubicBezTo>
                <a:cubicBezTo>
                  <a:pt x="111210" y="36131"/>
                  <a:pt x="112989" y="31474"/>
                  <a:pt x="112989" y="26133"/>
                </a:cubicBezTo>
                <a:cubicBezTo>
                  <a:pt x="112989" y="23483"/>
                  <a:pt x="111272" y="21123"/>
                  <a:pt x="107839" y="19053"/>
                </a:cubicBezTo>
                <a:cubicBezTo>
                  <a:pt x="104819" y="17190"/>
                  <a:pt x="101861" y="16259"/>
                  <a:pt x="98965" y="16259"/>
                </a:cubicBezTo>
                <a:cubicBezTo>
                  <a:pt x="95159" y="16259"/>
                  <a:pt x="91539" y="17361"/>
                  <a:pt x="88105" y="19565"/>
                </a:cubicBezTo>
                <a:lnTo>
                  <a:pt x="79231" y="26550"/>
                </a:lnTo>
                <a:cubicBezTo>
                  <a:pt x="77452" y="27963"/>
                  <a:pt x="76025" y="28670"/>
                  <a:pt x="74949" y="28670"/>
                </a:cubicBezTo>
                <a:cubicBezTo>
                  <a:pt x="70688" y="28670"/>
                  <a:pt x="68558" y="26969"/>
                  <a:pt x="68558" y="23567"/>
                </a:cubicBezTo>
                <a:cubicBezTo>
                  <a:pt x="68558" y="21618"/>
                  <a:pt x="69344" y="19939"/>
                  <a:pt x="70916" y="18529"/>
                </a:cubicBezTo>
                <a:cubicBezTo>
                  <a:pt x="75756" y="13967"/>
                  <a:pt x="79955" y="10670"/>
                  <a:pt x="83513" y="8637"/>
                </a:cubicBezTo>
                <a:cubicBezTo>
                  <a:pt x="88519" y="5775"/>
                  <a:pt x="93669" y="4344"/>
                  <a:pt x="98965" y="4344"/>
                </a:cubicBezTo>
                <a:cubicBezTo>
                  <a:pt x="105667" y="4344"/>
                  <a:pt x="111645" y="6164"/>
                  <a:pt x="116899" y="9805"/>
                </a:cubicBezTo>
                <a:cubicBezTo>
                  <a:pt x="122773" y="13900"/>
                  <a:pt x="125711" y="19154"/>
                  <a:pt x="125711" y="25567"/>
                </a:cubicBezTo>
                <a:cubicBezTo>
                  <a:pt x="125711" y="29787"/>
                  <a:pt x="125111" y="33675"/>
                  <a:pt x="123911" y="37233"/>
                </a:cubicBezTo>
                <a:cubicBezTo>
                  <a:pt x="122711" y="40791"/>
                  <a:pt x="120891" y="44039"/>
                  <a:pt x="118450" y="46976"/>
                </a:cubicBezTo>
                <a:cubicBezTo>
                  <a:pt x="115347" y="50699"/>
                  <a:pt x="110093" y="54857"/>
                  <a:pt x="102688" y="59449"/>
                </a:cubicBezTo>
                <a:cubicBezTo>
                  <a:pt x="94910" y="64331"/>
                  <a:pt x="89801" y="68033"/>
                  <a:pt x="87360" y="70557"/>
                </a:cubicBezTo>
                <a:cubicBezTo>
                  <a:pt x="82768" y="75315"/>
                  <a:pt x="80514" y="81086"/>
                  <a:pt x="80596" y="87870"/>
                </a:cubicBezTo>
                <a:lnTo>
                  <a:pt x="93380" y="86653"/>
                </a:lnTo>
                <a:cubicBezTo>
                  <a:pt x="102150" y="86141"/>
                  <a:pt x="108418" y="85885"/>
                  <a:pt x="112182" y="85885"/>
                </a:cubicBezTo>
                <a:cubicBezTo>
                  <a:pt x="115327" y="85885"/>
                  <a:pt x="118305" y="86425"/>
                  <a:pt x="121118" y="87506"/>
                </a:cubicBezTo>
                <a:cubicBezTo>
                  <a:pt x="124842" y="88960"/>
                  <a:pt x="126703" y="90976"/>
                  <a:pt x="126703" y="93552"/>
                </a:cubicBezTo>
                <a:cubicBezTo>
                  <a:pt x="126703" y="95172"/>
                  <a:pt x="126145" y="96616"/>
                  <a:pt x="125028" y="97885"/>
                </a:cubicBezTo>
                <a:cubicBezTo>
                  <a:pt x="123911" y="99152"/>
                  <a:pt x="122525" y="99785"/>
                  <a:pt x="120870" y="997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=1">
            <a:extLst xmlns:a="http://schemas.openxmlformats.org/drawingml/2006/main">
              <a:ext uri="{FF2B5EF4-FFF2-40B4-BE49-F238E27FC236}">
                <a16:creationId xmlns:a16="http://schemas.microsoft.com/office/drawing/2014/main" id="{485D39BF-E501-4613-AEF0-B9273AF5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765" y="3373568"/>
            <a:ext cx="167115" cy="149656"/>
          </a:xfrm>
          <a:custGeom xmlns:a="http://schemas.openxmlformats.org/drawingml/2006/main">
            <a:pathLst>
              <a:path w="167115" h="149656">
                <a:moveTo>
                  <a:pt x="21557" y="53750"/>
                </a:moveTo>
                <a:lnTo>
                  <a:pt x="66301" y="53846"/>
                </a:lnTo>
                <a:cubicBezTo>
                  <a:pt x="71986" y="53846"/>
                  <a:pt x="74828" y="56688"/>
                  <a:pt x="74828" y="62373"/>
                </a:cubicBezTo>
                <a:cubicBezTo>
                  <a:pt x="74828" y="68058"/>
                  <a:pt x="71986" y="70900"/>
                  <a:pt x="66301" y="70900"/>
                </a:cubicBezTo>
                <a:lnTo>
                  <a:pt x="21462" y="70804"/>
                </a:lnTo>
                <a:cubicBezTo>
                  <a:pt x="19993" y="70804"/>
                  <a:pt x="17805" y="70884"/>
                  <a:pt x="14899" y="71044"/>
                </a:cubicBezTo>
                <a:cubicBezTo>
                  <a:pt x="11992" y="71203"/>
                  <a:pt x="9837" y="71283"/>
                  <a:pt x="8431" y="71283"/>
                </a:cubicBezTo>
                <a:cubicBezTo>
                  <a:pt x="5940" y="71283"/>
                  <a:pt x="3912" y="70453"/>
                  <a:pt x="2347" y="68792"/>
                </a:cubicBezTo>
                <a:cubicBezTo>
                  <a:pt x="782" y="67131"/>
                  <a:pt x="0" y="65087"/>
                  <a:pt x="0" y="62660"/>
                </a:cubicBezTo>
                <a:cubicBezTo>
                  <a:pt x="0" y="58061"/>
                  <a:pt x="2683" y="55251"/>
                  <a:pt x="8048" y="54229"/>
                </a:cubicBezTo>
                <a:cubicBezTo>
                  <a:pt x="9453" y="53910"/>
                  <a:pt x="13956" y="53750"/>
                  <a:pt x="21557" y="53750"/>
                </a:cubicBezTo>
                <a:moveTo>
                  <a:pt x="27019" y="105200"/>
                </a:moveTo>
                <a:cubicBezTo>
                  <a:pt x="31234" y="105200"/>
                  <a:pt x="37558" y="105296"/>
                  <a:pt x="45989" y="105488"/>
                </a:cubicBezTo>
                <a:cubicBezTo>
                  <a:pt x="54421" y="105679"/>
                  <a:pt x="60744" y="105775"/>
                  <a:pt x="64960" y="105775"/>
                </a:cubicBezTo>
                <a:cubicBezTo>
                  <a:pt x="70644" y="105775"/>
                  <a:pt x="73487" y="108618"/>
                  <a:pt x="73487" y="114302"/>
                </a:cubicBezTo>
                <a:cubicBezTo>
                  <a:pt x="73487" y="119987"/>
                  <a:pt x="70644" y="122829"/>
                  <a:pt x="64960" y="122829"/>
                </a:cubicBezTo>
                <a:cubicBezTo>
                  <a:pt x="60744" y="122829"/>
                  <a:pt x="54421" y="122734"/>
                  <a:pt x="45989" y="122542"/>
                </a:cubicBezTo>
                <a:cubicBezTo>
                  <a:pt x="37558" y="122350"/>
                  <a:pt x="31234" y="122255"/>
                  <a:pt x="27019" y="122255"/>
                </a:cubicBezTo>
                <a:cubicBezTo>
                  <a:pt x="25102" y="122255"/>
                  <a:pt x="22228" y="122382"/>
                  <a:pt x="18396" y="122638"/>
                </a:cubicBezTo>
                <a:cubicBezTo>
                  <a:pt x="14563" y="122893"/>
                  <a:pt x="11721" y="123021"/>
                  <a:pt x="9869" y="123021"/>
                </a:cubicBezTo>
                <a:cubicBezTo>
                  <a:pt x="3992" y="123021"/>
                  <a:pt x="1054" y="120179"/>
                  <a:pt x="1054" y="114494"/>
                </a:cubicBezTo>
                <a:cubicBezTo>
                  <a:pt x="1054" y="109256"/>
                  <a:pt x="3800" y="106414"/>
                  <a:pt x="9294" y="105967"/>
                </a:cubicBezTo>
                <a:cubicBezTo>
                  <a:pt x="16384" y="105456"/>
                  <a:pt x="22292" y="105200"/>
                  <a:pt x="27019" y="105200"/>
                </a:cubicBezTo>
                <a:close/>
                <a:moveTo>
                  <a:pt x="157821" y="149656"/>
                </a:moveTo>
                <a:lnTo>
                  <a:pt x="138755" y="149656"/>
                </a:lnTo>
                <a:lnTo>
                  <a:pt x="119785" y="149561"/>
                </a:lnTo>
                <a:cubicBezTo>
                  <a:pt x="115313" y="149561"/>
                  <a:pt x="112184" y="149273"/>
                  <a:pt x="110395" y="148698"/>
                </a:cubicBezTo>
                <a:cubicBezTo>
                  <a:pt x="107138" y="147549"/>
                  <a:pt x="105509" y="145121"/>
                  <a:pt x="105509" y="141417"/>
                </a:cubicBezTo>
                <a:cubicBezTo>
                  <a:pt x="105509" y="134965"/>
                  <a:pt x="110523" y="131740"/>
                  <a:pt x="120551" y="131740"/>
                </a:cubicBezTo>
                <a:lnTo>
                  <a:pt x="125150" y="131836"/>
                </a:lnTo>
                <a:lnTo>
                  <a:pt x="129078" y="132027"/>
                </a:lnTo>
                <a:cubicBezTo>
                  <a:pt x="129078" y="128955"/>
                  <a:pt x="128807" y="124412"/>
                  <a:pt x="128264" y="118398"/>
                </a:cubicBezTo>
                <a:cubicBezTo>
                  <a:pt x="127721" y="112382"/>
                  <a:pt x="127449" y="107870"/>
                  <a:pt x="127449" y="104862"/>
                </a:cubicBezTo>
                <a:cubicBezTo>
                  <a:pt x="127449" y="96734"/>
                  <a:pt x="128184" y="84382"/>
                  <a:pt x="129653" y="67807"/>
                </a:cubicBezTo>
                <a:cubicBezTo>
                  <a:pt x="131058" y="51489"/>
                  <a:pt x="131729" y="39107"/>
                  <a:pt x="131665" y="30659"/>
                </a:cubicBezTo>
                <a:cubicBezTo>
                  <a:pt x="123106" y="37302"/>
                  <a:pt x="117645" y="40624"/>
                  <a:pt x="115281" y="40624"/>
                </a:cubicBezTo>
                <a:cubicBezTo>
                  <a:pt x="112726" y="40624"/>
                  <a:pt x="110507" y="39666"/>
                  <a:pt x="108623" y="37749"/>
                </a:cubicBezTo>
                <a:cubicBezTo>
                  <a:pt x="106738" y="35833"/>
                  <a:pt x="105796" y="33630"/>
                  <a:pt x="105796" y="31139"/>
                </a:cubicBezTo>
                <a:cubicBezTo>
                  <a:pt x="105796" y="28136"/>
                  <a:pt x="108543" y="24496"/>
                  <a:pt x="114036" y="20216"/>
                </a:cubicBezTo>
                <a:cubicBezTo>
                  <a:pt x="117485" y="17789"/>
                  <a:pt x="122371" y="13893"/>
                  <a:pt x="128695" y="8527"/>
                </a:cubicBezTo>
                <a:cubicBezTo>
                  <a:pt x="134316" y="2842"/>
                  <a:pt x="139681" y="0"/>
                  <a:pt x="144791" y="0"/>
                </a:cubicBezTo>
                <a:cubicBezTo>
                  <a:pt x="149071" y="0"/>
                  <a:pt x="151210" y="2463"/>
                  <a:pt x="151210" y="7389"/>
                </a:cubicBezTo>
                <a:cubicBezTo>
                  <a:pt x="151210" y="8861"/>
                  <a:pt x="151019" y="11051"/>
                  <a:pt x="150636" y="13961"/>
                </a:cubicBezTo>
                <a:cubicBezTo>
                  <a:pt x="150252" y="16872"/>
                  <a:pt x="150061" y="19062"/>
                  <a:pt x="150061" y="20533"/>
                </a:cubicBezTo>
                <a:cubicBezTo>
                  <a:pt x="150061" y="22645"/>
                  <a:pt x="150173" y="25844"/>
                  <a:pt x="150396" y="30129"/>
                </a:cubicBezTo>
                <a:cubicBezTo>
                  <a:pt x="150620" y="34415"/>
                  <a:pt x="150731" y="37613"/>
                  <a:pt x="150731" y="39723"/>
                </a:cubicBezTo>
                <a:cubicBezTo>
                  <a:pt x="150731" y="47016"/>
                  <a:pt x="149965" y="57892"/>
                  <a:pt x="148432" y="72349"/>
                </a:cubicBezTo>
                <a:cubicBezTo>
                  <a:pt x="146899" y="86805"/>
                  <a:pt x="146133" y="97646"/>
                  <a:pt x="146133" y="104874"/>
                </a:cubicBezTo>
                <a:cubicBezTo>
                  <a:pt x="146133" y="108585"/>
                  <a:pt x="146388" y="113095"/>
                  <a:pt x="146899" y="118404"/>
                </a:cubicBezTo>
                <a:cubicBezTo>
                  <a:pt x="147410" y="123714"/>
                  <a:pt x="147697" y="128063"/>
                  <a:pt x="147761" y="131452"/>
                </a:cubicBezTo>
                <a:lnTo>
                  <a:pt x="157821" y="131261"/>
                </a:lnTo>
                <a:cubicBezTo>
                  <a:pt x="160504" y="131261"/>
                  <a:pt x="162724" y="132139"/>
                  <a:pt x="164480" y="133896"/>
                </a:cubicBezTo>
                <a:cubicBezTo>
                  <a:pt x="166237" y="135652"/>
                  <a:pt x="167115" y="137840"/>
                  <a:pt x="167115" y="140459"/>
                </a:cubicBezTo>
                <a:cubicBezTo>
                  <a:pt x="167115" y="143141"/>
                  <a:pt x="166237" y="145345"/>
                  <a:pt x="164480" y="147070"/>
                </a:cubicBezTo>
                <a:cubicBezTo>
                  <a:pt x="162724" y="148794"/>
                  <a:pt x="160504" y="149656"/>
                  <a:pt x="157821" y="1496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39D37A-AEFF-468A-8DCE-7B9EEEF9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8154" y="3794934"/>
            <a:ext cx="1109449" cy="303059"/>
          </a:xfrm>
          <a:custGeom xmlns:a="http://schemas.openxmlformats.org/drawingml/2006/main">
            <a:pathLst>
              <a:path w="1109449" h="303059">
                <a:moveTo>
                  <a:pt x="0" y="50975"/>
                </a:moveTo>
                <a:cubicBezTo>
                  <a:pt x="0" y="22611"/>
                  <a:pt x="22611" y="0"/>
                  <a:pt x="50277" y="698"/>
                </a:cubicBezTo>
                <a:lnTo>
                  <a:pt x="1059172" y="698"/>
                </a:lnTo>
                <a:cubicBezTo>
                  <a:pt x="1086279" y="0"/>
                  <a:pt x="1108890" y="22611"/>
                  <a:pt x="1109449" y="50975"/>
                </a:cubicBezTo>
                <a:lnTo>
                  <a:pt x="1109449" y="252084"/>
                </a:lnTo>
                <a:cubicBezTo>
                  <a:pt x="1108890" y="280449"/>
                  <a:pt x="1086279" y="303059"/>
                  <a:pt x="1059172" y="302361"/>
                </a:cubicBezTo>
                <a:lnTo>
                  <a:pt x="50277" y="302361"/>
                </a:lnTo>
                <a:cubicBezTo>
                  <a:pt x="22611" y="303059"/>
                  <a:pt x="0" y="280449"/>
                  <a:pt x="0" y="252084"/>
                </a:cubicBezTo>
                <a:lnTo>
                  <a:pt x="0" y="50975"/>
                </a:lnTo>
              </a:path>
            </a:pathLst>
          </a:custGeom>
          <a:solidFill xmlns:a="http://schemas.openxmlformats.org/drawingml/2006/main">
            <a:srgbClr val="FCF3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E9336F-10BA-4DA0-82EB-352A9DA9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7680" y="3784460"/>
            <a:ext cx="1129839" cy="324008"/>
          </a:xfrm>
          <a:custGeom xmlns:a="http://schemas.openxmlformats.org/drawingml/2006/main">
            <a:pathLst>
              <a:path w="1129839" h="324008">
                <a:moveTo>
                  <a:pt x="4790" y="286761"/>
                </a:moveTo>
                <a:lnTo>
                  <a:pt x="7360" y="292096"/>
                </a:lnTo>
                <a:lnTo>
                  <a:pt x="10405" y="297138"/>
                </a:lnTo>
                <a:lnTo>
                  <a:pt x="13924" y="301830"/>
                </a:lnTo>
                <a:lnTo>
                  <a:pt x="17848" y="306160"/>
                </a:lnTo>
                <a:lnTo>
                  <a:pt x="22178" y="310084"/>
                </a:lnTo>
                <a:lnTo>
                  <a:pt x="26870" y="313604"/>
                </a:lnTo>
                <a:lnTo>
                  <a:pt x="31898" y="316648"/>
                </a:lnTo>
                <a:lnTo>
                  <a:pt x="37247" y="319218"/>
                </a:lnTo>
                <a:lnTo>
                  <a:pt x="42847" y="321271"/>
                </a:lnTo>
                <a:lnTo>
                  <a:pt x="48699" y="322779"/>
                </a:lnTo>
                <a:lnTo>
                  <a:pt x="54760" y="323701"/>
                </a:lnTo>
                <a:lnTo>
                  <a:pt x="60724" y="324008"/>
                </a:lnTo>
                <a:lnTo>
                  <a:pt x="1069115" y="324008"/>
                </a:lnTo>
                <a:lnTo>
                  <a:pt x="1075079" y="323701"/>
                </a:lnTo>
                <a:lnTo>
                  <a:pt x="1081126" y="322779"/>
                </a:lnTo>
                <a:lnTo>
                  <a:pt x="1086992" y="321271"/>
                </a:lnTo>
                <a:lnTo>
                  <a:pt x="1092592" y="319218"/>
                </a:lnTo>
                <a:lnTo>
                  <a:pt x="1097927" y="316648"/>
                </a:lnTo>
                <a:lnTo>
                  <a:pt x="1102969" y="313604"/>
                </a:lnTo>
                <a:lnTo>
                  <a:pt x="1107661" y="310084"/>
                </a:lnTo>
                <a:lnTo>
                  <a:pt x="1111991" y="306160"/>
                </a:lnTo>
                <a:lnTo>
                  <a:pt x="1115915" y="301830"/>
                </a:lnTo>
                <a:lnTo>
                  <a:pt x="1119434" y="297138"/>
                </a:lnTo>
                <a:lnTo>
                  <a:pt x="1122479" y="292096"/>
                </a:lnTo>
                <a:lnTo>
                  <a:pt x="1125049" y="286761"/>
                </a:lnTo>
                <a:lnTo>
                  <a:pt x="1127102" y="281161"/>
                </a:lnTo>
                <a:lnTo>
                  <a:pt x="1128610" y="275295"/>
                </a:lnTo>
                <a:lnTo>
                  <a:pt x="1129532" y="269248"/>
                </a:lnTo>
                <a:lnTo>
                  <a:pt x="1129839" y="263285"/>
                </a:lnTo>
                <a:lnTo>
                  <a:pt x="1129839" y="60724"/>
                </a:lnTo>
                <a:lnTo>
                  <a:pt x="1129532" y="54760"/>
                </a:lnTo>
                <a:lnTo>
                  <a:pt x="1128610" y="48699"/>
                </a:lnTo>
                <a:lnTo>
                  <a:pt x="1127102" y="42847"/>
                </a:lnTo>
                <a:lnTo>
                  <a:pt x="1125049" y="37247"/>
                </a:lnTo>
                <a:lnTo>
                  <a:pt x="1122479" y="31898"/>
                </a:lnTo>
                <a:lnTo>
                  <a:pt x="1119434" y="26870"/>
                </a:lnTo>
                <a:lnTo>
                  <a:pt x="1115915" y="22178"/>
                </a:lnTo>
                <a:lnTo>
                  <a:pt x="1111991" y="17848"/>
                </a:lnTo>
                <a:lnTo>
                  <a:pt x="1107661" y="13924"/>
                </a:lnTo>
                <a:lnTo>
                  <a:pt x="1102969" y="10405"/>
                </a:lnTo>
                <a:lnTo>
                  <a:pt x="1097927" y="7360"/>
                </a:lnTo>
                <a:lnTo>
                  <a:pt x="1092592" y="4790"/>
                </a:lnTo>
                <a:lnTo>
                  <a:pt x="1086992" y="2723"/>
                </a:lnTo>
                <a:lnTo>
                  <a:pt x="1081126" y="1229"/>
                </a:lnTo>
                <a:lnTo>
                  <a:pt x="1075079" y="307"/>
                </a:lnTo>
                <a:lnTo>
                  <a:pt x="1069115" y="0"/>
                </a:lnTo>
                <a:lnTo>
                  <a:pt x="60724" y="0"/>
                </a:lnTo>
                <a:lnTo>
                  <a:pt x="54760" y="307"/>
                </a:lnTo>
                <a:lnTo>
                  <a:pt x="48699" y="1229"/>
                </a:lnTo>
                <a:lnTo>
                  <a:pt x="42847" y="2723"/>
                </a:lnTo>
                <a:lnTo>
                  <a:pt x="37247" y="4790"/>
                </a:lnTo>
                <a:lnTo>
                  <a:pt x="31898" y="7360"/>
                </a:lnTo>
                <a:lnTo>
                  <a:pt x="26870" y="10405"/>
                </a:lnTo>
                <a:lnTo>
                  <a:pt x="22178" y="13924"/>
                </a:lnTo>
                <a:lnTo>
                  <a:pt x="17848" y="17848"/>
                </a:lnTo>
                <a:lnTo>
                  <a:pt x="13924" y="22178"/>
                </a:lnTo>
                <a:lnTo>
                  <a:pt x="10405" y="26870"/>
                </a:lnTo>
                <a:lnTo>
                  <a:pt x="7360" y="31898"/>
                </a:lnTo>
                <a:lnTo>
                  <a:pt x="4790" y="37247"/>
                </a:lnTo>
                <a:lnTo>
                  <a:pt x="2723" y="42847"/>
                </a:lnTo>
                <a:lnTo>
                  <a:pt x="1229" y="48699"/>
                </a:lnTo>
                <a:lnTo>
                  <a:pt x="307" y="54760"/>
                </a:lnTo>
                <a:lnTo>
                  <a:pt x="0" y="60724"/>
                </a:lnTo>
                <a:lnTo>
                  <a:pt x="0" y="263285"/>
                </a:lnTo>
                <a:lnTo>
                  <a:pt x="307" y="269248"/>
                </a:lnTo>
                <a:lnTo>
                  <a:pt x="1229" y="275295"/>
                </a:lnTo>
                <a:lnTo>
                  <a:pt x="2723" y="281161"/>
                </a:lnTo>
                <a:lnTo>
                  <a:pt x="4790" y="286761"/>
                </a:lnTo>
                <a:close/>
                <a:moveTo>
                  <a:pt x="21774" y="52924"/>
                </a:moveTo>
                <a:lnTo>
                  <a:pt x="22758" y="49088"/>
                </a:lnTo>
                <a:lnTo>
                  <a:pt x="24141" y="45325"/>
                </a:lnTo>
                <a:lnTo>
                  <a:pt x="25745" y="41989"/>
                </a:lnTo>
                <a:lnTo>
                  <a:pt x="27821" y="38572"/>
                </a:lnTo>
                <a:lnTo>
                  <a:pt x="30087" y="35547"/>
                </a:lnTo>
                <a:lnTo>
                  <a:pt x="32683" y="32683"/>
                </a:lnTo>
                <a:lnTo>
                  <a:pt x="35547" y="30087"/>
                </a:lnTo>
                <a:lnTo>
                  <a:pt x="38572" y="27821"/>
                </a:lnTo>
                <a:lnTo>
                  <a:pt x="41989" y="25745"/>
                </a:lnTo>
                <a:lnTo>
                  <a:pt x="45325" y="24141"/>
                </a:lnTo>
                <a:lnTo>
                  <a:pt x="49088" y="22758"/>
                </a:lnTo>
                <a:lnTo>
                  <a:pt x="52924" y="21774"/>
                </a:lnTo>
                <a:lnTo>
                  <a:pt x="56831" y="21176"/>
                </a:lnTo>
                <a:lnTo>
                  <a:pt x="61248" y="20949"/>
                </a:lnTo>
                <a:lnTo>
                  <a:pt x="1068591" y="20949"/>
                </a:lnTo>
                <a:lnTo>
                  <a:pt x="1073008" y="21176"/>
                </a:lnTo>
                <a:lnTo>
                  <a:pt x="1076915" y="21774"/>
                </a:lnTo>
                <a:lnTo>
                  <a:pt x="1080751" y="22758"/>
                </a:lnTo>
                <a:lnTo>
                  <a:pt x="1084514" y="24141"/>
                </a:lnTo>
                <a:lnTo>
                  <a:pt x="1087850" y="25745"/>
                </a:lnTo>
                <a:lnTo>
                  <a:pt x="1091267" y="27821"/>
                </a:lnTo>
                <a:lnTo>
                  <a:pt x="1094292" y="30087"/>
                </a:lnTo>
                <a:lnTo>
                  <a:pt x="1097156" y="32683"/>
                </a:lnTo>
                <a:lnTo>
                  <a:pt x="1099752" y="35547"/>
                </a:lnTo>
                <a:lnTo>
                  <a:pt x="1102018" y="38572"/>
                </a:lnTo>
                <a:lnTo>
                  <a:pt x="1104094" y="41989"/>
                </a:lnTo>
                <a:lnTo>
                  <a:pt x="1105698" y="45325"/>
                </a:lnTo>
                <a:lnTo>
                  <a:pt x="1107081" y="49088"/>
                </a:lnTo>
                <a:lnTo>
                  <a:pt x="1108065" y="52924"/>
                </a:lnTo>
                <a:lnTo>
                  <a:pt x="1108663" y="56831"/>
                </a:lnTo>
                <a:lnTo>
                  <a:pt x="1108890" y="61248"/>
                </a:lnTo>
                <a:lnTo>
                  <a:pt x="1108890" y="262761"/>
                </a:lnTo>
                <a:lnTo>
                  <a:pt x="1108663" y="267177"/>
                </a:lnTo>
                <a:lnTo>
                  <a:pt x="1108065" y="271084"/>
                </a:lnTo>
                <a:lnTo>
                  <a:pt x="1107081" y="274920"/>
                </a:lnTo>
                <a:lnTo>
                  <a:pt x="1105698" y="278683"/>
                </a:lnTo>
                <a:lnTo>
                  <a:pt x="1104094" y="282019"/>
                </a:lnTo>
                <a:lnTo>
                  <a:pt x="1102018" y="285437"/>
                </a:lnTo>
                <a:lnTo>
                  <a:pt x="1099752" y="288461"/>
                </a:lnTo>
                <a:lnTo>
                  <a:pt x="1097156" y="291325"/>
                </a:lnTo>
                <a:lnTo>
                  <a:pt x="1094292" y="293921"/>
                </a:lnTo>
                <a:lnTo>
                  <a:pt x="1091267" y="296187"/>
                </a:lnTo>
                <a:lnTo>
                  <a:pt x="1087850" y="298263"/>
                </a:lnTo>
                <a:lnTo>
                  <a:pt x="1084514" y="299867"/>
                </a:lnTo>
                <a:lnTo>
                  <a:pt x="1080751" y="301250"/>
                </a:lnTo>
                <a:lnTo>
                  <a:pt x="1076915" y="302234"/>
                </a:lnTo>
                <a:lnTo>
                  <a:pt x="1073008" y="302833"/>
                </a:lnTo>
                <a:lnTo>
                  <a:pt x="1068591" y="303059"/>
                </a:lnTo>
                <a:lnTo>
                  <a:pt x="61248" y="303059"/>
                </a:lnTo>
                <a:lnTo>
                  <a:pt x="56831" y="302833"/>
                </a:lnTo>
                <a:lnTo>
                  <a:pt x="52924" y="302234"/>
                </a:lnTo>
                <a:lnTo>
                  <a:pt x="49088" y="301250"/>
                </a:lnTo>
                <a:lnTo>
                  <a:pt x="45325" y="299867"/>
                </a:lnTo>
                <a:lnTo>
                  <a:pt x="41989" y="298263"/>
                </a:lnTo>
                <a:lnTo>
                  <a:pt x="38572" y="296187"/>
                </a:lnTo>
                <a:lnTo>
                  <a:pt x="35547" y="293921"/>
                </a:lnTo>
                <a:lnTo>
                  <a:pt x="32683" y="291325"/>
                </a:lnTo>
                <a:lnTo>
                  <a:pt x="30087" y="288461"/>
                </a:lnTo>
                <a:lnTo>
                  <a:pt x="27821" y="285437"/>
                </a:lnTo>
                <a:lnTo>
                  <a:pt x="25745" y="282019"/>
                </a:lnTo>
                <a:lnTo>
                  <a:pt x="24141" y="278683"/>
                </a:lnTo>
                <a:lnTo>
                  <a:pt x="22758" y="274920"/>
                </a:lnTo>
                <a:lnTo>
                  <a:pt x="21774" y="271084"/>
                </a:lnTo>
                <a:lnTo>
                  <a:pt x="21176" y="267177"/>
                </a:lnTo>
                <a:lnTo>
                  <a:pt x="20949" y="262761"/>
                </a:lnTo>
                <a:lnTo>
                  <a:pt x="20949" y="61248"/>
                </a:lnTo>
                <a:lnTo>
                  <a:pt x="21176" y="56831"/>
                </a:lnTo>
                <a:lnTo>
                  <a:pt x="21774" y="52924"/>
                </a:lnTo>
                <a:close/>
              </a:path>
            </a:pathLst>
          </a:custGeom>
          <a:solidFill xmlns:a="http://schemas.openxmlformats.org/drawingml/2006/main">
            <a:srgbClr val="FC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ny">
            <a:extLst xmlns:a="http://schemas.openxmlformats.org/drawingml/2006/main">
              <a:ext uri="{FF2B5EF4-FFF2-40B4-BE49-F238E27FC236}">
                <a16:creationId xmlns:a16="http://schemas.microsoft.com/office/drawing/2014/main" id="{6A9CF8DE-8445-4A67-9FD3-98C61B3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0267" y="3892748"/>
            <a:ext cx="188878" cy="160387"/>
          </a:xfrm>
          <a:custGeom xmlns:a="http://schemas.openxmlformats.org/drawingml/2006/main">
            <a:pathLst>
              <a:path w="188878" h="160387">
                <a:moveTo>
                  <a:pt x="74924" y="111715"/>
                </a:moveTo>
                <a:cubicBezTo>
                  <a:pt x="69431" y="111715"/>
                  <a:pt x="66333" y="108707"/>
                  <a:pt x="65630" y="102691"/>
                </a:cubicBezTo>
                <a:lnTo>
                  <a:pt x="62948" y="81664"/>
                </a:lnTo>
                <a:cubicBezTo>
                  <a:pt x="62053" y="74175"/>
                  <a:pt x="61606" y="67165"/>
                  <a:pt x="61606" y="60636"/>
                </a:cubicBezTo>
                <a:cubicBezTo>
                  <a:pt x="61606" y="58844"/>
                  <a:pt x="61718" y="55804"/>
                  <a:pt x="61942" y="51516"/>
                </a:cubicBezTo>
                <a:cubicBezTo>
                  <a:pt x="62165" y="47227"/>
                  <a:pt x="62277" y="44186"/>
                  <a:pt x="62277" y="42393"/>
                </a:cubicBezTo>
                <a:cubicBezTo>
                  <a:pt x="62277" y="28567"/>
                  <a:pt x="59722" y="21653"/>
                  <a:pt x="54612" y="21653"/>
                </a:cubicBezTo>
                <a:cubicBezTo>
                  <a:pt x="47458" y="21653"/>
                  <a:pt x="40624" y="25906"/>
                  <a:pt x="34109" y="34411"/>
                </a:cubicBezTo>
                <a:cubicBezTo>
                  <a:pt x="28232" y="42148"/>
                  <a:pt x="23633" y="51930"/>
                  <a:pt x="20312" y="63759"/>
                </a:cubicBezTo>
                <a:cubicBezTo>
                  <a:pt x="20184" y="66254"/>
                  <a:pt x="19897" y="69388"/>
                  <a:pt x="19450" y="73161"/>
                </a:cubicBezTo>
                <a:cubicBezTo>
                  <a:pt x="19066" y="76358"/>
                  <a:pt x="18875" y="79459"/>
                  <a:pt x="18875" y="82463"/>
                </a:cubicBezTo>
                <a:cubicBezTo>
                  <a:pt x="18875" y="84381"/>
                  <a:pt x="19066" y="87259"/>
                  <a:pt x="19450" y="91095"/>
                </a:cubicBezTo>
                <a:cubicBezTo>
                  <a:pt x="19833" y="94932"/>
                  <a:pt x="20024" y="97809"/>
                  <a:pt x="20024" y="99727"/>
                </a:cubicBezTo>
                <a:cubicBezTo>
                  <a:pt x="20024" y="102605"/>
                  <a:pt x="19146" y="104940"/>
                  <a:pt x="17390" y="106730"/>
                </a:cubicBezTo>
                <a:cubicBezTo>
                  <a:pt x="15633" y="108521"/>
                  <a:pt x="13382" y="109416"/>
                  <a:pt x="10635" y="109416"/>
                </a:cubicBezTo>
                <a:cubicBezTo>
                  <a:pt x="7825" y="109416"/>
                  <a:pt x="5557" y="108520"/>
                  <a:pt x="3832" y="106727"/>
                </a:cubicBezTo>
                <a:cubicBezTo>
                  <a:pt x="2108" y="104937"/>
                  <a:pt x="1246" y="102601"/>
                  <a:pt x="1246" y="99721"/>
                </a:cubicBezTo>
                <a:cubicBezTo>
                  <a:pt x="1246" y="97803"/>
                  <a:pt x="1038" y="94925"/>
                  <a:pt x="623" y="91086"/>
                </a:cubicBezTo>
                <a:cubicBezTo>
                  <a:pt x="208" y="87246"/>
                  <a:pt x="0" y="84365"/>
                  <a:pt x="0" y="82445"/>
                </a:cubicBezTo>
                <a:cubicBezTo>
                  <a:pt x="0" y="75854"/>
                  <a:pt x="463" y="66720"/>
                  <a:pt x="1389" y="55043"/>
                </a:cubicBezTo>
                <a:cubicBezTo>
                  <a:pt x="2315" y="43366"/>
                  <a:pt x="2779" y="34232"/>
                  <a:pt x="2779" y="27641"/>
                </a:cubicBezTo>
                <a:cubicBezTo>
                  <a:pt x="2779" y="25593"/>
                  <a:pt x="2667" y="22554"/>
                  <a:pt x="2443" y="18524"/>
                </a:cubicBezTo>
                <a:cubicBezTo>
                  <a:pt x="2220" y="14492"/>
                  <a:pt x="2108" y="11453"/>
                  <a:pt x="2108" y="9407"/>
                </a:cubicBezTo>
                <a:cubicBezTo>
                  <a:pt x="2108" y="6655"/>
                  <a:pt x="3018" y="4399"/>
                  <a:pt x="4838" y="2641"/>
                </a:cubicBezTo>
                <a:cubicBezTo>
                  <a:pt x="6659" y="880"/>
                  <a:pt x="8910" y="0"/>
                  <a:pt x="11593" y="0"/>
                </a:cubicBezTo>
                <a:cubicBezTo>
                  <a:pt x="17470" y="0"/>
                  <a:pt x="20695" y="4169"/>
                  <a:pt x="21270" y="12506"/>
                </a:cubicBezTo>
                <a:lnTo>
                  <a:pt x="21557" y="23761"/>
                </a:lnTo>
                <a:cubicBezTo>
                  <a:pt x="32288" y="9453"/>
                  <a:pt x="43306" y="2299"/>
                  <a:pt x="54612" y="2299"/>
                </a:cubicBezTo>
                <a:cubicBezTo>
                  <a:pt x="64832" y="2299"/>
                  <a:pt x="71954" y="6811"/>
                  <a:pt x="75978" y="15833"/>
                </a:cubicBezTo>
                <a:cubicBezTo>
                  <a:pt x="78725" y="21847"/>
                  <a:pt x="80226" y="30741"/>
                  <a:pt x="80481" y="42516"/>
                </a:cubicBezTo>
                <a:lnTo>
                  <a:pt x="80481" y="52208"/>
                </a:lnTo>
                <a:lnTo>
                  <a:pt x="80385" y="61133"/>
                </a:lnTo>
                <a:cubicBezTo>
                  <a:pt x="80385" y="66445"/>
                  <a:pt x="81072" y="73308"/>
                  <a:pt x="82445" y="81724"/>
                </a:cubicBezTo>
                <a:cubicBezTo>
                  <a:pt x="83818" y="90137"/>
                  <a:pt x="84505" y="96967"/>
                  <a:pt x="84505" y="102212"/>
                </a:cubicBezTo>
                <a:cubicBezTo>
                  <a:pt x="84505" y="105029"/>
                  <a:pt x="83595" y="107316"/>
                  <a:pt x="81775" y="109075"/>
                </a:cubicBezTo>
                <a:cubicBezTo>
                  <a:pt x="79954" y="110835"/>
                  <a:pt x="77671" y="111715"/>
                  <a:pt x="74924" y="111715"/>
                </a:cubicBezTo>
                <a:close/>
                <a:moveTo>
                  <a:pt x="187633" y="19339"/>
                </a:moveTo>
                <a:lnTo>
                  <a:pt x="154482" y="91014"/>
                </a:lnTo>
                <a:cubicBezTo>
                  <a:pt x="146306" y="108454"/>
                  <a:pt x="140047" y="123050"/>
                  <a:pt x="135703" y="134803"/>
                </a:cubicBezTo>
                <a:lnTo>
                  <a:pt x="129380" y="153393"/>
                </a:lnTo>
                <a:cubicBezTo>
                  <a:pt x="127719" y="158056"/>
                  <a:pt x="124845" y="160387"/>
                  <a:pt x="120757" y="160387"/>
                </a:cubicBezTo>
                <a:cubicBezTo>
                  <a:pt x="118074" y="160387"/>
                  <a:pt x="115759" y="159504"/>
                  <a:pt x="113811" y="157737"/>
                </a:cubicBezTo>
                <a:cubicBezTo>
                  <a:pt x="111862" y="155973"/>
                  <a:pt x="110888" y="153774"/>
                  <a:pt x="110888" y="151142"/>
                </a:cubicBezTo>
                <a:cubicBezTo>
                  <a:pt x="110888" y="144722"/>
                  <a:pt x="117787" y="126252"/>
                  <a:pt x="131583" y="95730"/>
                </a:cubicBezTo>
                <a:lnTo>
                  <a:pt x="97283" y="29626"/>
                </a:lnTo>
                <a:lnTo>
                  <a:pt x="92972" y="22620"/>
                </a:lnTo>
                <a:cubicBezTo>
                  <a:pt x="91247" y="19678"/>
                  <a:pt x="90385" y="17216"/>
                  <a:pt x="90385" y="15234"/>
                </a:cubicBezTo>
                <a:cubicBezTo>
                  <a:pt x="90385" y="12615"/>
                  <a:pt x="91391" y="10316"/>
                  <a:pt x="93403" y="8336"/>
                </a:cubicBezTo>
                <a:cubicBezTo>
                  <a:pt x="95415" y="6355"/>
                  <a:pt x="97666" y="5365"/>
                  <a:pt x="100157" y="5365"/>
                </a:cubicBezTo>
                <a:cubicBezTo>
                  <a:pt x="103096" y="5365"/>
                  <a:pt x="105363" y="6483"/>
                  <a:pt x="106960" y="8719"/>
                </a:cubicBezTo>
                <a:cubicBezTo>
                  <a:pt x="117819" y="23815"/>
                  <a:pt x="129476" y="45308"/>
                  <a:pt x="141931" y="73196"/>
                </a:cubicBezTo>
                <a:lnTo>
                  <a:pt x="156111" y="40040"/>
                </a:lnTo>
                <a:cubicBezTo>
                  <a:pt x="161221" y="28601"/>
                  <a:pt x="166139" y="18767"/>
                  <a:pt x="170866" y="10539"/>
                </a:cubicBezTo>
                <a:cubicBezTo>
                  <a:pt x="172910" y="6962"/>
                  <a:pt x="175592" y="5174"/>
                  <a:pt x="178914" y="5174"/>
                </a:cubicBezTo>
                <a:cubicBezTo>
                  <a:pt x="181533" y="5174"/>
                  <a:pt x="183848" y="6099"/>
                  <a:pt x="185860" y="7949"/>
                </a:cubicBezTo>
                <a:cubicBezTo>
                  <a:pt x="187872" y="9800"/>
                  <a:pt x="188878" y="12001"/>
                  <a:pt x="188878" y="14554"/>
                </a:cubicBezTo>
                <a:cubicBezTo>
                  <a:pt x="188878" y="15957"/>
                  <a:pt x="188463" y="17552"/>
                  <a:pt x="187633" y="19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kk">
            <a:extLst xmlns:a="http://schemas.openxmlformats.org/drawingml/2006/main">
              <a:ext uri="{FF2B5EF4-FFF2-40B4-BE49-F238E27FC236}">
                <a16:creationId xmlns:a16="http://schemas.microsoft.com/office/drawing/2014/main" id="{62DF28E0-B6DC-4EBB-9392-176DA933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101" y="3936310"/>
            <a:ext cx="125091" cy="102143"/>
          </a:xfrm>
          <a:custGeom xmlns:a="http://schemas.openxmlformats.org/drawingml/2006/main">
            <a:pathLst>
              <a:path w="125091" h="102143">
                <a:moveTo>
                  <a:pt x="50203" y="102143"/>
                </a:moveTo>
                <a:cubicBezTo>
                  <a:pt x="47927" y="102143"/>
                  <a:pt x="46169" y="100943"/>
                  <a:pt x="44928" y="98544"/>
                </a:cubicBezTo>
                <a:cubicBezTo>
                  <a:pt x="42777" y="94363"/>
                  <a:pt x="39529" y="89416"/>
                  <a:pt x="35185" y="83703"/>
                </a:cubicBezTo>
                <a:lnTo>
                  <a:pt x="24202" y="68738"/>
                </a:lnTo>
                <a:cubicBezTo>
                  <a:pt x="21802" y="70642"/>
                  <a:pt x="18079" y="73313"/>
                  <a:pt x="13032" y="76749"/>
                </a:cubicBezTo>
                <a:cubicBezTo>
                  <a:pt x="12577" y="83165"/>
                  <a:pt x="12349" y="89415"/>
                  <a:pt x="12349" y="95499"/>
                </a:cubicBezTo>
                <a:cubicBezTo>
                  <a:pt x="12349" y="97362"/>
                  <a:pt x="11780" y="98873"/>
                  <a:pt x="10642" y="100031"/>
                </a:cubicBezTo>
                <a:cubicBezTo>
                  <a:pt x="9505" y="101191"/>
                  <a:pt x="8047" y="101771"/>
                  <a:pt x="6268" y="101771"/>
                </a:cubicBezTo>
                <a:cubicBezTo>
                  <a:pt x="2089" y="101771"/>
                  <a:pt x="0" y="98956"/>
                  <a:pt x="0" y="93325"/>
                </a:cubicBezTo>
                <a:cubicBezTo>
                  <a:pt x="0" y="89890"/>
                  <a:pt x="238" y="84748"/>
                  <a:pt x="714" y="77897"/>
                </a:cubicBezTo>
                <a:cubicBezTo>
                  <a:pt x="1189" y="71045"/>
                  <a:pt x="1427" y="65902"/>
                  <a:pt x="1427" y="62467"/>
                </a:cubicBezTo>
                <a:cubicBezTo>
                  <a:pt x="1427" y="56174"/>
                  <a:pt x="1520" y="48982"/>
                  <a:pt x="1707" y="40889"/>
                </a:cubicBezTo>
                <a:cubicBezTo>
                  <a:pt x="1893" y="32796"/>
                  <a:pt x="1986" y="25644"/>
                  <a:pt x="1986" y="19435"/>
                </a:cubicBezTo>
                <a:cubicBezTo>
                  <a:pt x="1986" y="17572"/>
                  <a:pt x="1893" y="15378"/>
                  <a:pt x="1707" y="12853"/>
                </a:cubicBezTo>
                <a:cubicBezTo>
                  <a:pt x="1520" y="10328"/>
                  <a:pt x="1427" y="8134"/>
                  <a:pt x="1427" y="6271"/>
                </a:cubicBezTo>
                <a:cubicBezTo>
                  <a:pt x="1427" y="4409"/>
                  <a:pt x="1996" y="2898"/>
                  <a:pt x="3134" y="1739"/>
                </a:cubicBezTo>
                <a:cubicBezTo>
                  <a:pt x="4271" y="580"/>
                  <a:pt x="5730" y="0"/>
                  <a:pt x="7509" y="0"/>
                </a:cubicBezTo>
                <a:cubicBezTo>
                  <a:pt x="9288" y="0"/>
                  <a:pt x="10746" y="580"/>
                  <a:pt x="11884" y="1739"/>
                </a:cubicBezTo>
                <a:cubicBezTo>
                  <a:pt x="13021" y="2898"/>
                  <a:pt x="13590" y="4409"/>
                  <a:pt x="13590" y="6271"/>
                </a:cubicBezTo>
                <a:cubicBezTo>
                  <a:pt x="13590" y="8176"/>
                  <a:pt x="13694" y="10422"/>
                  <a:pt x="13900" y="13010"/>
                </a:cubicBezTo>
                <a:cubicBezTo>
                  <a:pt x="14107" y="15597"/>
                  <a:pt x="14211" y="17842"/>
                  <a:pt x="14211" y="19745"/>
                </a:cubicBezTo>
                <a:lnTo>
                  <a:pt x="13776" y="39741"/>
                </a:lnTo>
                <a:cubicBezTo>
                  <a:pt x="13569" y="46943"/>
                  <a:pt x="13507" y="54146"/>
                  <a:pt x="13590" y="61350"/>
                </a:cubicBezTo>
                <a:cubicBezTo>
                  <a:pt x="19216" y="57044"/>
                  <a:pt x="24636" y="52325"/>
                  <a:pt x="29849" y="47191"/>
                </a:cubicBezTo>
                <a:lnTo>
                  <a:pt x="43501" y="33097"/>
                </a:lnTo>
                <a:cubicBezTo>
                  <a:pt x="44866" y="31690"/>
                  <a:pt x="46335" y="30987"/>
                  <a:pt x="47907" y="30987"/>
                </a:cubicBezTo>
                <a:cubicBezTo>
                  <a:pt x="49520" y="30987"/>
                  <a:pt x="50978" y="31628"/>
                  <a:pt x="52282" y="32911"/>
                </a:cubicBezTo>
                <a:cubicBezTo>
                  <a:pt x="53585" y="34193"/>
                  <a:pt x="54236" y="35683"/>
                  <a:pt x="54236" y="37381"/>
                </a:cubicBezTo>
                <a:cubicBezTo>
                  <a:pt x="54236" y="38788"/>
                  <a:pt x="53637" y="40175"/>
                  <a:pt x="52437" y="41540"/>
                </a:cubicBezTo>
                <a:cubicBezTo>
                  <a:pt x="47348" y="47492"/>
                  <a:pt x="41081" y="53878"/>
                  <a:pt x="33634" y="60698"/>
                </a:cubicBezTo>
                <a:lnTo>
                  <a:pt x="47162" y="79171"/>
                </a:lnTo>
                <a:cubicBezTo>
                  <a:pt x="53492" y="87823"/>
                  <a:pt x="56657" y="93452"/>
                  <a:pt x="56657" y="96060"/>
                </a:cubicBezTo>
                <a:cubicBezTo>
                  <a:pt x="56657" y="97716"/>
                  <a:pt x="56005" y="99144"/>
                  <a:pt x="54702" y="100344"/>
                </a:cubicBezTo>
                <a:cubicBezTo>
                  <a:pt x="53399" y="101543"/>
                  <a:pt x="51899" y="102143"/>
                  <a:pt x="50203" y="102143"/>
                </a:cubicBezTo>
                <a:close/>
                <a:moveTo>
                  <a:pt x="118637" y="102143"/>
                </a:moveTo>
                <a:cubicBezTo>
                  <a:pt x="116361" y="102143"/>
                  <a:pt x="114603" y="100943"/>
                  <a:pt x="113362" y="98544"/>
                </a:cubicBezTo>
                <a:cubicBezTo>
                  <a:pt x="111211" y="94363"/>
                  <a:pt x="107963" y="89416"/>
                  <a:pt x="103619" y="83703"/>
                </a:cubicBezTo>
                <a:lnTo>
                  <a:pt x="92636" y="68738"/>
                </a:lnTo>
                <a:cubicBezTo>
                  <a:pt x="90236" y="70642"/>
                  <a:pt x="86513" y="73313"/>
                  <a:pt x="81466" y="76749"/>
                </a:cubicBezTo>
                <a:cubicBezTo>
                  <a:pt x="81011" y="83165"/>
                  <a:pt x="80783" y="89415"/>
                  <a:pt x="80783" y="95499"/>
                </a:cubicBezTo>
                <a:cubicBezTo>
                  <a:pt x="80783" y="97362"/>
                  <a:pt x="80214" y="98873"/>
                  <a:pt x="79076" y="100031"/>
                </a:cubicBezTo>
                <a:cubicBezTo>
                  <a:pt x="77939" y="101191"/>
                  <a:pt x="76480" y="101771"/>
                  <a:pt x="74702" y="101771"/>
                </a:cubicBezTo>
                <a:cubicBezTo>
                  <a:pt x="70523" y="101771"/>
                  <a:pt x="68434" y="98956"/>
                  <a:pt x="68434" y="93325"/>
                </a:cubicBezTo>
                <a:cubicBezTo>
                  <a:pt x="68434" y="89890"/>
                  <a:pt x="68672" y="84748"/>
                  <a:pt x="69148" y="77897"/>
                </a:cubicBezTo>
                <a:cubicBezTo>
                  <a:pt x="69623" y="71045"/>
                  <a:pt x="69861" y="65902"/>
                  <a:pt x="69861" y="62467"/>
                </a:cubicBezTo>
                <a:cubicBezTo>
                  <a:pt x="69861" y="56174"/>
                  <a:pt x="69954" y="48982"/>
                  <a:pt x="70141" y="40889"/>
                </a:cubicBezTo>
                <a:cubicBezTo>
                  <a:pt x="70327" y="32796"/>
                  <a:pt x="70420" y="25644"/>
                  <a:pt x="70420" y="19435"/>
                </a:cubicBezTo>
                <a:cubicBezTo>
                  <a:pt x="70420" y="17572"/>
                  <a:pt x="70327" y="15378"/>
                  <a:pt x="70141" y="12853"/>
                </a:cubicBezTo>
                <a:cubicBezTo>
                  <a:pt x="69954" y="10328"/>
                  <a:pt x="69861" y="8134"/>
                  <a:pt x="69861" y="6271"/>
                </a:cubicBezTo>
                <a:cubicBezTo>
                  <a:pt x="69861" y="4409"/>
                  <a:pt x="70430" y="2898"/>
                  <a:pt x="71568" y="1739"/>
                </a:cubicBezTo>
                <a:cubicBezTo>
                  <a:pt x="72705" y="580"/>
                  <a:pt x="74164" y="0"/>
                  <a:pt x="75943" y="0"/>
                </a:cubicBezTo>
                <a:cubicBezTo>
                  <a:pt x="77722" y="0"/>
                  <a:pt x="79180" y="580"/>
                  <a:pt x="80318" y="1739"/>
                </a:cubicBezTo>
                <a:cubicBezTo>
                  <a:pt x="81455" y="2898"/>
                  <a:pt x="82024" y="4409"/>
                  <a:pt x="82024" y="6271"/>
                </a:cubicBezTo>
                <a:cubicBezTo>
                  <a:pt x="82024" y="8176"/>
                  <a:pt x="82128" y="10422"/>
                  <a:pt x="82334" y="13010"/>
                </a:cubicBezTo>
                <a:cubicBezTo>
                  <a:pt x="82541" y="15597"/>
                  <a:pt x="82645" y="17842"/>
                  <a:pt x="82645" y="19745"/>
                </a:cubicBezTo>
                <a:lnTo>
                  <a:pt x="82210" y="39741"/>
                </a:lnTo>
                <a:cubicBezTo>
                  <a:pt x="82003" y="46943"/>
                  <a:pt x="81941" y="54146"/>
                  <a:pt x="82024" y="61350"/>
                </a:cubicBezTo>
                <a:cubicBezTo>
                  <a:pt x="87650" y="57044"/>
                  <a:pt x="93070" y="52325"/>
                  <a:pt x="98283" y="47191"/>
                </a:cubicBezTo>
                <a:lnTo>
                  <a:pt x="111935" y="33097"/>
                </a:lnTo>
                <a:cubicBezTo>
                  <a:pt x="113300" y="31690"/>
                  <a:pt x="114769" y="30987"/>
                  <a:pt x="116341" y="30987"/>
                </a:cubicBezTo>
                <a:cubicBezTo>
                  <a:pt x="117954" y="30987"/>
                  <a:pt x="119412" y="31628"/>
                  <a:pt x="120716" y="32911"/>
                </a:cubicBezTo>
                <a:cubicBezTo>
                  <a:pt x="122019" y="34193"/>
                  <a:pt x="122670" y="35683"/>
                  <a:pt x="122670" y="37381"/>
                </a:cubicBezTo>
                <a:cubicBezTo>
                  <a:pt x="122670" y="38788"/>
                  <a:pt x="122071" y="40175"/>
                  <a:pt x="120871" y="41540"/>
                </a:cubicBezTo>
                <a:cubicBezTo>
                  <a:pt x="115782" y="47492"/>
                  <a:pt x="109515" y="53878"/>
                  <a:pt x="102068" y="60698"/>
                </a:cubicBezTo>
                <a:lnTo>
                  <a:pt x="115596" y="79171"/>
                </a:lnTo>
                <a:cubicBezTo>
                  <a:pt x="121926" y="87823"/>
                  <a:pt x="125091" y="93452"/>
                  <a:pt x="125091" y="96060"/>
                </a:cubicBezTo>
                <a:cubicBezTo>
                  <a:pt x="125091" y="97716"/>
                  <a:pt x="124439" y="99144"/>
                  <a:pt x="123136" y="100344"/>
                </a:cubicBezTo>
                <a:cubicBezTo>
                  <a:pt x="121833" y="101543"/>
                  <a:pt x="120333" y="102143"/>
                  <a:pt x="118637" y="102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r">
            <a:extLst xmlns:a="http://schemas.openxmlformats.org/drawingml/2006/main">
              <a:ext uri="{FF2B5EF4-FFF2-40B4-BE49-F238E27FC236}">
                <a16:creationId xmlns:a16="http://schemas.microsoft.com/office/drawing/2014/main" id="{3D534AA2-EC81-4A7C-87D8-C8ECE5CE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585" y="3896389"/>
            <a:ext cx="74637" cy="107691"/>
          </a:xfrm>
          <a:custGeom xmlns:a="http://schemas.openxmlformats.org/drawingml/2006/main">
            <a:pathLst>
              <a:path w="74637" h="107691">
                <a:moveTo>
                  <a:pt x="74541" y="30180"/>
                </a:moveTo>
                <a:cubicBezTo>
                  <a:pt x="74094" y="38165"/>
                  <a:pt x="70900" y="42157"/>
                  <a:pt x="64960" y="42157"/>
                </a:cubicBezTo>
                <a:cubicBezTo>
                  <a:pt x="59467" y="42157"/>
                  <a:pt x="56720" y="39008"/>
                  <a:pt x="56720" y="32710"/>
                </a:cubicBezTo>
                <a:cubicBezTo>
                  <a:pt x="56720" y="31501"/>
                  <a:pt x="56624" y="29273"/>
                  <a:pt x="56433" y="26028"/>
                </a:cubicBezTo>
                <a:lnTo>
                  <a:pt x="56145" y="18012"/>
                </a:lnTo>
                <a:cubicBezTo>
                  <a:pt x="46053" y="19228"/>
                  <a:pt x="37973" y="22076"/>
                  <a:pt x="31905" y="26558"/>
                </a:cubicBezTo>
                <a:cubicBezTo>
                  <a:pt x="26220" y="30719"/>
                  <a:pt x="21494" y="36993"/>
                  <a:pt x="17725" y="45378"/>
                </a:cubicBezTo>
                <a:lnTo>
                  <a:pt x="17917" y="97993"/>
                </a:lnTo>
                <a:cubicBezTo>
                  <a:pt x="17917" y="104459"/>
                  <a:pt x="14755" y="107691"/>
                  <a:pt x="8431" y="107691"/>
                </a:cubicBezTo>
                <a:cubicBezTo>
                  <a:pt x="2810" y="107691"/>
                  <a:pt x="0" y="104460"/>
                  <a:pt x="0" y="97996"/>
                </a:cubicBezTo>
                <a:lnTo>
                  <a:pt x="0" y="30615"/>
                </a:lnTo>
                <a:cubicBezTo>
                  <a:pt x="0" y="28503"/>
                  <a:pt x="80" y="25336"/>
                  <a:pt x="240" y="21114"/>
                </a:cubicBezTo>
                <a:cubicBezTo>
                  <a:pt x="399" y="16891"/>
                  <a:pt x="479" y="13723"/>
                  <a:pt x="479" y="11611"/>
                </a:cubicBezTo>
                <a:cubicBezTo>
                  <a:pt x="479" y="5148"/>
                  <a:pt x="3290" y="1916"/>
                  <a:pt x="8910" y="1916"/>
                </a:cubicBezTo>
                <a:cubicBezTo>
                  <a:pt x="15170" y="1916"/>
                  <a:pt x="18332" y="7218"/>
                  <a:pt x="18396" y="17821"/>
                </a:cubicBezTo>
                <a:cubicBezTo>
                  <a:pt x="30659" y="5940"/>
                  <a:pt x="44265" y="0"/>
                  <a:pt x="59211" y="0"/>
                </a:cubicBezTo>
                <a:cubicBezTo>
                  <a:pt x="64385" y="0"/>
                  <a:pt x="68249" y="1948"/>
                  <a:pt x="70804" y="5844"/>
                </a:cubicBezTo>
                <a:cubicBezTo>
                  <a:pt x="73359" y="9741"/>
                  <a:pt x="74637" y="15617"/>
                  <a:pt x="74637" y="23474"/>
                </a:cubicBezTo>
                <a:cubicBezTo>
                  <a:pt x="74637" y="26795"/>
                  <a:pt x="74605" y="29031"/>
                  <a:pt x="74541" y="301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kk">
            <a:extLst xmlns:a="http://schemas.openxmlformats.org/drawingml/2006/main">
              <a:ext uri="{FF2B5EF4-FFF2-40B4-BE49-F238E27FC236}">
                <a16:creationId xmlns:a16="http://schemas.microsoft.com/office/drawing/2014/main" id="{96BEC13C-6FC6-4943-9ABB-00FCC0E5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651" y="3936310"/>
            <a:ext cx="125091" cy="102143"/>
          </a:xfrm>
          <a:custGeom xmlns:a="http://schemas.openxmlformats.org/drawingml/2006/main">
            <a:pathLst>
              <a:path w="125091" h="102143">
                <a:moveTo>
                  <a:pt x="50203" y="102143"/>
                </a:moveTo>
                <a:cubicBezTo>
                  <a:pt x="47927" y="102143"/>
                  <a:pt x="46169" y="100943"/>
                  <a:pt x="44928" y="98544"/>
                </a:cubicBezTo>
                <a:cubicBezTo>
                  <a:pt x="42777" y="94363"/>
                  <a:pt x="39529" y="89416"/>
                  <a:pt x="35185" y="83703"/>
                </a:cubicBezTo>
                <a:lnTo>
                  <a:pt x="24202" y="68738"/>
                </a:lnTo>
                <a:cubicBezTo>
                  <a:pt x="21802" y="70642"/>
                  <a:pt x="18079" y="73313"/>
                  <a:pt x="13032" y="76749"/>
                </a:cubicBezTo>
                <a:cubicBezTo>
                  <a:pt x="12577" y="83165"/>
                  <a:pt x="12349" y="89415"/>
                  <a:pt x="12349" y="95499"/>
                </a:cubicBezTo>
                <a:cubicBezTo>
                  <a:pt x="12349" y="97362"/>
                  <a:pt x="11780" y="98873"/>
                  <a:pt x="10642" y="100031"/>
                </a:cubicBezTo>
                <a:cubicBezTo>
                  <a:pt x="9505" y="101191"/>
                  <a:pt x="8047" y="101771"/>
                  <a:pt x="6268" y="101771"/>
                </a:cubicBezTo>
                <a:cubicBezTo>
                  <a:pt x="2089" y="101771"/>
                  <a:pt x="0" y="98956"/>
                  <a:pt x="0" y="93325"/>
                </a:cubicBezTo>
                <a:cubicBezTo>
                  <a:pt x="0" y="89890"/>
                  <a:pt x="238" y="84748"/>
                  <a:pt x="714" y="77897"/>
                </a:cubicBezTo>
                <a:cubicBezTo>
                  <a:pt x="1189" y="71045"/>
                  <a:pt x="1427" y="65902"/>
                  <a:pt x="1427" y="62467"/>
                </a:cubicBezTo>
                <a:cubicBezTo>
                  <a:pt x="1427" y="56174"/>
                  <a:pt x="1520" y="48982"/>
                  <a:pt x="1707" y="40889"/>
                </a:cubicBezTo>
                <a:cubicBezTo>
                  <a:pt x="1893" y="32796"/>
                  <a:pt x="1986" y="25644"/>
                  <a:pt x="1986" y="19435"/>
                </a:cubicBezTo>
                <a:cubicBezTo>
                  <a:pt x="1986" y="17572"/>
                  <a:pt x="1893" y="15378"/>
                  <a:pt x="1707" y="12853"/>
                </a:cubicBezTo>
                <a:cubicBezTo>
                  <a:pt x="1520" y="10328"/>
                  <a:pt x="1427" y="8134"/>
                  <a:pt x="1427" y="6271"/>
                </a:cubicBezTo>
                <a:cubicBezTo>
                  <a:pt x="1427" y="4409"/>
                  <a:pt x="1996" y="2898"/>
                  <a:pt x="3134" y="1739"/>
                </a:cubicBezTo>
                <a:cubicBezTo>
                  <a:pt x="4271" y="580"/>
                  <a:pt x="5730" y="0"/>
                  <a:pt x="7509" y="0"/>
                </a:cubicBezTo>
                <a:cubicBezTo>
                  <a:pt x="9288" y="0"/>
                  <a:pt x="10746" y="580"/>
                  <a:pt x="11884" y="1739"/>
                </a:cubicBezTo>
                <a:cubicBezTo>
                  <a:pt x="13021" y="2898"/>
                  <a:pt x="13590" y="4409"/>
                  <a:pt x="13590" y="6271"/>
                </a:cubicBezTo>
                <a:cubicBezTo>
                  <a:pt x="13590" y="8176"/>
                  <a:pt x="13694" y="10422"/>
                  <a:pt x="13900" y="13010"/>
                </a:cubicBezTo>
                <a:cubicBezTo>
                  <a:pt x="14107" y="15597"/>
                  <a:pt x="14211" y="17842"/>
                  <a:pt x="14211" y="19745"/>
                </a:cubicBezTo>
                <a:lnTo>
                  <a:pt x="13776" y="39741"/>
                </a:lnTo>
                <a:cubicBezTo>
                  <a:pt x="13569" y="46943"/>
                  <a:pt x="13507" y="54146"/>
                  <a:pt x="13590" y="61350"/>
                </a:cubicBezTo>
                <a:cubicBezTo>
                  <a:pt x="19216" y="57044"/>
                  <a:pt x="24636" y="52325"/>
                  <a:pt x="29849" y="47191"/>
                </a:cubicBezTo>
                <a:lnTo>
                  <a:pt x="43501" y="33097"/>
                </a:lnTo>
                <a:cubicBezTo>
                  <a:pt x="44866" y="31690"/>
                  <a:pt x="46335" y="30987"/>
                  <a:pt x="47907" y="30987"/>
                </a:cubicBezTo>
                <a:cubicBezTo>
                  <a:pt x="49520" y="30987"/>
                  <a:pt x="50978" y="31628"/>
                  <a:pt x="52282" y="32911"/>
                </a:cubicBezTo>
                <a:cubicBezTo>
                  <a:pt x="53585" y="34193"/>
                  <a:pt x="54236" y="35683"/>
                  <a:pt x="54236" y="37381"/>
                </a:cubicBezTo>
                <a:cubicBezTo>
                  <a:pt x="54236" y="38788"/>
                  <a:pt x="53637" y="40175"/>
                  <a:pt x="52437" y="41540"/>
                </a:cubicBezTo>
                <a:cubicBezTo>
                  <a:pt x="47348" y="47492"/>
                  <a:pt x="41081" y="53878"/>
                  <a:pt x="33634" y="60698"/>
                </a:cubicBezTo>
                <a:lnTo>
                  <a:pt x="47162" y="79171"/>
                </a:lnTo>
                <a:cubicBezTo>
                  <a:pt x="53492" y="87823"/>
                  <a:pt x="56657" y="93452"/>
                  <a:pt x="56657" y="96060"/>
                </a:cubicBezTo>
                <a:cubicBezTo>
                  <a:pt x="56657" y="97716"/>
                  <a:pt x="56005" y="99144"/>
                  <a:pt x="54702" y="100344"/>
                </a:cubicBezTo>
                <a:cubicBezTo>
                  <a:pt x="53399" y="101543"/>
                  <a:pt x="51899" y="102143"/>
                  <a:pt x="50203" y="102143"/>
                </a:cubicBezTo>
                <a:close/>
                <a:moveTo>
                  <a:pt x="118637" y="102143"/>
                </a:moveTo>
                <a:cubicBezTo>
                  <a:pt x="116361" y="102143"/>
                  <a:pt x="114603" y="100943"/>
                  <a:pt x="113362" y="98544"/>
                </a:cubicBezTo>
                <a:cubicBezTo>
                  <a:pt x="111211" y="94363"/>
                  <a:pt x="107963" y="89416"/>
                  <a:pt x="103619" y="83703"/>
                </a:cubicBezTo>
                <a:lnTo>
                  <a:pt x="92636" y="68738"/>
                </a:lnTo>
                <a:cubicBezTo>
                  <a:pt x="90236" y="70642"/>
                  <a:pt x="86513" y="73313"/>
                  <a:pt x="81466" y="76749"/>
                </a:cubicBezTo>
                <a:cubicBezTo>
                  <a:pt x="81011" y="83165"/>
                  <a:pt x="80783" y="89415"/>
                  <a:pt x="80783" y="95499"/>
                </a:cubicBezTo>
                <a:cubicBezTo>
                  <a:pt x="80783" y="97362"/>
                  <a:pt x="80214" y="98873"/>
                  <a:pt x="79076" y="100031"/>
                </a:cubicBezTo>
                <a:cubicBezTo>
                  <a:pt x="77939" y="101191"/>
                  <a:pt x="76480" y="101771"/>
                  <a:pt x="74702" y="101771"/>
                </a:cubicBezTo>
                <a:cubicBezTo>
                  <a:pt x="70523" y="101771"/>
                  <a:pt x="68434" y="98956"/>
                  <a:pt x="68434" y="93325"/>
                </a:cubicBezTo>
                <a:cubicBezTo>
                  <a:pt x="68434" y="89890"/>
                  <a:pt x="68672" y="84748"/>
                  <a:pt x="69148" y="77897"/>
                </a:cubicBezTo>
                <a:cubicBezTo>
                  <a:pt x="69623" y="71045"/>
                  <a:pt x="69861" y="65902"/>
                  <a:pt x="69861" y="62467"/>
                </a:cubicBezTo>
                <a:cubicBezTo>
                  <a:pt x="69861" y="56174"/>
                  <a:pt x="69954" y="48982"/>
                  <a:pt x="70141" y="40889"/>
                </a:cubicBezTo>
                <a:cubicBezTo>
                  <a:pt x="70327" y="32796"/>
                  <a:pt x="70420" y="25644"/>
                  <a:pt x="70420" y="19435"/>
                </a:cubicBezTo>
                <a:cubicBezTo>
                  <a:pt x="70420" y="17572"/>
                  <a:pt x="70327" y="15378"/>
                  <a:pt x="70141" y="12853"/>
                </a:cubicBezTo>
                <a:cubicBezTo>
                  <a:pt x="69954" y="10328"/>
                  <a:pt x="69861" y="8134"/>
                  <a:pt x="69861" y="6271"/>
                </a:cubicBezTo>
                <a:cubicBezTo>
                  <a:pt x="69861" y="4409"/>
                  <a:pt x="70430" y="2898"/>
                  <a:pt x="71568" y="1739"/>
                </a:cubicBezTo>
                <a:cubicBezTo>
                  <a:pt x="72705" y="580"/>
                  <a:pt x="74164" y="0"/>
                  <a:pt x="75943" y="0"/>
                </a:cubicBezTo>
                <a:cubicBezTo>
                  <a:pt x="77722" y="0"/>
                  <a:pt x="79180" y="580"/>
                  <a:pt x="80318" y="1739"/>
                </a:cubicBezTo>
                <a:cubicBezTo>
                  <a:pt x="81455" y="2898"/>
                  <a:pt x="82024" y="4409"/>
                  <a:pt x="82024" y="6271"/>
                </a:cubicBezTo>
                <a:cubicBezTo>
                  <a:pt x="82024" y="8176"/>
                  <a:pt x="82128" y="10422"/>
                  <a:pt x="82334" y="13010"/>
                </a:cubicBezTo>
                <a:cubicBezTo>
                  <a:pt x="82541" y="15597"/>
                  <a:pt x="82645" y="17842"/>
                  <a:pt x="82645" y="19745"/>
                </a:cubicBezTo>
                <a:lnTo>
                  <a:pt x="82210" y="39741"/>
                </a:lnTo>
                <a:cubicBezTo>
                  <a:pt x="82003" y="46943"/>
                  <a:pt x="81941" y="54146"/>
                  <a:pt x="82024" y="61350"/>
                </a:cubicBezTo>
                <a:cubicBezTo>
                  <a:pt x="87650" y="57044"/>
                  <a:pt x="93070" y="52325"/>
                  <a:pt x="98283" y="47191"/>
                </a:cubicBezTo>
                <a:lnTo>
                  <a:pt x="111935" y="33097"/>
                </a:lnTo>
                <a:cubicBezTo>
                  <a:pt x="113300" y="31690"/>
                  <a:pt x="114769" y="30987"/>
                  <a:pt x="116341" y="30987"/>
                </a:cubicBezTo>
                <a:cubicBezTo>
                  <a:pt x="117954" y="30987"/>
                  <a:pt x="119412" y="31628"/>
                  <a:pt x="120716" y="32911"/>
                </a:cubicBezTo>
                <a:cubicBezTo>
                  <a:pt x="122019" y="34193"/>
                  <a:pt x="122670" y="35683"/>
                  <a:pt x="122670" y="37381"/>
                </a:cubicBezTo>
                <a:cubicBezTo>
                  <a:pt x="122670" y="38788"/>
                  <a:pt x="122071" y="40175"/>
                  <a:pt x="120871" y="41540"/>
                </a:cubicBezTo>
                <a:cubicBezTo>
                  <a:pt x="115782" y="47492"/>
                  <a:pt x="109515" y="53878"/>
                  <a:pt x="102068" y="60698"/>
                </a:cubicBezTo>
                <a:lnTo>
                  <a:pt x="115596" y="79171"/>
                </a:lnTo>
                <a:cubicBezTo>
                  <a:pt x="121926" y="87823"/>
                  <a:pt x="125091" y="93452"/>
                  <a:pt x="125091" y="96060"/>
                </a:cubicBezTo>
                <a:cubicBezTo>
                  <a:pt x="125091" y="97716"/>
                  <a:pt x="124439" y="99144"/>
                  <a:pt x="123136" y="100344"/>
                </a:cubicBezTo>
                <a:cubicBezTo>
                  <a:pt x="121833" y="101543"/>
                  <a:pt x="120333" y="102143"/>
                  <a:pt x="118637" y="102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=0">
            <a:extLst xmlns:a="http://schemas.openxmlformats.org/drawingml/2006/main">
              <a:ext uri="{FF2B5EF4-FFF2-40B4-BE49-F238E27FC236}">
                <a16:creationId xmlns:a16="http://schemas.microsoft.com/office/drawing/2014/main" id="{2F1FBD56-5486-4611-817B-3208806F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5889" y="3848483"/>
            <a:ext cx="203332" cy="152914"/>
          </a:xfrm>
          <a:custGeom xmlns:a="http://schemas.openxmlformats.org/drawingml/2006/main">
            <a:pathLst>
              <a:path w="203332" h="152914">
                <a:moveTo>
                  <a:pt x="21557" y="53367"/>
                </a:moveTo>
                <a:lnTo>
                  <a:pt x="66301" y="53462"/>
                </a:lnTo>
                <a:cubicBezTo>
                  <a:pt x="71986" y="53462"/>
                  <a:pt x="74828" y="56305"/>
                  <a:pt x="74828" y="61990"/>
                </a:cubicBezTo>
                <a:cubicBezTo>
                  <a:pt x="74828" y="67674"/>
                  <a:pt x="71986" y="70517"/>
                  <a:pt x="66301" y="70517"/>
                </a:cubicBezTo>
                <a:lnTo>
                  <a:pt x="21462" y="70421"/>
                </a:lnTo>
                <a:cubicBezTo>
                  <a:pt x="19993" y="70421"/>
                  <a:pt x="17805" y="70501"/>
                  <a:pt x="14899" y="70660"/>
                </a:cubicBezTo>
                <a:cubicBezTo>
                  <a:pt x="11992" y="70820"/>
                  <a:pt x="9837" y="70900"/>
                  <a:pt x="8431" y="70900"/>
                </a:cubicBezTo>
                <a:cubicBezTo>
                  <a:pt x="5940" y="70900"/>
                  <a:pt x="3912" y="70070"/>
                  <a:pt x="2347" y="68409"/>
                </a:cubicBezTo>
                <a:cubicBezTo>
                  <a:pt x="782" y="66748"/>
                  <a:pt x="0" y="64704"/>
                  <a:pt x="0" y="62277"/>
                </a:cubicBezTo>
                <a:cubicBezTo>
                  <a:pt x="0" y="57678"/>
                  <a:pt x="2683" y="54868"/>
                  <a:pt x="8048" y="53846"/>
                </a:cubicBezTo>
                <a:cubicBezTo>
                  <a:pt x="9453" y="53526"/>
                  <a:pt x="13956" y="53367"/>
                  <a:pt x="21557" y="53367"/>
                </a:cubicBezTo>
                <a:moveTo>
                  <a:pt x="27019" y="104817"/>
                </a:moveTo>
                <a:cubicBezTo>
                  <a:pt x="31234" y="104817"/>
                  <a:pt x="37558" y="104913"/>
                  <a:pt x="45989" y="105104"/>
                </a:cubicBezTo>
                <a:cubicBezTo>
                  <a:pt x="54421" y="105296"/>
                  <a:pt x="60744" y="105392"/>
                  <a:pt x="64960" y="105392"/>
                </a:cubicBezTo>
                <a:cubicBezTo>
                  <a:pt x="70644" y="105392"/>
                  <a:pt x="73487" y="108234"/>
                  <a:pt x="73487" y="113919"/>
                </a:cubicBezTo>
                <a:cubicBezTo>
                  <a:pt x="73487" y="119604"/>
                  <a:pt x="70644" y="122446"/>
                  <a:pt x="64960" y="122446"/>
                </a:cubicBezTo>
                <a:cubicBezTo>
                  <a:pt x="60744" y="122446"/>
                  <a:pt x="54421" y="122350"/>
                  <a:pt x="45989" y="122159"/>
                </a:cubicBezTo>
                <a:cubicBezTo>
                  <a:pt x="37558" y="121967"/>
                  <a:pt x="31234" y="121871"/>
                  <a:pt x="27019" y="121871"/>
                </a:cubicBezTo>
                <a:cubicBezTo>
                  <a:pt x="25102" y="121871"/>
                  <a:pt x="22228" y="121999"/>
                  <a:pt x="18396" y="122255"/>
                </a:cubicBezTo>
                <a:cubicBezTo>
                  <a:pt x="14563" y="122510"/>
                  <a:pt x="11721" y="122638"/>
                  <a:pt x="9869" y="122638"/>
                </a:cubicBezTo>
                <a:cubicBezTo>
                  <a:pt x="3992" y="122638"/>
                  <a:pt x="1054" y="119795"/>
                  <a:pt x="1054" y="114111"/>
                </a:cubicBezTo>
                <a:cubicBezTo>
                  <a:pt x="1054" y="108873"/>
                  <a:pt x="3800" y="106031"/>
                  <a:pt x="9294" y="105583"/>
                </a:cubicBezTo>
                <a:cubicBezTo>
                  <a:pt x="16384" y="105072"/>
                  <a:pt x="22292" y="104817"/>
                  <a:pt x="27019" y="104817"/>
                </a:cubicBezTo>
                <a:close/>
                <a:moveTo>
                  <a:pt x="148912" y="152914"/>
                </a:moveTo>
                <a:cubicBezTo>
                  <a:pt x="129494" y="152914"/>
                  <a:pt x="115314" y="144025"/>
                  <a:pt x="106372" y="126246"/>
                </a:cubicBezTo>
                <a:cubicBezTo>
                  <a:pt x="99601" y="112559"/>
                  <a:pt x="96216" y="94747"/>
                  <a:pt x="96216" y="72810"/>
                </a:cubicBezTo>
                <a:cubicBezTo>
                  <a:pt x="96216" y="54265"/>
                  <a:pt x="100623" y="38085"/>
                  <a:pt x="109438" y="24270"/>
                </a:cubicBezTo>
                <a:cubicBezTo>
                  <a:pt x="119849" y="8090"/>
                  <a:pt x="133997" y="0"/>
                  <a:pt x="151882" y="0"/>
                </a:cubicBezTo>
                <a:cubicBezTo>
                  <a:pt x="168681" y="0"/>
                  <a:pt x="181775" y="7163"/>
                  <a:pt x="191164" y="21489"/>
                </a:cubicBezTo>
                <a:cubicBezTo>
                  <a:pt x="199276" y="33896"/>
                  <a:pt x="203332" y="49021"/>
                  <a:pt x="203332" y="66864"/>
                </a:cubicBezTo>
                <a:cubicBezTo>
                  <a:pt x="203332" y="95515"/>
                  <a:pt x="198797" y="117020"/>
                  <a:pt x="189727" y="131378"/>
                </a:cubicBezTo>
                <a:cubicBezTo>
                  <a:pt x="180657" y="145735"/>
                  <a:pt x="167052" y="152914"/>
                  <a:pt x="148912" y="152914"/>
                </a:cubicBezTo>
                <a:moveTo>
                  <a:pt x="151786" y="18587"/>
                </a:moveTo>
                <a:cubicBezTo>
                  <a:pt x="139905" y="18587"/>
                  <a:pt x="130484" y="24628"/>
                  <a:pt x="123522" y="36711"/>
                </a:cubicBezTo>
                <a:cubicBezTo>
                  <a:pt x="117709" y="46811"/>
                  <a:pt x="114803" y="58350"/>
                  <a:pt x="114803" y="71328"/>
                </a:cubicBezTo>
                <a:cubicBezTo>
                  <a:pt x="114803" y="92359"/>
                  <a:pt x="117645" y="108148"/>
                  <a:pt x="123330" y="118698"/>
                </a:cubicBezTo>
                <a:cubicBezTo>
                  <a:pt x="129015" y="129245"/>
                  <a:pt x="137542" y="134518"/>
                  <a:pt x="148912" y="134518"/>
                </a:cubicBezTo>
                <a:cubicBezTo>
                  <a:pt x="162453" y="134518"/>
                  <a:pt x="172162" y="126784"/>
                  <a:pt x="178038" y="111314"/>
                </a:cubicBezTo>
                <a:cubicBezTo>
                  <a:pt x="182126" y="100573"/>
                  <a:pt x="184170" y="86956"/>
                  <a:pt x="184170" y="70463"/>
                </a:cubicBezTo>
                <a:cubicBezTo>
                  <a:pt x="184170" y="53139"/>
                  <a:pt x="181471" y="40163"/>
                  <a:pt x="176074" y="31534"/>
                </a:cubicBezTo>
                <a:cubicBezTo>
                  <a:pt x="170677" y="22903"/>
                  <a:pt x="162581" y="18587"/>
                  <a:pt x="151786" y="185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calculateR">
            <a:extLst xmlns:a="http://schemas.openxmlformats.org/drawingml/2006/main">
              <a:ext uri="{FF2B5EF4-FFF2-40B4-BE49-F238E27FC236}">
                <a16:creationId xmlns:a16="http://schemas.microsoft.com/office/drawing/2014/main" id="{F75A538D-A8A6-4556-A576-0D757DB7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574" y="4320280"/>
            <a:ext cx="835579" cy="138295"/>
          </a:xfrm>
          <a:custGeom xmlns:a="http://schemas.openxmlformats.org/drawingml/2006/main">
            <a:pathLst>
              <a:path w="835579" h="138295">
                <a:moveTo>
                  <a:pt x="39770" y="136986"/>
                </a:moveTo>
                <a:cubicBezTo>
                  <a:pt x="28586" y="136986"/>
                  <a:pt x="19258" y="133597"/>
                  <a:pt x="11784" y="126821"/>
                </a:cubicBezTo>
                <a:cubicBezTo>
                  <a:pt x="3928" y="119717"/>
                  <a:pt x="0" y="110344"/>
                  <a:pt x="0" y="98701"/>
                </a:cubicBezTo>
                <a:cubicBezTo>
                  <a:pt x="0" y="87608"/>
                  <a:pt x="3682" y="76159"/>
                  <a:pt x="11047" y="64355"/>
                </a:cubicBezTo>
                <a:cubicBezTo>
                  <a:pt x="19230" y="51238"/>
                  <a:pt x="28450" y="44680"/>
                  <a:pt x="38706" y="44680"/>
                </a:cubicBezTo>
                <a:cubicBezTo>
                  <a:pt x="44053" y="44680"/>
                  <a:pt x="50026" y="45939"/>
                  <a:pt x="56627" y="48457"/>
                </a:cubicBezTo>
                <a:cubicBezTo>
                  <a:pt x="64974" y="51688"/>
                  <a:pt x="69147" y="55629"/>
                  <a:pt x="69147" y="60282"/>
                </a:cubicBezTo>
                <a:cubicBezTo>
                  <a:pt x="69147" y="62361"/>
                  <a:pt x="68466" y="64209"/>
                  <a:pt x="67102" y="65826"/>
                </a:cubicBezTo>
                <a:cubicBezTo>
                  <a:pt x="65738" y="67440"/>
                  <a:pt x="64047" y="68247"/>
                  <a:pt x="62028" y="68247"/>
                </a:cubicBezTo>
                <a:cubicBezTo>
                  <a:pt x="60446" y="68247"/>
                  <a:pt x="59069" y="67766"/>
                  <a:pt x="57896" y="66802"/>
                </a:cubicBezTo>
                <a:cubicBezTo>
                  <a:pt x="56723" y="65838"/>
                  <a:pt x="55591" y="64886"/>
                  <a:pt x="54500" y="63949"/>
                </a:cubicBezTo>
                <a:cubicBezTo>
                  <a:pt x="51281" y="61359"/>
                  <a:pt x="46016" y="60064"/>
                  <a:pt x="38706" y="60064"/>
                </a:cubicBezTo>
                <a:cubicBezTo>
                  <a:pt x="33142" y="60064"/>
                  <a:pt x="27632" y="65042"/>
                  <a:pt x="22176" y="74998"/>
                </a:cubicBezTo>
                <a:cubicBezTo>
                  <a:pt x="17212" y="84133"/>
                  <a:pt x="14730" y="92036"/>
                  <a:pt x="14730" y="98709"/>
                </a:cubicBezTo>
                <a:cubicBezTo>
                  <a:pt x="14730" y="105929"/>
                  <a:pt x="17185" y="111618"/>
                  <a:pt x="22094" y="115776"/>
                </a:cubicBezTo>
                <a:cubicBezTo>
                  <a:pt x="26677" y="119659"/>
                  <a:pt x="32569" y="121601"/>
                  <a:pt x="39770" y="121601"/>
                </a:cubicBezTo>
                <a:cubicBezTo>
                  <a:pt x="43043" y="121601"/>
                  <a:pt x="46535" y="120728"/>
                  <a:pt x="50244" y="118983"/>
                </a:cubicBezTo>
                <a:lnTo>
                  <a:pt x="59737" y="113909"/>
                </a:lnTo>
                <a:cubicBezTo>
                  <a:pt x="61373" y="113036"/>
                  <a:pt x="62546" y="112600"/>
                  <a:pt x="63256" y="112600"/>
                </a:cubicBezTo>
                <a:cubicBezTo>
                  <a:pt x="65274" y="112600"/>
                  <a:pt x="67020" y="113405"/>
                  <a:pt x="68493" y="115014"/>
                </a:cubicBezTo>
                <a:cubicBezTo>
                  <a:pt x="69966" y="116623"/>
                  <a:pt x="70702" y="118464"/>
                  <a:pt x="70702" y="120537"/>
                </a:cubicBezTo>
                <a:cubicBezTo>
                  <a:pt x="70702" y="124520"/>
                  <a:pt x="66502" y="128366"/>
                  <a:pt x="58100" y="132076"/>
                </a:cubicBezTo>
                <a:cubicBezTo>
                  <a:pt x="50735" y="135349"/>
                  <a:pt x="44625" y="136986"/>
                  <a:pt x="39770" y="136986"/>
                </a:cubicBezTo>
                <a:close/>
                <a:moveTo>
                  <a:pt x="152582" y="137149"/>
                </a:moveTo>
                <a:cubicBezTo>
                  <a:pt x="151546" y="137149"/>
                  <a:pt x="149664" y="135939"/>
                  <a:pt x="146936" y="133518"/>
                </a:cubicBezTo>
                <a:cubicBezTo>
                  <a:pt x="144481" y="131262"/>
                  <a:pt x="142654" y="129254"/>
                  <a:pt x="141453" y="127493"/>
                </a:cubicBezTo>
                <a:cubicBezTo>
                  <a:pt x="136216" y="130357"/>
                  <a:pt x="131606" y="132519"/>
                  <a:pt x="127624" y="133978"/>
                </a:cubicBezTo>
                <a:cubicBezTo>
                  <a:pt x="123641" y="135438"/>
                  <a:pt x="120314" y="136167"/>
                  <a:pt x="117640" y="136167"/>
                </a:cubicBezTo>
                <a:cubicBezTo>
                  <a:pt x="104875" y="136167"/>
                  <a:pt x="95573" y="132567"/>
                  <a:pt x="89736" y="125366"/>
                </a:cubicBezTo>
                <a:cubicBezTo>
                  <a:pt x="84226" y="118601"/>
                  <a:pt x="81471" y="108236"/>
                  <a:pt x="81471" y="94270"/>
                </a:cubicBezTo>
                <a:cubicBezTo>
                  <a:pt x="81471" y="81068"/>
                  <a:pt x="86013" y="69775"/>
                  <a:pt x="95096" y="60391"/>
                </a:cubicBezTo>
                <a:cubicBezTo>
                  <a:pt x="104179" y="51008"/>
                  <a:pt x="115022" y="46317"/>
                  <a:pt x="127624" y="46317"/>
                </a:cubicBezTo>
                <a:cubicBezTo>
                  <a:pt x="132370" y="46317"/>
                  <a:pt x="137689" y="47544"/>
                  <a:pt x="143581" y="49999"/>
                </a:cubicBezTo>
                <a:cubicBezTo>
                  <a:pt x="151000" y="53054"/>
                  <a:pt x="154710" y="56736"/>
                  <a:pt x="154710" y="61046"/>
                </a:cubicBezTo>
                <a:cubicBezTo>
                  <a:pt x="154710" y="62519"/>
                  <a:pt x="154164" y="63828"/>
                  <a:pt x="153073" y="64974"/>
                </a:cubicBezTo>
                <a:cubicBezTo>
                  <a:pt x="152528" y="67047"/>
                  <a:pt x="152105" y="70457"/>
                  <a:pt x="151805" y="75203"/>
                </a:cubicBezTo>
                <a:cubicBezTo>
                  <a:pt x="151505" y="79949"/>
                  <a:pt x="151328" y="86032"/>
                  <a:pt x="151273" y="93451"/>
                </a:cubicBezTo>
                <a:cubicBezTo>
                  <a:pt x="151219" y="100216"/>
                  <a:pt x="151682" y="105562"/>
                  <a:pt x="152664" y="109490"/>
                </a:cubicBezTo>
                <a:cubicBezTo>
                  <a:pt x="153210" y="111891"/>
                  <a:pt x="154928" y="116691"/>
                  <a:pt x="157820" y="123893"/>
                </a:cubicBezTo>
                <a:cubicBezTo>
                  <a:pt x="158201" y="124875"/>
                  <a:pt x="158829" y="126320"/>
                  <a:pt x="159702" y="128230"/>
                </a:cubicBezTo>
                <a:lnTo>
                  <a:pt x="160193" y="129621"/>
                </a:lnTo>
                <a:cubicBezTo>
                  <a:pt x="160193" y="131803"/>
                  <a:pt x="159429" y="133603"/>
                  <a:pt x="157901" y="135022"/>
                </a:cubicBezTo>
                <a:cubicBezTo>
                  <a:pt x="156374" y="136440"/>
                  <a:pt x="154601" y="137149"/>
                  <a:pt x="152582" y="137149"/>
                </a:cubicBezTo>
                <a:moveTo>
                  <a:pt x="135561" y="80307"/>
                </a:moveTo>
                <a:cubicBezTo>
                  <a:pt x="135561" y="77966"/>
                  <a:pt x="135711" y="75423"/>
                  <a:pt x="136012" y="72676"/>
                </a:cubicBezTo>
                <a:cubicBezTo>
                  <a:pt x="136312" y="69928"/>
                  <a:pt x="136762" y="67004"/>
                  <a:pt x="137362" y="63903"/>
                </a:cubicBezTo>
                <a:cubicBezTo>
                  <a:pt x="135343" y="62868"/>
                  <a:pt x="133611" y="62106"/>
                  <a:pt x="132165" y="61616"/>
                </a:cubicBezTo>
                <a:cubicBezTo>
                  <a:pt x="130720" y="61127"/>
                  <a:pt x="129561" y="60882"/>
                  <a:pt x="128688" y="60882"/>
                </a:cubicBezTo>
                <a:cubicBezTo>
                  <a:pt x="120232" y="60882"/>
                  <a:pt x="112935" y="64324"/>
                  <a:pt x="106798" y="71206"/>
                </a:cubicBezTo>
                <a:cubicBezTo>
                  <a:pt x="100660" y="78088"/>
                  <a:pt x="97592" y="86018"/>
                  <a:pt x="97592" y="94996"/>
                </a:cubicBezTo>
                <a:cubicBezTo>
                  <a:pt x="97592" y="103919"/>
                  <a:pt x="99174" y="110611"/>
                  <a:pt x="102338" y="115073"/>
                </a:cubicBezTo>
                <a:cubicBezTo>
                  <a:pt x="105502" y="119534"/>
                  <a:pt x="110248" y="121765"/>
                  <a:pt x="116577" y="121765"/>
                </a:cubicBezTo>
                <a:cubicBezTo>
                  <a:pt x="121814" y="121765"/>
                  <a:pt x="126260" y="120813"/>
                  <a:pt x="129915" y="118909"/>
                </a:cubicBezTo>
                <a:cubicBezTo>
                  <a:pt x="131879" y="117875"/>
                  <a:pt x="134634" y="115808"/>
                  <a:pt x="138180" y="112707"/>
                </a:cubicBezTo>
                <a:cubicBezTo>
                  <a:pt x="136434" y="98288"/>
                  <a:pt x="135561" y="87488"/>
                  <a:pt x="135561" y="80307"/>
                </a:cubicBezTo>
                <a:close/>
                <a:moveTo>
                  <a:pt x="195347" y="67429"/>
                </a:moveTo>
                <a:lnTo>
                  <a:pt x="194120" y="108148"/>
                </a:lnTo>
                <a:cubicBezTo>
                  <a:pt x="194120" y="112463"/>
                  <a:pt x="193902" y="118799"/>
                  <a:pt x="193465" y="127156"/>
                </a:cubicBezTo>
                <a:cubicBezTo>
                  <a:pt x="192920" y="132618"/>
                  <a:pt x="190247" y="135349"/>
                  <a:pt x="185446" y="135349"/>
                </a:cubicBezTo>
                <a:cubicBezTo>
                  <a:pt x="180100" y="135349"/>
                  <a:pt x="177426" y="132563"/>
                  <a:pt x="177426" y="126992"/>
                </a:cubicBezTo>
                <a:cubicBezTo>
                  <a:pt x="177426" y="120382"/>
                  <a:pt x="177726" y="110455"/>
                  <a:pt x="178327" y="97210"/>
                </a:cubicBezTo>
                <a:cubicBezTo>
                  <a:pt x="178927" y="83966"/>
                  <a:pt x="179227" y="74039"/>
                  <a:pt x="179227" y="67429"/>
                </a:cubicBezTo>
                <a:cubicBezTo>
                  <a:pt x="179227" y="58799"/>
                  <a:pt x="179363" y="48927"/>
                  <a:pt x="179636" y="37811"/>
                </a:cubicBezTo>
                <a:cubicBezTo>
                  <a:pt x="179909" y="26696"/>
                  <a:pt x="180045" y="16823"/>
                  <a:pt x="180045" y="8193"/>
                </a:cubicBezTo>
                <a:cubicBezTo>
                  <a:pt x="180045" y="2731"/>
                  <a:pt x="182718" y="0"/>
                  <a:pt x="188064" y="0"/>
                </a:cubicBezTo>
                <a:cubicBezTo>
                  <a:pt x="193465" y="0"/>
                  <a:pt x="196166" y="2731"/>
                  <a:pt x="196166" y="8193"/>
                </a:cubicBezTo>
                <a:cubicBezTo>
                  <a:pt x="196166" y="16823"/>
                  <a:pt x="196029" y="26696"/>
                  <a:pt x="195757" y="37811"/>
                </a:cubicBezTo>
                <a:cubicBezTo>
                  <a:pt x="195484" y="48927"/>
                  <a:pt x="195347" y="58799"/>
                  <a:pt x="195347" y="67429"/>
                </a:cubicBezTo>
                <a:close/>
                <a:moveTo>
                  <a:pt x="257637" y="136986"/>
                </a:moveTo>
                <a:cubicBezTo>
                  <a:pt x="246454" y="136986"/>
                  <a:pt x="237125" y="133597"/>
                  <a:pt x="229651" y="126821"/>
                </a:cubicBezTo>
                <a:cubicBezTo>
                  <a:pt x="221795" y="119717"/>
                  <a:pt x="217867" y="110344"/>
                  <a:pt x="217867" y="98701"/>
                </a:cubicBezTo>
                <a:cubicBezTo>
                  <a:pt x="217867" y="87608"/>
                  <a:pt x="221550" y="76159"/>
                  <a:pt x="228915" y="64355"/>
                </a:cubicBezTo>
                <a:cubicBezTo>
                  <a:pt x="237098" y="51238"/>
                  <a:pt x="246317" y="44680"/>
                  <a:pt x="256574" y="44680"/>
                </a:cubicBezTo>
                <a:cubicBezTo>
                  <a:pt x="261920" y="44680"/>
                  <a:pt x="267894" y="45939"/>
                  <a:pt x="274495" y="48457"/>
                </a:cubicBezTo>
                <a:cubicBezTo>
                  <a:pt x="282841" y="51688"/>
                  <a:pt x="287015" y="55629"/>
                  <a:pt x="287015" y="60282"/>
                </a:cubicBezTo>
                <a:cubicBezTo>
                  <a:pt x="287015" y="62361"/>
                  <a:pt x="286333" y="64209"/>
                  <a:pt x="284969" y="65826"/>
                </a:cubicBezTo>
                <a:cubicBezTo>
                  <a:pt x="283605" y="67440"/>
                  <a:pt x="281914" y="68247"/>
                  <a:pt x="279896" y="68247"/>
                </a:cubicBezTo>
                <a:cubicBezTo>
                  <a:pt x="278313" y="68247"/>
                  <a:pt x="276936" y="67766"/>
                  <a:pt x="275763" y="66802"/>
                </a:cubicBezTo>
                <a:cubicBezTo>
                  <a:pt x="274590" y="65838"/>
                  <a:pt x="273458" y="64886"/>
                  <a:pt x="272367" y="63949"/>
                </a:cubicBezTo>
                <a:cubicBezTo>
                  <a:pt x="269148" y="61359"/>
                  <a:pt x="263884" y="60064"/>
                  <a:pt x="256574" y="60064"/>
                </a:cubicBezTo>
                <a:cubicBezTo>
                  <a:pt x="251009" y="60064"/>
                  <a:pt x="245499" y="65042"/>
                  <a:pt x="240044" y="74998"/>
                </a:cubicBezTo>
                <a:cubicBezTo>
                  <a:pt x="235079" y="84133"/>
                  <a:pt x="232597" y="92036"/>
                  <a:pt x="232597" y="98709"/>
                </a:cubicBezTo>
                <a:cubicBezTo>
                  <a:pt x="232597" y="105929"/>
                  <a:pt x="235052" y="111618"/>
                  <a:pt x="239962" y="115776"/>
                </a:cubicBezTo>
                <a:cubicBezTo>
                  <a:pt x="244544" y="119659"/>
                  <a:pt x="250436" y="121601"/>
                  <a:pt x="257637" y="121601"/>
                </a:cubicBezTo>
                <a:cubicBezTo>
                  <a:pt x="260911" y="121601"/>
                  <a:pt x="264402" y="120728"/>
                  <a:pt x="268112" y="118983"/>
                </a:cubicBezTo>
                <a:lnTo>
                  <a:pt x="277604" y="113909"/>
                </a:lnTo>
                <a:cubicBezTo>
                  <a:pt x="279241" y="113036"/>
                  <a:pt x="280414" y="112600"/>
                  <a:pt x="281123" y="112600"/>
                </a:cubicBezTo>
                <a:cubicBezTo>
                  <a:pt x="283142" y="112600"/>
                  <a:pt x="284887" y="113405"/>
                  <a:pt x="286360" y="115014"/>
                </a:cubicBezTo>
                <a:cubicBezTo>
                  <a:pt x="287833" y="116623"/>
                  <a:pt x="288570" y="118464"/>
                  <a:pt x="288570" y="120537"/>
                </a:cubicBezTo>
                <a:cubicBezTo>
                  <a:pt x="288570" y="124520"/>
                  <a:pt x="284369" y="128366"/>
                  <a:pt x="275968" y="132076"/>
                </a:cubicBezTo>
                <a:cubicBezTo>
                  <a:pt x="268603" y="135349"/>
                  <a:pt x="262493" y="136986"/>
                  <a:pt x="257637" y="136986"/>
                </a:cubicBezTo>
                <a:close/>
                <a:moveTo>
                  <a:pt x="373314" y="83959"/>
                </a:moveTo>
                <a:cubicBezTo>
                  <a:pt x="373314" y="87887"/>
                  <a:pt x="373341" y="93779"/>
                  <a:pt x="373396" y="101634"/>
                </a:cubicBezTo>
                <a:cubicBezTo>
                  <a:pt x="373450" y="109490"/>
                  <a:pt x="373477" y="115382"/>
                  <a:pt x="373477" y="119310"/>
                </a:cubicBezTo>
                <a:cubicBezTo>
                  <a:pt x="373477" y="120510"/>
                  <a:pt x="373573" y="122338"/>
                  <a:pt x="373764" y="124793"/>
                </a:cubicBezTo>
                <a:cubicBezTo>
                  <a:pt x="373955" y="127248"/>
                  <a:pt x="374050" y="129075"/>
                  <a:pt x="374050" y="130275"/>
                </a:cubicBezTo>
                <a:cubicBezTo>
                  <a:pt x="374050" y="132621"/>
                  <a:pt x="373259" y="134544"/>
                  <a:pt x="371677" y="136045"/>
                </a:cubicBezTo>
                <a:cubicBezTo>
                  <a:pt x="370095" y="137545"/>
                  <a:pt x="368158" y="138295"/>
                  <a:pt x="365867" y="138295"/>
                </a:cubicBezTo>
                <a:cubicBezTo>
                  <a:pt x="361666" y="138295"/>
                  <a:pt x="358993" y="135704"/>
                  <a:pt x="357848" y="130521"/>
                </a:cubicBezTo>
                <a:cubicBezTo>
                  <a:pt x="351028" y="134067"/>
                  <a:pt x="343173" y="135840"/>
                  <a:pt x="334280" y="135840"/>
                </a:cubicBezTo>
                <a:cubicBezTo>
                  <a:pt x="327134" y="135840"/>
                  <a:pt x="321214" y="134258"/>
                  <a:pt x="316523" y="131094"/>
                </a:cubicBezTo>
                <a:cubicBezTo>
                  <a:pt x="311340" y="127602"/>
                  <a:pt x="308258" y="122501"/>
                  <a:pt x="307276" y="115791"/>
                </a:cubicBezTo>
                <a:cubicBezTo>
                  <a:pt x="305148" y="101334"/>
                  <a:pt x="304084" y="88460"/>
                  <a:pt x="304084" y="77167"/>
                </a:cubicBezTo>
                <a:cubicBezTo>
                  <a:pt x="304084" y="69693"/>
                  <a:pt x="304903" y="61183"/>
                  <a:pt x="306539" y="51636"/>
                </a:cubicBezTo>
                <a:cubicBezTo>
                  <a:pt x="307303" y="46889"/>
                  <a:pt x="309894" y="44516"/>
                  <a:pt x="314313" y="44516"/>
                </a:cubicBezTo>
                <a:cubicBezTo>
                  <a:pt x="316659" y="44516"/>
                  <a:pt x="318623" y="45265"/>
                  <a:pt x="320205" y="46764"/>
                </a:cubicBezTo>
                <a:cubicBezTo>
                  <a:pt x="321787" y="48263"/>
                  <a:pt x="322578" y="50184"/>
                  <a:pt x="322578" y="52528"/>
                </a:cubicBezTo>
                <a:cubicBezTo>
                  <a:pt x="322578" y="55034"/>
                  <a:pt x="322183" y="59040"/>
                  <a:pt x="321392" y="64544"/>
                </a:cubicBezTo>
                <a:cubicBezTo>
                  <a:pt x="320601" y="70048"/>
                  <a:pt x="320205" y="74243"/>
                  <a:pt x="320205" y="77131"/>
                </a:cubicBezTo>
                <a:cubicBezTo>
                  <a:pt x="320205" y="86231"/>
                  <a:pt x="320505" y="94024"/>
                  <a:pt x="321105" y="100509"/>
                </a:cubicBezTo>
                <a:cubicBezTo>
                  <a:pt x="321705" y="106994"/>
                  <a:pt x="322606" y="112198"/>
                  <a:pt x="323806" y="116121"/>
                </a:cubicBezTo>
                <a:cubicBezTo>
                  <a:pt x="325606" y="117103"/>
                  <a:pt x="327379" y="117853"/>
                  <a:pt x="329125" y="118372"/>
                </a:cubicBezTo>
                <a:cubicBezTo>
                  <a:pt x="330871" y="118888"/>
                  <a:pt x="332589" y="119146"/>
                  <a:pt x="334280" y="119146"/>
                </a:cubicBezTo>
                <a:cubicBezTo>
                  <a:pt x="341590" y="119146"/>
                  <a:pt x="349310" y="117975"/>
                  <a:pt x="357438" y="115633"/>
                </a:cubicBezTo>
                <a:lnTo>
                  <a:pt x="357357" y="99039"/>
                </a:lnTo>
                <a:lnTo>
                  <a:pt x="357193" y="83181"/>
                </a:lnTo>
                <a:cubicBezTo>
                  <a:pt x="357193" y="71410"/>
                  <a:pt x="357711" y="61192"/>
                  <a:pt x="358748" y="52528"/>
                </a:cubicBezTo>
                <a:cubicBezTo>
                  <a:pt x="359348" y="47514"/>
                  <a:pt x="361994" y="45007"/>
                  <a:pt x="366685" y="45007"/>
                </a:cubicBezTo>
                <a:cubicBezTo>
                  <a:pt x="369031" y="45007"/>
                  <a:pt x="370995" y="45771"/>
                  <a:pt x="372577" y="47298"/>
                </a:cubicBezTo>
                <a:cubicBezTo>
                  <a:pt x="374159" y="48826"/>
                  <a:pt x="374896" y="50735"/>
                  <a:pt x="374787" y="53027"/>
                </a:cubicBezTo>
                <a:lnTo>
                  <a:pt x="373314" y="83959"/>
                </a:lnTo>
                <a:close/>
                <a:moveTo>
                  <a:pt x="414611" y="67429"/>
                </a:moveTo>
                <a:lnTo>
                  <a:pt x="413384" y="108148"/>
                </a:lnTo>
                <a:cubicBezTo>
                  <a:pt x="413384" y="112463"/>
                  <a:pt x="413166" y="118799"/>
                  <a:pt x="412729" y="127156"/>
                </a:cubicBezTo>
                <a:cubicBezTo>
                  <a:pt x="412184" y="132618"/>
                  <a:pt x="409511" y="135349"/>
                  <a:pt x="404710" y="135349"/>
                </a:cubicBezTo>
                <a:cubicBezTo>
                  <a:pt x="399364" y="135349"/>
                  <a:pt x="396690" y="132563"/>
                  <a:pt x="396690" y="126992"/>
                </a:cubicBezTo>
                <a:cubicBezTo>
                  <a:pt x="396690" y="120382"/>
                  <a:pt x="396990" y="110455"/>
                  <a:pt x="397591" y="97210"/>
                </a:cubicBezTo>
                <a:cubicBezTo>
                  <a:pt x="398191" y="83966"/>
                  <a:pt x="398491" y="74039"/>
                  <a:pt x="398491" y="67429"/>
                </a:cubicBezTo>
                <a:cubicBezTo>
                  <a:pt x="398491" y="58799"/>
                  <a:pt x="398627" y="48927"/>
                  <a:pt x="398900" y="37811"/>
                </a:cubicBezTo>
                <a:cubicBezTo>
                  <a:pt x="399173" y="26696"/>
                  <a:pt x="399309" y="16823"/>
                  <a:pt x="399309" y="8193"/>
                </a:cubicBezTo>
                <a:cubicBezTo>
                  <a:pt x="399309" y="2731"/>
                  <a:pt x="401982" y="0"/>
                  <a:pt x="407328" y="0"/>
                </a:cubicBezTo>
                <a:cubicBezTo>
                  <a:pt x="412729" y="0"/>
                  <a:pt x="415430" y="2731"/>
                  <a:pt x="415430" y="8193"/>
                </a:cubicBezTo>
                <a:cubicBezTo>
                  <a:pt x="415430" y="16823"/>
                  <a:pt x="415293" y="26696"/>
                  <a:pt x="415021" y="37811"/>
                </a:cubicBezTo>
                <a:cubicBezTo>
                  <a:pt x="414748" y="48927"/>
                  <a:pt x="414611" y="58799"/>
                  <a:pt x="414611" y="67429"/>
                </a:cubicBezTo>
                <a:close/>
                <a:moveTo>
                  <a:pt x="503824" y="137149"/>
                </a:moveTo>
                <a:cubicBezTo>
                  <a:pt x="502787" y="137149"/>
                  <a:pt x="500905" y="135939"/>
                  <a:pt x="498177" y="133518"/>
                </a:cubicBezTo>
                <a:cubicBezTo>
                  <a:pt x="495722" y="131262"/>
                  <a:pt x="493895" y="129254"/>
                  <a:pt x="492695" y="127493"/>
                </a:cubicBezTo>
                <a:cubicBezTo>
                  <a:pt x="487457" y="130357"/>
                  <a:pt x="482848" y="132519"/>
                  <a:pt x="478865" y="133978"/>
                </a:cubicBezTo>
                <a:cubicBezTo>
                  <a:pt x="474883" y="135438"/>
                  <a:pt x="471555" y="136167"/>
                  <a:pt x="468882" y="136167"/>
                </a:cubicBezTo>
                <a:cubicBezTo>
                  <a:pt x="456116" y="136167"/>
                  <a:pt x="446815" y="132567"/>
                  <a:pt x="440977" y="125366"/>
                </a:cubicBezTo>
                <a:cubicBezTo>
                  <a:pt x="435467" y="118601"/>
                  <a:pt x="432712" y="108236"/>
                  <a:pt x="432712" y="94270"/>
                </a:cubicBezTo>
                <a:cubicBezTo>
                  <a:pt x="432712" y="81068"/>
                  <a:pt x="437254" y="69775"/>
                  <a:pt x="446337" y="60391"/>
                </a:cubicBezTo>
                <a:cubicBezTo>
                  <a:pt x="455420" y="51008"/>
                  <a:pt x="466263" y="46317"/>
                  <a:pt x="478865" y="46317"/>
                </a:cubicBezTo>
                <a:cubicBezTo>
                  <a:pt x="483611" y="46317"/>
                  <a:pt x="488930" y="47544"/>
                  <a:pt x="494822" y="49999"/>
                </a:cubicBezTo>
                <a:cubicBezTo>
                  <a:pt x="502242" y="53054"/>
                  <a:pt x="505951" y="56736"/>
                  <a:pt x="505951" y="61046"/>
                </a:cubicBezTo>
                <a:cubicBezTo>
                  <a:pt x="505951" y="62519"/>
                  <a:pt x="505406" y="63828"/>
                  <a:pt x="504315" y="64974"/>
                </a:cubicBezTo>
                <a:cubicBezTo>
                  <a:pt x="503769" y="67047"/>
                  <a:pt x="503346" y="70457"/>
                  <a:pt x="503046" y="75203"/>
                </a:cubicBezTo>
                <a:cubicBezTo>
                  <a:pt x="502746" y="79949"/>
                  <a:pt x="502569" y="86032"/>
                  <a:pt x="502514" y="93451"/>
                </a:cubicBezTo>
                <a:cubicBezTo>
                  <a:pt x="502460" y="100216"/>
                  <a:pt x="502924" y="105562"/>
                  <a:pt x="503906" y="109490"/>
                </a:cubicBezTo>
                <a:cubicBezTo>
                  <a:pt x="504451" y="111891"/>
                  <a:pt x="506170" y="116691"/>
                  <a:pt x="509061" y="123893"/>
                </a:cubicBezTo>
                <a:cubicBezTo>
                  <a:pt x="509443" y="124875"/>
                  <a:pt x="510070" y="126320"/>
                  <a:pt x="510943" y="128230"/>
                </a:cubicBezTo>
                <a:lnTo>
                  <a:pt x="511434" y="129621"/>
                </a:lnTo>
                <a:cubicBezTo>
                  <a:pt x="511434" y="131803"/>
                  <a:pt x="510670" y="133603"/>
                  <a:pt x="509143" y="135022"/>
                </a:cubicBezTo>
                <a:cubicBezTo>
                  <a:pt x="507615" y="136440"/>
                  <a:pt x="505842" y="137149"/>
                  <a:pt x="503824" y="137149"/>
                </a:cubicBezTo>
                <a:moveTo>
                  <a:pt x="486803" y="80307"/>
                </a:moveTo>
                <a:cubicBezTo>
                  <a:pt x="486803" y="77966"/>
                  <a:pt x="486953" y="75423"/>
                  <a:pt x="487253" y="72676"/>
                </a:cubicBezTo>
                <a:cubicBezTo>
                  <a:pt x="487553" y="69928"/>
                  <a:pt x="488003" y="67004"/>
                  <a:pt x="488603" y="63903"/>
                </a:cubicBezTo>
                <a:cubicBezTo>
                  <a:pt x="486585" y="62868"/>
                  <a:pt x="484852" y="62106"/>
                  <a:pt x="483407" y="61616"/>
                </a:cubicBezTo>
                <a:cubicBezTo>
                  <a:pt x="481961" y="61127"/>
                  <a:pt x="480802" y="60882"/>
                  <a:pt x="479929" y="60882"/>
                </a:cubicBezTo>
                <a:cubicBezTo>
                  <a:pt x="471473" y="60882"/>
                  <a:pt x="464176" y="64324"/>
                  <a:pt x="458039" y="71206"/>
                </a:cubicBezTo>
                <a:cubicBezTo>
                  <a:pt x="451902" y="78088"/>
                  <a:pt x="448833" y="86018"/>
                  <a:pt x="448833" y="94996"/>
                </a:cubicBezTo>
                <a:cubicBezTo>
                  <a:pt x="448833" y="103919"/>
                  <a:pt x="450415" y="110611"/>
                  <a:pt x="453579" y="115073"/>
                </a:cubicBezTo>
                <a:cubicBezTo>
                  <a:pt x="456743" y="119534"/>
                  <a:pt x="461490" y="121765"/>
                  <a:pt x="467818" y="121765"/>
                </a:cubicBezTo>
                <a:cubicBezTo>
                  <a:pt x="473055" y="121765"/>
                  <a:pt x="477501" y="120813"/>
                  <a:pt x="481156" y="118909"/>
                </a:cubicBezTo>
                <a:cubicBezTo>
                  <a:pt x="483120" y="117875"/>
                  <a:pt x="485875" y="115808"/>
                  <a:pt x="489421" y="112707"/>
                </a:cubicBezTo>
                <a:cubicBezTo>
                  <a:pt x="487676" y="98288"/>
                  <a:pt x="486803" y="87488"/>
                  <a:pt x="486803" y="80307"/>
                </a:cubicBezTo>
                <a:close/>
                <a:moveTo>
                  <a:pt x="580549" y="62100"/>
                </a:moveTo>
                <a:cubicBezTo>
                  <a:pt x="579403" y="62100"/>
                  <a:pt x="578053" y="62045"/>
                  <a:pt x="576498" y="61936"/>
                </a:cubicBezTo>
                <a:cubicBezTo>
                  <a:pt x="574944" y="61825"/>
                  <a:pt x="573593" y="61770"/>
                  <a:pt x="572448" y="61770"/>
                </a:cubicBezTo>
                <a:cubicBezTo>
                  <a:pt x="571193" y="61770"/>
                  <a:pt x="567483" y="62183"/>
                  <a:pt x="561319" y="63010"/>
                </a:cubicBezTo>
                <a:lnTo>
                  <a:pt x="562873" y="111319"/>
                </a:lnTo>
                <a:lnTo>
                  <a:pt x="562955" y="114917"/>
                </a:lnTo>
                <a:lnTo>
                  <a:pt x="563037" y="119085"/>
                </a:lnTo>
                <a:cubicBezTo>
                  <a:pt x="563255" y="131019"/>
                  <a:pt x="560391" y="136986"/>
                  <a:pt x="554445" y="136986"/>
                </a:cubicBezTo>
                <a:cubicBezTo>
                  <a:pt x="552263" y="136986"/>
                  <a:pt x="550367" y="136277"/>
                  <a:pt x="548758" y="134861"/>
                </a:cubicBezTo>
                <a:cubicBezTo>
                  <a:pt x="547148" y="133444"/>
                  <a:pt x="546344" y="131672"/>
                  <a:pt x="546344" y="129547"/>
                </a:cubicBezTo>
                <a:cubicBezTo>
                  <a:pt x="546344" y="127477"/>
                  <a:pt x="546425" y="124372"/>
                  <a:pt x="546589" y="120231"/>
                </a:cubicBezTo>
                <a:cubicBezTo>
                  <a:pt x="546753" y="116088"/>
                  <a:pt x="546835" y="112981"/>
                  <a:pt x="546835" y="110910"/>
                </a:cubicBezTo>
                <a:lnTo>
                  <a:pt x="545198" y="63174"/>
                </a:lnTo>
                <a:cubicBezTo>
                  <a:pt x="541215" y="63010"/>
                  <a:pt x="535160" y="62544"/>
                  <a:pt x="527031" y="61775"/>
                </a:cubicBezTo>
                <a:cubicBezTo>
                  <a:pt x="522176" y="61117"/>
                  <a:pt x="519748" y="58404"/>
                  <a:pt x="519748" y="53635"/>
                </a:cubicBezTo>
                <a:cubicBezTo>
                  <a:pt x="519748" y="51223"/>
                  <a:pt x="520485" y="49223"/>
                  <a:pt x="521958" y="47636"/>
                </a:cubicBezTo>
                <a:cubicBezTo>
                  <a:pt x="523431" y="46047"/>
                  <a:pt x="525313" y="45253"/>
                  <a:pt x="527604" y="45253"/>
                </a:cubicBezTo>
                <a:lnTo>
                  <a:pt x="544789" y="46644"/>
                </a:lnTo>
                <a:cubicBezTo>
                  <a:pt x="544789" y="43853"/>
                  <a:pt x="544666" y="40119"/>
                  <a:pt x="544421" y="35443"/>
                </a:cubicBezTo>
                <a:cubicBezTo>
                  <a:pt x="544175" y="30765"/>
                  <a:pt x="544052" y="27387"/>
                  <a:pt x="544052" y="25309"/>
                </a:cubicBezTo>
                <a:cubicBezTo>
                  <a:pt x="544052" y="23011"/>
                  <a:pt x="544843" y="21110"/>
                  <a:pt x="546425" y="19606"/>
                </a:cubicBezTo>
                <a:cubicBezTo>
                  <a:pt x="548007" y="18101"/>
                  <a:pt x="549944" y="17348"/>
                  <a:pt x="552235" y="17348"/>
                </a:cubicBezTo>
                <a:cubicBezTo>
                  <a:pt x="557145" y="17348"/>
                  <a:pt x="560009" y="21358"/>
                  <a:pt x="560828" y="29377"/>
                </a:cubicBezTo>
                <a:cubicBezTo>
                  <a:pt x="560991" y="31396"/>
                  <a:pt x="561073" y="33824"/>
                  <a:pt x="561073" y="36660"/>
                </a:cubicBezTo>
                <a:lnTo>
                  <a:pt x="560910" y="41407"/>
                </a:lnTo>
                <a:lnTo>
                  <a:pt x="560828" y="46480"/>
                </a:lnTo>
                <a:cubicBezTo>
                  <a:pt x="567592" y="45607"/>
                  <a:pt x="571466" y="45171"/>
                  <a:pt x="572448" y="45171"/>
                </a:cubicBezTo>
                <a:cubicBezTo>
                  <a:pt x="578121" y="45171"/>
                  <a:pt x="581831" y="45444"/>
                  <a:pt x="583577" y="45989"/>
                </a:cubicBezTo>
                <a:cubicBezTo>
                  <a:pt x="586905" y="47087"/>
                  <a:pt x="588569" y="49675"/>
                  <a:pt x="588569" y="53753"/>
                </a:cubicBezTo>
                <a:cubicBezTo>
                  <a:pt x="588569" y="56177"/>
                  <a:pt x="587818" y="58174"/>
                  <a:pt x="586318" y="59745"/>
                </a:cubicBezTo>
                <a:cubicBezTo>
                  <a:pt x="584818" y="61315"/>
                  <a:pt x="582895" y="62100"/>
                  <a:pt x="580549" y="62100"/>
                </a:cubicBezTo>
                <a:close/>
                <a:moveTo>
                  <a:pt x="642926" y="135513"/>
                </a:moveTo>
                <a:cubicBezTo>
                  <a:pt x="630597" y="135513"/>
                  <a:pt x="620613" y="132428"/>
                  <a:pt x="612976" y="126258"/>
                </a:cubicBezTo>
                <a:cubicBezTo>
                  <a:pt x="604629" y="119432"/>
                  <a:pt x="600456" y="109876"/>
                  <a:pt x="600456" y="97589"/>
                </a:cubicBezTo>
                <a:cubicBezTo>
                  <a:pt x="600456" y="83393"/>
                  <a:pt x="603893" y="71490"/>
                  <a:pt x="610766" y="61880"/>
                </a:cubicBezTo>
                <a:cubicBezTo>
                  <a:pt x="618240" y="51395"/>
                  <a:pt x="628224" y="46153"/>
                  <a:pt x="640717" y="46153"/>
                </a:cubicBezTo>
                <a:cubicBezTo>
                  <a:pt x="649773" y="46153"/>
                  <a:pt x="657165" y="47680"/>
                  <a:pt x="662893" y="50735"/>
                </a:cubicBezTo>
                <a:cubicBezTo>
                  <a:pt x="669930" y="54500"/>
                  <a:pt x="673449" y="60282"/>
                  <a:pt x="673449" y="68084"/>
                </a:cubicBezTo>
                <a:cubicBezTo>
                  <a:pt x="673449" y="73539"/>
                  <a:pt x="670367" y="78503"/>
                  <a:pt x="664202" y="82977"/>
                </a:cubicBezTo>
                <a:cubicBezTo>
                  <a:pt x="661475" y="84941"/>
                  <a:pt x="655692" y="87996"/>
                  <a:pt x="646854" y="92142"/>
                </a:cubicBezTo>
                <a:lnTo>
                  <a:pt x="615594" y="106953"/>
                </a:lnTo>
                <a:cubicBezTo>
                  <a:pt x="618649" y="111481"/>
                  <a:pt x="622455" y="114891"/>
                  <a:pt x="627010" y="117182"/>
                </a:cubicBezTo>
                <a:cubicBezTo>
                  <a:pt x="631565" y="119474"/>
                  <a:pt x="636871" y="120619"/>
                  <a:pt x="642926" y="120619"/>
                </a:cubicBezTo>
                <a:cubicBezTo>
                  <a:pt x="646690" y="120619"/>
                  <a:pt x="651109" y="119910"/>
                  <a:pt x="656183" y="118492"/>
                </a:cubicBezTo>
                <a:cubicBezTo>
                  <a:pt x="662620" y="116691"/>
                  <a:pt x="666766" y="114332"/>
                  <a:pt x="668621" y="111413"/>
                </a:cubicBezTo>
                <a:cubicBezTo>
                  <a:pt x="670476" y="108495"/>
                  <a:pt x="672467" y="107035"/>
                  <a:pt x="674595" y="107035"/>
                </a:cubicBezTo>
                <a:cubicBezTo>
                  <a:pt x="676504" y="107035"/>
                  <a:pt x="678209" y="107761"/>
                  <a:pt x="679709" y="109212"/>
                </a:cubicBezTo>
                <a:cubicBezTo>
                  <a:pt x="681209" y="110661"/>
                  <a:pt x="681960" y="112342"/>
                  <a:pt x="681960" y="114257"/>
                </a:cubicBezTo>
                <a:cubicBezTo>
                  <a:pt x="681960" y="120329"/>
                  <a:pt x="677077" y="125555"/>
                  <a:pt x="667312" y="129933"/>
                </a:cubicBezTo>
                <a:cubicBezTo>
                  <a:pt x="658965" y="133653"/>
                  <a:pt x="650836" y="135513"/>
                  <a:pt x="642926" y="135513"/>
                </a:cubicBezTo>
                <a:moveTo>
                  <a:pt x="640717" y="60882"/>
                </a:moveTo>
                <a:cubicBezTo>
                  <a:pt x="634061" y="60882"/>
                  <a:pt x="628524" y="63460"/>
                  <a:pt x="624105" y="68616"/>
                </a:cubicBezTo>
                <a:cubicBezTo>
                  <a:pt x="619686" y="73771"/>
                  <a:pt x="616385" y="81531"/>
                  <a:pt x="614203" y="91897"/>
                </a:cubicBezTo>
                <a:lnTo>
                  <a:pt x="639325" y="79949"/>
                </a:lnTo>
                <a:cubicBezTo>
                  <a:pt x="649200" y="75148"/>
                  <a:pt x="656237" y="70975"/>
                  <a:pt x="660438" y="67429"/>
                </a:cubicBezTo>
                <a:cubicBezTo>
                  <a:pt x="655746" y="63065"/>
                  <a:pt x="649173" y="60882"/>
                  <a:pt x="640717" y="60882"/>
                </a:cubicBezTo>
                <a:close/>
                <a:moveTo>
                  <a:pt x="827232" y="132730"/>
                </a:moveTo>
                <a:cubicBezTo>
                  <a:pt x="825159" y="132730"/>
                  <a:pt x="823222" y="131855"/>
                  <a:pt x="821422" y="130104"/>
                </a:cubicBezTo>
                <a:cubicBezTo>
                  <a:pt x="803364" y="112214"/>
                  <a:pt x="783288" y="100177"/>
                  <a:pt x="761194" y="93993"/>
                </a:cubicBezTo>
                <a:lnTo>
                  <a:pt x="761849" y="110076"/>
                </a:lnTo>
                <a:lnTo>
                  <a:pt x="762258" y="126243"/>
                </a:lnTo>
                <a:cubicBezTo>
                  <a:pt x="762258" y="128650"/>
                  <a:pt x="761480" y="130660"/>
                  <a:pt x="759926" y="132273"/>
                </a:cubicBezTo>
                <a:cubicBezTo>
                  <a:pt x="758371" y="133887"/>
                  <a:pt x="756420" y="134694"/>
                  <a:pt x="754075" y="134694"/>
                </a:cubicBezTo>
                <a:cubicBezTo>
                  <a:pt x="751729" y="134694"/>
                  <a:pt x="749779" y="133889"/>
                  <a:pt x="748224" y="132278"/>
                </a:cubicBezTo>
                <a:cubicBezTo>
                  <a:pt x="746669" y="130668"/>
                  <a:pt x="745892" y="128663"/>
                  <a:pt x="745892" y="126261"/>
                </a:cubicBezTo>
                <a:cubicBezTo>
                  <a:pt x="745892" y="121947"/>
                  <a:pt x="745687" y="115519"/>
                  <a:pt x="745278" y="106976"/>
                </a:cubicBezTo>
                <a:cubicBezTo>
                  <a:pt x="744869" y="98434"/>
                  <a:pt x="744664" y="92006"/>
                  <a:pt x="744664" y="87692"/>
                </a:cubicBezTo>
                <a:cubicBezTo>
                  <a:pt x="744664" y="82670"/>
                  <a:pt x="745210" y="75192"/>
                  <a:pt x="746301" y="65258"/>
                </a:cubicBezTo>
                <a:cubicBezTo>
                  <a:pt x="747392" y="55322"/>
                  <a:pt x="747937" y="47870"/>
                  <a:pt x="747937" y="42903"/>
                </a:cubicBezTo>
                <a:cubicBezTo>
                  <a:pt x="747937" y="40119"/>
                  <a:pt x="747678" y="35997"/>
                  <a:pt x="747160" y="30538"/>
                </a:cubicBezTo>
                <a:cubicBezTo>
                  <a:pt x="746642" y="25080"/>
                  <a:pt x="746383" y="20958"/>
                  <a:pt x="746383" y="18174"/>
                </a:cubicBezTo>
                <a:cubicBezTo>
                  <a:pt x="746383" y="15063"/>
                  <a:pt x="747255" y="12334"/>
                  <a:pt x="749001" y="9986"/>
                </a:cubicBezTo>
                <a:cubicBezTo>
                  <a:pt x="751074" y="7093"/>
                  <a:pt x="753938" y="5783"/>
                  <a:pt x="757593" y="6056"/>
                </a:cubicBezTo>
                <a:lnTo>
                  <a:pt x="777315" y="7610"/>
                </a:lnTo>
                <a:cubicBezTo>
                  <a:pt x="784789" y="8539"/>
                  <a:pt x="791090" y="10369"/>
                  <a:pt x="796218" y="13098"/>
                </a:cubicBezTo>
                <a:cubicBezTo>
                  <a:pt x="818312" y="24834"/>
                  <a:pt x="829359" y="39164"/>
                  <a:pt x="829359" y="56088"/>
                </a:cubicBezTo>
                <a:cubicBezTo>
                  <a:pt x="829359" y="64385"/>
                  <a:pt x="825595" y="71727"/>
                  <a:pt x="818067" y="78113"/>
                </a:cubicBezTo>
                <a:cubicBezTo>
                  <a:pt x="812011" y="83245"/>
                  <a:pt x="804455" y="87148"/>
                  <a:pt x="795399" y="89823"/>
                </a:cubicBezTo>
                <a:cubicBezTo>
                  <a:pt x="812366" y="98940"/>
                  <a:pt x="825050" y="108547"/>
                  <a:pt x="833451" y="118645"/>
                </a:cubicBezTo>
                <a:cubicBezTo>
                  <a:pt x="834869" y="120393"/>
                  <a:pt x="835579" y="122249"/>
                  <a:pt x="835579" y="124215"/>
                </a:cubicBezTo>
                <a:cubicBezTo>
                  <a:pt x="835579" y="126508"/>
                  <a:pt x="834747" y="128501"/>
                  <a:pt x="833083" y="130194"/>
                </a:cubicBezTo>
                <a:cubicBezTo>
                  <a:pt x="831419" y="131885"/>
                  <a:pt x="829469" y="132730"/>
                  <a:pt x="827232" y="132730"/>
                </a:cubicBezTo>
                <a:moveTo>
                  <a:pt x="775105" y="24547"/>
                </a:moveTo>
                <a:lnTo>
                  <a:pt x="762994" y="23567"/>
                </a:lnTo>
                <a:lnTo>
                  <a:pt x="763813" y="33438"/>
                </a:lnTo>
                <a:cubicBezTo>
                  <a:pt x="764194" y="37463"/>
                  <a:pt x="764385" y="40754"/>
                  <a:pt x="764385" y="43309"/>
                </a:cubicBezTo>
                <a:cubicBezTo>
                  <a:pt x="764385" y="47660"/>
                  <a:pt x="764031" y="53071"/>
                  <a:pt x="763322" y="59542"/>
                </a:cubicBezTo>
                <a:lnTo>
                  <a:pt x="761603" y="75776"/>
                </a:lnTo>
                <a:cubicBezTo>
                  <a:pt x="762367" y="75776"/>
                  <a:pt x="763553" y="75803"/>
                  <a:pt x="765163" y="75858"/>
                </a:cubicBezTo>
                <a:cubicBezTo>
                  <a:pt x="766772" y="75912"/>
                  <a:pt x="767986" y="75939"/>
                  <a:pt x="768804" y="75939"/>
                </a:cubicBezTo>
                <a:cubicBezTo>
                  <a:pt x="782716" y="75939"/>
                  <a:pt x="793135" y="74091"/>
                  <a:pt x="800064" y="70393"/>
                </a:cubicBezTo>
                <a:cubicBezTo>
                  <a:pt x="803119" y="68707"/>
                  <a:pt x="805956" y="66504"/>
                  <a:pt x="808574" y="63785"/>
                </a:cubicBezTo>
                <a:cubicBezTo>
                  <a:pt x="811466" y="60738"/>
                  <a:pt x="812911" y="58155"/>
                  <a:pt x="812911" y="56034"/>
                </a:cubicBezTo>
                <a:cubicBezTo>
                  <a:pt x="812911" y="48475"/>
                  <a:pt x="808602" y="41432"/>
                  <a:pt x="799982" y="34906"/>
                </a:cubicBezTo>
                <a:cubicBezTo>
                  <a:pt x="792072" y="28924"/>
                  <a:pt x="783779" y="25471"/>
                  <a:pt x="775105" y="24547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Acc">
            <a:extLst xmlns:a="http://schemas.openxmlformats.org/drawingml/2006/main">
              <a:ext uri="{FF2B5EF4-FFF2-40B4-BE49-F238E27FC236}">
                <a16:creationId xmlns:a16="http://schemas.microsoft.com/office/drawing/2014/main" id="{6DC99C4D-C3E2-4DAC-B66E-51CD8438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075" y="4406233"/>
            <a:ext cx="180042" cy="82019"/>
          </a:xfrm>
          <a:custGeom xmlns:a="http://schemas.openxmlformats.org/drawingml/2006/main">
            <a:pathLst>
              <a:path w="180042" h="82019">
                <a:moveTo>
                  <a:pt x="59520" y="80211"/>
                </a:moveTo>
                <a:cubicBezTo>
                  <a:pt x="56258" y="80211"/>
                  <a:pt x="53421" y="76042"/>
                  <a:pt x="51010" y="67703"/>
                </a:cubicBezTo>
                <a:cubicBezTo>
                  <a:pt x="50088" y="64513"/>
                  <a:pt x="48935" y="58930"/>
                  <a:pt x="47552" y="50956"/>
                </a:cubicBezTo>
                <a:cubicBezTo>
                  <a:pt x="43935" y="51449"/>
                  <a:pt x="39201" y="52330"/>
                  <a:pt x="33350" y="53599"/>
                </a:cubicBezTo>
                <a:lnTo>
                  <a:pt x="19202" y="56506"/>
                </a:lnTo>
                <a:cubicBezTo>
                  <a:pt x="17429" y="61159"/>
                  <a:pt x="14397" y="67961"/>
                  <a:pt x="10106" y="76912"/>
                </a:cubicBezTo>
                <a:cubicBezTo>
                  <a:pt x="8971" y="78898"/>
                  <a:pt x="7429" y="79892"/>
                  <a:pt x="5479" y="79892"/>
                </a:cubicBezTo>
                <a:cubicBezTo>
                  <a:pt x="4060" y="79892"/>
                  <a:pt x="2792" y="79378"/>
                  <a:pt x="1675" y="78349"/>
                </a:cubicBezTo>
                <a:cubicBezTo>
                  <a:pt x="558" y="77321"/>
                  <a:pt x="0" y="76044"/>
                  <a:pt x="0" y="74520"/>
                </a:cubicBezTo>
                <a:cubicBezTo>
                  <a:pt x="0" y="72816"/>
                  <a:pt x="2677" y="66344"/>
                  <a:pt x="8032" y="55102"/>
                </a:cubicBezTo>
                <a:cubicBezTo>
                  <a:pt x="7429" y="54180"/>
                  <a:pt x="7128" y="53116"/>
                  <a:pt x="7128" y="51909"/>
                </a:cubicBezTo>
                <a:cubicBezTo>
                  <a:pt x="7128" y="49037"/>
                  <a:pt x="8865" y="47193"/>
                  <a:pt x="12340" y="46377"/>
                </a:cubicBezTo>
                <a:cubicBezTo>
                  <a:pt x="16383" y="38781"/>
                  <a:pt x="21489" y="30049"/>
                  <a:pt x="27659" y="20181"/>
                </a:cubicBezTo>
                <a:cubicBezTo>
                  <a:pt x="36063" y="6727"/>
                  <a:pt x="41293" y="0"/>
                  <a:pt x="43350" y="0"/>
                </a:cubicBezTo>
                <a:cubicBezTo>
                  <a:pt x="46151" y="0"/>
                  <a:pt x="48066" y="1953"/>
                  <a:pt x="49095" y="5858"/>
                </a:cubicBezTo>
                <a:lnTo>
                  <a:pt x="52446" y="23741"/>
                </a:lnTo>
                <a:lnTo>
                  <a:pt x="60371" y="60730"/>
                </a:lnTo>
                <a:lnTo>
                  <a:pt x="63403" y="69118"/>
                </a:lnTo>
                <a:cubicBezTo>
                  <a:pt x="64431" y="71983"/>
                  <a:pt x="64945" y="73894"/>
                  <a:pt x="64945" y="74850"/>
                </a:cubicBezTo>
                <a:cubicBezTo>
                  <a:pt x="64945" y="76372"/>
                  <a:pt x="64396" y="77646"/>
                  <a:pt x="63296" y="78672"/>
                </a:cubicBezTo>
                <a:cubicBezTo>
                  <a:pt x="62197" y="79698"/>
                  <a:pt x="60938" y="80211"/>
                  <a:pt x="59520" y="80211"/>
                </a:cubicBezTo>
                <a:moveTo>
                  <a:pt x="40744" y="19434"/>
                </a:moveTo>
                <a:lnTo>
                  <a:pt x="25531" y="43963"/>
                </a:lnTo>
                <a:cubicBezTo>
                  <a:pt x="29822" y="42864"/>
                  <a:pt x="36329" y="41534"/>
                  <a:pt x="45052" y="39974"/>
                </a:cubicBezTo>
                <a:lnTo>
                  <a:pt x="40744" y="19434"/>
                </a:lnTo>
                <a:close/>
                <a:moveTo>
                  <a:pt x="104073" y="82019"/>
                </a:moveTo>
                <a:cubicBezTo>
                  <a:pt x="96804" y="82019"/>
                  <a:pt x="90740" y="79817"/>
                  <a:pt x="85882" y="75412"/>
                </a:cubicBezTo>
                <a:cubicBezTo>
                  <a:pt x="80776" y="70795"/>
                  <a:pt x="78223" y="64702"/>
                  <a:pt x="78223" y="57135"/>
                </a:cubicBezTo>
                <a:cubicBezTo>
                  <a:pt x="78223" y="49924"/>
                  <a:pt x="80616" y="42482"/>
                  <a:pt x="85403" y="34810"/>
                </a:cubicBezTo>
                <a:cubicBezTo>
                  <a:pt x="90722" y="26284"/>
                  <a:pt x="96715" y="22021"/>
                  <a:pt x="103382" y="22021"/>
                </a:cubicBezTo>
                <a:cubicBezTo>
                  <a:pt x="106857" y="22021"/>
                  <a:pt x="110740" y="22839"/>
                  <a:pt x="115030" y="24476"/>
                </a:cubicBezTo>
                <a:cubicBezTo>
                  <a:pt x="120456" y="26576"/>
                  <a:pt x="123169" y="29138"/>
                  <a:pt x="123169" y="32162"/>
                </a:cubicBezTo>
                <a:cubicBezTo>
                  <a:pt x="123169" y="33514"/>
                  <a:pt x="122725" y="34715"/>
                  <a:pt x="121839" y="35766"/>
                </a:cubicBezTo>
                <a:cubicBezTo>
                  <a:pt x="120952" y="36815"/>
                  <a:pt x="119853" y="37340"/>
                  <a:pt x="118541" y="37340"/>
                </a:cubicBezTo>
                <a:cubicBezTo>
                  <a:pt x="117513" y="37340"/>
                  <a:pt x="116617" y="37027"/>
                  <a:pt x="115855" y="36400"/>
                </a:cubicBezTo>
                <a:cubicBezTo>
                  <a:pt x="115092" y="35773"/>
                  <a:pt x="114357" y="35155"/>
                  <a:pt x="113647" y="34545"/>
                </a:cubicBezTo>
                <a:cubicBezTo>
                  <a:pt x="111555" y="32862"/>
                  <a:pt x="108133" y="32021"/>
                  <a:pt x="103382" y="32021"/>
                </a:cubicBezTo>
                <a:cubicBezTo>
                  <a:pt x="99765" y="32021"/>
                  <a:pt x="96183" y="35256"/>
                  <a:pt x="92637" y="41728"/>
                </a:cubicBezTo>
                <a:cubicBezTo>
                  <a:pt x="89410" y="47665"/>
                  <a:pt x="87797" y="52802"/>
                  <a:pt x="87797" y="57140"/>
                </a:cubicBezTo>
                <a:cubicBezTo>
                  <a:pt x="87797" y="61833"/>
                  <a:pt x="89393" y="65530"/>
                  <a:pt x="92584" y="68233"/>
                </a:cubicBezTo>
                <a:cubicBezTo>
                  <a:pt x="95563" y="70758"/>
                  <a:pt x="99392" y="72020"/>
                  <a:pt x="104073" y="72020"/>
                </a:cubicBezTo>
                <a:cubicBezTo>
                  <a:pt x="106201" y="72020"/>
                  <a:pt x="108470" y="71452"/>
                  <a:pt x="110882" y="70318"/>
                </a:cubicBezTo>
                <a:lnTo>
                  <a:pt x="117052" y="67020"/>
                </a:lnTo>
                <a:cubicBezTo>
                  <a:pt x="118115" y="66452"/>
                  <a:pt x="118878" y="66169"/>
                  <a:pt x="119339" y="66169"/>
                </a:cubicBezTo>
                <a:cubicBezTo>
                  <a:pt x="120651" y="66169"/>
                  <a:pt x="121786" y="66692"/>
                  <a:pt x="122743" y="67738"/>
                </a:cubicBezTo>
                <a:cubicBezTo>
                  <a:pt x="123700" y="68784"/>
                  <a:pt x="124179" y="69981"/>
                  <a:pt x="124179" y="71328"/>
                </a:cubicBezTo>
                <a:cubicBezTo>
                  <a:pt x="124179" y="73917"/>
                  <a:pt x="121449" y="76417"/>
                  <a:pt x="115988" y="78828"/>
                </a:cubicBezTo>
                <a:cubicBezTo>
                  <a:pt x="111201" y="80956"/>
                  <a:pt x="107229" y="82019"/>
                  <a:pt x="104073" y="82019"/>
                </a:cubicBezTo>
                <a:close/>
                <a:moveTo>
                  <a:pt x="159936" y="82019"/>
                </a:moveTo>
                <a:cubicBezTo>
                  <a:pt x="152667" y="82019"/>
                  <a:pt x="146603" y="79817"/>
                  <a:pt x="141745" y="75412"/>
                </a:cubicBezTo>
                <a:cubicBezTo>
                  <a:pt x="136639" y="70795"/>
                  <a:pt x="134086" y="64702"/>
                  <a:pt x="134086" y="57135"/>
                </a:cubicBezTo>
                <a:cubicBezTo>
                  <a:pt x="134086" y="49924"/>
                  <a:pt x="136480" y="42482"/>
                  <a:pt x="141267" y="34810"/>
                </a:cubicBezTo>
                <a:cubicBezTo>
                  <a:pt x="146586" y="26284"/>
                  <a:pt x="152578" y="22021"/>
                  <a:pt x="159245" y="22021"/>
                </a:cubicBezTo>
                <a:cubicBezTo>
                  <a:pt x="162720" y="22021"/>
                  <a:pt x="166603" y="22839"/>
                  <a:pt x="170894" y="24476"/>
                </a:cubicBezTo>
                <a:cubicBezTo>
                  <a:pt x="176319" y="26576"/>
                  <a:pt x="179032" y="29138"/>
                  <a:pt x="179032" y="32162"/>
                </a:cubicBezTo>
                <a:cubicBezTo>
                  <a:pt x="179032" y="33514"/>
                  <a:pt x="178589" y="34715"/>
                  <a:pt x="177702" y="35766"/>
                </a:cubicBezTo>
                <a:cubicBezTo>
                  <a:pt x="176816" y="36815"/>
                  <a:pt x="175716" y="37340"/>
                  <a:pt x="174404" y="37340"/>
                </a:cubicBezTo>
                <a:cubicBezTo>
                  <a:pt x="173376" y="37340"/>
                  <a:pt x="172481" y="37027"/>
                  <a:pt x="171718" y="36400"/>
                </a:cubicBezTo>
                <a:cubicBezTo>
                  <a:pt x="170956" y="35773"/>
                  <a:pt x="170220" y="35155"/>
                  <a:pt x="169511" y="34545"/>
                </a:cubicBezTo>
                <a:cubicBezTo>
                  <a:pt x="167419" y="32862"/>
                  <a:pt x="163997" y="32021"/>
                  <a:pt x="159245" y="32021"/>
                </a:cubicBezTo>
                <a:cubicBezTo>
                  <a:pt x="155628" y="32021"/>
                  <a:pt x="152047" y="35256"/>
                  <a:pt x="148501" y="41728"/>
                </a:cubicBezTo>
                <a:cubicBezTo>
                  <a:pt x="145274" y="47665"/>
                  <a:pt x="143660" y="52802"/>
                  <a:pt x="143660" y="57140"/>
                </a:cubicBezTo>
                <a:cubicBezTo>
                  <a:pt x="143660" y="61833"/>
                  <a:pt x="145256" y="65530"/>
                  <a:pt x="148447" y="68233"/>
                </a:cubicBezTo>
                <a:cubicBezTo>
                  <a:pt x="151426" y="70758"/>
                  <a:pt x="155256" y="72020"/>
                  <a:pt x="159936" y="72020"/>
                </a:cubicBezTo>
                <a:cubicBezTo>
                  <a:pt x="162064" y="72020"/>
                  <a:pt x="164334" y="71452"/>
                  <a:pt x="166745" y="70318"/>
                </a:cubicBezTo>
                <a:lnTo>
                  <a:pt x="172915" y="67020"/>
                </a:lnTo>
                <a:cubicBezTo>
                  <a:pt x="173979" y="66452"/>
                  <a:pt x="174741" y="66169"/>
                  <a:pt x="175202" y="66169"/>
                </a:cubicBezTo>
                <a:cubicBezTo>
                  <a:pt x="176514" y="66169"/>
                  <a:pt x="177649" y="66692"/>
                  <a:pt x="178606" y="67738"/>
                </a:cubicBezTo>
                <a:cubicBezTo>
                  <a:pt x="179564" y="68784"/>
                  <a:pt x="180042" y="69981"/>
                  <a:pt x="180042" y="71328"/>
                </a:cubicBezTo>
                <a:cubicBezTo>
                  <a:pt x="180042" y="73917"/>
                  <a:pt x="177312" y="76417"/>
                  <a:pt x="171851" y="78828"/>
                </a:cubicBezTo>
                <a:cubicBezTo>
                  <a:pt x="167064" y="80956"/>
                  <a:pt x="163092" y="82019"/>
                  <a:pt x="159936" y="82019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(q)">
            <a:extLst xmlns:a="http://schemas.openxmlformats.org/drawingml/2006/main">
              <a:ext uri="{FF2B5EF4-FFF2-40B4-BE49-F238E27FC236}">
                <a16:creationId xmlns:a16="http://schemas.microsoft.com/office/drawing/2014/main" id="{95C76D3E-8397-4F51-94DF-DD239E61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768" y="4320607"/>
            <a:ext cx="196362" cy="176919"/>
          </a:xfrm>
          <a:custGeom xmlns:a="http://schemas.openxmlformats.org/drawingml/2006/main">
            <a:pathLst>
              <a:path w="196362" h="176919">
                <a:moveTo>
                  <a:pt x="47626" y="7610"/>
                </a:moveTo>
                <a:cubicBezTo>
                  <a:pt x="47626" y="9520"/>
                  <a:pt x="45935" y="12302"/>
                  <a:pt x="42552" y="15957"/>
                </a:cubicBezTo>
                <a:cubicBezTo>
                  <a:pt x="40043" y="18467"/>
                  <a:pt x="37561" y="20976"/>
                  <a:pt x="35106" y="23486"/>
                </a:cubicBezTo>
                <a:cubicBezTo>
                  <a:pt x="29050" y="30359"/>
                  <a:pt x="24304" y="40179"/>
                  <a:pt x="20867" y="52945"/>
                </a:cubicBezTo>
                <a:cubicBezTo>
                  <a:pt x="17866" y="64074"/>
                  <a:pt x="16366" y="75012"/>
                  <a:pt x="16366" y="85759"/>
                </a:cubicBezTo>
                <a:cubicBezTo>
                  <a:pt x="16366" y="113473"/>
                  <a:pt x="22640" y="133794"/>
                  <a:pt x="35187" y="146723"/>
                </a:cubicBezTo>
                <a:cubicBezTo>
                  <a:pt x="37697" y="148687"/>
                  <a:pt x="40234" y="150651"/>
                  <a:pt x="42798" y="152615"/>
                </a:cubicBezTo>
                <a:cubicBezTo>
                  <a:pt x="45962" y="155125"/>
                  <a:pt x="47544" y="157607"/>
                  <a:pt x="47544" y="160062"/>
                </a:cubicBezTo>
                <a:cubicBezTo>
                  <a:pt x="47544" y="161862"/>
                  <a:pt x="46835" y="163431"/>
                  <a:pt x="45416" y="164767"/>
                </a:cubicBezTo>
                <a:cubicBezTo>
                  <a:pt x="43998" y="166104"/>
                  <a:pt x="42361" y="166772"/>
                  <a:pt x="40506" y="166772"/>
                </a:cubicBezTo>
                <a:cubicBezTo>
                  <a:pt x="38870" y="166772"/>
                  <a:pt x="36906" y="166145"/>
                  <a:pt x="34615" y="164890"/>
                </a:cubicBezTo>
                <a:cubicBezTo>
                  <a:pt x="11538" y="151961"/>
                  <a:pt x="0" y="124956"/>
                  <a:pt x="0" y="83877"/>
                </a:cubicBezTo>
                <a:cubicBezTo>
                  <a:pt x="0" y="69093"/>
                  <a:pt x="2973" y="54118"/>
                  <a:pt x="8920" y="38952"/>
                </a:cubicBezTo>
                <a:cubicBezTo>
                  <a:pt x="15575" y="22094"/>
                  <a:pt x="24304" y="9874"/>
                  <a:pt x="35106" y="2291"/>
                </a:cubicBezTo>
                <a:cubicBezTo>
                  <a:pt x="37288" y="764"/>
                  <a:pt x="39006" y="0"/>
                  <a:pt x="40261" y="0"/>
                </a:cubicBezTo>
                <a:cubicBezTo>
                  <a:pt x="42225" y="0"/>
                  <a:pt x="43943" y="777"/>
                  <a:pt x="45416" y="2332"/>
                </a:cubicBezTo>
                <a:cubicBezTo>
                  <a:pt x="46889" y="3887"/>
                  <a:pt x="47626" y="5646"/>
                  <a:pt x="47626" y="7610"/>
                </a:cubicBezTo>
                <a:close/>
                <a:moveTo>
                  <a:pt x="126506" y="105644"/>
                </a:moveTo>
                <a:lnTo>
                  <a:pt x="122741" y="137067"/>
                </a:lnTo>
                <a:cubicBezTo>
                  <a:pt x="121377" y="148742"/>
                  <a:pt x="120696" y="159298"/>
                  <a:pt x="120696" y="168736"/>
                </a:cubicBezTo>
                <a:cubicBezTo>
                  <a:pt x="120696" y="171136"/>
                  <a:pt x="119959" y="173100"/>
                  <a:pt x="118486" y="174628"/>
                </a:cubicBezTo>
                <a:cubicBezTo>
                  <a:pt x="117013" y="176155"/>
                  <a:pt x="115076" y="176919"/>
                  <a:pt x="112676" y="176919"/>
                </a:cubicBezTo>
                <a:cubicBezTo>
                  <a:pt x="107657" y="176919"/>
                  <a:pt x="104984" y="174169"/>
                  <a:pt x="104657" y="168670"/>
                </a:cubicBezTo>
                <a:cubicBezTo>
                  <a:pt x="104493" y="166274"/>
                  <a:pt x="104629" y="163253"/>
                  <a:pt x="105066" y="159604"/>
                </a:cubicBezTo>
                <a:lnTo>
                  <a:pt x="106130" y="150539"/>
                </a:lnTo>
                <a:lnTo>
                  <a:pt x="107684" y="132485"/>
                </a:lnTo>
                <a:cubicBezTo>
                  <a:pt x="102993" y="133740"/>
                  <a:pt x="99692" y="134367"/>
                  <a:pt x="97783" y="134367"/>
                </a:cubicBezTo>
                <a:cubicBezTo>
                  <a:pt x="85890" y="134367"/>
                  <a:pt x="76261" y="131279"/>
                  <a:pt x="68896" y="125102"/>
                </a:cubicBezTo>
                <a:cubicBezTo>
                  <a:pt x="60986" y="118489"/>
                  <a:pt x="57031" y="109335"/>
                  <a:pt x="57031" y="97640"/>
                </a:cubicBezTo>
                <a:cubicBezTo>
                  <a:pt x="57031" y="81627"/>
                  <a:pt x="61532" y="68783"/>
                  <a:pt x="70533" y="59108"/>
                </a:cubicBezTo>
                <a:cubicBezTo>
                  <a:pt x="79753" y="49162"/>
                  <a:pt x="92300" y="44243"/>
                  <a:pt x="108175" y="44353"/>
                </a:cubicBezTo>
                <a:cubicBezTo>
                  <a:pt x="111176" y="44353"/>
                  <a:pt x="113440" y="45553"/>
                  <a:pt x="114967" y="47953"/>
                </a:cubicBezTo>
                <a:cubicBezTo>
                  <a:pt x="117313" y="45880"/>
                  <a:pt x="119386" y="44844"/>
                  <a:pt x="121187" y="44844"/>
                </a:cubicBezTo>
                <a:cubicBezTo>
                  <a:pt x="123369" y="44844"/>
                  <a:pt x="125264" y="45716"/>
                  <a:pt x="126874" y="47462"/>
                </a:cubicBezTo>
                <a:cubicBezTo>
                  <a:pt x="128483" y="49208"/>
                  <a:pt x="129288" y="51199"/>
                  <a:pt x="129288" y="53436"/>
                </a:cubicBezTo>
                <a:cubicBezTo>
                  <a:pt x="129288" y="69529"/>
                  <a:pt x="128360" y="86932"/>
                  <a:pt x="126506" y="105644"/>
                </a:cubicBezTo>
                <a:moveTo>
                  <a:pt x="102365" y="58509"/>
                </a:moveTo>
                <a:cubicBezTo>
                  <a:pt x="92327" y="60315"/>
                  <a:pt x="84744" y="65429"/>
                  <a:pt x="79616" y="73853"/>
                </a:cubicBezTo>
                <a:cubicBezTo>
                  <a:pt x="75470" y="80689"/>
                  <a:pt x="73397" y="88730"/>
                  <a:pt x="73397" y="97975"/>
                </a:cubicBezTo>
                <a:cubicBezTo>
                  <a:pt x="73397" y="104430"/>
                  <a:pt x="75361" y="109680"/>
                  <a:pt x="79289" y="113728"/>
                </a:cubicBezTo>
                <a:cubicBezTo>
                  <a:pt x="83599" y="118213"/>
                  <a:pt x="89572" y="120347"/>
                  <a:pt x="97210" y="120128"/>
                </a:cubicBezTo>
                <a:cubicBezTo>
                  <a:pt x="102393" y="119965"/>
                  <a:pt x="106184" y="117147"/>
                  <a:pt x="108584" y="111677"/>
                </a:cubicBezTo>
                <a:cubicBezTo>
                  <a:pt x="111203" y="105551"/>
                  <a:pt x="112594" y="95131"/>
                  <a:pt x="112758" y="80417"/>
                </a:cubicBezTo>
                <a:lnTo>
                  <a:pt x="113904" y="58509"/>
                </a:lnTo>
                <a:cubicBezTo>
                  <a:pt x="112812" y="58891"/>
                  <a:pt x="110903" y="58973"/>
                  <a:pt x="108175" y="58755"/>
                </a:cubicBezTo>
                <a:cubicBezTo>
                  <a:pt x="105175" y="58428"/>
                  <a:pt x="103238" y="58346"/>
                  <a:pt x="102365" y="58509"/>
                </a:cubicBezTo>
                <a:close/>
                <a:moveTo>
                  <a:pt x="196362" y="83877"/>
                </a:moveTo>
                <a:cubicBezTo>
                  <a:pt x="196362" y="124956"/>
                  <a:pt x="184797" y="151961"/>
                  <a:pt x="161666" y="164890"/>
                </a:cubicBezTo>
                <a:cubicBezTo>
                  <a:pt x="159429" y="166145"/>
                  <a:pt x="157493" y="166772"/>
                  <a:pt x="155856" y="166772"/>
                </a:cubicBezTo>
                <a:cubicBezTo>
                  <a:pt x="154001" y="166772"/>
                  <a:pt x="152364" y="166104"/>
                  <a:pt x="150946" y="164767"/>
                </a:cubicBezTo>
                <a:cubicBezTo>
                  <a:pt x="149528" y="163431"/>
                  <a:pt x="148818" y="161862"/>
                  <a:pt x="148818" y="160062"/>
                </a:cubicBezTo>
                <a:cubicBezTo>
                  <a:pt x="148818" y="157607"/>
                  <a:pt x="150400" y="155125"/>
                  <a:pt x="153565" y="152615"/>
                </a:cubicBezTo>
                <a:cubicBezTo>
                  <a:pt x="156074" y="150651"/>
                  <a:pt x="158611" y="148687"/>
                  <a:pt x="161175" y="146723"/>
                </a:cubicBezTo>
                <a:cubicBezTo>
                  <a:pt x="173722" y="133794"/>
                  <a:pt x="179996" y="113473"/>
                  <a:pt x="179996" y="85759"/>
                </a:cubicBezTo>
                <a:cubicBezTo>
                  <a:pt x="179996" y="75012"/>
                  <a:pt x="178496" y="64074"/>
                  <a:pt x="175495" y="52945"/>
                </a:cubicBezTo>
                <a:cubicBezTo>
                  <a:pt x="172004" y="40179"/>
                  <a:pt x="167258" y="30359"/>
                  <a:pt x="161257" y="23486"/>
                </a:cubicBezTo>
                <a:cubicBezTo>
                  <a:pt x="158747" y="20976"/>
                  <a:pt x="156265" y="18467"/>
                  <a:pt x="153810" y="15957"/>
                </a:cubicBezTo>
                <a:cubicBezTo>
                  <a:pt x="150428" y="12302"/>
                  <a:pt x="148737" y="9520"/>
                  <a:pt x="148737" y="7610"/>
                </a:cubicBezTo>
                <a:cubicBezTo>
                  <a:pt x="148737" y="5646"/>
                  <a:pt x="149459" y="3887"/>
                  <a:pt x="150905" y="2332"/>
                </a:cubicBezTo>
                <a:cubicBezTo>
                  <a:pt x="152351" y="777"/>
                  <a:pt x="154056" y="0"/>
                  <a:pt x="156020" y="0"/>
                </a:cubicBezTo>
                <a:cubicBezTo>
                  <a:pt x="157274" y="0"/>
                  <a:pt x="159020" y="764"/>
                  <a:pt x="161257" y="2291"/>
                </a:cubicBezTo>
                <a:cubicBezTo>
                  <a:pt x="172059" y="9874"/>
                  <a:pt x="180787" y="22094"/>
                  <a:pt x="187443" y="38952"/>
                </a:cubicBezTo>
                <a:cubicBezTo>
                  <a:pt x="193389" y="54118"/>
                  <a:pt x="196362" y="69093"/>
                  <a:pt x="196362" y="83877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calculateR">
            <a:extLst xmlns:a="http://schemas.openxmlformats.org/drawingml/2006/main">
              <a:ext uri="{FF2B5EF4-FFF2-40B4-BE49-F238E27FC236}">
                <a16:creationId xmlns:a16="http://schemas.microsoft.com/office/drawing/2014/main" id="{BBA9CD97-EFFF-4FF7-8B25-3006DFC1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9934" y="4329358"/>
            <a:ext cx="835580" cy="138295"/>
          </a:xfrm>
          <a:custGeom xmlns:a="http://schemas.openxmlformats.org/drawingml/2006/main">
            <a:pathLst>
              <a:path w="835580" h="138295">
                <a:moveTo>
                  <a:pt x="39770" y="136986"/>
                </a:moveTo>
                <a:cubicBezTo>
                  <a:pt x="28586" y="136986"/>
                  <a:pt x="19258" y="133597"/>
                  <a:pt x="11784" y="126821"/>
                </a:cubicBezTo>
                <a:cubicBezTo>
                  <a:pt x="3928" y="119717"/>
                  <a:pt x="0" y="110344"/>
                  <a:pt x="0" y="98701"/>
                </a:cubicBezTo>
                <a:cubicBezTo>
                  <a:pt x="0" y="87608"/>
                  <a:pt x="3682" y="76159"/>
                  <a:pt x="11047" y="64355"/>
                </a:cubicBezTo>
                <a:cubicBezTo>
                  <a:pt x="19230" y="51238"/>
                  <a:pt x="28450" y="44680"/>
                  <a:pt x="38706" y="44680"/>
                </a:cubicBezTo>
                <a:cubicBezTo>
                  <a:pt x="44053" y="44680"/>
                  <a:pt x="50026" y="45939"/>
                  <a:pt x="56627" y="48457"/>
                </a:cubicBezTo>
                <a:cubicBezTo>
                  <a:pt x="64974" y="51688"/>
                  <a:pt x="69147" y="55629"/>
                  <a:pt x="69147" y="60282"/>
                </a:cubicBezTo>
                <a:cubicBezTo>
                  <a:pt x="69147" y="62361"/>
                  <a:pt x="68466" y="64209"/>
                  <a:pt x="67102" y="65826"/>
                </a:cubicBezTo>
                <a:cubicBezTo>
                  <a:pt x="65738" y="67440"/>
                  <a:pt x="64047" y="68247"/>
                  <a:pt x="62028" y="68247"/>
                </a:cubicBezTo>
                <a:cubicBezTo>
                  <a:pt x="60446" y="68247"/>
                  <a:pt x="59069" y="67766"/>
                  <a:pt x="57896" y="66802"/>
                </a:cubicBezTo>
                <a:cubicBezTo>
                  <a:pt x="56723" y="65838"/>
                  <a:pt x="55591" y="64886"/>
                  <a:pt x="54500" y="63949"/>
                </a:cubicBezTo>
                <a:cubicBezTo>
                  <a:pt x="51281" y="61359"/>
                  <a:pt x="46016" y="60064"/>
                  <a:pt x="38706" y="60064"/>
                </a:cubicBezTo>
                <a:cubicBezTo>
                  <a:pt x="33142" y="60064"/>
                  <a:pt x="27632" y="65042"/>
                  <a:pt x="22176" y="74998"/>
                </a:cubicBezTo>
                <a:cubicBezTo>
                  <a:pt x="17212" y="84133"/>
                  <a:pt x="14730" y="92036"/>
                  <a:pt x="14730" y="98709"/>
                </a:cubicBezTo>
                <a:cubicBezTo>
                  <a:pt x="14730" y="105929"/>
                  <a:pt x="17185" y="111618"/>
                  <a:pt x="22094" y="115776"/>
                </a:cubicBezTo>
                <a:cubicBezTo>
                  <a:pt x="26677" y="119659"/>
                  <a:pt x="32569" y="121601"/>
                  <a:pt x="39770" y="121601"/>
                </a:cubicBezTo>
                <a:cubicBezTo>
                  <a:pt x="43043" y="121601"/>
                  <a:pt x="46535" y="120728"/>
                  <a:pt x="50244" y="118983"/>
                </a:cubicBezTo>
                <a:lnTo>
                  <a:pt x="59737" y="113909"/>
                </a:lnTo>
                <a:cubicBezTo>
                  <a:pt x="61373" y="113036"/>
                  <a:pt x="62546" y="112600"/>
                  <a:pt x="63256" y="112600"/>
                </a:cubicBezTo>
                <a:cubicBezTo>
                  <a:pt x="65274" y="112600"/>
                  <a:pt x="67020" y="113405"/>
                  <a:pt x="68493" y="115014"/>
                </a:cubicBezTo>
                <a:cubicBezTo>
                  <a:pt x="69966" y="116623"/>
                  <a:pt x="70702" y="118464"/>
                  <a:pt x="70702" y="120537"/>
                </a:cubicBezTo>
                <a:cubicBezTo>
                  <a:pt x="70702" y="124520"/>
                  <a:pt x="66502" y="128366"/>
                  <a:pt x="58100" y="132076"/>
                </a:cubicBezTo>
                <a:cubicBezTo>
                  <a:pt x="50735" y="135349"/>
                  <a:pt x="44625" y="136986"/>
                  <a:pt x="39770" y="136986"/>
                </a:cubicBezTo>
                <a:close/>
                <a:moveTo>
                  <a:pt x="152583" y="137149"/>
                </a:moveTo>
                <a:cubicBezTo>
                  <a:pt x="151546" y="137149"/>
                  <a:pt x="149664" y="135939"/>
                  <a:pt x="146936" y="133518"/>
                </a:cubicBezTo>
                <a:cubicBezTo>
                  <a:pt x="144481" y="131262"/>
                  <a:pt x="142654" y="129254"/>
                  <a:pt x="141454" y="127493"/>
                </a:cubicBezTo>
                <a:cubicBezTo>
                  <a:pt x="136216" y="130357"/>
                  <a:pt x="131607" y="132519"/>
                  <a:pt x="127624" y="133978"/>
                </a:cubicBezTo>
                <a:cubicBezTo>
                  <a:pt x="123642" y="135438"/>
                  <a:pt x="120314" y="136167"/>
                  <a:pt x="117641" y="136167"/>
                </a:cubicBezTo>
                <a:cubicBezTo>
                  <a:pt x="104875" y="136167"/>
                  <a:pt x="95574" y="132567"/>
                  <a:pt x="89736" y="125366"/>
                </a:cubicBezTo>
                <a:cubicBezTo>
                  <a:pt x="84226" y="118601"/>
                  <a:pt x="81471" y="108236"/>
                  <a:pt x="81471" y="94270"/>
                </a:cubicBezTo>
                <a:cubicBezTo>
                  <a:pt x="81471" y="81068"/>
                  <a:pt x="86013" y="69775"/>
                  <a:pt x="95096" y="60391"/>
                </a:cubicBezTo>
                <a:cubicBezTo>
                  <a:pt x="104179" y="51008"/>
                  <a:pt x="115022" y="46317"/>
                  <a:pt x="127624" y="46317"/>
                </a:cubicBezTo>
                <a:cubicBezTo>
                  <a:pt x="132370" y="46317"/>
                  <a:pt x="137689" y="47544"/>
                  <a:pt x="143581" y="49999"/>
                </a:cubicBezTo>
                <a:cubicBezTo>
                  <a:pt x="151001" y="53054"/>
                  <a:pt x="154710" y="56736"/>
                  <a:pt x="154710" y="61046"/>
                </a:cubicBezTo>
                <a:cubicBezTo>
                  <a:pt x="154710" y="62519"/>
                  <a:pt x="154165" y="63828"/>
                  <a:pt x="153074" y="64974"/>
                </a:cubicBezTo>
                <a:cubicBezTo>
                  <a:pt x="152528" y="67047"/>
                  <a:pt x="152105" y="70457"/>
                  <a:pt x="151805" y="75203"/>
                </a:cubicBezTo>
                <a:cubicBezTo>
                  <a:pt x="151505" y="79949"/>
                  <a:pt x="151328" y="86032"/>
                  <a:pt x="151273" y="93451"/>
                </a:cubicBezTo>
                <a:cubicBezTo>
                  <a:pt x="151219" y="100216"/>
                  <a:pt x="151683" y="105562"/>
                  <a:pt x="152664" y="109490"/>
                </a:cubicBezTo>
                <a:cubicBezTo>
                  <a:pt x="153210" y="111891"/>
                  <a:pt x="154928" y="116691"/>
                  <a:pt x="157820" y="123893"/>
                </a:cubicBezTo>
                <a:cubicBezTo>
                  <a:pt x="158202" y="124875"/>
                  <a:pt x="158829" y="126320"/>
                  <a:pt x="159702" y="128230"/>
                </a:cubicBezTo>
                <a:lnTo>
                  <a:pt x="160193" y="129621"/>
                </a:lnTo>
                <a:cubicBezTo>
                  <a:pt x="160193" y="131803"/>
                  <a:pt x="159429" y="133603"/>
                  <a:pt x="157902" y="135022"/>
                </a:cubicBezTo>
                <a:cubicBezTo>
                  <a:pt x="156374" y="136440"/>
                  <a:pt x="154601" y="137149"/>
                  <a:pt x="152583" y="137149"/>
                </a:cubicBezTo>
                <a:moveTo>
                  <a:pt x="135562" y="80307"/>
                </a:moveTo>
                <a:cubicBezTo>
                  <a:pt x="135562" y="77966"/>
                  <a:pt x="135712" y="75423"/>
                  <a:pt x="136012" y="72676"/>
                </a:cubicBezTo>
                <a:cubicBezTo>
                  <a:pt x="136312" y="69928"/>
                  <a:pt x="136762" y="67004"/>
                  <a:pt x="137362" y="63903"/>
                </a:cubicBezTo>
                <a:cubicBezTo>
                  <a:pt x="135344" y="62868"/>
                  <a:pt x="133611" y="62106"/>
                  <a:pt x="132166" y="61616"/>
                </a:cubicBezTo>
                <a:cubicBezTo>
                  <a:pt x="130720" y="61127"/>
                  <a:pt x="129561" y="60882"/>
                  <a:pt x="128688" y="60882"/>
                </a:cubicBezTo>
                <a:cubicBezTo>
                  <a:pt x="120232" y="60882"/>
                  <a:pt x="112935" y="64324"/>
                  <a:pt x="106798" y="71206"/>
                </a:cubicBezTo>
                <a:cubicBezTo>
                  <a:pt x="100661" y="78088"/>
                  <a:pt x="97592" y="86018"/>
                  <a:pt x="97592" y="94996"/>
                </a:cubicBezTo>
                <a:cubicBezTo>
                  <a:pt x="97592" y="103919"/>
                  <a:pt x="99174" y="110611"/>
                  <a:pt x="102338" y="115073"/>
                </a:cubicBezTo>
                <a:cubicBezTo>
                  <a:pt x="105502" y="119534"/>
                  <a:pt x="110249" y="121765"/>
                  <a:pt x="116577" y="121765"/>
                </a:cubicBezTo>
                <a:cubicBezTo>
                  <a:pt x="121814" y="121765"/>
                  <a:pt x="126260" y="120813"/>
                  <a:pt x="129915" y="118909"/>
                </a:cubicBezTo>
                <a:cubicBezTo>
                  <a:pt x="131879" y="117875"/>
                  <a:pt x="134634" y="115808"/>
                  <a:pt x="138180" y="112707"/>
                </a:cubicBezTo>
                <a:cubicBezTo>
                  <a:pt x="136435" y="98288"/>
                  <a:pt x="135562" y="87488"/>
                  <a:pt x="135562" y="80307"/>
                </a:cubicBezTo>
                <a:close/>
                <a:moveTo>
                  <a:pt x="195348" y="67429"/>
                </a:moveTo>
                <a:lnTo>
                  <a:pt x="194121" y="108148"/>
                </a:lnTo>
                <a:cubicBezTo>
                  <a:pt x="194121" y="112463"/>
                  <a:pt x="193902" y="118799"/>
                  <a:pt x="193466" y="127156"/>
                </a:cubicBezTo>
                <a:cubicBezTo>
                  <a:pt x="192920" y="132618"/>
                  <a:pt x="190247" y="135349"/>
                  <a:pt x="185446" y="135349"/>
                </a:cubicBezTo>
                <a:cubicBezTo>
                  <a:pt x="180100" y="135349"/>
                  <a:pt x="177427" y="132563"/>
                  <a:pt x="177427" y="126992"/>
                </a:cubicBezTo>
                <a:cubicBezTo>
                  <a:pt x="177427" y="120382"/>
                  <a:pt x="177727" y="110455"/>
                  <a:pt x="178327" y="97210"/>
                </a:cubicBezTo>
                <a:cubicBezTo>
                  <a:pt x="178927" y="83966"/>
                  <a:pt x="179227" y="74039"/>
                  <a:pt x="179227" y="67429"/>
                </a:cubicBezTo>
                <a:cubicBezTo>
                  <a:pt x="179227" y="58799"/>
                  <a:pt x="179364" y="48927"/>
                  <a:pt x="179636" y="37811"/>
                </a:cubicBezTo>
                <a:cubicBezTo>
                  <a:pt x="179909" y="26696"/>
                  <a:pt x="180046" y="16823"/>
                  <a:pt x="180046" y="8193"/>
                </a:cubicBezTo>
                <a:cubicBezTo>
                  <a:pt x="180046" y="2731"/>
                  <a:pt x="182719" y="0"/>
                  <a:pt x="188065" y="0"/>
                </a:cubicBezTo>
                <a:cubicBezTo>
                  <a:pt x="193466" y="0"/>
                  <a:pt x="196166" y="2731"/>
                  <a:pt x="196166" y="8193"/>
                </a:cubicBezTo>
                <a:cubicBezTo>
                  <a:pt x="196166" y="16823"/>
                  <a:pt x="196030" y="26696"/>
                  <a:pt x="195757" y="37811"/>
                </a:cubicBezTo>
                <a:cubicBezTo>
                  <a:pt x="195484" y="48927"/>
                  <a:pt x="195348" y="58799"/>
                  <a:pt x="195348" y="67429"/>
                </a:cubicBezTo>
                <a:close/>
                <a:moveTo>
                  <a:pt x="257638" y="136986"/>
                </a:moveTo>
                <a:cubicBezTo>
                  <a:pt x="246454" y="136986"/>
                  <a:pt x="237125" y="133597"/>
                  <a:pt x="229652" y="126821"/>
                </a:cubicBezTo>
                <a:cubicBezTo>
                  <a:pt x="221796" y="119717"/>
                  <a:pt x="217868" y="110344"/>
                  <a:pt x="217868" y="98701"/>
                </a:cubicBezTo>
                <a:cubicBezTo>
                  <a:pt x="217868" y="87608"/>
                  <a:pt x="221550" y="76159"/>
                  <a:pt x="228915" y="64355"/>
                </a:cubicBezTo>
                <a:cubicBezTo>
                  <a:pt x="237098" y="51238"/>
                  <a:pt x="246318" y="44680"/>
                  <a:pt x="256574" y="44680"/>
                </a:cubicBezTo>
                <a:cubicBezTo>
                  <a:pt x="261920" y="44680"/>
                  <a:pt x="267894" y="45939"/>
                  <a:pt x="274495" y="48457"/>
                </a:cubicBezTo>
                <a:cubicBezTo>
                  <a:pt x="282842" y="51688"/>
                  <a:pt x="287015" y="55629"/>
                  <a:pt x="287015" y="60282"/>
                </a:cubicBezTo>
                <a:cubicBezTo>
                  <a:pt x="287015" y="62361"/>
                  <a:pt x="286333" y="64209"/>
                  <a:pt x="284969" y="65826"/>
                </a:cubicBezTo>
                <a:cubicBezTo>
                  <a:pt x="283606" y="67440"/>
                  <a:pt x="281914" y="68247"/>
                  <a:pt x="279896" y="68247"/>
                </a:cubicBezTo>
                <a:cubicBezTo>
                  <a:pt x="278314" y="68247"/>
                  <a:pt x="276936" y="67766"/>
                  <a:pt x="275763" y="66802"/>
                </a:cubicBezTo>
                <a:cubicBezTo>
                  <a:pt x="274591" y="65838"/>
                  <a:pt x="273459" y="64886"/>
                  <a:pt x="272367" y="63949"/>
                </a:cubicBezTo>
                <a:cubicBezTo>
                  <a:pt x="269149" y="61359"/>
                  <a:pt x="263884" y="60064"/>
                  <a:pt x="256574" y="60064"/>
                </a:cubicBezTo>
                <a:cubicBezTo>
                  <a:pt x="251009" y="60064"/>
                  <a:pt x="245499" y="65042"/>
                  <a:pt x="240044" y="74998"/>
                </a:cubicBezTo>
                <a:cubicBezTo>
                  <a:pt x="235080" y="84133"/>
                  <a:pt x="232597" y="92036"/>
                  <a:pt x="232597" y="98709"/>
                </a:cubicBezTo>
                <a:cubicBezTo>
                  <a:pt x="232597" y="105929"/>
                  <a:pt x="235052" y="111618"/>
                  <a:pt x="239962" y="115776"/>
                </a:cubicBezTo>
                <a:cubicBezTo>
                  <a:pt x="244545" y="119659"/>
                  <a:pt x="250437" y="121601"/>
                  <a:pt x="257638" y="121601"/>
                </a:cubicBezTo>
                <a:cubicBezTo>
                  <a:pt x="260911" y="121601"/>
                  <a:pt x="264403" y="120728"/>
                  <a:pt x="268112" y="118983"/>
                </a:cubicBezTo>
                <a:lnTo>
                  <a:pt x="277605" y="113909"/>
                </a:lnTo>
                <a:cubicBezTo>
                  <a:pt x="279241" y="113036"/>
                  <a:pt x="280414" y="112600"/>
                  <a:pt x="281123" y="112600"/>
                </a:cubicBezTo>
                <a:cubicBezTo>
                  <a:pt x="283142" y="112600"/>
                  <a:pt x="284888" y="113405"/>
                  <a:pt x="286361" y="115014"/>
                </a:cubicBezTo>
                <a:cubicBezTo>
                  <a:pt x="287834" y="116623"/>
                  <a:pt x="288570" y="118464"/>
                  <a:pt x="288570" y="120537"/>
                </a:cubicBezTo>
                <a:cubicBezTo>
                  <a:pt x="288570" y="124520"/>
                  <a:pt x="284369" y="128366"/>
                  <a:pt x="275968" y="132076"/>
                </a:cubicBezTo>
                <a:cubicBezTo>
                  <a:pt x="268603" y="135349"/>
                  <a:pt x="262493" y="136986"/>
                  <a:pt x="257638" y="136986"/>
                </a:cubicBezTo>
                <a:close/>
                <a:moveTo>
                  <a:pt x="373314" y="83959"/>
                </a:moveTo>
                <a:cubicBezTo>
                  <a:pt x="373314" y="87887"/>
                  <a:pt x="373342" y="93779"/>
                  <a:pt x="373396" y="101634"/>
                </a:cubicBezTo>
                <a:cubicBezTo>
                  <a:pt x="373451" y="109490"/>
                  <a:pt x="373478" y="115382"/>
                  <a:pt x="373478" y="119310"/>
                </a:cubicBezTo>
                <a:cubicBezTo>
                  <a:pt x="373478" y="120510"/>
                  <a:pt x="373573" y="122338"/>
                  <a:pt x="373764" y="124793"/>
                </a:cubicBezTo>
                <a:cubicBezTo>
                  <a:pt x="373955" y="127248"/>
                  <a:pt x="374051" y="129075"/>
                  <a:pt x="374051" y="130275"/>
                </a:cubicBezTo>
                <a:cubicBezTo>
                  <a:pt x="374051" y="132621"/>
                  <a:pt x="373260" y="134544"/>
                  <a:pt x="371678" y="136045"/>
                </a:cubicBezTo>
                <a:cubicBezTo>
                  <a:pt x="370096" y="137545"/>
                  <a:pt x="368159" y="138295"/>
                  <a:pt x="365868" y="138295"/>
                </a:cubicBezTo>
                <a:cubicBezTo>
                  <a:pt x="361667" y="138295"/>
                  <a:pt x="358994" y="135704"/>
                  <a:pt x="357848" y="130521"/>
                </a:cubicBezTo>
                <a:cubicBezTo>
                  <a:pt x="351029" y="134067"/>
                  <a:pt x="343173" y="135840"/>
                  <a:pt x="334281" y="135840"/>
                </a:cubicBezTo>
                <a:cubicBezTo>
                  <a:pt x="327134" y="135840"/>
                  <a:pt x="321215" y="134258"/>
                  <a:pt x="316523" y="131094"/>
                </a:cubicBezTo>
                <a:cubicBezTo>
                  <a:pt x="311341" y="127602"/>
                  <a:pt x="308258" y="122501"/>
                  <a:pt x="307276" y="115791"/>
                </a:cubicBezTo>
                <a:cubicBezTo>
                  <a:pt x="305149" y="101334"/>
                  <a:pt x="304085" y="88460"/>
                  <a:pt x="304085" y="77167"/>
                </a:cubicBezTo>
                <a:cubicBezTo>
                  <a:pt x="304085" y="69693"/>
                  <a:pt x="304903" y="61183"/>
                  <a:pt x="306540" y="51636"/>
                </a:cubicBezTo>
                <a:cubicBezTo>
                  <a:pt x="307304" y="46889"/>
                  <a:pt x="309895" y="44516"/>
                  <a:pt x="314314" y="44516"/>
                </a:cubicBezTo>
                <a:cubicBezTo>
                  <a:pt x="316660" y="44516"/>
                  <a:pt x="318624" y="45265"/>
                  <a:pt x="320206" y="46764"/>
                </a:cubicBezTo>
                <a:cubicBezTo>
                  <a:pt x="321788" y="48263"/>
                  <a:pt x="322579" y="50184"/>
                  <a:pt x="322579" y="52528"/>
                </a:cubicBezTo>
                <a:cubicBezTo>
                  <a:pt x="322579" y="55034"/>
                  <a:pt x="322183" y="59040"/>
                  <a:pt x="321392" y="64544"/>
                </a:cubicBezTo>
                <a:cubicBezTo>
                  <a:pt x="320601" y="70048"/>
                  <a:pt x="320206" y="74243"/>
                  <a:pt x="320206" y="77131"/>
                </a:cubicBezTo>
                <a:cubicBezTo>
                  <a:pt x="320206" y="86231"/>
                  <a:pt x="320506" y="94024"/>
                  <a:pt x="321106" y="100509"/>
                </a:cubicBezTo>
                <a:cubicBezTo>
                  <a:pt x="321706" y="106994"/>
                  <a:pt x="322606" y="112198"/>
                  <a:pt x="323806" y="116121"/>
                </a:cubicBezTo>
                <a:cubicBezTo>
                  <a:pt x="325607" y="117103"/>
                  <a:pt x="327380" y="117853"/>
                  <a:pt x="329125" y="118372"/>
                </a:cubicBezTo>
                <a:cubicBezTo>
                  <a:pt x="330871" y="118888"/>
                  <a:pt x="332590" y="119146"/>
                  <a:pt x="334281" y="119146"/>
                </a:cubicBezTo>
                <a:cubicBezTo>
                  <a:pt x="341591" y="119146"/>
                  <a:pt x="349310" y="117975"/>
                  <a:pt x="357439" y="115633"/>
                </a:cubicBezTo>
                <a:lnTo>
                  <a:pt x="357357" y="99039"/>
                </a:lnTo>
                <a:lnTo>
                  <a:pt x="357194" y="83181"/>
                </a:lnTo>
                <a:cubicBezTo>
                  <a:pt x="357194" y="71410"/>
                  <a:pt x="357712" y="61192"/>
                  <a:pt x="358748" y="52528"/>
                </a:cubicBezTo>
                <a:cubicBezTo>
                  <a:pt x="359348" y="47514"/>
                  <a:pt x="361994" y="45007"/>
                  <a:pt x="366686" y="45007"/>
                </a:cubicBezTo>
                <a:cubicBezTo>
                  <a:pt x="369032" y="45007"/>
                  <a:pt x="370996" y="45771"/>
                  <a:pt x="372578" y="47298"/>
                </a:cubicBezTo>
                <a:cubicBezTo>
                  <a:pt x="374160" y="48826"/>
                  <a:pt x="374896" y="50735"/>
                  <a:pt x="374787" y="53027"/>
                </a:cubicBezTo>
                <a:lnTo>
                  <a:pt x="373314" y="83959"/>
                </a:lnTo>
                <a:close/>
                <a:moveTo>
                  <a:pt x="414613" y="67429"/>
                </a:moveTo>
                <a:lnTo>
                  <a:pt x="413385" y="108148"/>
                </a:lnTo>
                <a:cubicBezTo>
                  <a:pt x="413385" y="112463"/>
                  <a:pt x="413167" y="118799"/>
                  <a:pt x="412730" y="127156"/>
                </a:cubicBezTo>
                <a:cubicBezTo>
                  <a:pt x="412185" y="132618"/>
                  <a:pt x="409512" y="135349"/>
                  <a:pt x="404711" y="135349"/>
                </a:cubicBezTo>
                <a:cubicBezTo>
                  <a:pt x="399365" y="135349"/>
                  <a:pt x="396692" y="132563"/>
                  <a:pt x="396692" y="126992"/>
                </a:cubicBezTo>
                <a:cubicBezTo>
                  <a:pt x="396692" y="120382"/>
                  <a:pt x="396992" y="110455"/>
                  <a:pt x="397592" y="97210"/>
                </a:cubicBezTo>
                <a:cubicBezTo>
                  <a:pt x="398192" y="83966"/>
                  <a:pt x="398492" y="74039"/>
                  <a:pt x="398492" y="67429"/>
                </a:cubicBezTo>
                <a:cubicBezTo>
                  <a:pt x="398492" y="58799"/>
                  <a:pt x="398628" y="48927"/>
                  <a:pt x="398901" y="37811"/>
                </a:cubicBezTo>
                <a:cubicBezTo>
                  <a:pt x="399174" y="26696"/>
                  <a:pt x="399310" y="16823"/>
                  <a:pt x="399310" y="8193"/>
                </a:cubicBezTo>
                <a:cubicBezTo>
                  <a:pt x="399310" y="2731"/>
                  <a:pt x="401983" y="0"/>
                  <a:pt x="407330" y="0"/>
                </a:cubicBezTo>
                <a:cubicBezTo>
                  <a:pt x="412730" y="0"/>
                  <a:pt x="415431" y="2731"/>
                  <a:pt x="415431" y="8193"/>
                </a:cubicBezTo>
                <a:cubicBezTo>
                  <a:pt x="415431" y="16823"/>
                  <a:pt x="415294" y="26696"/>
                  <a:pt x="415022" y="37811"/>
                </a:cubicBezTo>
                <a:cubicBezTo>
                  <a:pt x="414749" y="48927"/>
                  <a:pt x="414613" y="58799"/>
                  <a:pt x="414613" y="67429"/>
                </a:cubicBezTo>
                <a:close/>
                <a:moveTo>
                  <a:pt x="503825" y="137149"/>
                </a:moveTo>
                <a:cubicBezTo>
                  <a:pt x="502788" y="137149"/>
                  <a:pt x="500906" y="135939"/>
                  <a:pt x="498178" y="133518"/>
                </a:cubicBezTo>
                <a:cubicBezTo>
                  <a:pt x="495724" y="131262"/>
                  <a:pt x="493896" y="129254"/>
                  <a:pt x="492696" y="127493"/>
                </a:cubicBezTo>
                <a:cubicBezTo>
                  <a:pt x="487459" y="130357"/>
                  <a:pt x="482849" y="132519"/>
                  <a:pt x="478866" y="133978"/>
                </a:cubicBezTo>
                <a:cubicBezTo>
                  <a:pt x="474884" y="135438"/>
                  <a:pt x="471556" y="136167"/>
                  <a:pt x="468883" y="136167"/>
                </a:cubicBezTo>
                <a:cubicBezTo>
                  <a:pt x="456117" y="136167"/>
                  <a:pt x="446816" y="132567"/>
                  <a:pt x="440978" y="125366"/>
                </a:cubicBezTo>
                <a:cubicBezTo>
                  <a:pt x="435468" y="118601"/>
                  <a:pt x="432713" y="108236"/>
                  <a:pt x="432713" y="94270"/>
                </a:cubicBezTo>
                <a:cubicBezTo>
                  <a:pt x="432713" y="81068"/>
                  <a:pt x="437255" y="69775"/>
                  <a:pt x="446338" y="60391"/>
                </a:cubicBezTo>
                <a:cubicBezTo>
                  <a:pt x="455422" y="51008"/>
                  <a:pt x="466264" y="46317"/>
                  <a:pt x="478866" y="46317"/>
                </a:cubicBezTo>
                <a:cubicBezTo>
                  <a:pt x="483613" y="46317"/>
                  <a:pt x="488932" y="47544"/>
                  <a:pt x="494823" y="49999"/>
                </a:cubicBezTo>
                <a:cubicBezTo>
                  <a:pt x="502243" y="53054"/>
                  <a:pt x="505952" y="56736"/>
                  <a:pt x="505952" y="61046"/>
                </a:cubicBezTo>
                <a:cubicBezTo>
                  <a:pt x="505952" y="62519"/>
                  <a:pt x="505407" y="63828"/>
                  <a:pt x="504316" y="64974"/>
                </a:cubicBezTo>
                <a:cubicBezTo>
                  <a:pt x="503770" y="67047"/>
                  <a:pt x="503347" y="70457"/>
                  <a:pt x="503047" y="75203"/>
                </a:cubicBezTo>
                <a:cubicBezTo>
                  <a:pt x="502747" y="79949"/>
                  <a:pt x="502570" y="86032"/>
                  <a:pt x="502516" y="93451"/>
                </a:cubicBezTo>
                <a:cubicBezTo>
                  <a:pt x="502461" y="100216"/>
                  <a:pt x="502925" y="105562"/>
                  <a:pt x="503907" y="109490"/>
                </a:cubicBezTo>
                <a:cubicBezTo>
                  <a:pt x="504452" y="111891"/>
                  <a:pt x="506171" y="116691"/>
                  <a:pt x="509062" y="123893"/>
                </a:cubicBezTo>
                <a:cubicBezTo>
                  <a:pt x="509444" y="124875"/>
                  <a:pt x="510071" y="126320"/>
                  <a:pt x="510944" y="128230"/>
                </a:cubicBezTo>
                <a:lnTo>
                  <a:pt x="511435" y="129621"/>
                </a:lnTo>
                <a:cubicBezTo>
                  <a:pt x="511435" y="131803"/>
                  <a:pt x="510671" y="133603"/>
                  <a:pt x="509144" y="135022"/>
                </a:cubicBezTo>
                <a:cubicBezTo>
                  <a:pt x="507616" y="136440"/>
                  <a:pt x="505843" y="137149"/>
                  <a:pt x="503825" y="137149"/>
                </a:cubicBezTo>
                <a:moveTo>
                  <a:pt x="486804" y="80307"/>
                </a:moveTo>
                <a:cubicBezTo>
                  <a:pt x="486804" y="77966"/>
                  <a:pt x="486954" y="75423"/>
                  <a:pt x="487254" y="72676"/>
                </a:cubicBezTo>
                <a:cubicBezTo>
                  <a:pt x="487554" y="69928"/>
                  <a:pt x="488004" y="67004"/>
                  <a:pt x="488604" y="63903"/>
                </a:cubicBezTo>
                <a:cubicBezTo>
                  <a:pt x="486586" y="62868"/>
                  <a:pt x="484854" y="62106"/>
                  <a:pt x="483408" y="61616"/>
                </a:cubicBezTo>
                <a:cubicBezTo>
                  <a:pt x="481962" y="61127"/>
                  <a:pt x="480803" y="60882"/>
                  <a:pt x="479930" y="60882"/>
                </a:cubicBezTo>
                <a:cubicBezTo>
                  <a:pt x="471474" y="60882"/>
                  <a:pt x="464178" y="64324"/>
                  <a:pt x="458040" y="71206"/>
                </a:cubicBezTo>
                <a:cubicBezTo>
                  <a:pt x="451903" y="78088"/>
                  <a:pt x="448834" y="86018"/>
                  <a:pt x="448834" y="94996"/>
                </a:cubicBezTo>
                <a:cubicBezTo>
                  <a:pt x="448834" y="103919"/>
                  <a:pt x="450416" y="110611"/>
                  <a:pt x="453580" y="115073"/>
                </a:cubicBezTo>
                <a:cubicBezTo>
                  <a:pt x="456745" y="119534"/>
                  <a:pt x="461491" y="121765"/>
                  <a:pt x="467819" y="121765"/>
                </a:cubicBezTo>
                <a:cubicBezTo>
                  <a:pt x="473056" y="121765"/>
                  <a:pt x="477502" y="120813"/>
                  <a:pt x="481158" y="118909"/>
                </a:cubicBezTo>
                <a:cubicBezTo>
                  <a:pt x="483122" y="117875"/>
                  <a:pt x="485877" y="115808"/>
                  <a:pt x="489423" y="112707"/>
                </a:cubicBezTo>
                <a:cubicBezTo>
                  <a:pt x="487677" y="98288"/>
                  <a:pt x="486804" y="87488"/>
                  <a:pt x="486804" y="80307"/>
                </a:cubicBezTo>
                <a:close/>
                <a:moveTo>
                  <a:pt x="580550" y="62100"/>
                </a:moveTo>
                <a:cubicBezTo>
                  <a:pt x="579404" y="62100"/>
                  <a:pt x="578054" y="62045"/>
                  <a:pt x="576499" y="61936"/>
                </a:cubicBezTo>
                <a:cubicBezTo>
                  <a:pt x="574944" y="61825"/>
                  <a:pt x="573594" y="61770"/>
                  <a:pt x="572448" y="61770"/>
                </a:cubicBezTo>
                <a:cubicBezTo>
                  <a:pt x="571194" y="61770"/>
                  <a:pt x="567484" y="62183"/>
                  <a:pt x="561319" y="63010"/>
                </a:cubicBezTo>
                <a:lnTo>
                  <a:pt x="562874" y="111319"/>
                </a:lnTo>
                <a:lnTo>
                  <a:pt x="562956" y="114917"/>
                </a:lnTo>
                <a:lnTo>
                  <a:pt x="563038" y="119085"/>
                </a:lnTo>
                <a:cubicBezTo>
                  <a:pt x="563256" y="131019"/>
                  <a:pt x="560392" y="136986"/>
                  <a:pt x="554445" y="136986"/>
                </a:cubicBezTo>
                <a:cubicBezTo>
                  <a:pt x="552263" y="136986"/>
                  <a:pt x="550368" y="136277"/>
                  <a:pt x="548758" y="134861"/>
                </a:cubicBezTo>
                <a:cubicBezTo>
                  <a:pt x="547149" y="133444"/>
                  <a:pt x="546344" y="131672"/>
                  <a:pt x="546344" y="129547"/>
                </a:cubicBezTo>
                <a:cubicBezTo>
                  <a:pt x="546344" y="127477"/>
                  <a:pt x="546426" y="124372"/>
                  <a:pt x="546590" y="120231"/>
                </a:cubicBezTo>
                <a:cubicBezTo>
                  <a:pt x="546753" y="116088"/>
                  <a:pt x="546835" y="112981"/>
                  <a:pt x="546835" y="110910"/>
                </a:cubicBezTo>
                <a:lnTo>
                  <a:pt x="545199" y="63174"/>
                </a:lnTo>
                <a:cubicBezTo>
                  <a:pt x="541216" y="63010"/>
                  <a:pt x="535161" y="62544"/>
                  <a:pt x="527032" y="61775"/>
                </a:cubicBezTo>
                <a:cubicBezTo>
                  <a:pt x="522177" y="61117"/>
                  <a:pt x="519749" y="58404"/>
                  <a:pt x="519749" y="53635"/>
                </a:cubicBezTo>
                <a:cubicBezTo>
                  <a:pt x="519749" y="51223"/>
                  <a:pt x="520485" y="49223"/>
                  <a:pt x="521958" y="47636"/>
                </a:cubicBezTo>
                <a:cubicBezTo>
                  <a:pt x="523431" y="46047"/>
                  <a:pt x="525314" y="45253"/>
                  <a:pt x="527605" y="45253"/>
                </a:cubicBezTo>
                <a:lnTo>
                  <a:pt x="544789" y="46644"/>
                </a:lnTo>
                <a:cubicBezTo>
                  <a:pt x="544789" y="43853"/>
                  <a:pt x="544667" y="40119"/>
                  <a:pt x="544421" y="35443"/>
                </a:cubicBezTo>
                <a:cubicBezTo>
                  <a:pt x="544176" y="30765"/>
                  <a:pt x="544053" y="27387"/>
                  <a:pt x="544053" y="25309"/>
                </a:cubicBezTo>
                <a:cubicBezTo>
                  <a:pt x="544053" y="23011"/>
                  <a:pt x="544844" y="21110"/>
                  <a:pt x="546426" y="19606"/>
                </a:cubicBezTo>
                <a:cubicBezTo>
                  <a:pt x="548008" y="18101"/>
                  <a:pt x="549945" y="17348"/>
                  <a:pt x="552236" y="17348"/>
                </a:cubicBezTo>
                <a:cubicBezTo>
                  <a:pt x="557146" y="17348"/>
                  <a:pt x="560010" y="21358"/>
                  <a:pt x="560828" y="29377"/>
                </a:cubicBezTo>
                <a:cubicBezTo>
                  <a:pt x="560992" y="31396"/>
                  <a:pt x="561074" y="33824"/>
                  <a:pt x="561074" y="36660"/>
                </a:cubicBezTo>
                <a:lnTo>
                  <a:pt x="560910" y="41407"/>
                </a:lnTo>
                <a:lnTo>
                  <a:pt x="560828" y="46480"/>
                </a:lnTo>
                <a:cubicBezTo>
                  <a:pt x="567593" y="45607"/>
                  <a:pt x="571466" y="45171"/>
                  <a:pt x="572448" y="45171"/>
                </a:cubicBezTo>
                <a:cubicBezTo>
                  <a:pt x="578122" y="45171"/>
                  <a:pt x="581832" y="45444"/>
                  <a:pt x="583577" y="45989"/>
                </a:cubicBezTo>
                <a:cubicBezTo>
                  <a:pt x="586905" y="47087"/>
                  <a:pt x="588569" y="49675"/>
                  <a:pt x="588569" y="53753"/>
                </a:cubicBezTo>
                <a:cubicBezTo>
                  <a:pt x="588569" y="56177"/>
                  <a:pt x="587819" y="58174"/>
                  <a:pt x="586319" y="59745"/>
                </a:cubicBezTo>
                <a:cubicBezTo>
                  <a:pt x="584818" y="61315"/>
                  <a:pt x="582895" y="62100"/>
                  <a:pt x="580550" y="62100"/>
                </a:cubicBezTo>
                <a:close/>
                <a:moveTo>
                  <a:pt x="642928" y="135513"/>
                </a:moveTo>
                <a:cubicBezTo>
                  <a:pt x="630599" y="135513"/>
                  <a:pt x="620615" y="132428"/>
                  <a:pt x="612978" y="126258"/>
                </a:cubicBezTo>
                <a:cubicBezTo>
                  <a:pt x="604631" y="119432"/>
                  <a:pt x="600457" y="109876"/>
                  <a:pt x="600457" y="97589"/>
                </a:cubicBezTo>
                <a:cubicBezTo>
                  <a:pt x="600457" y="83393"/>
                  <a:pt x="603894" y="71490"/>
                  <a:pt x="610768" y="61880"/>
                </a:cubicBezTo>
                <a:cubicBezTo>
                  <a:pt x="618242" y="51395"/>
                  <a:pt x="628225" y="46153"/>
                  <a:pt x="640718" y="46153"/>
                </a:cubicBezTo>
                <a:cubicBezTo>
                  <a:pt x="649774" y="46153"/>
                  <a:pt x="657166" y="47680"/>
                  <a:pt x="662895" y="50735"/>
                </a:cubicBezTo>
                <a:cubicBezTo>
                  <a:pt x="669932" y="54500"/>
                  <a:pt x="673451" y="60282"/>
                  <a:pt x="673451" y="68084"/>
                </a:cubicBezTo>
                <a:cubicBezTo>
                  <a:pt x="673451" y="73539"/>
                  <a:pt x="670369" y="78503"/>
                  <a:pt x="664204" y="82977"/>
                </a:cubicBezTo>
                <a:cubicBezTo>
                  <a:pt x="661476" y="84941"/>
                  <a:pt x="655694" y="87996"/>
                  <a:pt x="646856" y="92142"/>
                </a:cubicBezTo>
                <a:lnTo>
                  <a:pt x="615596" y="106953"/>
                </a:lnTo>
                <a:cubicBezTo>
                  <a:pt x="618651" y="111481"/>
                  <a:pt x="622456" y="114891"/>
                  <a:pt x="627012" y="117182"/>
                </a:cubicBezTo>
                <a:cubicBezTo>
                  <a:pt x="631567" y="119474"/>
                  <a:pt x="636872" y="120619"/>
                  <a:pt x="642928" y="120619"/>
                </a:cubicBezTo>
                <a:cubicBezTo>
                  <a:pt x="646692" y="120619"/>
                  <a:pt x="651111" y="119910"/>
                  <a:pt x="656185" y="118492"/>
                </a:cubicBezTo>
                <a:cubicBezTo>
                  <a:pt x="662622" y="116691"/>
                  <a:pt x="666768" y="114332"/>
                  <a:pt x="668623" y="111413"/>
                </a:cubicBezTo>
                <a:cubicBezTo>
                  <a:pt x="670478" y="108495"/>
                  <a:pt x="672469" y="107035"/>
                  <a:pt x="674597" y="107035"/>
                </a:cubicBezTo>
                <a:cubicBezTo>
                  <a:pt x="676506" y="107035"/>
                  <a:pt x="678211" y="107761"/>
                  <a:pt x="679711" y="109212"/>
                </a:cubicBezTo>
                <a:cubicBezTo>
                  <a:pt x="681211" y="110661"/>
                  <a:pt x="681961" y="112342"/>
                  <a:pt x="681961" y="114257"/>
                </a:cubicBezTo>
                <a:cubicBezTo>
                  <a:pt x="681961" y="120329"/>
                  <a:pt x="677079" y="125555"/>
                  <a:pt x="667314" y="129933"/>
                </a:cubicBezTo>
                <a:cubicBezTo>
                  <a:pt x="658967" y="133653"/>
                  <a:pt x="650838" y="135513"/>
                  <a:pt x="642928" y="135513"/>
                </a:cubicBezTo>
                <a:moveTo>
                  <a:pt x="640718" y="60882"/>
                </a:moveTo>
                <a:cubicBezTo>
                  <a:pt x="634063" y="60882"/>
                  <a:pt x="628526" y="63460"/>
                  <a:pt x="624107" y="68616"/>
                </a:cubicBezTo>
                <a:cubicBezTo>
                  <a:pt x="619688" y="73771"/>
                  <a:pt x="616387" y="81531"/>
                  <a:pt x="614205" y="91897"/>
                </a:cubicBezTo>
                <a:lnTo>
                  <a:pt x="639327" y="79949"/>
                </a:lnTo>
                <a:cubicBezTo>
                  <a:pt x="649202" y="75148"/>
                  <a:pt x="656239" y="70975"/>
                  <a:pt x="660440" y="67429"/>
                </a:cubicBezTo>
                <a:cubicBezTo>
                  <a:pt x="655748" y="63065"/>
                  <a:pt x="649174" y="60882"/>
                  <a:pt x="640718" y="60882"/>
                </a:cubicBezTo>
                <a:close/>
                <a:moveTo>
                  <a:pt x="827233" y="132730"/>
                </a:moveTo>
                <a:cubicBezTo>
                  <a:pt x="825160" y="132730"/>
                  <a:pt x="823223" y="131855"/>
                  <a:pt x="821423" y="130104"/>
                </a:cubicBezTo>
                <a:cubicBezTo>
                  <a:pt x="803366" y="112214"/>
                  <a:pt x="783290" y="100177"/>
                  <a:pt x="761195" y="93993"/>
                </a:cubicBezTo>
                <a:lnTo>
                  <a:pt x="761850" y="110076"/>
                </a:lnTo>
                <a:lnTo>
                  <a:pt x="762259" y="126243"/>
                </a:lnTo>
                <a:cubicBezTo>
                  <a:pt x="762259" y="128650"/>
                  <a:pt x="761482" y="130660"/>
                  <a:pt x="759927" y="132273"/>
                </a:cubicBezTo>
                <a:cubicBezTo>
                  <a:pt x="758372" y="133887"/>
                  <a:pt x="756422" y="134694"/>
                  <a:pt x="754076" y="134694"/>
                </a:cubicBezTo>
                <a:cubicBezTo>
                  <a:pt x="751730" y="134694"/>
                  <a:pt x="749780" y="133889"/>
                  <a:pt x="748225" y="132278"/>
                </a:cubicBezTo>
                <a:cubicBezTo>
                  <a:pt x="746670" y="130668"/>
                  <a:pt x="745893" y="128663"/>
                  <a:pt x="745893" y="126261"/>
                </a:cubicBezTo>
                <a:cubicBezTo>
                  <a:pt x="745893" y="121947"/>
                  <a:pt x="745688" y="115519"/>
                  <a:pt x="745279" y="106976"/>
                </a:cubicBezTo>
                <a:cubicBezTo>
                  <a:pt x="744870" y="98434"/>
                  <a:pt x="744665" y="92006"/>
                  <a:pt x="744665" y="87692"/>
                </a:cubicBezTo>
                <a:cubicBezTo>
                  <a:pt x="744665" y="82670"/>
                  <a:pt x="745211" y="75192"/>
                  <a:pt x="746302" y="65258"/>
                </a:cubicBezTo>
                <a:cubicBezTo>
                  <a:pt x="747393" y="55322"/>
                  <a:pt x="747938" y="47870"/>
                  <a:pt x="747938" y="42903"/>
                </a:cubicBezTo>
                <a:cubicBezTo>
                  <a:pt x="747938" y="40119"/>
                  <a:pt x="747679" y="35997"/>
                  <a:pt x="747161" y="30538"/>
                </a:cubicBezTo>
                <a:cubicBezTo>
                  <a:pt x="746643" y="25080"/>
                  <a:pt x="746384" y="20958"/>
                  <a:pt x="746384" y="18174"/>
                </a:cubicBezTo>
                <a:cubicBezTo>
                  <a:pt x="746384" y="15063"/>
                  <a:pt x="747257" y="12334"/>
                  <a:pt x="749002" y="9986"/>
                </a:cubicBezTo>
                <a:cubicBezTo>
                  <a:pt x="751075" y="7093"/>
                  <a:pt x="753939" y="5783"/>
                  <a:pt x="757595" y="6056"/>
                </a:cubicBezTo>
                <a:lnTo>
                  <a:pt x="777316" y="7610"/>
                </a:lnTo>
                <a:cubicBezTo>
                  <a:pt x="784790" y="8539"/>
                  <a:pt x="791091" y="10369"/>
                  <a:pt x="796219" y="13098"/>
                </a:cubicBezTo>
                <a:cubicBezTo>
                  <a:pt x="818313" y="24834"/>
                  <a:pt x="829361" y="39164"/>
                  <a:pt x="829361" y="56088"/>
                </a:cubicBezTo>
                <a:cubicBezTo>
                  <a:pt x="829361" y="64385"/>
                  <a:pt x="825596" y="71727"/>
                  <a:pt x="818068" y="78113"/>
                </a:cubicBezTo>
                <a:cubicBezTo>
                  <a:pt x="812012" y="83245"/>
                  <a:pt x="804457" y="87148"/>
                  <a:pt x="795401" y="89823"/>
                </a:cubicBezTo>
                <a:cubicBezTo>
                  <a:pt x="812367" y="98940"/>
                  <a:pt x="825051" y="108547"/>
                  <a:pt x="833452" y="118645"/>
                </a:cubicBezTo>
                <a:cubicBezTo>
                  <a:pt x="834871" y="120393"/>
                  <a:pt x="835580" y="122249"/>
                  <a:pt x="835580" y="124215"/>
                </a:cubicBezTo>
                <a:cubicBezTo>
                  <a:pt x="835580" y="126508"/>
                  <a:pt x="834748" y="128501"/>
                  <a:pt x="833084" y="130194"/>
                </a:cubicBezTo>
                <a:cubicBezTo>
                  <a:pt x="831420" y="131885"/>
                  <a:pt x="829470" y="132730"/>
                  <a:pt x="827233" y="132730"/>
                </a:cubicBezTo>
                <a:moveTo>
                  <a:pt x="775106" y="24547"/>
                </a:moveTo>
                <a:lnTo>
                  <a:pt x="762995" y="23567"/>
                </a:lnTo>
                <a:lnTo>
                  <a:pt x="763814" y="33438"/>
                </a:lnTo>
                <a:cubicBezTo>
                  <a:pt x="764196" y="37463"/>
                  <a:pt x="764387" y="40754"/>
                  <a:pt x="764387" y="43309"/>
                </a:cubicBezTo>
                <a:cubicBezTo>
                  <a:pt x="764387" y="47660"/>
                  <a:pt x="764032" y="53071"/>
                  <a:pt x="763323" y="59542"/>
                </a:cubicBezTo>
                <a:lnTo>
                  <a:pt x="761604" y="75776"/>
                </a:lnTo>
                <a:cubicBezTo>
                  <a:pt x="762368" y="75776"/>
                  <a:pt x="763555" y="75803"/>
                  <a:pt x="765164" y="75858"/>
                </a:cubicBezTo>
                <a:cubicBezTo>
                  <a:pt x="766773" y="75912"/>
                  <a:pt x="767987" y="75939"/>
                  <a:pt x="768805" y="75939"/>
                </a:cubicBezTo>
                <a:cubicBezTo>
                  <a:pt x="782717" y="75939"/>
                  <a:pt x="793137" y="74091"/>
                  <a:pt x="800065" y="70393"/>
                </a:cubicBezTo>
                <a:cubicBezTo>
                  <a:pt x="803120" y="68707"/>
                  <a:pt x="805957" y="66504"/>
                  <a:pt x="808575" y="63785"/>
                </a:cubicBezTo>
                <a:cubicBezTo>
                  <a:pt x="811467" y="60738"/>
                  <a:pt x="812912" y="58155"/>
                  <a:pt x="812912" y="56034"/>
                </a:cubicBezTo>
                <a:cubicBezTo>
                  <a:pt x="812912" y="48475"/>
                  <a:pt x="808603" y="41432"/>
                  <a:pt x="799983" y="34906"/>
                </a:cubicBezTo>
                <a:cubicBezTo>
                  <a:pt x="792073" y="28924"/>
                  <a:pt x="783781" y="25471"/>
                  <a:pt x="775106" y="24547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Acc">
            <a:extLst xmlns:a="http://schemas.openxmlformats.org/drawingml/2006/main">
              <a:ext uri="{FF2B5EF4-FFF2-40B4-BE49-F238E27FC236}">
                <a16:creationId xmlns:a16="http://schemas.microsoft.com/office/drawing/2014/main" id="{DA3BFD29-3CDA-4575-BDD2-C008C5A6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434" y="4415311"/>
            <a:ext cx="180043" cy="82019"/>
          </a:xfrm>
          <a:custGeom xmlns:a="http://schemas.openxmlformats.org/drawingml/2006/main">
            <a:pathLst>
              <a:path w="180043" h="82019">
                <a:moveTo>
                  <a:pt x="59520" y="80211"/>
                </a:moveTo>
                <a:cubicBezTo>
                  <a:pt x="56258" y="80211"/>
                  <a:pt x="53421" y="76042"/>
                  <a:pt x="51010" y="67703"/>
                </a:cubicBezTo>
                <a:cubicBezTo>
                  <a:pt x="50088" y="64513"/>
                  <a:pt x="48935" y="58930"/>
                  <a:pt x="47552" y="50956"/>
                </a:cubicBezTo>
                <a:cubicBezTo>
                  <a:pt x="43935" y="51449"/>
                  <a:pt x="39201" y="52330"/>
                  <a:pt x="33350" y="53599"/>
                </a:cubicBezTo>
                <a:lnTo>
                  <a:pt x="19202" y="56506"/>
                </a:lnTo>
                <a:cubicBezTo>
                  <a:pt x="17429" y="61159"/>
                  <a:pt x="14397" y="67961"/>
                  <a:pt x="10106" y="76912"/>
                </a:cubicBezTo>
                <a:cubicBezTo>
                  <a:pt x="8971" y="78898"/>
                  <a:pt x="7429" y="79892"/>
                  <a:pt x="5479" y="79892"/>
                </a:cubicBezTo>
                <a:cubicBezTo>
                  <a:pt x="4060" y="79892"/>
                  <a:pt x="2792" y="79378"/>
                  <a:pt x="1675" y="78349"/>
                </a:cubicBezTo>
                <a:cubicBezTo>
                  <a:pt x="558" y="77321"/>
                  <a:pt x="0" y="76044"/>
                  <a:pt x="0" y="74520"/>
                </a:cubicBezTo>
                <a:cubicBezTo>
                  <a:pt x="0" y="72816"/>
                  <a:pt x="2677" y="66344"/>
                  <a:pt x="8032" y="55102"/>
                </a:cubicBezTo>
                <a:cubicBezTo>
                  <a:pt x="7429" y="54180"/>
                  <a:pt x="7128" y="53116"/>
                  <a:pt x="7128" y="51909"/>
                </a:cubicBezTo>
                <a:cubicBezTo>
                  <a:pt x="7128" y="49037"/>
                  <a:pt x="8865" y="47193"/>
                  <a:pt x="12340" y="46377"/>
                </a:cubicBezTo>
                <a:cubicBezTo>
                  <a:pt x="16383" y="38781"/>
                  <a:pt x="21489" y="30049"/>
                  <a:pt x="27659" y="20181"/>
                </a:cubicBezTo>
                <a:cubicBezTo>
                  <a:pt x="36063" y="6727"/>
                  <a:pt x="41293" y="0"/>
                  <a:pt x="43350" y="0"/>
                </a:cubicBezTo>
                <a:cubicBezTo>
                  <a:pt x="46151" y="0"/>
                  <a:pt x="48066" y="1953"/>
                  <a:pt x="49095" y="5858"/>
                </a:cubicBezTo>
                <a:lnTo>
                  <a:pt x="52446" y="23741"/>
                </a:lnTo>
                <a:lnTo>
                  <a:pt x="60371" y="60730"/>
                </a:lnTo>
                <a:lnTo>
                  <a:pt x="63403" y="69118"/>
                </a:lnTo>
                <a:cubicBezTo>
                  <a:pt x="64431" y="71983"/>
                  <a:pt x="64945" y="73894"/>
                  <a:pt x="64945" y="74850"/>
                </a:cubicBezTo>
                <a:cubicBezTo>
                  <a:pt x="64945" y="76372"/>
                  <a:pt x="64396" y="77646"/>
                  <a:pt x="63296" y="78672"/>
                </a:cubicBezTo>
                <a:cubicBezTo>
                  <a:pt x="62197" y="79698"/>
                  <a:pt x="60938" y="80211"/>
                  <a:pt x="59520" y="80211"/>
                </a:cubicBezTo>
                <a:moveTo>
                  <a:pt x="40744" y="19434"/>
                </a:moveTo>
                <a:lnTo>
                  <a:pt x="25531" y="43963"/>
                </a:lnTo>
                <a:cubicBezTo>
                  <a:pt x="29822" y="42864"/>
                  <a:pt x="36329" y="41534"/>
                  <a:pt x="45052" y="39974"/>
                </a:cubicBezTo>
                <a:lnTo>
                  <a:pt x="40744" y="19434"/>
                </a:lnTo>
                <a:close/>
                <a:moveTo>
                  <a:pt x="104074" y="82019"/>
                </a:moveTo>
                <a:cubicBezTo>
                  <a:pt x="96804" y="82019"/>
                  <a:pt x="90740" y="79817"/>
                  <a:pt x="85882" y="75412"/>
                </a:cubicBezTo>
                <a:cubicBezTo>
                  <a:pt x="80776" y="70795"/>
                  <a:pt x="78223" y="64702"/>
                  <a:pt x="78223" y="57135"/>
                </a:cubicBezTo>
                <a:cubicBezTo>
                  <a:pt x="78223" y="49924"/>
                  <a:pt x="80617" y="42482"/>
                  <a:pt x="85404" y="34810"/>
                </a:cubicBezTo>
                <a:cubicBezTo>
                  <a:pt x="90723" y="26284"/>
                  <a:pt x="96716" y="22021"/>
                  <a:pt x="103382" y="22021"/>
                </a:cubicBezTo>
                <a:cubicBezTo>
                  <a:pt x="106857" y="22021"/>
                  <a:pt x="110740" y="22839"/>
                  <a:pt x="115031" y="24476"/>
                </a:cubicBezTo>
                <a:cubicBezTo>
                  <a:pt x="120456" y="26576"/>
                  <a:pt x="123169" y="29138"/>
                  <a:pt x="123169" y="32162"/>
                </a:cubicBezTo>
                <a:cubicBezTo>
                  <a:pt x="123169" y="33514"/>
                  <a:pt x="122726" y="34715"/>
                  <a:pt x="121839" y="35766"/>
                </a:cubicBezTo>
                <a:cubicBezTo>
                  <a:pt x="120953" y="36815"/>
                  <a:pt x="119853" y="37340"/>
                  <a:pt x="118541" y="37340"/>
                </a:cubicBezTo>
                <a:cubicBezTo>
                  <a:pt x="117513" y="37340"/>
                  <a:pt x="116618" y="37027"/>
                  <a:pt x="115855" y="36400"/>
                </a:cubicBezTo>
                <a:cubicBezTo>
                  <a:pt x="115093" y="35773"/>
                  <a:pt x="114357" y="35155"/>
                  <a:pt x="113648" y="34545"/>
                </a:cubicBezTo>
                <a:cubicBezTo>
                  <a:pt x="111556" y="32862"/>
                  <a:pt x="108134" y="32021"/>
                  <a:pt x="103382" y="32021"/>
                </a:cubicBezTo>
                <a:cubicBezTo>
                  <a:pt x="99765" y="32021"/>
                  <a:pt x="96184" y="35256"/>
                  <a:pt x="92638" y="41728"/>
                </a:cubicBezTo>
                <a:cubicBezTo>
                  <a:pt x="89411" y="47665"/>
                  <a:pt x="87797" y="52802"/>
                  <a:pt x="87797" y="57140"/>
                </a:cubicBezTo>
                <a:cubicBezTo>
                  <a:pt x="87797" y="61833"/>
                  <a:pt x="89393" y="65530"/>
                  <a:pt x="92584" y="68233"/>
                </a:cubicBezTo>
                <a:cubicBezTo>
                  <a:pt x="95563" y="70758"/>
                  <a:pt x="99393" y="72020"/>
                  <a:pt x="104074" y="72020"/>
                </a:cubicBezTo>
                <a:cubicBezTo>
                  <a:pt x="106201" y="72020"/>
                  <a:pt x="108471" y="71452"/>
                  <a:pt x="110882" y="70318"/>
                </a:cubicBezTo>
                <a:lnTo>
                  <a:pt x="117052" y="67020"/>
                </a:lnTo>
                <a:cubicBezTo>
                  <a:pt x="118116" y="66452"/>
                  <a:pt x="118878" y="66169"/>
                  <a:pt x="119339" y="66169"/>
                </a:cubicBezTo>
                <a:cubicBezTo>
                  <a:pt x="120651" y="66169"/>
                  <a:pt x="121786" y="66692"/>
                  <a:pt x="122743" y="67738"/>
                </a:cubicBezTo>
                <a:cubicBezTo>
                  <a:pt x="123701" y="68784"/>
                  <a:pt x="124179" y="69981"/>
                  <a:pt x="124179" y="71328"/>
                </a:cubicBezTo>
                <a:cubicBezTo>
                  <a:pt x="124179" y="73917"/>
                  <a:pt x="121449" y="76417"/>
                  <a:pt x="115988" y="78828"/>
                </a:cubicBezTo>
                <a:cubicBezTo>
                  <a:pt x="111201" y="80956"/>
                  <a:pt x="107229" y="82019"/>
                  <a:pt x="104074" y="82019"/>
                </a:cubicBezTo>
                <a:close/>
                <a:moveTo>
                  <a:pt x="159937" y="82019"/>
                </a:moveTo>
                <a:cubicBezTo>
                  <a:pt x="152668" y="82019"/>
                  <a:pt x="146604" y="79817"/>
                  <a:pt x="141746" y="75412"/>
                </a:cubicBezTo>
                <a:cubicBezTo>
                  <a:pt x="136640" y="70795"/>
                  <a:pt x="134087" y="64702"/>
                  <a:pt x="134087" y="57135"/>
                </a:cubicBezTo>
                <a:cubicBezTo>
                  <a:pt x="134087" y="49924"/>
                  <a:pt x="136480" y="42482"/>
                  <a:pt x="141267" y="34810"/>
                </a:cubicBezTo>
                <a:cubicBezTo>
                  <a:pt x="146586" y="26284"/>
                  <a:pt x="152579" y="22021"/>
                  <a:pt x="159246" y="22021"/>
                </a:cubicBezTo>
                <a:cubicBezTo>
                  <a:pt x="162721" y="22021"/>
                  <a:pt x="166604" y="22839"/>
                  <a:pt x="170894" y="24476"/>
                </a:cubicBezTo>
                <a:cubicBezTo>
                  <a:pt x="176320" y="26576"/>
                  <a:pt x="179032" y="29138"/>
                  <a:pt x="179032" y="32162"/>
                </a:cubicBezTo>
                <a:cubicBezTo>
                  <a:pt x="179032" y="33514"/>
                  <a:pt x="178589" y="34715"/>
                  <a:pt x="177703" y="35766"/>
                </a:cubicBezTo>
                <a:cubicBezTo>
                  <a:pt x="176816" y="36815"/>
                  <a:pt x="175717" y="37340"/>
                  <a:pt x="174405" y="37340"/>
                </a:cubicBezTo>
                <a:cubicBezTo>
                  <a:pt x="173376" y="37340"/>
                  <a:pt x="172481" y="37027"/>
                  <a:pt x="171719" y="36400"/>
                </a:cubicBezTo>
                <a:cubicBezTo>
                  <a:pt x="170956" y="35773"/>
                  <a:pt x="170221" y="35155"/>
                  <a:pt x="169511" y="34545"/>
                </a:cubicBezTo>
                <a:cubicBezTo>
                  <a:pt x="167419" y="32862"/>
                  <a:pt x="163997" y="32021"/>
                  <a:pt x="159246" y="32021"/>
                </a:cubicBezTo>
                <a:cubicBezTo>
                  <a:pt x="155629" y="32021"/>
                  <a:pt x="152047" y="35256"/>
                  <a:pt x="148501" y="41728"/>
                </a:cubicBezTo>
                <a:cubicBezTo>
                  <a:pt x="145274" y="47665"/>
                  <a:pt x="143661" y="52802"/>
                  <a:pt x="143661" y="57140"/>
                </a:cubicBezTo>
                <a:cubicBezTo>
                  <a:pt x="143661" y="61833"/>
                  <a:pt x="145257" y="65530"/>
                  <a:pt x="148448" y="68233"/>
                </a:cubicBezTo>
                <a:cubicBezTo>
                  <a:pt x="151427" y="70758"/>
                  <a:pt x="155256" y="72020"/>
                  <a:pt x="159937" y="72020"/>
                </a:cubicBezTo>
                <a:cubicBezTo>
                  <a:pt x="162065" y="72020"/>
                  <a:pt x="164334" y="71452"/>
                  <a:pt x="166745" y="70318"/>
                </a:cubicBezTo>
                <a:lnTo>
                  <a:pt x="172915" y="67020"/>
                </a:lnTo>
                <a:cubicBezTo>
                  <a:pt x="173979" y="66452"/>
                  <a:pt x="174742" y="66169"/>
                  <a:pt x="175203" y="66169"/>
                </a:cubicBezTo>
                <a:cubicBezTo>
                  <a:pt x="176515" y="66169"/>
                  <a:pt x="177649" y="66692"/>
                  <a:pt x="178607" y="67738"/>
                </a:cubicBezTo>
                <a:cubicBezTo>
                  <a:pt x="179564" y="68784"/>
                  <a:pt x="180043" y="69981"/>
                  <a:pt x="180043" y="71328"/>
                </a:cubicBezTo>
                <a:cubicBezTo>
                  <a:pt x="180043" y="73917"/>
                  <a:pt x="177313" y="76417"/>
                  <a:pt x="171852" y="78828"/>
                </a:cubicBezTo>
                <a:cubicBezTo>
                  <a:pt x="167065" y="80956"/>
                  <a:pt x="163093" y="82019"/>
                  <a:pt x="159937" y="82019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(c">
            <a:extLst xmlns:a="http://schemas.openxmlformats.org/drawingml/2006/main">
              <a:ext uri="{FF2B5EF4-FFF2-40B4-BE49-F238E27FC236}">
                <a16:creationId xmlns:a16="http://schemas.microsoft.com/office/drawing/2014/main" id="{F6AB6170-9CED-49B1-85B0-45476DA6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128" y="4329685"/>
            <a:ext cx="131416" cy="166772"/>
          </a:xfrm>
          <a:custGeom xmlns:a="http://schemas.openxmlformats.org/drawingml/2006/main">
            <a:pathLst>
              <a:path w="131416" h="166772">
                <a:moveTo>
                  <a:pt x="47626" y="7610"/>
                </a:moveTo>
                <a:cubicBezTo>
                  <a:pt x="47626" y="9520"/>
                  <a:pt x="45935" y="12302"/>
                  <a:pt x="42552" y="15957"/>
                </a:cubicBezTo>
                <a:cubicBezTo>
                  <a:pt x="40043" y="18467"/>
                  <a:pt x="37561" y="20976"/>
                  <a:pt x="35106" y="23486"/>
                </a:cubicBezTo>
                <a:cubicBezTo>
                  <a:pt x="29050" y="30359"/>
                  <a:pt x="24304" y="40179"/>
                  <a:pt x="20867" y="52945"/>
                </a:cubicBezTo>
                <a:cubicBezTo>
                  <a:pt x="17866" y="64074"/>
                  <a:pt x="16366" y="75012"/>
                  <a:pt x="16366" y="85759"/>
                </a:cubicBezTo>
                <a:cubicBezTo>
                  <a:pt x="16366" y="113473"/>
                  <a:pt x="22640" y="133794"/>
                  <a:pt x="35187" y="146723"/>
                </a:cubicBezTo>
                <a:cubicBezTo>
                  <a:pt x="37697" y="148687"/>
                  <a:pt x="40234" y="150651"/>
                  <a:pt x="42798" y="152615"/>
                </a:cubicBezTo>
                <a:cubicBezTo>
                  <a:pt x="45962" y="155125"/>
                  <a:pt x="47544" y="157607"/>
                  <a:pt x="47544" y="160062"/>
                </a:cubicBezTo>
                <a:cubicBezTo>
                  <a:pt x="47544" y="161862"/>
                  <a:pt x="46835" y="163431"/>
                  <a:pt x="45416" y="164767"/>
                </a:cubicBezTo>
                <a:cubicBezTo>
                  <a:pt x="43998" y="166104"/>
                  <a:pt x="42361" y="166772"/>
                  <a:pt x="40506" y="166772"/>
                </a:cubicBezTo>
                <a:cubicBezTo>
                  <a:pt x="38870" y="166772"/>
                  <a:pt x="36906" y="166145"/>
                  <a:pt x="34615" y="164890"/>
                </a:cubicBezTo>
                <a:cubicBezTo>
                  <a:pt x="11538" y="151961"/>
                  <a:pt x="0" y="124956"/>
                  <a:pt x="0" y="83877"/>
                </a:cubicBezTo>
                <a:cubicBezTo>
                  <a:pt x="0" y="69093"/>
                  <a:pt x="2973" y="54118"/>
                  <a:pt x="8920" y="38952"/>
                </a:cubicBezTo>
                <a:cubicBezTo>
                  <a:pt x="15575" y="22094"/>
                  <a:pt x="24304" y="9874"/>
                  <a:pt x="35106" y="2291"/>
                </a:cubicBezTo>
                <a:cubicBezTo>
                  <a:pt x="37288" y="764"/>
                  <a:pt x="39006" y="0"/>
                  <a:pt x="40261" y="0"/>
                </a:cubicBezTo>
                <a:cubicBezTo>
                  <a:pt x="42225" y="0"/>
                  <a:pt x="43943" y="777"/>
                  <a:pt x="45416" y="2332"/>
                </a:cubicBezTo>
                <a:cubicBezTo>
                  <a:pt x="46889" y="3887"/>
                  <a:pt x="47626" y="5646"/>
                  <a:pt x="47626" y="7610"/>
                </a:cubicBezTo>
                <a:close/>
                <a:moveTo>
                  <a:pt x="100483" y="136658"/>
                </a:moveTo>
                <a:cubicBezTo>
                  <a:pt x="89300" y="136658"/>
                  <a:pt x="79971" y="133270"/>
                  <a:pt x="72497" y="126493"/>
                </a:cubicBezTo>
                <a:cubicBezTo>
                  <a:pt x="64641" y="119389"/>
                  <a:pt x="60713" y="110016"/>
                  <a:pt x="60713" y="98374"/>
                </a:cubicBezTo>
                <a:cubicBezTo>
                  <a:pt x="60713" y="87281"/>
                  <a:pt x="64396" y="75832"/>
                  <a:pt x="71761" y="64028"/>
                </a:cubicBezTo>
                <a:cubicBezTo>
                  <a:pt x="79944" y="50911"/>
                  <a:pt x="89163" y="44353"/>
                  <a:pt x="99420" y="44353"/>
                </a:cubicBezTo>
                <a:cubicBezTo>
                  <a:pt x="104766" y="44353"/>
                  <a:pt x="110740" y="45612"/>
                  <a:pt x="117341" y="48130"/>
                </a:cubicBezTo>
                <a:cubicBezTo>
                  <a:pt x="125688" y="51360"/>
                  <a:pt x="129861" y="55302"/>
                  <a:pt x="129861" y="59954"/>
                </a:cubicBezTo>
                <a:cubicBezTo>
                  <a:pt x="129861" y="62034"/>
                  <a:pt x="129179" y="63882"/>
                  <a:pt x="127815" y="65498"/>
                </a:cubicBezTo>
                <a:cubicBezTo>
                  <a:pt x="126451" y="67113"/>
                  <a:pt x="124760" y="67920"/>
                  <a:pt x="122742" y="67920"/>
                </a:cubicBezTo>
                <a:cubicBezTo>
                  <a:pt x="121160" y="67920"/>
                  <a:pt x="119782" y="67438"/>
                  <a:pt x="118609" y="66475"/>
                </a:cubicBezTo>
                <a:cubicBezTo>
                  <a:pt x="117436" y="65510"/>
                  <a:pt x="116304" y="64559"/>
                  <a:pt x="115213" y="63621"/>
                </a:cubicBezTo>
                <a:cubicBezTo>
                  <a:pt x="111994" y="61032"/>
                  <a:pt x="106730" y="59737"/>
                  <a:pt x="99420" y="59737"/>
                </a:cubicBezTo>
                <a:cubicBezTo>
                  <a:pt x="93855" y="59737"/>
                  <a:pt x="88345" y="64715"/>
                  <a:pt x="82890" y="74671"/>
                </a:cubicBezTo>
                <a:cubicBezTo>
                  <a:pt x="77925" y="83805"/>
                  <a:pt x="75443" y="91709"/>
                  <a:pt x="75443" y="98382"/>
                </a:cubicBezTo>
                <a:cubicBezTo>
                  <a:pt x="75443" y="105602"/>
                  <a:pt x="77898" y="111291"/>
                  <a:pt x="82808" y="115449"/>
                </a:cubicBezTo>
                <a:cubicBezTo>
                  <a:pt x="87390" y="119332"/>
                  <a:pt x="93282" y="121274"/>
                  <a:pt x="100483" y="121274"/>
                </a:cubicBezTo>
                <a:cubicBezTo>
                  <a:pt x="103757" y="121274"/>
                  <a:pt x="107248" y="120401"/>
                  <a:pt x="110958" y="118655"/>
                </a:cubicBezTo>
                <a:lnTo>
                  <a:pt x="120450" y="113582"/>
                </a:lnTo>
                <a:cubicBezTo>
                  <a:pt x="122087" y="112709"/>
                  <a:pt x="123260" y="112273"/>
                  <a:pt x="123969" y="112273"/>
                </a:cubicBezTo>
                <a:cubicBezTo>
                  <a:pt x="125988" y="112273"/>
                  <a:pt x="127733" y="113077"/>
                  <a:pt x="129206" y="114687"/>
                </a:cubicBezTo>
                <a:cubicBezTo>
                  <a:pt x="130679" y="116296"/>
                  <a:pt x="131416" y="118137"/>
                  <a:pt x="131416" y="120210"/>
                </a:cubicBezTo>
                <a:cubicBezTo>
                  <a:pt x="131416" y="124193"/>
                  <a:pt x="127215" y="128039"/>
                  <a:pt x="118814" y="131748"/>
                </a:cubicBezTo>
                <a:cubicBezTo>
                  <a:pt x="111449" y="135022"/>
                  <a:pt x="105339" y="136658"/>
                  <a:pt x="100483" y="136658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i">
            <a:extLst xmlns:a="http://schemas.openxmlformats.org/drawingml/2006/main">
              <a:ext uri="{FF2B5EF4-FFF2-40B4-BE49-F238E27FC236}">
                <a16:creationId xmlns:a16="http://schemas.microsoft.com/office/drawing/2014/main" id="{6BF77656-DE83-412A-9967-CF560226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659" y="4414247"/>
            <a:ext cx="14255" cy="79998"/>
          </a:xfrm>
          <a:custGeom xmlns:a="http://schemas.openxmlformats.org/drawingml/2006/main">
            <a:pathLst>
              <a:path w="14255" h="79998">
                <a:moveTo>
                  <a:pt x="8032" y="12340"/>
                </a:moveTo>
                <a:cubicBezTo>
                  <a:pt x="6330" y="12340"/>
                  <a:pt x="4858" y="11737"/>
                  <a:pt x="3617" y="10532"/>
                </a:cubicBezTo>
                <a:cubicBezTo>
                  <a:pt x="2376" y="9326"/>
                  <a:pt x="1755" y="7872"/>
                  <a:pt x="1755" y="6170"/>
                </a:cubicBezTo>
                <a:cubicBezTo>
                  <a:pt x="1755" y="4468"/>
                  <a:pt x="2376" y="3014"/>
                  <a:pt x="3617" y="1808"/>
                </a:cubicBezTo>
                <a:cubicBezTo>
                  <a:pt x="4858" y="603"/>
                  <a:pt x="6330" y="0"/>
                  <a:pt x="8032" y="0"/>
                </a:cubicBezTo>
                <a:cubicBezTo>
                  <a:pt x="9734" y="0"/>
                  <a:pt x="11197" y="603"/>
                  <a:pt x="12420" y="1808"/>
                </a:cubicBezTo>
                <a:cubicBezTo>
                  <a:pt x="13643" y="3014"/>
                  <a:pt x="14255" y="4468"/>
                  <a:pt x="14255" y="6170"/>
                </a:cubicBezTo>
                <a:cubicBezTo>
                  <a:pt x="14255" y="7872"/>
                  <a:pt x="13643" y="9326"/>
                  <a:pt x="12420" y="10532"/>
                </a:cubicBezTo>
                <a:cubicBezTo>
                  <a:pt x="11197" y="11737"/>
                  <a:pt x="9734" y="12340"/>
                  <a:pt x="8032" y="12340"/>
                </a:cubicBezTo>
                <a:moveTo>
                  <a:pt x="10425" y="55561"/>
                </a:moveTo>
                <a:cubicBezTo>
                  <a:pt x="10425" y="57690"/>
                  <a:pt x="10487" y="60876"/>
                  <a:pt x="10611" y="65118"/>
                </a:cubicBezTo>
                <a:cubicBezTo>
                  <a:pt x="10736" y="69359"/>
                  <a:pt x="10798" y="72544"/>
                  <a:pt x="10798" y="74674"/>
                </a:cubicBezTo>
                <a:cubicBezTo>
                  <a:pt x="10798" y="76236"/>
                  <a:pt x="10319" y="77513"/>
                  <a:pt x="9361" y="78507"/>
                </a:cubicBezTo>
                <a:cubicBezTo>
                  <a:pt x="8404" y="79501"/>
                  <a:pt x="7145" y="79998"/>
                  <a:pt x="5585" y="79998"/>
                </a:cubicBezTo>
                <a:cubicBezTo>
                  <a:pt x="4060" y="79998"/>
                  <a:pt x="2810" y="79501"/>
                  <a:pt x="1835" y="78507"/>
                </a:cubicBezTo>
                <a:cubicBezTo>
                  <a:pt x="860" y="77513"/>
                  <a:pt x="372" y="76236"/>
                  <a:pt x="372" y="74674"/>
                </a:cubicBezTo>
                <a:cubicBezTo>
                  <a:pt x="372" y="72544"/>
                  <a:pt x="310" y="69359"/>
                  <a:pt x="186" y="65118"/>
                </a:cubicBezTo>
                <a:cubicBezTo>
                  <a:pt x="62" y="60876"/>
                  <a:pt x="0" y="57690"/>
                  <a:pt x="0" y="55561"/>
                </a:cubicBezTo>
                <a:cubicBezTo>
                  <a:pt x="0" y="52224"/>
                  <a:pt x="177" y="48062"/>
                  <a:pt x="532" y="43076"/>
                </a:cubicBezTo>
                <a:cubicBezTo>
                  <a:pt x="887" y="38088"/>
                  <a:pt x="1064" y="33926"/>
                  <a:pt x="1064" y="30589"/>
                </a:cubicBezTo>
                <a:cubicBezTo>
                  <a:pt x="1064" y="28993"/>
                  <a:pt x="1551" y="27697"/>
                  <a:pt x="2527" y="26703"/>
                </a:cubicBezTo>
                <a:cubicBezTo>
                  <a:pt x="3502" y="25709"/>
                  <a:pt x="4752" y="25212"/>
                  <a:pt x="6276" y="25212"/>
                </a:cubicBezTo>
                <a:cubicBezTo>
                  <a:pt x="7801" y="25212"/>
                  <a:pt x="9051" y="25709"/>
                  <a:pt x="10026" y="26703"/>
                </a:cubicBezTo>
                <a:cubicBezTo>
                  <a:pt x="11002" y="27697"/>
                  <a:pt x="11489" y="28993"/>
                  <a:pt x="11489" y="30589"/>
                </a:cubicBezTo>
                <a:cubicBezTo>
                  <a:pt x="11489" y="33926"/>
                  <a:pt x="11312" y="38088"/>
                  <a:pt x="10957" y="43076"/>
                </a:cubicBezTo>
                <a:cubicBezTo>
                  <a:pt x="10603" y="48062"/>
                  <a:pt x="10425" y="52224"/>
                  <a:pt x="10425" y="55561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)">
            <a:extLst xmlns:a="http://schemas.openxmlformats.org/drawingml/2006/main">
              <a:ext uri="{FF2B5EF4-FFF2-40B4-BE49-F238E27FC236}">
                <a16:creationId xmlns:a16="http://schemas.microsoft.com/office/drawing/2014/main" id="{6F849D32-D721-4866-9FBF-BA7E45C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93" y="4329685"/>
            <a:ext cx="47626" cy="166772"/>
          </a:xfrm>
          <a:custGeom xmlns:a="http://schemas.openxmlformats.org/drawingml/2006/main">
            <a:pathLst>
              <a:path w="47626" h="166772">
                <a:moveTo>
                  <a:pt x="47626" y="83877"/>
                </a:moveTo>
                <a:cubicBezTo>
                  <a:pt x="47626" y="124956"/>
                  <a:pt x="36060" y="151961"/>
                  <a:pt x="12929" y="164890"/>
                </a:cubicBezTo>
                <a:cubicBezTo>
                  <a:pt x="10693" y="166145"/>
                  <a:pt x="8756" y="166772"/>
                  <a:pt x="7119" y="166772"/>
                </a:cubicBezTo>
                <a:cubicBezTo>
                  <a:pt x="5264" y="166772"/>
                  <a:pt x="3628" y="166104"/>
                  <a:pt x="2209" y="164767"/>
                </a:cubicBezTo>
                <a:cubicBezTo>
                  <a:pt x="791" y="163431"/>
                  <a:pt x="82" y="161862"/>
                  <a:pt x="82" y="160062"/>
                </a:cubicBezTo>
                <a:cubicBezTo>
                  <a:pt x="82" y="157607"/>
                  <a:pt x="1664" y="155125"/>
                  <a:pt x="4828" y="152615"/>
                </a:cubicBezTo>
                <a:cubicBezTo>
                  <a:pt x="7338" y="150651"/>
                  <a:pt x="9874" y="148687"/>
                  <a:pt x="12438" y="146723"/>
                </a:cubicBezTo>
                <a:cubicBezTo>
                  <a:pt x="24986" y="133794"/>
                  <a:pt x="31260" y="113473"/>
                  <a:pt x="31260" y="85759"/>
                </a:cubicBezTo>
                <a:cubicBezTo>
                  <a:pt x="31260" y="75012"/>
                  <a:pt x="29759" y="64074"/>
                  <a:pt x="26759" y="52945"/>
                </a:cubicBezTo>
                <a:cubicBezTo>
                  <a:pt x="23267" y="40179"/>
                  <a:pt x="18521" y="30359"/>
                  <a:pt x="12520" y="23486"/>
                </a:cubicBezTo>
                <a:cubicBezTo>
                  <a:pt x="10011" y="20976"/>
                  <a:pt x="7528" y="18467"/>
                  <a:pt x="5074" y="15957"/>
                </a:cubicBezTo>
                <a:cubicBezTo>
                  <a:pt x="1691" y="12302"/>
                  <a:pt x="0" y="9520"/>
                  <a:pt x="0" y="7610"/>
                </a:cubicBezTo>
                <a:cubicBezTo>
                  <a:pt x="0" y="5646"/>
                  <a:pt x="723" y="3887"/>
                  <a:pt x="2169" y="2332"/>
                </a:cubicBezTo>
                <a:cubicBezTo>
                  <a:pt x="3614" y="777"/>
                  <a:pt x="5319" y="0"/>
                  <a:pt x="7283" y="0"/>
                </a:cubicBezTo>
                <a:cubicBezTo>
                  <a:pt x="8538" y="0"/>
                  <a:pt x="10283" y="764"/>
                  <a:pt x="12520" y="2291"/>
                </a:cubicBezTo>
                <a:cubicBezTo>
                  <a:pt x="23322" y="9874"/>
                  <a:pt x="32051" y="22094"/>
                  <a:pt x="38706" y="38952"/>
                </a:cubicBezTo>
                <a:cubicBezTo>
                  <a:pt x="44653" y="54118"/>
                  <a:pt x="47626" y="69093"/>
                  <a:pt x="47626" y="83877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919B1D-28D2-4953-93F9-DC94E60C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532" y="4864859"/>
            <a:ext cx="4047309" cy="935155"/>
          </a:xfrm>
          <a:custGeom xmlns:a="http://schemas.openxmlformats.org/drawingml/2006/main">
            <a:pathLst>
              <a:path w="4047309" h="935155">
                <a:moveTo>
                  <a:pt x="0" y="197757"/>
                </a:moveTo>
                <a:cubicBezTo>
                  <a:pt x="559" y="89018"/>
                  <a:pt x="89018" y="559"/>
                  <a:pt x="197757" y="0"/>
                </a:cubicBezTo>
                <a:lnTo>
                  <a:pt x="3849553" y="0"/>
                </a:lnTo>
                <a:cubicBezTo>
                  <a:pt x="3958012" y="559"/>
                  <a:pt x="4046472" y="89018"/>
                  <a:pt x="4047309" y="197757"/>
                </a:cubicBezTo>
                <a:lnTo>
                  <a:pt x="4047309" y="737398"/>
                </a:lnTo>
                <a:cubicBezTo>
                  <a:pt x="4046472" y="846416"/>
                  <a:pt x="3958012" y="934875"/>
                  <a:pt x="3849553" y="935155"/>
                </a:cubicBezTo>
                <a:lnTo>
                  <a:pt x="197757" y="935155"/>
                </a:lnTo>
                <a:cubicBezTo>
                  <a:pt x="89018" y="934875"/>
                  <a:pt x="559" y="846416"/>
                  <a:pt x="0" y="737398"/>
                </a:cubicBezTo>
                <a:lnTo>
                  <a:pt x="0" y="19775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34EE42-40B2-495C-8FD1-EE0CE353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108" y="4858435"/>
            <a:ext cx="4059879" cy="948283"/>
          </a:xfrm>
          <a:custGeom xmlns:a="http://schemas.openxmlformats.org/drawingml/2006/main">
            <a:pathLst>
              <a:path w="4059879" h="948283">
                <a:moveTo>
                  <a:pt x="53140" y="67022"/>
                </a:moveTo>
                <a:lnTo>
                  <a:pt x="46716" y="74438"/>
                </a:lnTo>
                <a:lnTo>
                  <a:pt x="40641" y="82161"/>
                </a:lnTo>
                <a:lnTo>
                  <a:pt x="34943" y="90192"/>
                </a:lnTo>
                <a:lnTo>
                  <a:pt x="29622" y="98487"/>
                </a:lnTo>
                <a:lnTo>
                  <a:pt x="24692" y="107048"/>
                </a:lnTo>
                <a:lnTo>
                  <a:pt x="20181" y="115875"/>
                </a:lnTo>
                <a:lnTo>
                  <a:pt x="16075" y="124939"/>
                </a:lnTo>
                <a:lnTo>
                  <a:pt x="14692" y="128472"/>
                </a:lnTo>
                <a:lnTo>
                  <a:pt x="27680" y="133598"/>
                </a:lnTo>
                <a:lnTo>
                  <a:pt x="28969" y="130314"/>
                </a:lnTo>
                <a:lnTo>
                  <a:pt x="32803" y="121849"/>
                </a:lnTo>
                <a:lnTo>
                  <a:pt x="37040" y="113592"/>
                </a:lnTo>
                <a:lnTo>
                  <a:pt x="41589" y="105695"/>
                </a:lnTo>
                <a:lnTo>
                  <a:pt x="46539" y="97975"/>
                </a:lnTo>
                <a:lnTo>
                  <a:pt x="51801" y="90576"/>
                </a:lnTo>
                <a:lnTo>
                  <a:pt x="57515" y="83311"/>
                </a:lnTo>
                <a:lnTo>
                  <a:pt x="63555" y="76333"/>
                </a:lnTo>
                <a:lnTo>
                  <a:pt x="69797" y="69797"/>
                </a:lnTo>
                <a:lnTo>
                  <a:pt x="76333" y="63555"/>
                </a:lnTo>
                <a:lnTo>
                  <a:pt x="83311" y="57515"/>
                </a:lnTo>
                <a:lnTo>
                  <a:pt x="90573" y="51803"/>
                </a:lnTo>
                <a:lnTo>
                  <a:pt x="93194" y="49942"/>
                </a:lnTo>
                <a:lnTo>
                  <a:pt x="85108" y="38560"/>
                </a:lnTo>
                <a:lnTo>
                  <a:pt x="82161" y="40641"/>
                </a:lnTo>
                <a:lnTo>
                  <a:pt x="74438" y="46716"/>
                </a:lnTo>
                <a:lnTo>
                  <a:pt x="67022" y="53140"/>
                </a:lnTo>
                <a:lnTo>
                  <a:pt x="59914" y="59914"/>
                </a:lnTo>
                <a:lnTo>
                  <a:pt x="53140" y="67022"/>
                </a:lnTo>
                <a:close/>
                <a:moveTo>
                  <a:pt x="13966" y="282837"/>
                </a:moveTo>
                <a:lnTo>
                  <a:pt x="13966" y="204754"/>
                </a:lnTo>
                <a:lnTo>
                  <a:pt x="14211" y="194833"/>
                </a:lnTo>
                <a:lnTo>
                  <a:pt x="14968" y="184943"/>
                </a:lnTo>
                <a:lnTo>
                  <a:pt x="16170" y="175484"/>
                </a:lnTo>
                <a:lnTo>
                  <a:pt x="16703" y="172506"/>
                </a:lnTo>
                <a:lnTo>
                  <a:pt x="2961" y="170048"/>
                </a:lnTo>
                <a:lnTo>
                  <a:pt x="2360" y="173428"/>
                </a:lnTo>
                <a:lnTo>
                  <a:pt x="1047" y="183665"/>
                </a:lnTo>
                <a:lnTo>
                  <a:pt x="265" y="194056"/>
                </a:lnTo>
                <a:lnTo>
                  <a:pt x="0" y="204488"/>
                </a:lnTo>
                <a:lnTo>
                  <a:pt x="0" y="282837"/>
                </a:lnTo>
                <a:lnTo>
                  <a:pt x="13966" y="282837"/>
                </a:lnTo>
                <a:close/>
                <a:moveTo>
                  <a:pt x="0" y="436461"/>
                </a:moveTo>
                <a:lnTo>
                  <a:pt x="13966" y="436461"/>
                </a:lnTo>
                <a:lnTo>
                  <a:pt x="13966" y="324734"/>
                </a:lnTo>
                <a:lnTo>
                  <a:pt x="0" y="324734"/>
                </a:lnTo>
                <a:lnTo>
                  <a:pt x="0" y="436461"/>
                </a:lnTo>
                <a:close/>
                <a:moveTo>
                  <a:pt x="0" y="478359"/>
                </a:moveTo>
                <a:lnTo>
                  <a:pt x="0" y="590086"/>
                </a:lnTo>
                <a:lnTo>
                  <a:pt x="13966" y="590086"/>
                </a:lnTo>
                <a:lnTo>
                  <a:pt x="13966" y="478359"/>
                </a:lnTo>
                <a:lnTo>
                  <a:pt x="0" y="478359"/>
                </a:lnTo>
                <a:close/>
                <a:moveTo>
                  <a:pt x="1047" y="764617"/>
                </a:moveTo>
                <a:lnTo>
                  <a:pt x="2360" y="774854"/>
                </a:lnTo>
                <a:lnTo>
                  <a:pt x="4148" y="784938"/>
                </a:lnTo>
                <a:lnTo>
                  <a:pt x="6438" y="794826"/>
                </a:lnTo>
                <a:lnTo>
                  <a:pt x="9190" y="804546"/>
                </a:lnTo>
                <a:lnTo>
                  <a:pt x="12416" y="814043"/>
                </a:lnTo>
                <a:lnTo>
                  <a:pt x="16075" y="823344"/>
                </a:lnTo>
                <a:lnTo>
                  <a:pt x="20181" y="832408"/>
                </a:lnTo>
                <a:lnTo>
                  <a:pt x="23882" y="839656"/>
                </a:lnTo>
                <a:lnTo>
                  <a:pt x="36311" y="833288"/>
                </a:lnTo>
                <a:lnTo>
                  <a:pt x="32806" y="826439"/>
                </a:lnTo>
                <a:lnTo>
                  <a:pt x="28969" y="817967"/>
                </a:lnTo>
                <a:lnTo>
                  <a:pt x="25496" y="809142"/>
                </a:lnTo>
                <a:lnTo>
                  <a:pt x="22501" y="800277"/>
                </a:lnTo>
                <a:lnTo>
                  <a:pt x="19915" y="791181"/>
                </a:lnTo>
                <a:lnTo>
                  <a:pt x="20013" y="791516"/>
                </a:lnTo>
                <a:lnTo>
                  <a:pt x="17850" y="782150"/>
                </a:lnTo>
                <a:lnTo>
                  <a:pt x="16170" y="772797"/>
                </a:lnTo>
                <a:lnTo>
                  <a:pt x="14965" y="763305"/>
                </a:lnTo>
                <a:lnTo>
                  <a:pt x="14211" y="753450"/>
                </a:lnTo>
                <a:lnTo>
                  <a:pt x="13966" y="743529"/>
                </a:lnTo>
                <a:lnTo>
                  <a:pt x="13966" y="631984"/>
                </a:lnTo>
                <a:lnTo>
                  <a:pt x="0" y="631984"/>
                </a:lnTo>
                <a:lnTo>
                  <a:pt x="0" y="743711"/>
                </a:lnTo>
                <a:lnTo>
                  <a:pt x="6983" y="743711"/>
                </a:lnTo>
                <a:lnTo>
                  <a:pt x="0" y="743892"/>
                </a:lnTo>
                <a:lnTo>
                  <a:pt x="265" y="754227"/>
                </a:lnTo>
                <a:lnTo>
                  <a:pt x="1047" y="764617"/>
                </a:lnTo>
                <a:close/>
                <a:moveTo>
                  <a:pt x="90192" y="913340"/>
                </a:moveTo>
                <a:lnTo>
                  <a:pt x="98487" y="918661"/>
                </a:lnTo>
                <a:lnTo>
                  <a:pt x="107062" y="923591"/>
                </a:lnTo>
                <a:lnTo>
                  <a:pt x="115875" y="928102"/>
                </a:lnTo>
                <a:lnTo>
                  <a:pt x="124939" y="932208"/>
                </a:lnTo>
                <a:lnTo>
                  <a:pt x="134240" y="935867"/>
                </a:lnTo>
                <a:lnTo>
                  <a:pt x="143052" y="938856"/>
                </a:lnTo>
                <a:lnTo>
                  <a:pt x="147521" y="925630"/>
                </a:lnTo>
                <a:lnTo>
                  <a:pt x="139147" y="922789"/>
                </a:lnTo>
                <a:lnTo>
                  <a:pt x="130316" y="919314"/>
                </a:lnTo>
                <a:lnTo>
                  <a:pt x="121849" y="915479"/>
                </a:lnTo>
                <a:lnTo>
                  <a:pt x="113592" y="911242"/>
                </a:lnTo>
                <a:lnTo>
                  <a:pt x="105695" y="906694"/>
                </a:lnTo>
                <a:lnTo>
                  <a:pt x="97975" y="901744"/>
                </a:lnTo>
                <a:lnTo>
                  <a:pt x="90576" y="896482"/>
                </a:lnTo>
                <a:lnTo>
                  <a:pt x="83311" y="890768"/>
                </a:lnTo>
                <a:lnTo>
                  <a:pt x="76333" y="884728"/>
                </a:lnTo>
                <a:lnTo>
                  <a:pt x="69797" y="878485"/>
                </a:lnTo>
                <a:lnTo>
                  <a:pt x="63554" y="871949"/>
                </a:lnTo>
                <a:lnTo>
                  <a:pt x="58838" y="866512"/>
                </a:lnTo>
                <a:lnTo>
                  <a:pt x="48280" y="875660"/>
                </a:lnTo>
                <a:lnTo>
                  <a:pt x="53140" y="881260"/>
                </a:lnTo>
                <a:lnTo>
                  <a:pt x="59914" y="888369"/>
                </a:lnTo>
                <a:lnTo>
                  <a:pt x="67022" y="895143"/>
                </a:lnTo>
                <a:lnTo>
                  <a:pt x="74438" y="901567"/>
                </a:lnTo>
                <a:lnTo>
                  <a:pt x="82161" y="907642"/>
                </a:lnTo>
                <a:lnTo>
                  <a:pt x="90192" y="913340"/>
                </a:lnTo>
                <a:close/>
                <a:moveTo>
                  <a:pt x="1156653" y="0"/>
                </a:moveTo>
                <a:lnTo>
                  <a:pt x="1044926" y="0"/>
                </a:lnTo>
                <a:lnTo>
                  <a:pt x="1044926" y="13966"/>
                </a:lnTo>
                <a:lnTo>
                  <a:pt x="1156653" y="13966"/>
                </a:lnTo>
                <a:lnTo>
                  <a:pt x="1156653" y="0"/>
                </a:lnTo>
                <a:close/>
                <a:moveTo>
                  <a:pt x="1310278" y="0"/>
                </a:moveTo>
                <a:lnTo>
                  <a:pt x="1198551" y="0"/>
                </a:lnTo>
                <a:lnTo>
                  <a:pt x="1198551" y="13966"/>
                </a:lnTo>
                <a:lnTo>
                  <a:pt x="1310278" y="13966"/>
                </a:lnTo>
                <a:lnTo>
                  <a:pt x="1310278" y="0"/>
                </a:lnTo>
                <a:close/>
                <a:moveTo>
                  <a:pt x="388531" y="0"/>
                </a:moveTo>
                <a:lnTo>
                  <a:pt x="276804" y="0"/>
                </a:lnTo>
                <a:lnTo>
                  <a:pt x="276804" y="13966"/>
                </a:lnTo>
                <a:lnTo>
                  <a:pt x="388531" y="13966"/>
                </a:lnTo>
                <a:lnTo>
                  <a:pt x="388531" y="0"/>
                </a:lnTo>
                <a:close/>
                <a:moveTo>
                  <a:pt x="1463903" y="0"/>
                </a:moveTo>
                <a:lnTo>
                  <a:pt x="1352176" y="0"/>
                </a:lnTo>
                <a:lnTo>
                  <a:pt x="1352176" y="13966"/>
                </a:lnTo>
                <a:lnTo>
                  <a:pt x="1463903" y="13966"/>
                </a:lnTo>
                <a:lnTo>
                  <a:pt x="1463903" y="0"/>
                </a:lnTo>
                <a:close/>
                <a:moveTo>
                  <a:pt x="1003029" y="0"/>
                </a:moveTo>
                <a:lnTo>
                  <a:pt x="891302" y="0"/>
                </a:lnTo>
                <a:lnTo>
                  <a:pt x="891302" y="13966"/>
                </a:lnTo>
                <a:lnTo>
                  <a:pt x="1003029" y="13966"/>
                </a:lnTo>
                <a:lnTo>
                  <a:pt x="1003029" y="0"/>
                </a:lnTo>
                <a:close/>
                <a:moveTo>
                  <a:pt x="1617527" y="0"/>
                </a:moveTo>
                <a:lnTo>
                  <a:pt x="1505800" y="0"/>
                </a:lnTo>
                <a:lnTo>
                  <a:pt x="1505800" y="13966"/>
                </a:lnTo>
                <a:lnTo>
                  <a:pt x="1617527" y="13966"/>
                </a:lnTo>
                <a:lnTo>
                  <a:pt x="1617527" y="0"/>
                </a:lnTo>
                <a:close/>
                <a:moveTo>
                  <a:pt x="849404" y="0"/>
                </a:moveTo>
                <a:lnTo>
                  <a:pt x="737677" y="0"/>
                </a:lnTo>
                <a:lnTo>
                  <a:pt x="737677" y="13966"/>
                </a:lnTo>
                <a:lnTo>
                  <a:pt x="849404" y="13966"/>
                </a:lnTo>
                <a:lnTo>
                  <a:pt x="849404" y="0"/>
                </a:lnTo>
                <a:close/>
                <a:moveTo>
                  <a:pt x="1659425" y="0"/>
                </a:moveTo>
                <a:lnTo>
                  <a:pt x="1659425" y="13966"/>
                </a:lnTo>
                <a:lnTo>
                  <a:pt x="1771152" y="13966"/>
                </a:lnTo>
                <a:lnTo>
                  <a:pt x="1771152" y="0"/>
                </a:lnTo>
                <a:lnTo>
                  <a:pt x="1659425" y="0"/>
                </a:lnTo>
                <a:close/>
                <a:moveTo>
                  <a:pt x="584053" y="0"/>
                </a:moveTo>
                <a:lnTo>
                  <a:pt x="584053" y="13966"/>
                </a:lnTo>
                <a:lnTo>
                  <a:pt x="695780" y="13966"/>
                </a:lnTo>
                <a:lnTo>
                  <a:pt x="695780" y="0"/>
                </a:lnTo>
                <a:lnTo>
                  <a:pt x="584053" y="0"/>
                </a:lnTo>
                <a:close/>
                <a:moveTo>
                  <a:pt x="542155" y="0"/>
                </a:moveTo>
                <a:lnTo>
                  <a:pt x="430428" y="0"/>
                </a:lnTo>
                <a:lnTo>
                  <a:pt x="430428" y="13966"/>
                </a:lnTo>
                <a:lnTo>
                  <a:pt x="542155" y="13966"/>
                </a:lnTo>
                <a:lnTo>
                  <a:pt x="542155" y="0"/>
                </a:lnTo>
                <a:close/>
                <a:moveTo>
                  <a:pt x="1924776" y="0"/>
                </a:moveTo>
                <a:lnTo>
                  <a:pt x="1813049" y="0"/>
                </a:lnTo>
                <a:lnTo>
                  <a:pt x="1813049" y="13966"/>
                </a:lnTo>
                <a:lnTo>
                  <a:pt x="1924776" y="13966"/>
                </a:lnTo>
                <a:lnTo>
                  <a:pt x="1924776" y="0"/>
                </a:lnTo>
                <a:close/>
                <a:moveTo>
                  <a:pt x="163345" y="4148"/>
                </a:moveTo>
                <a:lnTo>
                  <a:pt x="153457" y="6438"/>
                </a:lnTo>
                <a:lnTo>
                  <a:pt x="143737" y="9190"/>
                </a:lnTo>
                <a:lnTo>
                  <a:pt x="134240" y="12416"/>
                </a:lnTo>
                <a:lnTo>
                  <a:pt x="124939" y="16075"/>
                </a:lnTo>
                <a:lnTo>
                  <a:pt x="122578" y="17150"/>
                </a:lnTo>
                <a:lnTo>
                  <a:pt x="128332" y="29873"/>
                </a:lnTo>
                <a:lnTo>
                  <a:pt x="130326" y="28965"/>
                </a:lnTo>
                <a:lnTo>
                  <a:pt x="139140" y="25496"/>
                </a:lnTo>
                <a:lnTo>
                  <a:pt x="148006" y="22501"/>
                </a:lnTo>
                <a:lnTo>
                  <a:pt x="157102" y="19915"/>
                </a:lnTo>
                <a:lnTo>
                  <a:pt x="156767" y="20013"/>
                </a:lnTo>
                <a:lnTo>
                  <a:pt x="166132" y="17850"/>
                </a:lnTo>
                <a:lnTo>
                  <a:pt x="175486" y="16170"/>
                </a:lnTo>
                <a:lnTo>
                  <a:pt x="184943" y="14968"/>
                </a:lnTo>
                <a:lnTo>
                  <a:pt x="194833" y="14211"/>
                </a:lnTo>
                <a:lnTo>
                  <a:pt x="204754" y="13966"/>
                </a:lnTo>
                <a:lnTo>
                  <a:pt x="234906" y="13966"/>
                </a:lnTo>
                <a:lnTo>
                  <a:pt x="234906" y="0"/>
                </a:lnTo>
                <a:lnTo>
                  <a:pt x="204488" y="0"/>
                </a:lnTo>
                <a:lnTo>
                  <a:pt x="194056" y="265"/>
                </a:lnTo>
                <a:lnTo>
                  <a:pt x="183665" y="1047"/>
                </a:lnTo>
                <a:lnTo>
                  <a:pt x="173428" y="2360"/>
                </a:lnTo>
                <a:lnTo>
                  <a:pt x="163345" y="4148"/>
                </a:lnTo>
                <a:close/>
                <a:moveTo>
                  <a:pt x="194831" y="934071"/>
                </a:moveTo>
                <a:lnTo>
                  <a:pt x="186821" y="933465"/>
                </a:lnTo>
                <a:lnTo>
                  <a:pt x="185774" y="947389"/>
                </a:lnTo>
                <a:lnTo>
                  <a:pt x="194056" y="948017"/>
                </a:lnTo>
                <a:lnTo>
                  <a:pt x="204488" y="948283"/>
                </a:lnTo>
                <a:lnTo>
                  <a:pt x="298004" y="948283"/>
                </a:lnTo>
                <a:lnTo>
                  <a:pt x="298004" y="934317"/>
                </a:lnTo>
                <a:lnTo>
                  <a:pt x="204754" y="934317"/>
                </a:lnTo>
                <a:lnTo>
                  <a:pt x="194831" y="934071"/>
                </a:lnTo>
                <a:close/>
                <a:moveTo>
                  <a:pt x="605253" y="948283"/>
                </a:moveTo>
                <a:lnTo>
                  <a:pt x="605253" y="934317"/>
                </a:lnTo>
                <a:lnTo>
                  <a:pt x="493526" y="934317"/>
                </a:lnTo>
                <a:lnTo>
                  <a:pt x="493526" y="948283"/>
                </a:lnTo>
                <a:lnTo>
                  <a:pt x="605253" y="948283"/>
                </a:lnTo>
                <a:close/>
                <a:moveTo>
                  <a:pt x="1108024" y="948283"/>
                </a:moveTo>
                <a:lnTo>
                  <a:pt x="1219751" y="948283"/>
                </a:lnTo>
                <a:lnTo>
                  <a:pt x="1219751" y="934317"/>
                </a:lnTo>
                <a:lnTo>
                  <a:pt x="1108024" y="934317"/>
                </a:lnTo>
                <a:lnTo>
                  <a:pt x="1108024" y="948283"/>
                </a:lnTo>
                <a:close/>
                <a:moveTo>
                  <a:pt x="1261649" y="948283"/>
                </a:moveTo>
                <a:lnTo>
                  <a:pt x="1373376" y="948283"/>
                </a:lnTo>
                <a:lnTo>
                  <a:pt x="1373376" y="934317"/>
                </a:lnTo>
                <a:lnTo>
                  <a:pt x="1261649" y="934317"/>
                </a:lnTo>
                <a:lnTo>
                  <a:pt x="1261649" y="948283"/>
                </a:lnTo>
                <a:close/>
                <a:moveTo>
                  <a:pt x="954400" y="948283"/>
                </a:moveTo>
                <a:lnTo>
                  <a:pt x="1066127" y="948283"/>
                </a:lnTo>
                <a:lnTo>
                  <a:pt x="1066127" y="934317"/>
                </a:lnTo>
                <a:lnTo>
                  <a:pt x="954400" y="934317"/>
                </a:lnTo>
                <a:lnTo>
                  <a:pt x="954400" y="948283"/>
                </a:lnTo>
                <a:close/>
                <a:moveTo>
                  <a:pt x="1527000" y="948283"/>
                </a:moveTo>
                <a:lnTo>
                  <a:pt x="1527000" y="934317"/>
                </a:lnTo>
                <a:lnTo>
                  <a:pt x="1415273" y="934317"/>
                </a:lnTo>
                <a:lnTo>
                  <a:pt x="1415273" y="948283"/>
                </a:lnTo>
                <a:lnTo>
                  <a:pt x="1527000" y="948283"/>
                </a:lnTo>
                <a:close/>
                <a:moveTo>
                  <a:pt x="912502" y="948283"/>
                </a:moveTo>
                <a:lnTo>
                  <a:pt x="912502" y="934317"/>
                </a:lnTo>
                <a:lnTo>
                  <a:pt x="800775" y="934317"/>
                </a:lnTo>
                <a:lnTo>
                  <a:pt x="800775" y="948283"/>
                </a:lnTo>
                <a:lnTo>
                  <a:pt x="912502" y="948283"/>
                </a:lnTo>
                <a:close/>
                <a:moveTo>
                  <a:pt x="1568898" y="948283"/>
                </a:moveTo>
                <a:lnTo>
                  <a:pt x="1680625" y="948283"/>
                </a:lnTo>
                <a:lnTo>
                  <a:pt x="1680625" y="934317"/>
                </a:lnTo>
                <a:lnTo>
                  <a:pt x="1568898" y="934317"/>
                </a:lnTo>
                <a:lnTo>
                  <a:pt x="1568898" y="948283"/>
                </a:lnTo>
                <a:close/>
                <a:moveTo>
                  <a:pt x="647151" y="948283"/>
                </a:moveTo>
                <a:lnTo>
                  <a:pt x="758878" y="948283"/>
                </a:lnTo>
                <a:lnTo>
                  <a:pt x="758878" y="934317"/>
                </a:lnTo>
                <a:lnTo>
                  <a:pt x="647151" y="934317"/>
                </a:lnTo>
                <a:lnTo>
                  <a:pt x="647151" y="948283"/>
                </a:lnTo>
                <a:close/>
                <a:moveTo>
                  <a:pt x="1722523" y="948283"/>
                </a:moveTo>
                <a:lnTo>
                  <a:pt x="1834250" y="948283"/>
                </a:lnTo>
                <a:lnTo>
                  <a:pt x="1834250" y="934317"/>
                </a:lnTo>
                <a:lnTo>
                  <a:pt x="1722523" y="934317"/>
                </a:lnTo>
                <a:lnTo>
                  <a:pt x="1722523" y="948283"/>
                </a:lnTo>
                <a:close/>
                <a:moveTo>
                  <a:pt x="451628" y="948283"/>
                </a:moveTo>
                <a:lnTo>
                  <a:pt x="451628" y="934317"/>
                </a:lnTo>
                <a:lnTo>
                  <a:pt x="339901" y="934317"/>
                </a:lnTo>
                <a:lnTo>
                  <a:pt x="339901" y="948283"/>
                </a:lnTo>
                <a:lnTo>
                  <a:pt x="451628" y="948283"/>
                </a:lnTo>
                <a:close/>
                <a:moveTo>
                  <a:pt x="1987874" y="948283"/>
                </a:moveTo>
                <a:lnTo>
                  <a:pt x="1987874" y="934317"/>
                </a:lnTo>
                <a:lnTo>
                  <a:pt x="1876147" y="934317"/>
                </a:lnTo>
                <a:lnTo>
                  <a:pt x="1876147" y="948283"/>
                </a:lnTo>
                <a:lnTo>
                  <a:pt x="1987874" y="948283"/>
                </a:lnTo>
                <a:close/>
                <a:moveTo>
                  <a:pt x="2078401" y="0"/>
                </a:moveTo>
                <a:lnTo>
                  <a:pt x="1966674" y="0"/>
                </a:lnTo>
                <a:lnTo>
                  <a:pt x="1966674" y="13966"/>
                </a:lnTo>
                <a:lnTo>
                  <a:pt x="2078401" y="13966"/>
                </a:lnTo>
                <a:lnTo>
                  <a:pt x="2078401" y="0"/>
                </a:lnTo>
                <a:close/>
                <a:moveTo>
                  <a:pt x="2232026" y="0"/>
                </a:moveTo>
                <a:lnTo>
                  <a:pt x="2120299" y="0"/>
                </a:lnTo>
                <a:lnTo>
                  <a:pt x="2120299" y="13966"/>
                </a:lnTo>
                <a:lnTo>
                  <a:pt x="2232026" y="13966"/>
                </a:lnTo>
                <a:lnTo>
                  <a:pt x="2232026" y="0"/>
                </a:lnTo>
                <a:close/>
                <a:moveTo>
                  <a:pt x="2385650" y="0"/>
                </a:moveTo>
                <a:lnTo>
                  <a:pt x="2273923" y="0"/>
                </a:lnTo>
                <a:lnTo>
                  <a:pt x="2273923" y="13966"/>
                </a:lnTo>
                <a:lnTo>
                  <a:pt x="2385650" y="13966"/>
                </a:lnTo>
                <a:lnTo>
                  <a:pt x="2385650" y="0"/>
                </a:lnTo>
                <a:close/>
                <a:moveTo>
                  <a:pt x="2539261" y="0"/>
                </a:moveTo>
                <a:lnTo>
                  <a:pt x="2427548" y="0"/>
                </a:lnTo>
                <a:lnTo>
                  <a:pt x="2427548" y="13966"/>
                </a:lnTo>
                <a:lnTo>
                  <a:pt x="2539261" y="13966"/>
                </a:lnTo>
                <a:lnTo>
                  <a:pt x="2539261" y="0"/>
                </a:lnTo>
                <a:close/>
                <a:moveTo>
                  <a:pt x="2692885" y="0"/>
                </a:moveTo>
                <a:lnTo>
                  <a:pt x="2581158" y="0"/>
                </a:lnTo>
                <a:lnTo>
                  <a:pt x="2581158" y="13966"/>
                </a:lnTo>
                <a:lnTo>
                  <a:pt x="2692885" y="13966"/>
                </a:lnTo>
                <a:lnTo>
                  <a:pt x="2692885" y="0"/>
                </a:lnTo>
                <a:close/>
                <a:moveTo>
                  <a:pt x="2846510" y="0"/>
                </a:moveTo>
                <a:lnTo>
                  <a:pt x="2734783" y="0"/>
                </a:lnTo>
                <a:lnTo>
                  <a:pt x="2734783" y="13966"/>
                </a:lnTo>
                <a:lnTo>
                  <a:pt x="2846510" y="13966"/>
                </a:lnTo>
                <a:lnTo>
                  <a:pt x="2846510" y="0"/>
                </a:lnTo>
                <a:close/>
                <a:moveTo>
                  <a:pt x="3000134" y="0"/>
                </a:moveTo>
                <a:lnTo>
                  <a:pt x="2888408" y="0"/>
                </a:lnTo>
                <a:lnTo>
                  <a:pt x="2888408" y="13966"/>
                </a:lnTo>
                <a:lnTo>
                  <a:pt x="3000134" y="13966"/>
                </a:lnTo>
                <a:lnTo>
                  <a:pt x="3000134" y="0"/>
                </a:lnTo>
                <a:close/>
                <a:moveTo>
                  <a:pt x="3042032" y="0"/>
                </a:moveTo>
                <a:lnTo>
                  <a:pt x="3042032" y="13966"/>
                </a:lnTo>
                <a:lnTo>
                  <a:pt x="3153759" y="13966"/>
                </a:lnTo>
                <a:lnTo>
                  <a:pt x="3153759" y="0"/>
                </a:lnTo>
                <a:lnTo>
                  <a:pt x="3042032" y="0"/>
                </a:lnTo>
                <a:close/>
                <a:moveTo>
                  <a:pt x="3195657" y="0"/>
                </a:moveTo>
                <a:lnTo>
                  <a:pt x="3195657" y="13966"/>
                </a:lnTo>
                <a:lnTo>
                  <a:pt x="3307384" y="13966"/>
                </a:lnTo>
                <a:lnTo>
                  <a:pt x="3307384" y="0"/>
                </a:lnTo>
                <a:lnTo>
                  <a:pt x="3195657" y="0"/>
                </a:lnTo>
                <a:close/>
                <a:moveTo>
                  <a:pt x="3461008" y="0"/>
                </a:moveTo>
                <a:lnTo>
                  <a:pt x="3349281" y="0"/>
                </a:lnTo>
                <a:lnTo>
                  <a:pt x="3349281" y="13966"/>
                </a:lnTo>
                <a:lnTo>
                  <a:pt x="3461008" y="13966"/>
                </a:lnTo>
                <a:lnTo>
                  <a:pt x="3461008" y="0"/>
                </a:lnTo>
                <a:close/>
                <a:moveTo>
                  <a:pt x="3768257" y="0"/>
                </a:moveTo>
                <a:lnTo>
                  <a:pt x="3656530" y="0"/>
                </a:lnTo>
                <a:lnTo>
                  <a:pt x="3656530" y="13966"/>
                </a:lnTo>
                <a:lnTo>
                  <a:pt x="3768257" y="13966"/>
                </a:lnTo>
                <a:lnTo>
                  <a:pt x="3768257" y="0"/>
                </a:lnTo>
                <a:close/>
                <a:moveTo>
                  <a:pt x="3614633" y="0"/>
                </a:moveTo>
                <a:lnTo>
                  <a:pt x="3502906" y="0"/>
                </a:lnTo>
                <a:lnTo>
                  <a:pt x="3502906" y="13966"/>
                </a:lnTo>
                <a:lnTo>
                  <a:pt x="3614633" y="13966"/>
                </a:lnTo>
                <a:lnTo>
                  <a:pt x="3614633" y="0"/>
                </a:lnTo>
                <a:close/>
                <a:moveTo>
                  <a:pt x="3876214" y="1047"/>
                </a:moveTo>
                <a:lnTo>
                  <a:pt x="3865823" y="265"/>
                </a:lnTo>
                <a:lnTo>
                  <a:pt x="3855390" y="0"/>
                </a:lnTo>
                <a:lnTo>
                  <a:pt x="3810155" y="0"/>
                </a:lnTo>
                <a:lnTo>
                  <a:pt x="3810155" y="13966"/>
                </a:lnTo>
                <a:lnTo>
                  <a:pt x="3855125" y="13966"/>
                </a:lnTo>
                <a:lnTo>
                  <a:pt x="3865046" y="14211"/>
                </a:lnTo>
                <a:lnTo>
                  <a:pt x="3874936" y="14968"/>
                </a:lnTo>
                <a:lnTo>
                  <a:pt x="3884393" y="16170"/>
                </a:lnTo>
                <a:lnTo>
                  <a:pt x="3893747" y="17850"/>
                </a:lnTo>
                <a:lnTo>
                  <a:pt x="3903112" y="20013"/>
                </a:lnTo>
                <a:lnTo>
                  <a:pt x="3902777" y="19915"/>
                </a:lnTo>
                <a:lnTo>
                  <a:pt x="3911873" y="22501"/>
                </a:lnTo>
                <a:lnTo>
                  <a:pt x="3918391" y="24706"/>
                </a:lnTo>
                <a:lnTo>
                  <a:pt x="3922874" y="11480"/>
                </a:lnTo>
                <a:lnTo>
                  <a:pt x="3916142" y="9190"/>
                </a:lnTo>
                <a:lnTo>
                  <a:pt x="3906422" y="6438"/>
                </a:lnTo>
                <a:lnTo>
                  <a:pt x="3896534" y="4148"/>
                </a:lnTo>
                <a:lnTo>
                  <a:pt x="3886451" y="2360"/>
                </a:lnTo>
                <a:lnTo>
                  <a:pt x="3876214" y="1047"/>
                </a:lnTo>
                <a:close/>
                <a:moveTo>
                  <a:pt x="3916142" y="939079"/>
                </a:moveTo>
                <a:lnTo>
                  <a:pt x="3925653" y="935867"/>
                </a:lnTo>
                <a:lnTo>
                  <a:pt x="3934940" y="932208"/>
                </a:lnTo>
                <a:lnTo>
                  <a:pt x="3944004" y="928102"/>
                </a:lnTo>
                <a:lnTo>
                  <a:pt x="3952816" y="923591"/>
                </a:lnTo>
                <a:lnTo>
                  <a:pt x="3961391" y="918661"/>
                </a:lnTo>
                <a:lnTo>
                  <a:pt x="3969687" y="913340"/>
                </a:lnTo>
                <a:lnTo>
                  <a:pt x="3977718" y="907642"/>
                </a:lnTo>
                <a:lnTo>
                  <a:pt x="3980162" y="905715"/>
                </a:lnTo>
                <a:lnTo>
                  <a:pt x="3971531" y="894738"/>
                </a:lnTo>
                <a:lnTo>
                  <a:pt x="3969310" y="896477"/>
                </a:lnTo>
                <a:lnTo>
                  <a:pt x="3961763" y="901834"/>
                </a:lnTo>
                <a:lnTo>
                  <a:pt x="3954183" y="906694"/>
                </a:lnTo>
                <a:lnTo>
                  <a:pt x="3946287" y="911242"/>
                </a:lnTo>
                <a:lnTo>
                  <a:pt x="3938029" y="915479"/>
                </a:lnTo>
                <a:lnTo>
                  <a:pt x="3929563" y="919314"/>
                </a:lnTo>
                <a:lnTo>
                  <a:pt x="3920738" y="922786"/>
                </a:lnTo>
                <a:lnTo>
                  <a:pt x="3911873" y="925782"/>
                </a:lnTo>
                <a:lnTo>
                  <a:pt x="3902777" y="928367"/>
                </a:lnTo>
                <a:lnTo>
                  <a:pt x="3903112" y="928270"/>
                </a:lnTo>
                <a:lnTo>
                  <a:pt x="3893747" y="930433"/>
                </a:lnTo>
                <a:lnTo>
                  <a:pt x="3884393" y="932113"/>
                </a:lnTo>
                <a:lnTo>
                  <a:pt x="3874932" y="933315"/>
                </a:lnTo>
                <a:lnTo>
                  <a:pt x="3872708" y="933493"/>
                </a:lnTo>
                <a:lnTo>
                  <a:pt x="3873770" y="947417"/>
                </a:lnTo>
                <a:lnTo>
                  <a:pt x="3876214" y="947235"/>
                </a:lnTo>
                <a:lnTo>
                  <a:pt x="3886451" y="945922"/>
                </a:lnTo>
                <a:lnTo>
                  <a:pt x="3896534" y="944135"/>
                </a:lnTo>
                <a:lnTo>
                  <a:pt x="3906422" y="941844"/>
                </a:lnTo>
                <a:lnTo>
                  <a:pt x="3916142" y="939079"/>
                </a:lnTo>
                <a:close/>
                <a:moveTo>
                  <a:pt x="3370481" y="948283"/>
                </a:moveTo>
                <a:lnTo>
                  <a:pt x="3370481" y="934317"/>
                </a:lnTo>
                <a:lnTo>
                  <a:pt x="3258754" y="934317"/>
                </a:lnTo>
                <a:lnTo>
                  <a:pt x="3258754" y="948283"/>
                </a:lnTo>
                <a:lnTo>
                  <a:pt x="3370481" y="948283"/>
                </a:lnTo>
                <a:close/>
                <a:moveTo>
                  <a:pt x="3216871" y="948283"/>
                </a:moveTo>
                <a:lnTo>
                  <a:pt x="3216871" y="934317"/>
                </a:lnTo>
                <a:lnTo>
                  <a:pt x="3105144" y="934317"/>
                </a:lnTo>
                <a:lnTo>
                  <a:pt x="3105144" y="948283"/>
                </a:lnTo>
                <a:lnTo>
                  <a:pt x="3216871" y="948283"/>
                </a:lnTo>
                <a:close/>
                <a:moveTo>
                  <a:pt x="3566004" y="948283"/>
                </a:moveTo>
                <a:lnTo>
                  <a:pt x="3677745" y="948283"/>
                </a:lnTo>
                <a:lnTo>
                  <a:pt x="3677745" y="934317"/>
                </a:lnTo>
                <a:lnTo>
                  <a:pt x="3566004" y="934317"/>
                </a:lnTo>
                <a:lnTo>
                  <a:pt x="3566004" y="948283"/>
                </a:lnTo>
                <a:close/>
                <a:moveTo>
                  <a:pt x="2951519" y="948283"/>
                </a:moveTo>
                <a:lnTo>
                  <a:pt x="3063246" y="948283"/>
                </a:lnTo>
                <a:lnTo>
                  <a:pt x="3063246" y="934317"/>
                </a:lnTo>
                <a:lnTo>
                  <a:pt x="2951519" y="934317"/>
                </a:lnTo>
                <a:lnTo>
                  <a:pt x="2951519" y="948283"/>
                </a:lnTo>
                <a:close/>
                <a:moveTo>
                  <a:pt x="3719642" y="948283"/>
                </a:moveTo>
                <a:lnTo>
                  <a:pt x="3831369" y="948283"/>
                </a:lnTo>
                <a:lnTo>
                  <a:pt x="3831369" y="934317"/>
                </a:lnTo>
                <a:lnTo>
                  <a:pt x="3719642" y="934317"/>
                </a:lnTo>
                <a:lnTo>
                  <a:pt x="3719642" y="948283"/>
                </a:lnTo>
                <a:close/>
                <a:moveTo>
                  <a:pt x="2909622" y="948283"/>
                </a:moveTo>
                <a:lnTo>
                  <a:pt x="2909622" y="934317"/>
                </a:lnTo>
                <a:lnTo>
                  <a:pt x="2797895" y="934317"/>
                </a:lnTo>
                <a:lnTo>
                  <a:pt x="2797895" y="948283"/>
                </a:lnTo>
                <a:lnTo>
                  <a:pt x="2909622" y="948283"/>
                </a:lnTo>
                <a:close/>
                <a:moveTo>
                  <a:pt x="2755997" y="948283"/>
                </a:moveTo>
                <a:lnTo>
                  <a:pt x="2755997" y="934317"/>
                </a:lnTo>
                <a:lnTo>
                  <a:pt x="2644270" y="934317"/>
                </a:lnTo>
                <a:lnTo>
                  <a:pt x="2644270" y="948283"/>
                </a:lnTo>
                <a:lnTo>
                  <a:pt x="2755997" y="948283"/>
                </a:lnTo>
                <a:close/>
                <a:moveTo>
                  <a:pt x="2490646" y="948283"/>
                </a:moveTo>
                <a:lnTo>
                  <a:pt x="2602373" y="948283"/>
                </a:lnTo>
                <a:lnTo>
                  <a:pt x="2602373" y="934317"/>
                </a:lnTo>
                <a:lnTo>
                  <a:pt x="2490646" y="934317"/>
                </a:lnTo>
                <a:lnTo>
                  <a:pt x="2490646" y="948283"/>
                </a:lnTo>
                <a:close/>
                <a:moveTo>
                  <a:pt x="2337021" y="948283"/>
                </a:moveTo>
                <a:lnTo>
                  <a:pt x="2448748" y="948283"/>
                </a:lnTo>
                <a:lnTo>
                  <a:pt x="2448748" y="934317"/>
                </a:lnTo>
                <a:lnTo>
                  <a:pt x="2337021" y="934317"/>
                </a:lnTo>
                <a:lnTo>
                  <a:pt x="2337021" y="948283"/>
                </a:lnTo>
                <a:close/>
                <a:moveTo>
                  <a:pt x="2183396" y="948283"/>
                </a:moveTo>
                <a:lnTo>
                  <a:pt x="2295123" y="948283"/>
                </a:lnTo>
                <a:lnTo>
                  <a:pt x="2295123" y="934317"/>
                </a:lnTo>
                <a:lnTo>
                  <a:pt x="2183396" y="934317"/>
                </a:lnTo>
                <a:lnTo>
                  <a:pt x="2183396" y="948283"/>
                </a:lnTo>
                <a:close/>
                <a:moveTo>
                  <a:pt x="2141499" y="948283"/>
                </a:moveTo>
                <a:lnTo>
                  <a:pt x="2141499" y="934317"/>
                </a:lnTo>
                <a:lnTo>
                  <a:pt x="2029772" y="934317"/>
                </a:lnTo>
                <a:lnTo>
                  <a:pt x="2029772" y="948283"/>
                </a:lnTo>
                <a:lnTo>
                  <a:pt x="2141499" y="948283"/>
                </a:lnTo>
                <a:close/>
                <a:moveTo>
                  <a:pt x="3524106" y="948283"/>
                </a:moveTo>
                <a:lnTo>
                  <a:pt x="3524106" y="934317"/>
                </a:lnTo>
                <a:lnTo>
                  <a:pt x="3412379" y="934317"/>
                </a:lnTo>
                <a:lnTo>
                  <a:pt x="3412379" y="948283"/>
                </a:lnTo>
                <a:lnTo>
                  <a:pt x="3524106" y="948283"/>
                </a:lnTo>
                <a:close/>
                <a:moveTo>
                  <a:pt x="4013163" y="74438"/>
                </a:moveTo>
                <a:lnTo>
                  <a:pt x="4006739" y="67022"/>
                </a:lnTo>
                <a:lnTo>
                  <a:pt x="3999965" y="59914"/>
                </a:lnTo>
                <a:lnTo>
                  <a:pt x="3992857" y="53140"/>
                </a:lnTo>
                <a:lnTo>
                  <a:pt x="3985441" y="46716"/>
                </a:lnTo>
                <a:lnTo>
                  <a:pt x="3977718" y="40641"/>
                </a:lnTo>
                <a:lnTo>
                  <a:pt x="3969687" y="34943"/>
                </a:lnTo>
                <a:lnTo>
                  <a:pt x="3962187" y="30124"/>
                </a:lnTo>
                <a:lnTo>
                  <a:pt x="3954646" y="41884"/>
                </a:lnTo>
                <a:lnTo>
                  <a:pt x="3961762" y="46448"/>
                </a:lnTo>
                <a:lnTo>
                  <a:pt x="3969306" y="51803"/>
                </a:lnTo>
                <a:lnTo>
                  <a:pt x="3976568" y="57515"/>
                </a:lnTo>
                <a:lnTo>
                  <a:pt x="3983546" y="63555"/>
                </a:lnTo>
                <a:lnTo>
                  <a:pt x="3990082" y="69797"/>
                </a:lnTo>
                <a:lnTo>
                  <a:pt x="3996324" y="76333"/>
                </a:lnTo>
                <a:lnTo>
                  <a:pt x="4002364" y="83311"/>
                </a:lnTo>
                <a:lnTo>
                  <a:pt x="4008078" y="90576"/>
                </a:lnTo>
                <a:lnTo>
                  <a:pt x="4013340" y="97975"/>
                </a:lnTo>
                <a:lnTo>
                  <a:pt x="4018290" y="105695"/>
                </a:lnTo>
                <a:lnTo>
                  <a:pt x="4022838" y="113592"/>
                </a:lnTo>
                <a:lnTo>
                  <a:pt x="4026472" y="120679"/>
                </a:lnTo>
                <a:lnTo>
                  <a:pt x="4038902" y="114311"/>
                </a:lnTo>
                <a:lnTo>
                  <a:pt x="4035187" y="107048"/>
                </a:lnTo>
                <a:lnTo>
                  <a:pt x="4030257" y="98487"/>
                </a:lnTo>
                <a:lnTo>
                  <a:pt x="4024936" y="90192"/>
                </a:lnTo>
                <a:lnTo>
                  <a:pt x="4019238" y="82161"/>
                </a:lnTo>
                <a:lnTo>
                  <a:pt x="4013163" y="74438"/>
                </a:lnTo>
                <a:close/>
                <a:moveTo>
                  <a:pt x="4053846" y="155203"/>
                </a:moveTo>
                <a:lnTo>
                  <a:pt x="4040229" y="158331"/>
                </a:lnTo>
                <a:lnTo>
                  <a:pt x="4042029" y="166131"/>
                </a:lnTo>
                <a:lnTo>
                  <a:pt x="4043709" y="175486"/>
                </a:lnTo>
                <a:lnTo>
                  <a:pt x="4044911" y="184943"/>
                </a:lnTo>
                <a:lnTo>
                  <a:pt x="4045668" y="194833"/>
                </a:lnTo>
                <a:lnTo>
                  <a:pt x="4045913" y="204754"/>
                </a:lnTo>
                <a:lnTo>
                  <a:pt x="4045913" y="268019"/>
                </a:lnTo>
                <a:lnTo>
                  <a:pt x="4059879" y="268019"/>
                </a:lnTo>
                <a:lnTo>
                  <a:pt x="4059879" y="204488"/>
                </a:lnTo>
                <a:lnTo>
                  <a:pt x="4059613" y="194056"/>
                </a:lnTo>
                <a:lnTo>
                  <a:pt x="4058831" y="183665"/>
                </a:lnTo>
                <a:lnTo>
                  <a:pt x="4057519" y="173428"/>
                </a:lnTo>
                <a:lnTo>
                  <a:pt x="4055731" y="163345"/>
                </a:lnTo>
                <a:lnTo>
                  <a:pt x="4053846" y="155203"/>
                </a:lnTo>
                <a:close/>
                <a:moveTo>
                  <a:pt x="4059879" y="309917"/>
                </a:moveTo>
                <a:lnTo>
                  <a:pt x="4045913" y="309917"/>
                </a:lnTo>
                <a:lnTo>
                  <a:pt x="4045913" y="421644"/>
                </a:lnTo>
                <a:lnTo>
                  <a:pt x="4059879" y="421644"/>
                </a:lnTo>
                <a:lnTo>
                  <a:pt x="4059879" y="309917"/>
                </a:lnTo>
                <a:close/>
                <a:moveTo>
                  <a:pt x="4059879" y="575268"/>
                </a:moveTo>
                <a:lnTo>
                  <a:pt x="4059879" y="463541"/>
                </a:lnTo>
                <a:lnTo>
                  <a:pt x="4045913" y="463541"/>
                </a:lnTo>
                <a:lnTo>
                  <a:pt x="4045913" y="575268"/>
                </a:lnTo>
                <a:lnTo>
                  <a:pt x="4059879" y="575268"/>
                </a:lnTo>
                <a:close/>
                <a:moveTo>
                  <a:pt x="4059879" y="728893"/>
                </a:moveTo>
                <a:lnTo>
                  <a:pt x="4059879" y="617166"/>
                </a:lnTo>
                <a:lnTo>
                  <a:pt x="4045913" y="617166"/>
                </a:lnTo>
                <a:lnTo>
                  <a:pt x="4045913" y="728893"/>
                </a:lnTo>
                <a:lnTo>
                  <a:pt x="4059879" y="728893"/>
                </a:lnTo>
                <a:close/>
                <a:moveTo>
                  <a:pt x="4039698" y="832408"/>
                </a:moveTo>
                <a:lnTo>
                  <a:pt x="4043804" y="823344"/>
                </a:lnTo>
                <a:lnTo>
                  <a:pt x="4047463" y="814043"/>
                </a:lnTo>
                <a:lnTo>
                  <a:pt x="4050689" y="804546"/>
                </a:lnTo>
                <a:lnTo>
                  <a:pt x="4053440" y="794826"/>
                </a:lnTo>
                <a:lnTo>
                  <a:pt x="4055731" y="784938"/>
                </a:lnTo>
                <a:lnTo>
                  <a:pt x="4057519" y="774854"/>
                </a:lnTo>
                <a:lnTo>
                  <a:pt x="4057938" y="771586"/>
                </a:lnTo>
                <a:lnTo>
                  <a:pt x="4044083" y="769827"/>
                </a:lnTo>
                <a:lnTo>
                  <a:pt x="4043708" y="772799"/>
                </a:lnTo>
                <a:lnTo>
                  <a:pt x="4042029" y="782150"/>
                </a:lnTo>
                <a:lnTo>
                  <a:pt x="4039866" y="791516"/>
                </a:lnTo>
                <a:lnTo>
                  <a:pt x="4039963" y="791181"/>
                </a:lnTo>
                <a:lnTo>
                  <a:pt x="4037378" y="800277"/>
                </a:lnTo>
                <a:lnTo>
                  <a:pt x="4034382" y="809142"/>
                </a:lnTo>
                <a:lnTo>
                  <a:pt x="4030910" y="817967"/>
                </a:lnTo>
                <a:lnTo>
                  <a:pt x="4027075" y="826433"/>
                </a:lnTo>
                <a:lnTo>
                  <a:pt x="4022838" y="834691"/>
                </a:lnTo>
                <a:lnTo>
                  <a:pt x="4018290" y="842587"/>
                </a:lnTo>
                <a:lnTo>
                  <a:pt x="4013340" y="850308"/>
                </a:lnTo>
                <a:lnTo>
                  <a:pt x="4008078" y="857707"/>
                </a:lnTo>
                <a:lnTo>
                  <a:pt x="4002362" y="864974"/>
                </a:lnTo>
                <a:lnTo>
                  <a:pt x="4000803" y="866778"/>
                </a:lnTo>
                <a:lnTo>
                  <a:pt x="4011361" y="875912"/>
                </a:lnTo>
                <a:lnTo>
                  <a:pt x="4013163" y="873845"/>
                </a:lnTo>
                <a:lnTo>
                  <a:pt x="4019238" y="866107"/>
                </a:lnTo>
                <a:lnTo>
                  <a:pt x="4024936" y="858091"/>
                </a:lnTo>
                <a:lnTo>
                  <a:pt x="4030257" y="849795"/>
                </a:lnTo>
                <a:lnTo>
                  <a:pt x="4035187" y="841220"/>
                </a:lnTo>
                <a:lnTo>
                  <a:pt x="4039698" y="832408"/>
                </a:lnTo>
                <a:close/>
              </a:path>
            </a:pathLst>
          </a:custGeom>
          <a:solidFill xmlns:a="http://schemas.openxmlformats.org/drawingml/2006/main">
            <a:srgbClr val="98B7CA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de7495a7542ea"/>
          <a:stretch xmlns:a="http://schemas.openxmlformats.org/drawingml/2006/main"/>
        </p:blipFill>
        <p:spPr>
          <a:xfrm xmlns:a="http://schemas.openxmlformats.org/drawingml/2006/main">
            <a:off x="8916836" y="5258697"/>
            <a:ext cx="309280" cy="117313"/>
          </a:xfrm>
          <a:prstGeom xmlns:a="http://schemas.openxmlformats.org/drawingml/2006/main" prst="rect">
            <a:avLst/>
          </a:prstGeom>
        </p:spPr>
      </p:pic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A19F98-F91B-4FAD-8E48-E7A93A4E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260" y="5248781"/>
            <a:ext cx="330293" cy="136866"/>
          </a:xfrm>
          <a:custGeom xmlns:a="http://schemas.openxmlformats.org/drawingml/2006/main">
            <a:pathLst>
              <a:path w="330293" h="136866">
                <a:moveTo>
                  <a:pt x="0" y="136866"/>
                </a:moveTo>
                <a:lnTo>
                  <a:pt x="330293" y="136866"/>
                </a:lnTo>
                <a:lnTo>
                  <a:pt x="330293" y="0"/>
                </a:lnTo>
                <a:lnTo>
                  <a:pt x="0" y="0"/>
                </a:lnTo>
                <a:lnTo>
                  <a:pt x="0" y="136866"/>
                </a:lnTo>
                <a:close/>
                <a:moveTo>
                  <a:pt x="309344" y="115917"/>
                </a:moveTo>
                <a:lnTo>
                  <a:pt x="20949" y="115917"/>
                </a:lnTo>
                <a:lnTo>
                  <a:pt x="20949" y="20949"/>
                </a:lnTo>
                <a:lnTo>
                  <a:pt x="309344" y="20949"/>
                </a:lnTo>
                <a:lnTo>
                  <a:pt x="309344" y="115917"/>
                </a:lnTo>
                <a:close/>
              </a:path>
            </a:pathLst>
          </a:custGeom>
          <a:solidFill xmlns:a="http://schemas.openxmlformats.org/drawingml/2006/main">
            <a:srgbClr val="ADA4C9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9f905618943b9"/>
          <a:stretch xmlns:a="http://schemas.openxmlformats.org/drawingml/2006/main"/>
        </p:blipFill>
        <p:spPr>
          <a:xfrm xmlns:a="http://schemas.openxmlformats.org/drawingml/2006/main">
            <a:off x="8916752" y="5505055"/>
            <a:ext cx="307772" cy="115637"/>
          </a:xfrm>
          <a:prstGeom xmlns:a="http://schemas.openxmlformats.org/drawingml/2006/main" prst="rect">
            <a:avLst/>
          </a:prstGeom>
        </p:spPr>
      </p:pic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527C2-BAA8-40EF-9F11-48484EB4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260" y="5494580"/>
            <a:ext cx="329595" cy="136866"/>
          </a:xfrm>
          <a:custGeom xmlns:a="http://schemas.openxmlformats.org/drawingml/2006/main">
            <a:pathLst>
              <a:path w="329595" h="136866">
                <a:moveTo>
                  <a:pt x="0" y="136866"/>
                </a:moveTo>
                <a:lnTo>
                  <a:pt x="329595" y="136866"/>
                </a:lnTo>
                <a:lnTo>
                  <a:pt x="329595" y="0"/>
                </a:lnTo>
                <a:lnTo>
                  <a:pt x="0" y="0"/>
                </a:lnTo>
                <a:lnTo>
                  <a:pt x="0" y="136866"/>
                </a:lnTo>
                <a:close/>
                <a:moveTo>
                  <a:pt x="308646" y="115917"/>
                </a:moveTo>
                <a:lnTo>
                  <a:pt x="20949" y="115917"/>
                </a:lnTo>
                <a:lnTo>
                  <a:pt x="20949" y="20949"/>
                </a:lnTo>
                <a:lnTo>
                  <a:pt x="308646" y="20949"/>
                </a:lnTo>
                <a:lnTo>
                  <a:pt x="308646" y="115917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Verification:true/false">
            <a:extLst xmlns:a="http://schemas.openxmlformats.org/drawingml/2006/main">
              <a:ext uri="{FF2B5EF4-FFF2-40B4-BE49-F238E27FC236}">
                <a16:creationId xmlns:a16="http://schemas.microsoft.com/office/drawing/2014/main" id="{8BC10195-4D9B-47AD-835C-005F1658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651" y="5266106"/>
            <a:ext cx="1527965" cy="121319"/>
          </a:xfrm>
          <a:custGeom xmlns:a="http://schemas.openxmlformats.org/drawingml/2006/main">
            <a:pathLst>
              <a:path w="1527965" h="121319">
                <a:moveTo>
                  <a:pt x="78776" y="17376"/>
                </a:moveTo>
                <a:cubicBezTo>
                  <a:pt x="75971" y="21586"/>
                  <a:pt x="73687" y="25999"/>
                  <a:pt x="71923" y="30616"/>
                </a:cubicBezTo>
                <a:lnTo>
                  <a:pt x="66766" y="45484"/>
                </a:lnTo>
                <a:lnTo>
                  <a:pt x="48514" y="94844"/>
                </a:lnTo>
                <a:cubicBezTo>
                  <a:pt x="46388" y="100637"/>
                  <a:pt x="43900" y="106295"/>
                  <a:pt x="41050" y="111818"/>
                </a:cubicBezTo>
                <a:cubicBezTo>
                  <a:pt x="39603" y="114533"/>
                  <a:pt x="37567" y="115891"/>
                  <a:pt x="34944" y="115891"/>
                </a:cubicBezTo>
                <a:cubicBezTo>
                  <a:pt x="31461" y="115891"/>
                  <a:pt x="29018" y="114127"/>
                  <a:pt x="27616" y="110598"/>
                </a:cubicBezTo>
                <a:cubicBezTo>
                  <a:pt x="22142" y="96839"/>
                  <a:pt x="16058" y="77036"/>
                  <a:pt x="9364" y="51190"/>
                </a:cubicBezTo>
                <a:lnTo>
                  <a:pt x="4003" y="32518"/>
                </a:lnTo>
                <a:cubicBezTo>
                  <a:pt x="1334" y="23104"/>
                  <a:pt x="0" y="16947"/>
                  <a:pt x="0" y="14050"/>
                </a:cubicBezTo>
                <a:cubicBezTo>
                  <a:pt x="0" y="12013"/>
                  <a:pt x="724" y="10338"/>
                  <a:pt x="2171" y="9026"/>
                </a:cubicBezTo>
                <a:cubicBezTo>
                  <a:pt x="3483" y="7804"/>
                  <a:pt x="5066" y="7192"/>
                  <a:pt x="6921" y="7192"/>
                </a:cubicBezTo>
                <a:cubicBezTo>
                  <a:pt x="10359" y="7192"/>
                  <a:pt x="12575" y="9048"/>
                  <a:pt x="13570" y="12760"/>
                </a:cubicBezTo>
                <a:lnTo>
                  <a:pt x="16081" y="24575"/>
                </a:lnTo>
                <a:lnTo>
                  <a:pt x="22595" y="47660"/>
                </a:lnTo>
                <a:cubicBezTo>
                  <a:pt x="26937" y="64497"/>
                  <a:pt x="31167" y="79003"/>
                  <a:pt x="35283" y="91180"/>
                </a:cubicBezTo>
                <a:lnTo>
                  <a:pt x="35690" y="90094"/>
                </a:lnTo>
                <a:lnTo>
                  <a:pt x="53874" y="40800"/>
                </a:lnTo>
                <a:lnTo>
                  <a:pt x="59642" y="24166"/>
                </a:lnTo>
                <a:cubicBezTo>
                  <a:pt x="62220" y="17467"/>
                  <a:pt x="64957" y="12398"/>
                  <a:pt x="67852" y="8959"/>
                </a:cubicBezTo>
                <a:cubicBezTo>
                  <a:pt x="69345" y="7148"/>
                  <a:pt x="71109" y="6242"/>
                  <a:pt x="73144" y="6242"/>
                </a:cubicBezTo>
                <a:cubicBezTo>
                  <a:pt x="74954" y="6242"/>
                  <a:pt x="76571" y="6933"/>
                  <a:pt x="77996" y="8314"/>
                </a:cubicBezTo>
                <a:cubicBezTo>
                  <a:pt x="79420" y="9694"/>
                  <a:pt x="80133" y="11357"/>
                  <a:pt x="80133" y="13303"/>
                </a:cubicBezTo>
                <a:cubicBezTo>
                  <a:pt x="80133" y="14662"/>
                  <a:pt x="79681" y="16019"/>
                  <a:pt x="78776" y="17376"/>
                </a:cubicBezTo>
                <a:close/>
                <a:moveTo>
                  <a:pt x="122058" y="113584"/>
                </a:moveTo>
                <a:cubicBezTo>
                  <a:pt x="111835" y="113584"/>
                  <a:pt x="103557" y="111026"/>
                  <a:pt x="97224" y="105910"/>
                </a:cubicBezTo>
                <a:cubicBezTo>
                  <a:pt x="90304" y="100250"/>
                  <a:pt x="86843" y="92326"/>
                  <a:pt x="86843" y="82139"/>
                </a:cubicBezTo>
                <a:cubicBezTo>
                  <a:pt x="86843" y="70368"/>
                  <a:pt x="89693" y="60498"/>
                  <a:pt x="95392" y="52530"/>
                </a:cubicBezTo>
                <a:cubicBezTo>
                  <a:pt x="101590" y="43836"/>
                  <a:pt x="109867" y="39490"/>
                  <a:pt x="120226" y="39490"/>
                </a:cubicBezTo>
                <a:cubicBezTo>
                  <a:pt x="127735" y="39490"/>
                  <a:pt x="133864" y="40756"/>
                  <a:pt x="138614" y="43289"/>
                </a:cubicBezTo>
                <a:cubicBezTo>
                  <a:pt x="144449" y="46411"/>
                  <a:pt x="147367" y="51205"/>
                  <a:pt x="147367" y="57674"/>
                </a:cubicBezTo>
                <a:cubicBezTo>
                  <a:pt x="147367" y="62197"/>
                  <a:pt x="144811" y="66314"/>
                  <a:pt x="139700" y="70023"/>
                </a:cubicBezTo>
                <a:cubicBezTo>
                  <a:pt x="137438" y="71651"/>
                  <a:pt x="132643" y="74185"/>
                  <a:pt x="125315" y="77622"/>
                </a:cubicBezTo>
                <a:lnTo>
                  <a:pt x="99396" y="89904"/>
                </a:lnTo>
                <a:cubicBezTo>
                  <a:pt x="101929" y="93658"/>
                  <a:pt x="105084" y="96485"/>
                  <a:pt x="108861" y="98385"/>
                </a:cubicBezTo>
                <a:cubicBezTo>
                  <a:pt x="112638" y="100285"/>
                  <a:pt x="117037" y="101235"/>
                  <a:pt x="122058" y="101235"/>
                </a:cubicBezTo>
                <a:cubicBezTo>
                  <a:pt x="125179" y="101235"/>
                  <a:pt x="128843" y="100647"/>
                  <a:pt x="133050" y="99471"/>
                </a:cubicBezTo>
                <a:cubicBezTo>
                  <a:pt x="138388" y="97978"/>
                  <a:pt x="141826" y="96022"/>
                  <a:pt x="143364" y="93602"/>
                </a:cubicBezTo>
                <a:cubicBezTo>
                  <a:pt x="144902" y="91181"/>
                  <a:pt x="146553" y="89971"/>
                  <a:pt x="148317" y="89971"/>
                </a:cubicBezTo>
                <a:cubicBezTo>
                  <a:pt x="149900" y="89971"/>
                  <a:pt x="151314" y="90573"/>
                  <a:pt x="152558" y="91776"/>
                </a:cubicBezTo>
                <a:cubicBezTo>
                  <a:pt x="153801" y="92977"/>
                  <a:pt x="154423" y="94372"/>
                  <a:pt x="154423" y="95959"/>
                </a:cubicBezTo>
                <a:cubicBezTo>
                  <a:pt x="154423" y="100995"/>
                  <a:pt x="150375" y="105327"/>
                  <a:pt x="142278" y="108957"/>
                </a:cubicBezTo>
                <a:cubicBezTo>
                  <a:pt x="135357" y="112042"/>
                  <a:pt x="128617" y="113584"/>
                  <a:pt x="122058" y="113584"/>
                </a:cubicBezTo>
                <a:moveTo>
                  <a:pt x="120226" y="51703"/>
                </a:moveTo>
                <a:cubicBezTo>
                  <a:pt x="114708" y="51703"/>
                  <a:pt x="110116" y="53840"/>
                  <a:pt x="106452" y="58115"/>
                </a:cubicBezTo>
                <a:cubicBezTo>
                  <a:pt x="102788" y="62390"/>
                  <a:pt x="100052" y="68824"/>
                  <a:pt x="98242" y="77419"/>
                </a:cubicBezTo>
                <a:lnTo>
                  <a:pt x="119073" y="67513"/>
                </a:lnTo>
                <a:cubicBezTo>
                  <a:pt x="127260" y="63532"/>
                  <a:pt x="133095" y="60071"/>
                  <a:pt x="136578" y="57131"/>
                </a:cubicBezTo>
                <a:cubicBezTo>
                  <a:pt x="132688" y="53512"/>
                  <a:pt x="127238" y="51703"/>
                  <a:pt x="120226" y="51703"/>
                </a:cubicBezTo>
                <a:close/>
                <a:moveTo>
                  <a:pt x="219973" y="60185"/>
                </a:moveTo>
                <a:cubicBezTo>
                  <a:pt x="219656" y="65839"/>
                  <a:pt x="217394" y="68666"/>
                  <a:pt x="213188" y="68666"/>
                </a:cubicBezTo>
                <a:cubicBezTo>
                  <a:pt x="209297" y="68666"/>
                  <a:pt x="207352" y="66436"/>
                  <a:pt x="207352" y="61976"/>
                </a:cubicBezTo>
                <a:cubicBezTo>
                  <a:pt x="207352" y="61120"/>
                  <a:pt x="207285" y="59542"/>
                  <a:pt x="207149" y="57244"/>
                </a:cubicBezTo>
                <a:lnTo>
                  <a:pt x="206945" y="51567"/>
                </a:lnTo>
                <a:cubicBezTo>
                  <a:pt x="199798" y="52428"/>
                  <a:pt x="194076" y="54445"/>
                  <a:pt x="189779" y="57619"/>
                </a:cubicBezTo>
                <a:cubicBezTo>
                  <a:pt x="185753" y="60566"/>
                  <a:pt x="182406" y="65009"/>
                  <a:pt x="179737" y="70948"/>
                </a:cubicBezTo>
                <a:lnTo>
                  <a:pt x="179872" y="108209"/>
                </a:lnTo>
                <a:cubicBezTo>
                  <a:pt x="179872" y="112787"/>
                  <a:pt x="177633" y="115077"/>
                  <a:pt x="173155" y="115077"/>
                </a:cubicBezTo>
                <a:cubicBezTo>
                  <a:pt x="169174" y="115077"/>
                  <a:pt x="167184" y="112788"/>
                  <a:pt x="167184" y="108211"/>
                </a:cubicBezTo>
                <a:lnTo>
                  <a:pt x="167184" y="60492"/>
                </a:lnTo>
                <a:cubicBezTo>
                  <a:pt x="167184" y="58996"/>
                  <a:pt x="167241" y="56754"/>
                  <a:pt x="167354" y="53764"/>
                </a:cubicBezTo>
                <a:cubicBezTo>
                  <a:pt x="167467" y="50773"/>
                  <a:pt x="167523" y="48530"/>
                  <a:pt x="167523" y="47034"/>
                </a:cubicBezTo>
                <a:cubicBezTo>
                  <a:pt x="167523" y="42457"/>
                  <a:pt x="169514" y="40168"/>
                  <a:pt x="173494" y="40168"/>
                </a:cubicBezTo>
                <a:cubicBezTo>
                  <a:pt x="177927" y="40168"/>
                  <a:pt x="180166" y="43923"/>
                  <a:pt x="180212" y="51432"/>
                </a:cubicBezTo>
                <a:cubicBezTo>
                  <a:pt x="188897" y="43018"/>
                  <a:pt x="198532" y="38811"/>
                  <a:pt x="209117" y="38811"/>
                </a:cubicBezTo>
                <a:cubicBezTo>
                  <a:pt x="212781" y="38811"/>
                  <a:pt x="215517" y="40191"/>
                  <a:pt x="217327" y="42950"/>
                </a:cubicBezTo>
                <a:cubicBezTo>
                  <a:pt x="219136" y="45709"/>
                  <a:pt x="220041" y="49871"/>
                  <a:pt x="220041" y="55435"/>
                </a:cubicBezTo>
                <a:cubicBezTo>
                  <a:pt x="220041" y="57787"/>
                  <a:pt x="220018" y="59370"/>
                  <a:pt x="219973" y="60185"/>
                </a:cubicBezTo>
                <a:close/>
                <a:moveTo>
                  <a:pt x="247179" y="24562"/>
                </a:moveTo>
                <a:cubicBezTo>
                  <a:pt x="245008" y="24562"/>
                  <a:pt x="243131" y="23793"/>
                  <a:pt x="241547" y="22255"/>
                </a:cubicBezTo>
                <a:cubicBezTo>
                  <a:pt x="239964" y="20717"/>
                  <a:pt x="239173" y="18863"/>
                  <a:pt x="239173" y="16692"/>
                </a:cubicBezTo>
                <a:cubicBezTo>
                  <a:pt x="239173" y="14520"/>
                  <a:pt x="239964" y="12666"/>
                  <a:pt x="241547" y="11128"/>
                </a:cubicBezTo>
                <a:cubicBezTo>
                  <a:pt x="243131" y="9590"/>
                  <a:pt x="245008" y="8821"/>
                  <a:pt x="247179" y="8821"/>
                </a:cubicBezTo>
                <a:cubicBezTo>
                  <a:pt x="249350" y="8821"/>
                  <a:pt x="251216" y="9590"/>
                  <a:pt x="252777" y="11128"/>
                </a:cubicBezTo>
                <a:cubicBezTo>
                  <a:pt x="254337" y="12666"/>
                  <a:pt x="255118" y="14520"/>
                  <a:pt x="255118" y="16692"/>
                </a:cubicBezTo>
                <a:cubicBezTo>
                  <a:pt x="255118" y="18863"/>
                  <a:pt x="254337" y="20717"/>
                  <a:pt x="252777" y="22255"/>
                </a:cubicBezTo>
                <a:cubicBezTo>
                  <a:pt x="251216" y="23793"/>
                  <a:pt x="249350" y="24562"/>
                  <a:pt x="247179" y="24562"/>
                </a:cubicBezTo>
                <a:moveTo>
                  <a:pt x="250232" y="79696"/>
                </a:moveTo>
                <a:cubicBezTo>
                  <a:pt x="250232" y="82413"/>
                  <a:pt x="250312" y="86477"/>
                  <a:pt x="250470" y="91888"/>
                </a:cubicBezTo>
                <a:cubicBezTo>
                  <a:pt x="250628" y="97298"/>
                  <a:pt x="250707" y="101361"/>
                  <a:pt x="250707" y="104078"/>
                </a:cubicBezTo>
                <a:cubicBezTo>
                  <a:pt x="250707" y="106070"/>
                  <a:pt x="250097" y="107700"/>
                  <a:pt x="248875" y="108968"/>
                </a:cubicBezTo>
                <a:cubicBezTo>
                  <a:pt x="247654" y="110236"/>
                  <a:pt x="246048" y="110870"/>
                  <a:pt x="244058" y="110870"/>
                </a:cubicBezTo>
                <a:cubicBezTo>
                  <a:pt x="242113" y="110870"/>
                  <a:pt x="240518" y="110236"/>
                  <a:pt x="239274" y="108968"/>
                </a:cubicBezTo>
                <a:cubicBezTo>
                  <a:pt x="238030" y="107700"/>
                  <a:pt x="237408" y="106070"/>
                  <a:pt x="237408" y="104078"/>
                </a:cubicBezTo>
                <a:cubicBezTo>
                  <a:pt x="237408" y="101361"/>
                  <a:pt x="237329" y="97298"/>
                  <a:pt x="237171" y="91888"/>
                </a:cubicBezTo>
                <a:cubicBezTo>
                  <a:pt x="237013" y="86477"/>
                  <a:pt x="236933" y="82413"/>
                  <a:pt x="236933" y="79696"/>
                </a:cubicBezTo>
                <a:cubicBezTo>
                  <a:pt x="236933" y="75440"/>
                  <a:pt x="237160" y="70131"/>
                  <a:pt x="237612" y="63770"/>
                </a:cubicBezTo>
                <a:cubicBezTo>
                  <a:pt x="238064" y="57408"/>
                  <a:pt x="238290" y="52098"/>
                  <a:pt x="238290" y="47842"/>
                </a:cubicBezTo>
                <a:cubicBezTo>
                  <a:pt x="238290" y="45805"/>
                  <a:pt x="238912" y="44152"/>
                  <a:pt x="240156" y="42884"/>
                </a:cubicBezTo>
                <a:cubicBezTo>
                  <a:pt x="241400" y="41616"/>
                  <a:pt x="242995" y="40982"/>
                  <a:pt x="244940" y="40982"/>
                </a:cubicBezTo>
                <a:cubicBezTo>
                  <a:pt x="246885" y="40982"/>
                  <a:pt x="248480" y="41616"/>
                  <a:pt x="249723" y="42884"/>
                </a:cubicBezTo>
                <a:cubicBezTo>
                  <a:pt x="250967" y="44152"/>
                  <a:pt x="251589" y="45805"/>
                  <a:pt x="251589" y="47842"/>
                </a:cubicBezTo>
                <a:cubicBezTo>
                  <a:pt x="251589" y="52098"/>
                  <a:pt x="251363" y="57408"/>
                  <a:pt x="250911" y="63770"/>
                </a:cubicBezTo>
                <a:cubicBezTo>
                  <a:pt x="250459" y="70131"/>
                  <a:pt x="250232" y="75440"/>
                  <a:pt x="250232" y="79696"/>
                </a:cubicBezTo>
                <a:close/>
                <a:moveTo>
                  <a:pt x="318921" y="15063"/>
                </a:moveTo>
                <a:cubicBezTo>
                  <a:pt x="307974" y="15063"/>
                  <a:pt x="301845" y="22624"/>
                  <a:pt x="300533" y="37747"/>
                </a:cubicBezTo>
                <a:lnTo>
                  <a:pt x="300329" y="41932"/>
                </a:lnTo>
                <a:cubicBezTo>
                  <a:pt x="308019" y="41390"/>
                  <a:pt x="312995" y="41118"/>
                  <a:pt x="315257" y="41118"/>
                </a:cubicBezTo>
                <a:cubicBezTo>
                  <a:pt x="322449" y="41118"/>
                  <a:pt x="326045" y="43391"/>
                  <a:pt x="326045" y="47935"/>
                </a:cubicBezTo>
                <a:cubicBezTo>
                  <a:pt x="326045" y="51254"/>
                  <a:pt x="324281" y="53232"/>
                  <a:pt x="320753" y="53868"/>
                </a:cubicBezTo>
                <a:cubicBezTo>
                  <a:pt x="319215" y="54141"/>
                  <a:pt x="317417" y="54243"/>
                  <a:pt x="315358" y="54175"/>
                </a:cubicBezTo>
                <a:cubicBezTo>
                  <a:pt x="313300" y="54108"/>
                  <a:pt x="308087" y="54414"/>
                  <a:pt x="299719" y="55096"/>
                </a:cubicBezTo>
                <a:lnTo>
                  <a:pt x="299176" y="70581"/>
                </a:lnTo>
                <a:cubicBezTo>
                  <a:pt x="299176" y="73389"/>
                  <a:pt x="299266" y="77601"/>
                  <a:pt x="299447" y="83216"/>
                </a:cubicBezTo>
                <a:cubicBezTo>
                  <a:pt x="299628" y="88831"/>
                  <a:pt x="299719" y="93019"/>
                  <a:pt x="299719" y="95781"/>
                </a:cubicBezTo>
                <a:cubicBezTo>
                  <a:pt x="299719" y="104384"/>
                  <a:pt x="299221" y="111085"/>
                  <a:pt x="298226" y="115884"/>
                </a:cubicBezTo>
                <a:cubicBezTo>
                  <a:pt x="297457" y="119507"/>
                  <a:pt x="295353" y="121319"/>
                  <a:pt x="291916" y="121319"/>
                </a:cubicBezTo>
                <a:cubicBezTo>
                  <a:pt x="290061" y="121319"/>
                  <a:pt x="288478" y="120719"/>
                  <a:pt x="287166" y="119519"/>
                </a:cubicBezTo>
                <a:cubicBezTo>
                  <a:pt x="285854" y="118319"/>
                  <a:pt x="285198" y="116813"/>
                  <a:pt x="285198" y="115002"/>
                </a:cubicBezTo>
                <a:cubicBezTo>
                  <a:pt x="285198" y="114641"/>
                  <a:pt x="285244" y="114187"/>
                  <a:pt x="285334" y="113643"/>
                </a:cubicBezTo>
                <a:cubicBezTo>
                  <a:pt x="286284" y="107757"/>
                  <a:pt x="286759" y="101350"/>
                  <a:pt x="286759" y="94422"/>
                </a:cubicBezTo>
                <a:lnTo>
                  <a:pt x="286555" y="75879"/>
                </a:lnTo>
                <a:lnTo>
                  <a:pt x="286555" y="56181"/>
                </a:lnTo>
                <a:cubicBezTo>
                  <a:pt x="280901" y="56634"/>
                  <a:pt x="277327" y="56860"/>
                  <a:pt x="275835" y="56860"/>
                </a:cubicBezTo>
                <a:cubicBezTo>
                  <a:pt x="271266" y="56860"/>
                  <a:pt x="268982" y="54666"/>
                  <a:pt x="268982" y="50278"/>
                </a:cubicBezTo>
                <a:cubicBezTo>
                  <a:pt x="268982" y="45800"/>
                  <a:pt x="272940" y="43448"/>
                  <a:pt x="280856" y="43222"/>
                </a:cubicBezTo>
                <a:lnTo>
                  <a:pt x="287370" y="43018"/>
                </a:lnTo>
                <a:cubicBezTo>
                  <a:pt x="287505" y="40485"/>
                  <a:pt x="287845" y="37047"/>
                  <a:pt x="288387" y="32705"/>
                </a:cubicBezTo>
                <a:cubicBezTo>
                  <a:pt x="289563" y="22662"/>
                  <a:pt x="292097" y="15267"/>
                  <a:pt x="295987" y="10517"/>
                </a:cubicBezTo>
                <a:cubicBezTo>
                  <a:pt x="300691" y="4772"/>
                  <a:pt x="308042" y="1900"/>
                  <a:pt x="318039" y="1900"/>
                </a:cubicBezTo>
                <a:cubicBezTo>
                  <a:pt x="324507" y="1900"/>
                  <a:pt x="327741" y="4105"/>
                  <a:pt x="327741" y="8515"/>
                </a:cubicBezTo>
                <a:cubicBezTo>
                  <a:pt x="327741" y="12881"/>
                  <a:pt x="324801" y="15063"/>
                  <a:pt x="318921" y="15063"/>
                </a:cubicBezTo>
                <a:close/>
                <a:moveTo>
                  <a:pt x="357510" y="24562"/>
                </a:moveTo>
                <a:cubicBezTo>
                  <a:pt x="355338" y="24562"/>
                  <a:pt x="353461" y="23793"/>
                  <a:pt x="351878" y="22255"/>
                </a:cubicBezTo>
                <a:cubicBezTo>
                  <a:pt x="350295" y="20717"/>
                  <a:pt x="349503" y="18863"/>
                  <a:pt x="349503" y="16692"/>
                </a:cubicBezTo>
                <a:cubicBezTo>
                  <a:pt x="349503" y="14520"/>
                  <a:pt x="350295" y="12666"/>
                  <a:pt x="351878" y="11128"/>
                </a:cubicBezTo>
                <a:cubicBezTo>
                  <a:pt x="353461" y="9590"/>
                  <a:pt x="355338" y="8821"/>
                  <a:pt x="357510" y="8821"/>
                </a:cubicBezTo>
                <a:cubicBezTo>
                  <a:pt x="359681" y="8821"/>
                  <a:pt x="361547" y="9590"/>
                  <a:pt x="363107" y="11128"/>
                </a:cubicBezTo>
                <a:cubicBezTo>
                  <a:pt x="364668" y="12666"/>
                  <a:pt x="365448" y="14520"/>
                  <a:pt x="365448" y="16692"/>
                </a:cubicBezTo>
                <a:cubicBezTo>
                  <a:pt x="365448" y="18863"/>
                  <a:pt x="364668" y="20717"/>
                  <a:pt x="363107" y="22255"/>
                </a:cubicBezTo>
                <a:cubicBezTo>
                  <a:pt x="361547" y="23793"/>
                  <a:pt x="359681" y="24562"/>
                  <a:pt x="357510" y="24562"/>
                </a:cubicBezTo>
                <a:moveTo>
                  <a:pt x="360563" y="79696"/>
                </a:moveTo>
                <a:cubicBezTo>
                  <a:pt x="360563" y="82413"/>
                  <a:pt x="360642" y="86477"/>
                  <a:pt x="360801" y="91888"/>
                </a:cubicBezTo>
                <a:cubicBezTo>
                  <a:pt x="360959" y="97298"/>
                  <a:pt x="361038" y="101361"/>
                  <a:pt x="361038" y="104078"/>
                </a:cubicBezTo>
                <a:cubicBezTo>
                  <a:pt x="361038" y="106070"/>
                  <a:pt x="360427" y="107700"/>
                  <a:pt x="359206" y="108968"/>
                </a:cubicBezTo>
                <a:cubicBezTo>
                  <a:pt x="357985" y="110236"/>
                  <a:pt x="356379" y="110870"/>
                  <a:pt x="354389" y="110870"/>
                </a:cubicBezTo>
                <a:cubicBezTo>
                  <a:pt x="352443" y="110870"/>
                  <a:pt x="350849" y="110236"/>
                  <a:pt x="349605" y="108968"/>
                </a:cubicBezTo>
                <a:cubicBezTo>
                  <a:pt x="348361" y="107700"/>
                  <a:pt x="347739" y="106070"/>
                  <a:pt x="347739" y="104078"/>
                </a:cubicBezTo>
                <a:cubicBezTo>
                  <a:pt x="347739" y="101361"/>
                  <a:pt x="347660" y="97298"/>
                  <a:pt x="347502" y="91888"/>
                </a:cubicBezTo>
                <a:cubicBezTo>
                  <a:pt x="347343" y="86477"/>
                  <a:pt x="347264" y="82413"/>
                  <a:pt x="347264" y="79696"/>
                </a:cubicBezTo>
                <a:cubicBezTo>
                  <a:pt x="347264" y="75440"/>
                  <a:pt x="347490" y="70131"/>
                  <a:pt x="347943" y="63770"/>
                </a:cubicBezTo>
                <a:cubicBezTo>
                  <a:pt x="348395" y="57408"/>
                  <a:pt x="348621" y="52098"/>
                  <a:pt x="348621" y="47842"/>
                </a:cubicBezTo>
                <a:cubicBezTo>
                  <a:pt x="348621" y="45805"/>
                  <a:pt x="349243" y="44152"/>
                  <a:pt x="350487" y="42884"/>
                </a:cubicBezTo>
                <a:cubicBezTo>
                  <a:pt x="351731" y="41616"/>
                  <a:pt x="353325" y="40982"/>
                  <a:pt x="355271" y="40982"/>
                </a:cubicBezTo>
                <a:cubicBezTo>
                  <a:pt x="357216" y="40982"/>
                  <a:pt x="358810" y="41616"/>
                  <a:pt x="360054" y="42884"/>
                </a:cubicBezTo>
                <a:cubicBezTo>
                  <a:pt x="361298" y="44152"/>
                  <a:pt x="361920" y="45805"/>
                  <a:pt x="361920" y="47842"/>
                </a:cubicBezTo>
                <a:cubicBezTo>
                  <a:pt x="361920" y="52098"/>
                  <a:pt x="361694" y="57408"/>
                  <a:pt x="361242" y="63770"/>
                </a:cubicBezTo>
                <a:cubicBezTo>
                  <a:pt x="360789" y="70131"/>
                  <a:pt x="360563" y="75440"/>
                  <a:pt x="360563" y="79696"/>
                </a:cubicBezTo>
                <a:close/>
                <a:moveTo>
                  <a:pt x="414323" y="114805"/>
                </a:moveTo>
                <a:cubicBezTo>
                  <a:pt x="405050" y="114805"/>
                  <a:pt x="397315" y="111996"/>
                  <a:pt x="391118" y="106377"/>
                </a:cubicBezTo>
                <a:cubicBezTo>
                  <a:pt x="384604" y="100486"/>
                  <a:pt x="381347" y="92714"/>
                  <a:pt x="381347" y="83061"/>
                </a:cubicBezTo>
                <a:cubicBezTo>
                  <a:pt x="381347" y="73863"/>
                  <a:pt x="384400" y="64370"/>
                  <a:pt x="390507" y="54583"/>
                </a:cubicBezTo>
                <a:cubicBezTo>
                  <a:pt x="397292" y="43706"/>
                  <a:pt x="404937" y="38268"/>
                  <a:pt x="413441" y="38268"/>
                </a:cubicBezTo>
                <a:cubicBezTo>
                  <a:pt x="417874" y="38268"/>
                  <a:pt x="422827" y="39312"/>
                  <a:pt x="428300" y="41400"/>
                </a:cubicBezTo>
                <a:cubicBezTo>
                  <a:pt x="435221" y="44079"/>
                  <a:pt x="438682" y="47347"/>
                  <a:pt x="438682" y="51205"/>
                </a:cubicBezTo>
                <a:cubicBezTo>
                  <a:pt x="438682" y="52929"/>
                  <a:pt x="438116" y="54462"/>
                  <a:pt x="436986" y="55802"/>
                </a:cubicBezTo>
                <a:cubicBezTo>
                  <a:pt x="435855" y="57140"/>
                  <a:pt x="434452" y="57810"/>
                  <a:pt x="432779" y="57810"/>
                </a:cubicBezTo>
                <a:cubicBezTo>
                  <a:pt x="431467" y="57810"/>
                  <a:pt x="430325" y="57410"/>
                  <a:pt x="429352" y="56612"/>
                </a:cubicBezTo>
                <a:cubicBezTo>
                  <a:pt x="428380" y="55812"/>
                  <a:pt x="427441" y="55023"/>
                  <a:pt x="426536" y="54245"/>
                </a:cubicBezTo>
                <a:cubicBezTo>
                  <a:pt x="423868" y="52098"/>
                  <a:pt x="419502" y="51025"/>
                  <a:pt x="413441" y="51025"/>
                </a:cubicBezTo>
                <a:cubicBezTo>
                  <a:pt x="408827" y="51025"/>
                  <a:pt x="404258" y="55152"/>
                  <a:pt x="399735" y="63407"/>
                </a:cubicBezTo>
                <a:cubicBezTo>
                  <a:pt x="395619" y="70981"/>
                  <a:pt x="393560" y="77535"/>
                  <a:pt x="393560" y="83068"/>
                </a:cubicBezTo>
                <a:cubicBezTo>
                  <a:pt x="393560" y="89054"/>
                  <a:pt x="395596" y="93771"/>
                  <a:pt x="399667" y="97219"/>
                </a:cubicBezTo>
                <a:cubicBezTo>
                  <a:pt x="403467" y="100439"/>
                  <a:pt x="408352" y="102049"/>
                  <a:pt x="414323" y="102049"/>
                </a:cubicBezTo>
                <a:cubicBezTo>
                  <a:pt x="417037" y="102049"/>
                  <a:pt x="419932" y="101325"/>
                  <a:pt x="423008" y="99878"/>
                </a:cubicBezTo>
                <a:lnTo>
                  <a:pt x="430879" y="95671"/>
                </a:lnTo>
                <a:cubicBezTo>
                  <a:pt x="432236" y="94947"/>
                  <a:pt x="433208" y="94585"/>
                  <a:pt x="433796" y="94585"/>
                </a:cubicBezTo>
                <a:cubicBezTo>
                  <a:pt x="435470" y="94585"/>
                  <a:pt x="436918" y="95253"/>
                  <a:pt x="438139" y="96587"/>
                </a:cubicBezTo>
                <a:cubicBezTo>
                  <a:pt x="439360" y="97921"/>
                  <a:pt x="439971" y="99448"/>
                  <a:pt x="439971" y="101167"/>
                </a:cubicBezTo>
                <a:cubicBezTo>
                  <a:pt x="439971" y="104469"/>
                  <a:pt x="436488" y="107658"/>
                  <a:pt x="429522" y="110734"/>
                </a:cubicBezTo>
                <a:cubicBezTo>
                  <a:pt x="423415" y="113448"/>
                  <a:pt x="418349" y="114805"/>
                  <a:pt x="414323" y="114805"/>
                </a:cubicBezTo>
                <a:close/>
                <a:moveTo>
                  <a:pt x="508570" y="114941"/>
                </a:moveTo>
                <a:cubicBezTo>
                  <a:pt x="507711" y="114941"/>
                  <a:pt x="506150" y="113937"/>
                  <a:pt x="503889" y="111930"/>
                </a:cubicBezTo>
                <a:cubicBezTo>
                  <a:pt x="501853" y="110060"/>
                  <a:pt x="500338" y="108395"/>
                  <a:pt x="499343" y="106934"/>
                </a:cubicBezTo>
                <a:cubicBezTo>
                  <a:pt x="495000" y="109309"/>
                  <a:pt x="491178" y="111102"/>
                  <a:pt x="487876" y="112312"/>
                </a:cubicBezTo>
                <a:cubicBezTo>
                  <a:pt x="484573" y="113522"/>
                  <a:pt x="481814" y="114127"/>
                  <a:pt x="479598" y="114127"/>
                </a:cubicBezTo>
                <a:cubicBezTo>
                  <a:pt x="469013" y="114127"/>
                  <a:pt x="461300" y="111141"/>
                  <a:pt x="456460" y="105170"/>
                </a:cubicBezTo>
                <a:cubicBezTo>
                  <a:pt x="451892" y="99561"/>
                  <a:pt x="449607" y="90967"/>
                  <a:pt x="449607" y="79387"/>
                </a:cubicBezTo>
                <a:cubicBezTo>
                  <a:pt x="449607" y="68440"/>
                  <a:pt x="453373" y="59076"/>
                  <a:pt x="460905" y="51296"/>
                </a:cubicBezTo>
                <a:cubicBezTo>
                  <a:pt x="468436" y="43516"/>
                  <a:pt x="477426" y="39625"/>
                  <a:pt x="487876" y="39625"/>
                </a:cubicBezTo>
                <a:cubicBezTo>
                  <a:pt x="491811" y="39625"/>
                  <a:pt x="496221" y="40643"/>
                  <a:pt x="501107" y="42679"/>
                </a:cubicBezTo>
                <a:cubicBezTo>
                  <a:pt x="507259" y="45212"/>
                  <a:pt x="510335" y="48265"/>
                  <a:pt x="510335" y="51839"/>
                </a:cubicBezTo>
                <a:cubicBezTo>
                  <a:pt x="510335" y="53060"/>
                  <a:pt x="509882" y="54146"/>
                  <a:pt x="508978" y="55096"/>
                </a:cubicBezTo>
                <a:cubicBezTo>
                  <a:pt x="508525" y="56815"/>
                  <a:pt x="508175" y="59642"/>
                  <a:pt x="507926" y="63577"/>
                </a:cubicBezTo>
                <a:cubicBezTo>
                  <a:pt x="507677" y="67513"/>
                  <a:pt x="507530" y="72556"/>
                  <a:pt x="507485" y="78708"/>
                </a:cubicBezTo>
                <a:cubicBezTo>
                  <a:pt x="507440" y="84317"/>
                  <a:pt x="507824" y="88750"/>
                  <a:pt x="508638" y="92007"/>
                </a:cubicBezTo>
                <a:cubicBezTo>
                  <a:pt x="509091" y="93997"/>
                  <a:pt x="510515" y="97978"/>
                  <a:pt x="512913" y="103949"/>
                </a:cubicBezTo>
                <a:cubicBezTo>
                  <a:pt x="513230" y="104763"/>
                  <a:pt x="513750" y="105962"/>
                  <a:pt x="514474" y="107545"/>
                </a:cubicBezTo>
                <a:lnTo>
                  <a:pt x="514881" y="108699"/>
                </a:lnTo>
                <a:cubicBezTo>
                  <a:pt x="514881" y="110508"/>
                  <a:pt x="514247" y="112001"/>
                  <a:pt x="512981" y="113177"/>
                </a:cubicBezTo>
                <a:cubicBezTo>
                  <a:pt x="511714" y="114353"/>
                  <a:pt x="510244" y="114941"/>
                  <a:pt x="508570" y="114941"/>
                </a:cubicBezTo>
                <a:moveTo>
                  <a:pt x="494457" y="67809"/>
                </a:moveTo>
                <a:cubicBezTo>
                  <a:pt x="494457" y="65869"/>
                  <a:pt x="494582" y="63759"/>
                  <a:pt x="494830" y="61482"/>
                </a:cubicBezTo>
                <a:cubicBezTo>
                  <a:pt x="495079" y="59203"/>
                  <a:pt x="495452" y="56779"/>
                  <a:pt x="495950" y="54207"/>
                </a:cubicBezTo>
                <a:cubicBezTo>
                  <a:pt x="494276" y="53349"/>
                  <a:pt x="492840" y="52717"/>
                  <a:pt x="491641" y="52312"/>
                </a:cubicBezTo>
                <a:cubicBezTo>
                  <a:pt x="490443" y="51906"/>
                  <a:pt x="489481" y="51703"/>
                  <a:pt x="488758" y="51703"/>
                </a:cubicBezTo>
                <a:cubicBezTo>
                  <a:pt x="481746" y="51703"/>
                  <a:pt x="475696" y="54556"/>
                  <a:pt x="470607" y="60263"/>
                </a:cubicBezTo>
                <a:cubicBezTo>
                  <a:pt x="465518" y="65970"/>
                  <a:pt x="462974" y="72545"/>
                  <a:pt x="462974" y="79989"/>
                </a:cubicBezTo>
                <a:cubicBezTo>
                  <a:pt x="462974" y="87387"/>
                  <a:pt x="464286" y="92936"/>
                  <a:pt x="466909" y="96636"/>
                </a:cubicBezTo>
                <a:cubicBezTo>
                  <a:pt x="469533" y="100335"/>
                  <a:pt x="473468" y="102185"/>
                  <a:pt x="478716" y="102185"/>
                </a:cubicBezTo>
                <a:cubicBezTo>
                  <a:pt x="483058" y="102185"/>
                  <a:pt x="486745" y="101395"/>
                  <a:pt x="489775" y="99816"/>
                </a:cubicBezTo>
                <a:cubicBezTo>
                  <a:pt x="491404" y="98960"/>
                  <a:pt x="493688" y="97246"/>
                  <a:pt x="496628" y="94674"/>
                </a:cubicBezTo>
                <a:cubicBezTo>
                  <a:pt x="495181" y="82718"/>
                  <a:pt x="494457" y="73763"/>
                  <a:pt x="494457" y="67809"/>
                </a:cubicBezTo>
                <a:close/>
                <a:moveTo>
                  <a:pt x="572196" y="52712"/>
                </a:moveTo>
                <a:cubicBezTo>
                  <a:pt x="571247" y="52712"/>
                  <a:pt x="570127" y="52667"/>
                  <a:pt x="568838" y="52577"/>
                </a:cubicBezTo>
                <a:cubicBezTo>
                  <a:pt x="567549" y="52485"/>
                  <a:pt x="566429" y="52439"/>
                  <a:pt x="565479" y="52439"/>
                </a:cubicBezTo>
                <a:cubicBezTo>
                  <a:pt x="564439" y="52439"/>
                  <a:pt x="561363" y="52782"/>
                  <a:pt x="556251" y="53467"/>
                </a:cubicBezTo>
                <a:lnTo>
                  <a:pt x="557540" y="93523"/>
                </a:lnTo>
                <a:lnTo>
                  <a:pt x="557608" y="96506"/>
                </a:lnTo>
                <a:lnTo>
                  <a:pt x="557676" y="99963"/>
                </a:lnTo>
                <a:cubicBezTo>
                  <a:pt x="557857" y="109858"/>
                  <a:pt x="555482" y="114805"/>
                  <a:pt x="550552" y="114805"/>
                </a:cubicBezTo>
                <a:cubicBezTo>
                  <a:pt x="548742" y="114805"/>
                  <a:pt x="547170" y="114218"/>
                  <a:pt x="545836" y="113043"/>
                </a:cubicBezTo>
                <a:cubicBezTo>
                  <a:pt x="544502" y="111868"/>
                  <a:pt x="543834" y="110400"/>
                  <a:pt x="543834" y="108637"/>
                </a:cubicBezTo>
                <a:cubicBezTo>
                  <a:pt x="543834" y="106921"/>
                  <a:pt x="543902" y="104346"/>
                  <a:pt x="544038" y="100913"/>
                </a:cubicBezTo>
                <a:cubicBezTo>
                  <a:pt x="544174" y="97478"/>
                  <a:pt x="544242" y="94901"/>
                  <a:pt x="544242" y="93184"/>
                </a:cubicBezTo>
                <a:lnTo>
                  <a:pt x="542885" y="53603"/>
                </a:lnTo>
                <a:cubicBezTo>
                  <a:pt x="539582" y="53467"/>
                  <a:pt x="534561" y="53081"/>
                  <a:pt x="527821" y="52443"/>
                </a:cubicBezTo>
                <a:cubicBezTo>
                  <a:pt x="523796" y="51897"/>
                  <a:pt x="521783" y="49648"/>
                  <a:pt x="521783" y="45694"/>
                </a:cubicBezTo>
                <a:cubicBezTo>
                  <a:pt x="521783" y="43694"/>
                  <a:pt x="522393" y="42036"/>
                  <a:pt x="523615" y="40720"/>
                </a:cubicBezTo>
                <a:cubicBezTo>
                  <a:pt x="524836" y="39402"/>
                  <a:pt x="526397" y="38743"/>
                  <a:pt x="528296" y="38743"/>
                </a:cubicBezTo>
                <a:lnTo>
                  <a:pt x="542545" y="39897"/>
                </a:lnTo>
                <a:cubicBezTo>
                  <a:pt x="542545" y="37583"/>
                  <a:pt x="542443" y="34487"/>
                  <a:pt x="542240" y="30610"/>
                </a:cubicBezTo>
                <a:cubicBezTo>
                  <a:pt x="542036" y="26731"/>
                  <a:pt x="541935" y="23930"/>
                  <a:pt x="541935" y="22207"/>
                </a:cubicBezTo>
                <a:cubicBezTo>
                  <a:pt x="541935" y="20301"/>
                  <a:pt x="542590" y="18725"/>
                  <a:pt x="543902" y="17478"/>
                </a:cubicBezTo>
                <a:cubicBezTo>
                  <a:pt x="545214" y="16230"/>
                  <a:pt x="546820" y="15606"/>
                  <a:pt x="548720" y="15606"/>
                </a:cubicBezTo>
                <a:cubicBezTo>
                  <a:pt x="552791" y="15606"/>
                  <a:pt x="555166" y="18931"/>
                  <a:pt x="555844" y="25580"/>
                </a:cubicBezTo>
                <a:cubicBezTo>
                  <a:pt x="555980" y="27254"/>
                  <a:pt x="556048" y="29267"/>
                  <a:pt x="556048" y="31619"/>
                </a:cubicBezTo>
                <a:lnTo>
                  <a:pt x="555912" y="35554"/>
                </a:lnTo>
                <a:lnTo>
                  <a:pt x="555844" y="39761"/>
                </a:lnTo>
                <a:cubicBezTo>
                  <a:pt x="561453" y="39037"/>
                  <a:pt x="564665" y="38676"/>
                  <a:pt x="565479" y="38676"/>
                </a:cubicBezTo>
                <a:cubicBezTo>
                  <a:pt x="570184" y="38676"/>
                  <a:pt x="573259" y="38902"/>
                  <a:pt x="574707" y="39354"/>
                </a:cubicBezTo>
                <a:cubicBezTo>
                  <a:pt x="577466" y="40264"/>
                  <a:pt x="578846" y="42410"/>
                  <a:pt x="578846" y="45791"/>
                </a:cubicBezTo>
                <a:cubicBezTo>
                  <a:pt x="578846" y="47802"/>
                  <a:pt x="578224" y="49458"/>
                  <a:pt x="576980" y="50759"/>
                </a:cubicBezTo>
                <a:cubicBezTo>
                  <a:pt x="575736" y="52061"/>
                  <a:pt x="574142" y="52712"/>
                  <a:pt x="572196" y="52712"/>
                </a:cubicBezTo>
                <a:close/>
                <a:moveTo>
                  <a:pt x="605404" y="24562"/>
                </a:moveTo>
                <a:cubicBezTo>
                  <a:pt x="603232" y="24562"/>
                  <a:pt x="601355" y="23793"/>
                  <a:pt x="599772" y="22255"/>
                </a:cubicBezTo>
                <a:cubicBezTo>
                  <a:pt x="598189" y="20717"/>
                  <a:pt x="597397" y="18863"/>
                  <a:pt x="597397" y="16692"/>
                </a:cubicBezTo>
                <a:cubicBezTo>
                  <a:pt x="597397" y="14520"/>
                  <a:pt x="598189" y="12666"/>
                  <a:pt x="599772" y="11128"/>
                </a:cubicBezTo>
                <a:cubicBezTo>
                  <a:pt x="601355" y="9590"/>
                  <a:pt x="603232" y="8821"/>
                  <a:pt x="605404" y="8821"/>
                </a:cubicBezTo>
                <a:cubicBezTo>
                  <a:pt x="607575" y="8821"/>
                  <a:pt x="609441" y="9590"/>
                  <a:pt x="611001" y="11128"/>
                </a:cubicBezTo>
                <a:cubicBezTo>
                  <a:pt x="612562" y="12666"/>
                  <a:pt x="613342" y="14520"/>
                  <a:pt x="613342" y="16692"/>
                </a:cubicBezTo>
                <a:cubicBezTo>
                  <a:pt x="613342" y="18863"/>
                  <a:pt x="612562" y="20717"/>
                  <a:pt x="611001" y="22255"/>
                </a:cubicBezTo>
                <a:cubicBezTo>
                  <a:pt x="609441" y="23793"/>
                  <a:pt x="607575" y="24562"/>
                  <a:pt x="605404" y="24562"/>
                </a:cubicBezTo>
                <a:moveTo>
                  <a:pt x="608457" y="79696"/>
                </a:moveTo>
                <a:cubicBezTo>
                  <a:pt x="608457" y="82413"/>
                  <a:pt x="608536" y="86477"/>
                  <a:pt x="608694" y="91888"/>
                </a:cubicBezTo>
                <a:cubicBezTo>
                  <a:pt x="608853" y="97298"/>
                  <a:pt x="608932" y="101361"/>
                  <a:pt x="608932" y="104078"/>
                </a:cubicBezTo>
                <a:cubicBezTo>
                  <a:pt x="608932" y="106070"/>
                  <a:pt x="608321" y="107700"/>
                  <a:pt x="607100" y="108968"/>
                </a:cubicBezTo>
                <a:cubicBezTo>
                  <a:pt x="605878" y="110236"/>
                  <a:pt x="604273" y="110870"/>
                  <a:pt x="602282" y="110870"/>
                </a:cubicBezTo>
                <a:cubicBezTo>
                  <a:pt x="600337" y="110870"/>
                  <a:pt x="598743" y="110236"/>
                  <a:pt x="597499" y="108968"/>
                </a:cubicBezTo>
                <a:cubicBezTo>
                  <a:pt x="596255" y="107700"/>
                  <a:pt x="595633" y="106070"/>
                  <a:pt x="595633" y="104078"/>
                </a:cubicBezTo>
                <a:cubicBezTo>
                  <a:pt x="595633" y="101361"/>
                  <a:pt x="595554" y="97298"/>
                  <a:pt x="595395" y="91888"/>
                </a:cubicBezTo>
                <a:cubicBezTo>
                  <a:pt x="595237" y="86477"/>
                  <a:pt x="595158" y="82413"/>
                  <a:pt x="595158" y="79696"/>
                </a:cubicBezTo>
                <a:cubicBezTo>
                  <a:pt x="595158" y="75440"/>
                  <a:pt x="595384" y="70131"/>
                  <a:pt x="595836" y="63770"/>
                </a:cubicBezTo>
                <a:cubicBezTo>
                  <a:pt x="596289" y="57408"/>
                  <a:pt x="596515" y="52098"/>
                  <a:pt x="596515" y="47842"/>
                </a:cubicBezTo>
                <a:cubicBezTo>
                  <a:pt x="596515" y="45805"/>
                  <a:pt x="597137" y="44152"/>
                  <a:pt x="598381" y="42884"/>
                </a:cubicBezTo>
                <a:cubicBezTo>
                  <a:pt x="599625" y="41616"/>
                  <a:pt x="601219" y="40982"/>
                  <a:pt x="603164" y="40982"/>
                </a:cubicBezTo>
                <a:cubicBezTo>
                  <a:pt x="605110" y="40982"/>
                  <a:pt x="606704" y="41616"/>
                  <a:pt x="607948" y="42884"/>
                </a:cubicBezTo>
                <a:cubicBezTo>
                  <a:pt x="609192" y="44152"/>
                  <a:pt x="609814" y="45805"/>
                  <a:pt x="609814" y="47842"/>
                </a:cubicBezTo>
                <a:cubicBezTo>
                  <a:pt x="609814" y="52098"/>
                  <a:pt x="609588" y="57408"/>
                  <a:pt x="609135" y="63770"/>
                </a:cubicBezTo>
                <a:cubicBezTo>
                  <a:pt x="608683" y="70131"/>
                  <a:pt x="608457" y="75440"/>
                  <a:pt x="608457" y="79696"/>
                </a:cubicBezTo>
                <a:close/>
                <a:moveTo>
                  <a:pt x="656992" y="114534"/>
                </a:moveTo>
                <a:cubicBezTo>
                  <a:pt x="649393" y="114534"/>
                  <a:pt x="642857" y="111724"/>
                  <a:pt x="637383" y="106105"/>
                </a:cubicBezTo>
                <a:cubicBezTo>
                  <a:pt x="631276" y="99852"/>
                  <a:pt x="628065" y="91445"/>
                  <a:pt x="627748" y="80886"/>
                </a:cubicBezTo>
                <a:cubicBezTo>
                  <a:pt x="627477" y="70644"/>
                  <a:pt x="630055" y="61626"/>
                  <a:pt x="635483" y="53832"/>
                </a:cubicBezTo>
                <a:cubicBezTo>
                  <a:pt x="641816" y="44632"/>
                  <a:pt x="650637" y="40033"/>
                  <a:pt x="661945" y="40033"/>
                </a:cubicBezTo>
                <a:cubicBezTo>
                  <a:pt x="670992" y="40033"/>
                  <a:pt x="677845" y="44179"/>
                  <a:pt x="682505" y="52473"/>
                </a:cubicBezTo>
                <a:cubicBezTo>
                  <a:pt x="686214" y="59179"/>
                  <a:pt x="688001" y="67245"/>
                  <a:pt x="687865" y="76670"/>
                </a:cubicBezTo>
                <a:cubicBezTo>
                  <a:pt x="687729" y="86731"/>
                  <a:pt x="685106" y="95319"/>
                  <a:pt x="679994" y="102435"/>
                </a:cubicBezTo>
                <a:cubicBezTo>
                  <a:pt x="674204" y="110501"/>
                  <a:pt x="666537" y="114534"/>
                  <a:pt x="656992" y="114534"/>
                </a:cubicBezTo>
                <a:moveTo>
                  <a:pt x="661063" y="53874"/>
                </a:moveTo>
                <a:cubicBezTo>
                  <a:pt x="654414" y="53829"/>
                  <a:pt x="649235" y="57000"/>
                  <a:pt x="645525" y="63386"/>
                </a:cubicBezTo>
                <a:cubicBezTo>
                  <a:pt x="642585" y="68506"/>
                  <a:pt x="641115" y="74350"/>
                  <a:pt x="641115" y="80917"/>
                </a:cubicBezTo>
                <a:cubicBezTo>
                  <a:pt x="641115" y="87486"/>
                  <a:pt x="642902" y="92606"/>
                  <a:pt x="646475" y="96275"/>
                </a:cubicBezTo>
                <a:cubicBezTo>
                  <a:pt x="649461" y="99310"/>
                  <a:pt x="652966" y="100828"/>
                  <a:pt x="656992" y="100828"/>
                </a:cubicBezTo>
                <a:cubicBezTo>
                  <a:pt x="661697" y="100828"/>
                  <a:pt x="665745" y="99106"/>
                  <a:pt x="669138" y="95663"/>
                </a:cubicBezTo>
                <a:cubicBezTo>
                  <a:pt x="672983" y="91859"/>
                  <a:pt x="675018" y="86717"/>
                  <a:pt x="675244" y="80239"/>
                </a:cubicBezTo>
                <a:cubicBezTo>
                  <a:pt x="675878" y="62708"/>
                  <a:pt x="671151" y="53920"/>
                  <a:pt x="661063" y="53874"/>
                </a:cubicBezTo>
                <a:close/>
                <a:moveTo>
                  <a:pt x="756911" y="115348"/>
                </a:moveTo>
                <a:cubicBezTo>
                  <a:pt x="753021" y="115348"/>
                  <a:pt x="750827" y="113218"/>
                  <a:pt x="750330" y="108957"/>
                </a:cubicBezTo>
                <a:lnTo>
                  <a:pt x="748430" y="94066"/>
                </a:lnTo>
                <a:cubicBezTo>
                  <a:pt x="747797" y="88762"/>
                  <a:pt x="747480" y="83798"/>
                  <a:pt x="747480" y="79175"/>
                </a:cubicBezTo>
                <a:cubicBezTo>
                  <a:pt x="747480" y="77905"/>
                  <a:pt x="747559" y="75752"/>
                  <a:pt x="747717" y="72716"/>
                </a:cubicBezTo>
                <a:cubicBezTo>
                  <a:pt x="747876" y="69678"/>
                  <a:pt x="747955" y="67525"/>
                  <a:pt x="747955" y="66255"/>
                </a:cubicBezTo>
                <a:cubicBezTo>
                  <a:pt x="747955" y="56463"/>
                  <a:pt x="746146" y="51567"/>
                  <a:pt x="742527" y="51567"/>
                </a:cubicBezTo>
                <a:cubicBezTo>
                  <a:pt x="737461" y="51567"/>
                  <a:pt x="732620" y="54579"/>
                  <a:pt x="728006" y="60602"/>
                </a:cubicBezTo>
                <a:cubicBezTo>
                  <a:pt x="723845" y="66081"/>
                  <a:pt x="720588" y="73009"/>
                  <a:pt x="718236" y="81386"/>
                </a:cubicBezTo>
                <a:cubicBezTo>
                  <a:pt x="718145" y="83153"/>
                  <a:pt x="717942" y="85372"/>
                  <a:pt x="717625" y="88044"/>
                </a:cubicBezTo>
                <a:cubicBezTo>
                  <a:pt x="717354" y="90309"/>
                  <a:pt x="717218" y="92505"/>
                  <a:pt x="717218" y="94632"/>
                </a:cubicBezTo>
                <a:cubicBezTo>
                  <a:pt x="717218" y="95990"/>
                  <a:pt x="717354" y="98028"/>
                  <a:pt x="717625" y="100745"/>
                </a:cubicBezTo>
                <a:cubicBezTo>
                  <a:pt x="717897" y="103462"/>
                  <a:pt x="718032" y="105500"/>
                  <a:pt x="718032" y="106858"/>
                </a:cubicBezTo>
                <a:cubicBezTo>
                  <a:pt x="718032" y="108896"/>
                  <a:pt x="717410" y="110550"/>
                  <a:pt x="716166" y="111818"/>
                </a:cubicBezTo>
                <a:cubicBezTo>
                  <a:pt x="714922" y="113086"/>
                  <a:pt x="713328" y="113720"/>
                  <a:pt x="711383" y="113720"/>
                </a:cubicBezTo>
                <a:cubicBezTo>
                  <a:pt x="709392" y="113720"/>
                  <a:pt x="707787" y="113085"/>
                  <a:pt x="706565" y="111815"/>
                </a:cubicBezTo>
                <a:cubicBezTo>
                  <a:pt x="705344" y="110547"/>
                  <a:pt x="704733" y="108894"/>
                  <a:pt x="704733" y="106854"/>
                </a:cubicBezTo>
                <a:cubicBezTo>
                  <a:pt x="704733" y="105495"/>
                  <a:pt x="704586" y="103457"/>
                  <a:pt x="704292" y="100739"/>
                </a:cubicBezTo>
                <a:cubicBezTo>
                  <a:pt x="703998" y="98019"/>
                  <a:pt x="703851" y="95979"/>
                  <a:pt x="703851" y="94619"/>
                </a:cubicBezTo>
                <a:cubicBezTo>
                  <a:pt x="703851" y="89952"/>
                  <a:pt x="704179" y="83483"/>
                  <a:pt x="704835" y="75214"/>
                </a:cubicBezTo>
                <a:cubicBezTo>
                  <a:pt x="705491" y="66944"/>
                  <a:pt x="705819" y="60476"/>
                  <a:pt x="705819" y="55808"/>
                </a:cubicBezTo>
                <a:cubicBezTo>
                  <a:pt x="705819" y="54358"/>
                  <a:pt x="705740" y="52206"/>
                  <a:pt x="705581" y="49352"/>
                </a:cubicBezTo>
                <a:cubicBezTo>
                  <a:pt x="705423" y="46496"/>
                  <a:pt x="705344" y="44344"/>
                  <a:pt x="705344" y="42895"/>
                </a:cubicBezTo>
                <a:cubicBezTo>
                  <a:pt x="705344" y="40946"/>
                  <a:pt x="705989" y="39348"/>
                  <a:pt x="707278" y="38103"/>
                </a:cubicBezTo>
                <a:cubicBezTo>
                  <a:pt x="708567" y="36856"/>
                  <a:pt x="710161" y="36233"/>
                  <a:pt x="712061" y="36233"/>
                </a:cubicBezTo>
                <a:cubicBezTo>
                  <a:pt x="716223" y="36233"/>
                  <a:pt x="718507" y="39185"/>
                  <a:pt x="718914" y="45090"/>
                </a:cubicBezTo>
                <a:lnTo>
                  <a:pt x="719118" y="53060"/>
                </a:lnTo>
                <a:cubicBezTo>
                  <a:pt x="726717" y="42928"/>
                  <a:pt x="734520" y="37861"/>
                  <a:pt x="742527" y="37861"/>
                </a:cubicBezTo>
                <a:cubicBezTo>
                  <a:pt x="749764" y="37861"/>
                  <a:pt x="754808" y="41056"/>
                  <a:pt x="757658" y="47445"/>
                </a:cubicBezTo>
                <a:cubicBezTo>
                  <a:pt x="759603" y="51704"/>
                  <a:pt x="760666" y="58003"/>
                  <a:pt x="760847" y="66342"/>
                </a:cubicBezTo>
                <a:lnTo>
                  <a:pt x="760847" y="73206"/>
                </a:lnTo>
                <a:lnTo>
                  <a:pt x="760779" y="79527"/>
                </a:lnTo>
                <a:cubicBezTo>
                  <a:pt x="760779" y="83288"/>
                  <a:pt x="761265" y="88149"/>
                  <a:pt x="762238" y="94108"/>
                </a:cubicBezTo>
                <a:cubicBezTo>
                  <a:pt x="763210" y="100067"/>
                  <a:pt x="763697" y="104903"/>
                  <a:pt x="763697" y="108618"/>
                </a:cubicBezTo>
                <a:cubicBezTo>
                  <a:pt x="763697" y="110613"/>
                  <a:pt x="763052" y="112232"/>
                  <a:pt x="761763" y="113478"/>
                </a:cubicBezTo>
                <a:cubicBezTo>
                  <a:pt x="760474" y="114725"/>
                  <a:pt x="758856" y="115348"/>
                  <a:pt x="756911" y="115348"/>
                </a:cubicBezTo>
                <a:close/>
                <a:moveTo>
                  <a:pt x="796849" y="95037"/>
                </a:moveTo>
                <a:cubicBezTo>
                  <a:pt x="796849" y="97080"/>
                  <a:pt x="796194" y="98759"/>
                  <a:pt x="794882" y="100075"/>
                </a:cubicBezTo>
                <a:cubicBezTo>
                  <a:pt x="793570" y="101391"/>
                  <a:pt x="791896" y="102049"/>
                  <a:pt x="789861" y="102049"/>
                </a:cubicBezTo>
                <a:cubicBezTo>
                  <a:pt x="787825" y="102049"/>
                  <a:pt x="786174" y="101391"/>
                  <a:pt x="784908" y="100075"/>
                </a:cubicBezTo>
                <a:cubicBezTo>
                  <a:pt x="783596" y="98759"/>
                  <a:pt x="782940" y="97080"/>
                  <a:pt x="782940" y="95037"/>
                </a:cubicBezTo>
                <a:cubicBezTo>
                  <a:pt x="782940" y="94175"/>
                  <a:pt x="782793" y="92916"/>
                  <a:pt x="782499" y="91261"/>
                </a:cubicBezTo>
                <a:cubicBezTo>
                  <a:pt x="782205" y="89604"/>
                  <a:pt x="782058" y="88367"/>
                  <a:pt x="782058" y="87550"/>
                </a:cubicBezTo>
                <a:cubicBezTo>
                  <a:pt x="782058" y="85644"/>
                  <a:pt x="782770" y="84056"/>
                  <a:pt x="784195" y="82786"/>
                </a:cubicBezTo>
                <a:cubicBezTo>
                  <a:pt x="785620" y="81515"/>
                  <a:pt x="787305" y="80879"/>
                  <a:pt x="789250" y="80879"/>
                </a:cubicBezTo>
                <a:cubicBezTo>
                  <a:pt x="794316" y="80879"/>
                  <a:pt x="796849" y="85599"/>
                  <a:pt x="796849" y="95037"/>
                </a:cubicBezTo>
                <a:moveTo>
                  <a:pt x="795696" y="45529"/>
                </a:moveTo>
                <a:cubicBezTo>
                  <a:pt x="795696" y="47564"/>
                  <a:pt x="795051" y="49238"/>
                  <a:pt x="793762" y="50550"/>
                </a:cubicBezTo>
                <a:cubicBezTo>
                  <a:pt x="792473" y="51861"/>
                  <a:pt x="790811" y="52517"/>
                  <a:pt x="788775" y="52517"/>
                </a:cubicBezTo>
                <a:cubicBezTo>
                  <a:pt x="786740" y="52517"/>
                  <a:pt x="785066" y="51861"/>
                  <a:pt x="783754" y="50550"/>
                </a:cubicBezTo>
                <a:cubicBezTo>
                  <a:pt x="782442" y="49238"/>
                  <a:pt x="781786" y="47564"/>
                  <a:pt x="781786" y="45529"/>
                </a:cubicBezTo>
                <a:cubicBezTo>
                  <a:pt x="781786" y="44986"/>
                  <a:pt x="781685" y="44160"/>
                  <a:pt x="781481" y="43052"/>
                </a:cubicBezTo>
                <a:cubicBezTo>
                  <a:pt x="781277" y="41944"/>
                  <a:pt x="781176" y="41096"/>
                  <a:pt x="781176" y="40508"/>
                </a:cubicBezTo>
                <a:cubicBezTo>
                  <a:pt x="781176" y="38562"/>
                  <a:pt x="781854" y="36957"/>
                  <a:pt x="783211" y="35690"/>
                </a:cubicBezTo>
                <a:cubicBezTo>
                  <a:pt x="784568" y="34423"/>
                  <a:pt x="786242" y="33790"/>
                  <a:pt x="788232" y="33790"/>
                </a:cubicBezTo>
                <a:cubicBezTo>
                  <a:pt x="793208" y="33790"/>
                  <a:pt x="795696" y="37703"/>
                  <a:pt x="795696" y="45529"/>
                </a:cubicBezTo>
                <a:close/>
                <a:moveTo>
                  <a:pt x="907378" y="52712"/>
                </a:moveTo>
                <a:cubicBezTo>
                  <a:pt x="906428" y="52712"/>
                  <a:pt x="905309" y="52667"/>
                  <a:pt x="904019" y="52577"/>
                </a:cubicBezTo>
                <a:cubicBezTo>
                  <a:pt x="902730" y="52485"/>
                  <a:pt x="901611" y="52439"/>
                  <a:pt x="900661" y="52439"/>
                </a:cubicBezTo>
                <a:cubicBezTo>
                  <a:pt x="899620" y="52439"/>
                  <a:pt x="896544" y="52782"/>
                  <a:pt x="891433" y="53467"/>
                </a:cubicBezTo>
                <a:lnTo>
                  <a:pt x="892722" y="93523"/>
                </a:lnTo>
                <a:lnTo>
                  <a:pt x="892790" y="96506"/>
                </a:lnTo>
                <a:lnTo>
                  <a:pt x="892858" y="99963"/>
                </a:lnTo>
                <a:cubicBezTo>
                  <a:pt x="893039" y="109858"/>
                  <a:pt x="890664" y="114805"/>
                  <a:pt x="885733" y="114805"/>
                </a:cubicBezTo>
                <a:cubicBezTo>
                  <a:pt x="883924" y="114805"/>
                  <a:pt x="882352" y="114218"/>
                  <a:pt x="881018" y="113043"/>
                </a:cubicBezTo>
                <a:cubicBezTo>
                  <a:pt x="879683" y="111868"/>
                  <a:pt x="879016" y="110400"/>
                  <a:pt x="879016" y="108637"/>
                </a:cubicBezTo>
                <a:cubicBezTo>
                  <a:pt x="879016" y="106921"/>
                  <a:pt x="879084" y="104346"/>
                  <a:pt x="879220" y="100913"/>
                </a:cubicBezTo>
                <a:cubicBezTo>
                  <a:pt x="879355" y="97478"/>
                  <a:pt x="879423" y="94901"/>
                  <a:pt x="879423" y="93184"/>
                </a:cubicBezTo>
                <a:lnTo>
                  <a:pt x="878066" y="53603"/>
                </a:lnTo>
                <a:cubicBezTo>
                  <a:pt x="874764" y="53467"/>
                  <a:pt x="869743" y="53081"/>
                  <a:pt x="863003" y="52443"/>
                </a:cubicBezTo>
                <a:cubicBezTo>
                  <a:pt x="858977" y="51897"/>
                  <a:pt x="856964" y="49648"/>
                  <a:pt x="856964" y="45694"/>
                </a:cubicBezTo>
                <a:cubicBezTo>
                  <a:pt x="856964" y="43694"/>
                  <a:pt x="857575" y="42036"/>
                  <a:pt x="858796" y="40720"/>
                </a:cubicBezTo>
                <a:cubicBezTo>
                  <a:pt x="860018" y="39402"/>
                  <a:pt x="861578" y="38743"/>
                  <a:pt x="863478" y="38743"/>
                </a:cubicBezTo>
                <a:lnTo>
                  <a:pt x="877727" y="39897"/>
                </a:lnTo>
                <a:cubicBezTo>
                  <a:pt x="877727" y="37583"/>
                  <a:pt x="877625" y="34487"/>
                  <a:pt x="877422" y="30610"/>
                </a:cubicBezTo>
                <a:cubicBezTo>
                  <a:pt x="877218" y="26731"/>
                  <a:pt x="877116" y="23930"/>
                  <a:pt x="877116" y="22207"/>
                </a:cubicBezTo>
                <a:cubicBezTo>
                  <a:pt x="877116" y="20301"/>
                  <a:pt x="877772" y="18725"/>
                  <a:pt x="879084" y="17478"/>
                </a:cubicBezTo>
                <a:cubicBezTo>
                  <a:pt x="880396" y="16230"/>
                  <a:pt x="882002" y="15606"/>
                  <a:pt x="883901" y="15606"/>
                </a:cubicBezTo>
                <a:cubicBezTo>
                  <a:pt x="887972" y="15606"/>
                  <a:pt x="890347" y="18931"/>
                  <a:pt x="891026" y="25580"/>
                </a:cubicBezTo>
                <a:cubicBezTo>
                  <a:pt x="891162" y="27254"/>
                  <a:pt x="891229" y="29267"/>
                  <a:pt x="891229" y="31619"/>
                </a:cubicBezTo>
                <a:lnTo>
                  <a:pt x="891094" y="35554"/>
                </a:lnTo>
                <a:lnTo>
                  <a:pt x="891026" y="39761"/>
                </a:lnTo>
                <a:cubicBezTo>
                  <a:pt x="896635" y="39037"/>
                  <a:pt x="899847" y="38676"/>
                  <a:pt x="900661" y="38676"/>
                </a:cubicBezTo>
                <a:cubicBezTo>
                  <a:pt x="905365" y="38676"/>
                  <a:pt x="908441" y="38902"/>
                  <a:pt x="909889" y="39354"/>
                </a:cubicBezTo>
                <a:cubicBezTo>
                  <a:pt x="912648" y="40264"/>
                  <a:pt x="914028" y="42410"/>
                  <a:pt x="914028" y="45791"/>
                </a:cubicBezTo>
                <a:cubicBezTo>
                  <a:pt x="914028" y="47802"/>
                  <a:pt x="913406" y="49458"/>
                  <a:pt x="912162" y="50759"/>
                </a:cubicBezTo>
                <a:cubicBezTo>
                  <a:pt x="910918" y="52061"/>
                  <a:pt x="909323" y="52712"/>
                  <a:pt x="907378" y="52712"/>
                </a:cubicBezTo>
                <a:close/>
                <a:moveTo>
                  <a:pt x="980413" y="60185"/>
                </a:moveTo>
                <a:cubicBezTo>
                  <a:pt x="980097" y="65839"/>
                  <a:pt x="977835" y="68666"/>
                  <a:pt x="973628" y="68666"/>
                </a:cubicBezTo>
                <a:cubicBezTo>
                  <a:pt x="969738" y="68666"/>
                  <a:pt x="967793" y="66436"/>
                  <a:pt x="967793" y="61976"/>
                </a:cubicBezTo>
                <a:cubicBezTo>
                  <a:pt x="967793" y="61120"/>
                  <a:pt x="967725" y="59542"/>
                  <a:pt x="967589" y="57244"/>
                </a:cubicBezTo>
                <a:lnTo>
                  <a:pt x="967386" y="51567"/>
                </a:lnTo>
                <a:cubicBezTo>
                  <a:pt x="960239" y="52428"/>
                  <a:pt x="954517" y="54445"/>
                  <a:pt x="950219" y="57619"/>
                </a:cubicBezTo>
                <a:cubicBezTo>
                  <a:pt x="946193" y="60566"/>
                  <a:pt x="942846" y="65009"/>
                  <a:pt x="940177" y="70948"/>
                </a:cubicBezTo>
                <a:lnTo>
                  <a:pt x="940313" y="108209"/>
                </a:lnTo>
                <a:cubicBezTo>
                  <a:pt x="940313" y="112787"/>
                  <a:pt x="938074" y="115077"/>
                  <a:pt x="933596" y="115077"/>
                </a:cubicBezTo>
                <a:cubicBezTo>
                  <a:pt x="929615" y="115077"/>
                  <a:pt x="927625" y="112788"/>
                  <a:pt x="927625" y="108211"/>
                </a:cubicBezTo>
                <a:lnTo>
                  <a:pt x="927625" y="60492"/>
                </a:lnTo>
                <a:cubicBezTo>
                  <a:pt x="927625" y="58996"/>
                  <a:pt x="927681" y="56754"/>
                  <a:pt x="927794" y="53764"/>
                </a:cubicBezTo>
                <a:cubicBezTo>
                  <a:pt x="927907" y="50773"/>
                  <a:pt x="927964" y="48530"/>
                  <a:pt x="927964" y="47034"/>
                </a:cubicBezTo>
                <a:cubicBezTo>
                  <a:pt x="927964" y="42457"/>
                  <a:pt x="929954" y="40168"/>
                  <a:pt x="933935" y="40168"/>
                </a:cubicBezTo>
                <a:cubicBezTo>
                  <a:pt x="938368" y="40168"/>
                  <a:pt x="940607" y="43923"/>
                  <a:pt x="940652" y="51432"/>
                </a:cubicBezTo>
                <a:cubicBezTo>
                  <a:pt x="949337" y="43018"/>
                  <a:pt x="958972" y="38811"/>
                  <a:pt x="969557" y="38811"/>
                </a:cubicBezTo>
                <a:cubicBezTo>
                  <a:pt x="973221" y="38811"/>
                  <a:pt x="975958" y="40191"/>
                  <a:pt x="977767" y="42950"/>
                </a:cubicBezTo>
                <a:cubicBezTo>
                  <a:pt x="979576" y="45709"/>
                  <a:pt x="980481" y="49871"/>
                  <a:pt x="980481" y="55435"/>
                </a:cubicBezTo>
                <a:cubicBezTo>
                  <a:pt x="980481" y="57787"/>
                  <a:pt x="980459" y="59370"/>
                  <a:pt x="980413" y="60185"/>
                </a:cubicBezTo>
                <a:close/>
                <a:moveTo>
                  <a:pt x="1050028" y="70837"/>
                </a:moveTo>
                <a:cubicBezTo>
                  <a:pt x="1050028" y="74094"/>
                  <a:pt x="1050050" y="78979"/>
                  <a:pt x="1050096" y="85493"/>
                </a:cubicBezTo>
                <a:cubicBezTo>
                  <a:pt x="1050141" y="92007"/>
                  <a:pt x="1050163" y="96892"/>
                  <a:pt x="1050163" y="100149"/>
                </a:cubicBezTo>
                <a:cubicBezTo>
                  <a:pt x="1050163" y="101144"/>
                  <a:pt x="1050243" y="102660"/>
                  <a:pt x="1050401" y="104695"/>
                </a:cubicBezTo>
                <a:cubicBezTo>
                  <a:pt x="1050559" y="106731"/>
                  <a:pt x="1050638" y="108246"/>
                  <a:pt x="1050638" y="109241"/>
                </a:cubicBezTo>
                <a:cubicBezTo>
                  <a:pt x="1050638" y="111186"/>
                  <a:pt x="1049982" y="112781"/>
                  <a:pt x="1048671" y="114025"/>
                </a:cubicBezTo>
                <a:cubicBezTo>
                  <a:pt x="1047359" y="115269"/>
                  <a:pt x="1045753" y="115891"/>
                  <a:pt x="1043853" y="115891"/>
                </a:cubicBezTo>
                <a:cubicBezTo>
                  <a:pt x="1040370" y="115891"/>
                  <a:pt x="1038154" y="113742"/>
                  <a:pt x="1037204" y="109445"/>
                </a:cubicBezTo>
                <a:cubicBezTo>
                  <a:pt x="1031549" y="112385"/>
                  <a:pt x="1025036" y="113855"/>
                  <a:pt x="1017662" y="113855"/>
                </a:cubicBezTo>
                <a:cubicBezTo>
                  <a:pt x="1011737" y="113855"/>
                  <a:pt x="1006829" y="112543"/>
                  <a:pt x="1002939" y="109920"/>
                </a:cubicBezTo>
                <a:cubicBezTo>
                  <a:pt x="998641" y="107025"/>
                  <a:pt x="996086" y="102795"/>
                  <a:pt x="995271" y="97232"/>
                </a:cubicBezTo>
                <a:cubicBezTo>
                  <a:pt x="993507" y="85244"/>
                  <a:pt x="992625" y="74569"/>
                  <a:pt x="992625" y="65206"/>
                </a:cubicBezTo>
                <a:cubicBezTo>
                  <a:pt x="992625" y="59008"/>
                  <a:pt x="993304" y="51952"/>
                  <a:pt x="994661" y="44036"/>
                </a:cubicBezTo>
                <a:cubicBezTo>
                  <a:pt x="995294" y="40100"/>
                  <a:pt x="997443" y="38133"/>
                  <a:pt x="1001107" y="38133"/>
                </a:cubicBezTo>
                <a:cubicBezTo>
                  <a:pt x="1003052" y="38133"/>
                  <a:pt x="1004680" y="38754"/>
                  <a:pt x="1005992" y="39996"/>
                </a:cubicBezTo>
                <a:cubicBezTo>
                  <a:pt x="1007304" y="41239"/>
                  <a:pt x="1007960" y="42832"/>
                  <a:pt x="1007960" y="44776"/>
                </a:cubicBezTo>
                <a:cubicBezTo>
                  <a:pt x="1007960" y="46854"/>
                  <a:pt x="1007632" y="50175"/>
                  <a:pt x="1006976" y="54739"/>
                </a:cubicBezTo>
                <a:cubicBezTo>
                  <a:pt x="1006320" y="59302"/>
                  <a:pt x="1005992" y="62781"/>
                  <a:pt x="1005992" y="65176"/>
                </a:cubicBezTo>
                <a:cubicBezTo>
                  <a:pt x="1005992" y="72722"/>
                  <a:pt x="1006241" y="79183"/>
                  <a:pt x="1006738" y="84560"/>
                </a:cubicBezTo>
                <a:cubicBezTo>
                  <a:pt x="1007236" y="89938"/>
                  <a:pt x="1007982" y="94252"/>
                  <a:pt x="1008977" y="97505"/>
                </a:cubicBezTo>
                <a:cubicBezTo>
                  <a:pt x="1010470" y="98319"/>
                  <a:pt x="1011940" y="98941"/>
                  <a:pt x="1013388" y="99371"/>
                </a:cubicBezTo>
                <a:cubicBezTo>
                  <a:pt x="1014835" y="99799"/>
                  <a:pt x="1016260" y="100014"/>
                  <a:pt x="1017662" y="100014"/>
                </a:cubicBezTo>
                <a:cubicBezTo>
                  <a:pt x="1023724" y="100014"/>
                  <a:pt x="1030125" y="99042"/>
                  <a:pt x="1036864" y="97100"/>
                </a:cubicBezTo>
                <a:lnTo>
                  <a:pt x="1036797" y="83341"/>
                </a:lnTo>
                <a:lnTo>
                  <a:pt x="1036661" y="70193"/>
                </a:lnTo>
                <a:cubicBezTo>
                  <a:pt x="1036661" y="60432"/>
                  <a:pt x="1037091" y="51960"/>
                  <a:pt x="1037950" y="44776"/>
                </a:cubicBezTo>
                <a:cubicBezTo>
                  <a:pt x="1038448" y="40618"/>
                  <a:pt x="1040642" y="38540"/>
                  <a:pt x="1044532" y="38540"/>
                </a:cubicBezTo>
                <a:cubicBezTo>
                  <a:pt x="1046477" y="38540"/>
                  <a:pt x="1048105" y="39173"/>
                  <a:pt x="1049417" y="40440"/>
                </a:cubicBezTo>
                <a:cubicBezTo>
                  <a:pt x="1050729" y="41706"/>
                  <a:pt x="1051340" y="43289"/>
                  <a:pt x="1051249" y="45189"/>
                </a:cubicBezTo>
                <a:lnTo>
                  <a:pt x="1050028" y="70837"/>
                </a:lnTo>
                <a:close/>
                <a:moveTo>
                  <a:pt x="1098970" y="113584"/>
                </a:moveTo>
                <a:cubicBezTo>
                  <a:pt x="1088747" y="113584"/>
                  <a:pt x="1080469" y="111026"/>
                  <a:pt x="1074137" y="105910"/>
                </a:cubicBezTo>
                <a:cubicBezTo>
                  <a:pt x="1067216" y="100250"/>
                  <a:pt x="1063755" y="92326"/>
                  <a:pt x="1063755" y="82139"/>
                </a:cubicBezTo>
                <a:cubicBezTo>
                  <a:pt x="1063755" y="70368"/>
                  <a:pt x="1066605" y="60498"/>
                  <a:pt x="1072305" y="52530"/>
                </a:cubicBezTo>
                <a:cubicBezTo>
                  <a:pt x="1078502" y="43836"/>
                  <a:pt x="1086780" y="39490"/>
                  <a:pt x="1097138" y="39490"/>
                </a:cubicBezTo>
                <a:cubicBezTo>
                  <a:pt x="1104647" y="39490"/>
                  <a:pt x="1110776" y="40756"/>
                  <a:pt x="1115526" y="43289"/>
                </a:cubicBezTo>
                <a:cubicBezTo>
                  <a:pt x="1121361" y="46411"/>
                  <a:pt x="1124279" y="51205"/>
                  <a:pt x="1124279" y="57674"/>
                </a:cubicBezTo>
                <a:cubicBezTo>
                  <a:pt x="1124279" y="62197"/>
                  <a:pt x="1121723" y="66314"/>
                  <a:pt x="1116612" y="70023"/>
                </a:cubicBezTo>
                <a:cubicBezTo>
                  <a:pt x="1114350" y="71651"/>
                  <a:pt x="1109555" y="74185"/>
                  <a:pt x="1102227" y="77622"/>
                </a:cubicBezTo>
                <a:lnTo>
                  <a:pt x="1076308" y="89904"/>
                </a:lnTo>
                <a:cubicBezTo>
                  <a:pt x="1078841" y="93658"/>
                  <a:pt x="1081996" y="96485"/>
                  <a:pt x="1085773" y="98385"/>
                </a:cubicBezTo>
                <a:cubicBezTo>
                  <a:pt x="1089550" y="100285"/>
                  <a:pt x="1093949" y="101235"/>
                  <a:pt x="1098970" y="101235"/>
                </a:cubicBezTo>
                <a:cubicBezTo>
                  <a:pt x="1102091" y="101235"/>
                  <a:pt x="1105755" y="100647"/>
                  <a:pt x="1109962" y="99471"/>
                </a:cubicBezTo>
                <a:cubicBezTo>
                  <a:pt x="1115300" y="97978"/>
                  <a:pt x="1118738" y="96022"/>
                  <a:pt x="1120276" y="93602"/>
                </a:cubicBezTo>
                <a:cubicBezTo>
                  <a:pt x="1121814" y="91181"/>
                  <a:pt x="1123465" y="89971"/>
                  <a:pt x="1125229" y="89971"/>
                </a:cubicBezTo>
                <a:cubicBezTo>
                  <a:pt x="1126812" y="89971"/>
                  <a:pt x="1128226" y="90573"/>
                  <a:pt x="1129470" y="91776"/>
                </a:cubicBezTo>
                <a:cubicBezTo>
                  <a:pt x="1130714" y="92977"/>
                  <a:pt x="1131336" y="94372"/>
                  <a:pt x="1131336" y="95959"/>
                </a:cubicBezTo>
                <a:cubicBezTo>
                  <a:pt x="1131336" y="100995"/>
                  <a:pt x="1127287" y="105327"/>
                  <a:pt x="1119190" y="108957"/>
                </a:cubicBezTo>
                <a:cubicBezTo>
                  <a:pt x="1112269" y="112042"/>
                  <a:pt x="1105529" y="113584"/>
                  <a:pt x="1098970" y="113584"/>
                </a:cubicBezTo>
                <a:moveTo>
                  <a:pt x="1097138" y="51703"/>
                </a:moveTo>
                <a:cubicBezTo>
                  <a:pt x="1091620" y="51703"/>
                  <a:pt x="1087028" y="53840"/>
                  <a:pt x="1083364" y="58115"/>
                </a:cubicBezTo>
                <a:cubicBezTo>
                  <a:pt x="1079700" y="62390"/>
                  <a:pt x="1076964" y="68824"/>
                  <a:pt x="1075154" y="77419"/>
                </a:cubicBezTo>
                <a:lnTo>
                  <a:pt x="1095985" y="67513"/>
                </a:lnTo>
                <a:cubicBezTo>
                  <a:pt x="1104172" y="63532"/>
                  <a:pt x="1110007" y="60071"/>
                  <a:pt x="1113491" y="57131"/>
                </a:cubicBezTo>
                <a:cubicBezTo>
                  <a:pt x="1109600" y="53512"/>
                  <a:pt x="1104150" y="51703"/>
                  <a:pt x="1097138" y="51703"/>
                </a:cubicBezTo>
                <a:close/>
                <a:moveTo>
                  <a:pt x="1146674" y="116569"/>
                </a:moveTo>
                <a:cubicBezTo>
                  <a:pt x="1145000" y="116569"/>
                  <a:pt x="1143530" y="116004"/>
                  <a:pt x="1142263" y="114873"/>
                </a:cubicBezTo>
                <a:cubicBezTo>
                  <a:pt x="1140997" y="113742"/>
                  <a:pt x="1140364" y="112340"/>
                  <a:pt x="1140364" y="110666"/>
                </a:cubicBezTo>
                <a:cubicBezTo>
                  <a:pt x="1140364" y="109942"/>
                  <a:pt x="1140522" y="109173"/>
                  <a:pt x="1140838" y="108359"/>
                </a:cubicBezTo>
                <a:cubicBezTo>
                  <a:pt x="1144367" y="98634"/>
                  <a:pt x="1151016" y="84622"/>
                  <a:pt x="1160787" y="66325"/>
                </a:cubicBezTo>
                <a:cubicBezTo>
                  <a:pt x="1170558" y="48028"/>
                  <a:pt x="1177230" y="33994"/>
                  <a:pt x="1180803" y="24223"/>
                </a:cubicBezTo>
                <a:cubicBezTo>
                  <a:pt x="1186729" y="8029"/>
                  <a:pt x="1191207" y="0"/>
                  <a:pt x="1194238" y="136"/>
                </a:cubicBezTo>
                <a:cubicBezTo>
                  <a:pt x="1195911" y="181"/>
                  <a:pt x="1197382" y="780"/>
                  <a:pt x="1198648" y="1934"/>
                </a:cubicBezTo>
                <a:cubicBezTo>
                  <a:pt x="1199915" y="3087"/>
                  <a:pt x="1200548" y="4478"/>
                  <a:pt x="1200548" y="6107"/>
                </a:cubicBezTo>
                <a:cubicBezTo>
                  <a:pt x="1200548" y="7147"/>
                  <a:pt x="1200299" y="8391"/>
                  <a:pt x="1199802" y="9839"/>
                </a:cubicBezTo>
                <a:lnTo>
                  <a:pt x="1192202" y="28294"/>
                </a:lnTo>
                <a:cubicBezTo>
                  <a:pt x="1189172" y="36663"/>
                  <a:pt x="1184852" y="46320"/>
                  <a:pt x="1179243" y="57267"/>
                </a:cubicBezTo>
                <a:lnTo>
                  <a:pt x="1164451" y="85358"/>
                </a:lnTo>
                <a:lnTo>
                  <a:pt x="1152170" y="112566"/>
                </a:lnTo>
                <a:cubicBezTo>
                  <a:pt x="1150948" y="115235"/>
                  <a:pt x="1149116" y="116569"/>
                  <a:pt x="1146674" y="116569"/>
                </a:cubicBezTo>
                <a:close/>
                <a:moveTo>
                  <a:pt x="1260917" y="15063"/>
                </a:moveTo>
                <a:cubicBezTo>
                  <a:pt x="1249970" y="15063"/>
                  <a:pt x="1243841" y="22624"/>
                  <a:pt x="1242529" y="37747"/>
                </a:cubicBezTo>
                <a:lnTo>
                  <a:pt x="1242326" y="41932"/>
                </a:lnTo>
                <a:cubicBezTo>
                  <a:pt x="1250016" y="41390"/>
                  <a:pt x="1254992" y="41118"/>
                  <a:pt x="1257253" y="41118"/>
                </a:cubicBezTo>
                <a:cubicBezTo>
                  <a:pt x="1264446" y="41118"/>
                  <a:pt x="1268042" y="43391"/>
                  <a:pt x="1268042" y="47935"/>
                </a:cubicBezTo>
                <a:cubicBezTo>
                  <a:pt x="1268042" y="51254"/>
                  <a:pt x="1266278" y="53232"/>
                  <a:pt x="1262749" y="53868"/>
                </a:cubicBezTo>
                <a:cubicBezTo>
                  <a:pt x="1261211" y="54141"/>
                  <a:pt x="1259413" y="54243"/>
                  <a:pt x="1257355" y="54175"/>
                </a:cubicBezTo>
                <a:cubicBezTo>
                  <a:pt x="1255297" y="54108"/>
                  <a:pt x="1250084" y="54414"/>
                  <a:pt x="1241715" y="55096"/>
                </a:cubicBezTo>
                <a:lnTo>
                  <a:pt x="1241172" y="70581"/>
                </a:lnTo>
                <a:cubicBezTo>
                  <a:pt x="1241172" y="73389"/>
                  <a:pt x="1241263" y="77601"/>
                  <a:pt x="1241444" y="83216"/>
                </a:cubicBezTo>
                <a:cubicBezTo>
                  <a:pt x="1241625" y="88831"/>
                  <a:pt x="1241715" y="93019"/>
                  <a:pt x="1241715" y="95781"/>
                </a:cubicBezTo>
                <a:cubicBezTo>
                  <a:pt x="1241715" y="104384"/>
                  <a:pt x="1241218" y="111085"/>
                  <a:pt x="1240222" y="115884"/>
                </a:cubicBezTo>
                <a:cubicBezTo>
                  <a:pt x="1239453" y="119507"/>
                  <a:pt x="1237350" y="121319"/>
                  <a:pt x="1233912" y="121319"/>
                </a:cubicBezTo>
                <a:cubicBezTo>
                  <a:pt x="1232058" y="121319"/>
                  <a:pt x="1230474" y="120719"/>
                  <a:pt x="1229163" y="119519"/>
                </a:cubicBezTo>
                <a:cubicBezTo>
                  <a:pt x="1227851" y="118319"/>
                  <a:pt x="1227195" y="116813"/>
                  <a:pt x="1227195" y="115002"/>
                </a:cubicBezTo>
                <a:cubicBezTo>
                  <a:pt x="1227195" y="114641"/>
                  <a:pt x="1227240" y="114187"/>
                  <a:pt x="1227331" y="113643"/>
                </a:cubicBezTo>
                <a:cubicBezTo>
                  <a:pt x="1228281" y="107757"/>
                  <a:pt x="1228755" y="101350"/>
                  <a:pt x="1228755" y="94422"/>
                </a:cubicBezTo>
                <a:lnTo>
                  <a:pt x="1228552" y="75879"/>
                </a:lnTo>
                <a:lnTo>
                  <a:pt x="1228552" y="56181"/>
                </a:lnTo>
                <a:cubicBezTo>
                  <a:pt x="1222898" y="56634"/>
                  <a:pt x="1219324" y="56860"/>
                  <a:pt x="1217831" y="56860"/>
                </a:cubicBezTo>
                <a:cubicBezTo>
                  <a:pt x="1213263" y="56860"/>
                  <a:pt x="1210978" y="54666"/>
                  <a:pt x="1210978" y="50278"/>
                </a:cubicBezTo>
                <a:cubicBezTo>
                  <a:pt x="1210978" y="45800"/>
                  <a:pt x="1214936" y="43448"/>
                  <a:pt x="1222852" y="43222"/>
                </a:cubicBezTo>
                <a:lnTo>
                  <a:pt x="1229366" y="43018"/>
                </a:lnTo>
                <a:cubicBezTo>
                  <a:pt x="1229502" y="40485"/>
                  <a:pt x="1229841" y="37047"/>
                  <a:pt x="1230384" y="32705"/>
                </a:cubicBezTo>
                <a:cubicBezTo>
                  <a:pt x="1231560" y="22662"/>
                  <a:pt x="1234093" y="15267"/>
                  <a:pt x="1237983" y="10517"/>
                </a:cubicBezTo>
                <a:cubicBezTo>
                  <a:pt x="1242688" y="4772"/>
                  <a:pt x="1250038" y="1900"/>
                  <a:pt x="1260035" y="1900"/>
                </a:cubicBezTo>
                <a:cubicBezTo>
                  <a:pt x="1266504" y="1900"/>
                  <a:pt x="1269738" y="4105"/>
                  <a:pt x="1269738" y="8515"/>
                </a:cubicBezTo>
                <a:cubicBezTo>
                  <a:pt x="1269738" y="12881"/>
                  <a:pt x="1266798" y="15063"/>
                  <a:pt x="1260917" y="15063"/>
                </a:cubicBezTo>
                <a:close/>
                <a:moveTo>
                  <a:pt x="1339539" y="114941"/>
                </a:moveTo>
                <a:cubicBezTo>
                  <a:pt x="1338679" y="114941"/>
                  <a:pt x="1337119" y="113937"/>
                  <a:pt x="1334857" y="111930"/>
                </a:cubicBezTo>
                <a:cubicBezTo>
                  <a:pt x="1332822" y="110060"/>
                  <a:pt x="1331306" y="108395"/>
                  <a:pt x="1330311" y="106934"/>
                </a:cubicBezTo>
                <a:cubicBezTo>
                  <a:pt x="1325968" y="109309"/>
                  <a:pt x="1322146" y="111102"/>
                  <a:pt x="1318844" y="112312"/>
                </a:cubicBezTo>
                <a:cubicBezTo>
                  <a:pt x="1315542" y="113522"/>
                  <a:pt x="1312783" y="114127"/>
                  <a:pt x="1310566" y="114127"/>
                </a:cubicBezTo>
                <a:cubicBezTo>
                  <a:pt x="1299981" y="114127"/>
                  <a:pt x="1292269" y="111141"/>
                  <a:pt x="1287429" y="105170"/>
                </a:cubicBezTo>
                <a:cubicBezTo>
                  <a:pt x="1282860" y="99561"/>
                  <a:pt x="1280576" y="90967"/>
                  <a:pt x="1280576" y="79387"/>
                </a:cubicBezTo>
                <a:cubicBezTo>
                  <a:pt x="1280576" y="68440"/>
                  <a:pt x="1284341" y="59076"/>
                  <a:pt x="1291873" y="51296"/>
                </a:cubicBezTo>
                <a:cubicBezTo>
                  <a:pt x="1299405" y="43516"/>
                  <a:pt x="1308395" y="39625"/>
                  <a:pt x="1318844" y="39625"/>
                </a:cubicBezTo>
                <a:cubicBezTo>
                  <a:pt x="1322779" y="39625"/>
                  <a:pt x="1327190" y="40643"/>
                  <a:pt x="1332075" y="42679"/>
                </a:cubicBezTo>
                <a:cubicBezTo>
                  <a:pt x="1338227" y="45212"/>
                  <a:pt x="1341303" y="48265"/>
                  <a:pt x="1341303" y="51839"/>
                </a:cubicBezTo>
                <a:cubicBezTo>
                  <a:pt x="1341303" y="53060"/>
                  <a:pt x="1340851" y="54146"/>
                  <a:pt x="1339946" y="55096"/>
                </a:cubicBezTo>
                <a:cubicBezTo>
                  <a:pt x="1339494" y="56815"/>
                  <a:pt x="1339143" y="59642"/>
                  <a:pt x="1338894" y="63577"/>
                </a:cubicBezTo>
                <a:cubicBezTo>
                  <a:pt x="1338645" y="67513"/>
                  <a:pt x="1338498" y="72556"/>
                  <a:pt x="1338453" y="78708"/>
                </a:cubicBezTo>
                <a:cubicBezTo>
                  <a:pt x="1338408" y="84317"/>
                  <a:pt x="1338792" y="88750"/>
                  <a:pt x="1339607" y="92007"/>
                </a:cubicBezTo>
                <a:cubicBezTo>
                  <a:pt x="1340059" y="93997"/>
                  <a:pt x="1341484" y="97978"/>
                  <a:pt x="1343881" y="103949"/>
                </a:cubicBezTo>
                <a:cubicBezTo>
                  <a:pt x="1344198" y="104763"/>
                  <a:pt x="1344718" y="105962"/>
                  <a:pt x="1345442" y="107545"/>
                </a:cubicBezTo>
                <a:lnTo>
                  <a:pt x="1345849" y="108699"/>
                </a:lnTo>
                <a:cubicBezTo>
                  <a:pt x="1345849" y="110508"/>
                  <a:pt x="1345216" y="112001"/>
                  <a:pt x="1343949" y="113177"/>
                </a:cubicBezTo>
                <a:cubicBezTo>
                  <a:pt x="1342683" y="114353"/>
                  <a:pt x="1341213" y="114941"/>
                  <a:pt x="1339539" y="114941"/>
                </a:cubicBezTo>
                <a:moveTo>
                  <a:pt x="1325426" y="67809"/>
                </a:moveTo>
                <a:cubicBezTo>
                  <a:pt x="1325426" y="65869"/>
                  <a:pt x="1325550" y="63759"/>
                  <a:pt x="1325799" y="61482"/>
                </a:cubicBezTo>
                <a:cubicBezTo>
                  <a:pt x="1326048" y="59203"/>
                  <a:pt x="1326421" y="56779"/>
                  <a:pt x="1326918" y="54207"/>
                </a:cubicBezTo>
                <a:cubicBezTo>
                  <a:pt x="1325245" y="53349"/>
                  <a:pt x="1323809" y="52717"/>
                  <a:pt x="1322610" y="52312"/>
                </a:cubicBezTo>
                <a:cubicBezTo>
                  <a:pt x="1321411" y="51906"/>
                  <a:pt x="1320450" y="51703"/>
                  <a:pt x="1319726" y="51703"/>
                </a:cubicBezTo>
                <a:cubicBezTo>
                  <a:pt x="1312715" y="51703"/>
                  <a:pt x="1306665" y="54556"/>
                  <a:pt x="1301576" y="60263"/>
                </a:cubicBezTo>
                <a:cubicBezTo>
                  <a:pt x="1296487" y="65970"/>
                  <a:pt x="1293942" y="72545"/>
                  <a:pt x="1293942" y="79989"/>
                </a:cubicBezTo>
                <a:cubicBezTo>
                  <a:pt x="1293942" y="87387"/>
                  <a:pt x="1295254" y="92936"/>
                  <a:pt x="1297878" y="96636"/>
                </a:cubicBezTo>
                <a:cubicBezTo>
                  <a:pt x="1300501" y="100335"/>
                  <a:pt x="1304437" y="102185"/>
                  <a:pt x="1309684" y="102185"/>
                </a:cubicBezTo>
                <a:cubicBezTo>
                  <a:pt x="1314027" y="102185"/>
                  <a:pt x="1317713" y="101395"/>
                  <a:pt x="1320744" y="99816"/>
                </a:cubicBezTo>
                <a:cubicBezTo>
                  <a:pt x="1322372" y="98960"/>
                  <a:pt x="1324657" y="97246"/>
                  <a:pt x="1327597" y="94674"/>
                </a:cubicBezTo>
                <a:cubicBezTo>
                  <a:pt x="1326149" y="82718"/>
                  <a:pt x="1325426" y="73763"/>
                  <a:pt x="1325426" y="67809"/>
                </a:cubicBezTo>
                <a:close/>
                <a:moveTo>
                  <a:pt x="1375006" y="57131"/>
                </a:moveTo>
                <a:lnTo>
                  <a:pt x="1373988" y="90894"/>
                </a:lnTo>
                <a:cubicBezTo>
                  <a:pt x="1373988" y="94472"/>
                  <a:pt x="1373807" y="99725"/>
                  <a:pt x="1373446" y="106654"/>
                </a:cubicBezTo>
                <a:cubicBezTo>
                  <a:pt x="1372993" y="111184"/>
                  <a:pt x="1370777" y="113448"/>
                  <a:pt x="1366796" y="113448"/>
                </a:cubicBezTo>
                <a:cubicBezTo>
                  <a:pt x="1362363" y="113448"/>
                  <a:pt x="1360147" y="111138"/>
                  <a:pt x="1360147" y="106519"/>
                </a:cubicBezTo>
                <a:cubicBezTo>
                  <a:pt x="1360147" y="101038"/>
                  <a:pt x="1360395" y="92807"/>
                  <a:pt x="1360893" y="81825"/>
                </a:cubicBezTo>
                <a:cubicBezTo>
                  <a:pt x="1361391" y="70843"/>
                  <a:pt x="1361639" y="62612"/>
                  <a:pt x="1361639" y="57131"/>
                </a:cubicBezTo>
                <a:cubicBezTo>
                  <a:pt x="1361639" y="49976"/>
                  <a:pt x="1361752" y="41790"/>
                  <a:pt x="1361979" y="32573"/>
                </a:cubicBezTo>
                <a:cubicBezTo>
                  <a:pt x="1362205" y="23357"/>
                  <a:pt x="1362318" y="15171"/>
                  <a:pt x="1362318" y="8015"/>
                </a:cubicBezTo>
                <a:cubicBezTo>
                  <a:pt x="1362318" y="3486"/>
                  <a:pt x="1364534" y="1221"/>
                  <a:pt x="1368967" y="1221"/>
                </a:cubicBezTo>
                <a:cubicBezTo>
                  <a:pt x="1373446" y="1221"/>
                  <a:pt x="1375685" y="3486"/>
                  <a:pt x="1375685" y="8015"/>
                </a:cubicBezTo>
                <a:cubicBezTo>
                  <a:pt x="1375685" y="15171"/>
                  <a:pt x="1375572" y="23357"/>
                  <a:pt x="1375345" y="32573"/>
                </a:cubicBezTo>
                <a:cubicBezTo>
                  <a:pt x="1375119" y="41790"/>
                  <a:pt x="1375006" y="49976"/>
                  <a:pt x="1375006" y="57131"/>
                </a:cubicBezTo>
                <a:close/>
                <a:moveTo>
                  <a:pt x="1441979" y="58217"/>
                </a:moveTo>
                <a:cubicBezTo>
                  <a:pt x="1439491" y="58217"/>
                  <a:pt x="1437749" y="57386"/>
                  <a:pt x="1436754" y="55723"/>
                </a:cubicBezTo>
                <a:cubicBezTo>
                  <a:pt x="1436075" y="54556"/>
                  <a:pt x="1435487" y="52130"/>
                  <a:pt x="1434990" y="48446"/>
                </a:cubicBezTo>
                <a:cubicBezTo>
                  <a:pt x="1431597" y="49304"/>
                  <a:pt x="1426373" y="50885"/>
                  <a:pt x="1419316" y="53189"/>
                </a:cubicBezTo>
                <a:cubicBezTo>
                  <a:pt x="1412033" y="56082"/>
                  <a:pt x="1408369" y="59651"/>
                  <a:pt x="1408324" y="63897"/>
                </a:cubicBezTo>
                <a:cubicBezTo>
                  <a:pt x="1409681" y="64395"/>
                  <a:pt x="1411016" y="64757"/>
                  <a:pt x="1412327" y="64983"/>
                </a:cubicBezTo>
                <a:cubicBezTo>
                  <a:pt x="1422731" y="66835"/>
                  <a:pt x="1430466" y="69388"/>
                  <a:pt x="1435533" y="72642"/>
                </a:cubicBezTo>
                <a:cubicBezTo>
                  <a:pt x="1442906" y="77387"/>
                  <a:pt x="1446592" y="84256"/>
                  <a:pt x="1446592" y="93250"/>
                </a:cubicBezTo>
                <a:cubicBezTo>
                  <a:pt x="1446592" y="100616"/>
                  <a:pt x="1443403" y="106174"/>
                  <a:pt x="1437025" y="109924"/>
                </a:cubicBezTo>
                <a:cubicBezTo>
                  <a:pt x="1431733" y="112997"/>
                  <a:pt x="1425038" y="114534"/>
                  <a:pt x="1416941" y="114534"/>
                </a:cubicBezTo>
                <a:cubicBezTo>
                  <a:pt x="1411016" y="114534"/>
                  <a:pt x="1405361" y="113539"/>
                  <a:pt x="1399978" y="111548"/>
                </a:cubicBezTo>
                <a:cubicBezTo>
                  <a:pt x="1393012" y="109015"/>
                  <a:pt x="1389529" y="105487"/>
                  <a:pt x="1389529" y="100963"/>
                </a:cubicBezTo>
                <a:cubicBezTo>
                  <a:pt x="1389529" y="99154"/>
                  <a:pt x="1390242" y="97571"/>
                  <a:pt x="1391666" y="96214"/>
                </a:cubicBezTo>
                <a:cubicBezTo>
                  <a:pt x="1393091" y="94857"/>
                  <a:pt x="1394708" y="94178"/>
                  <a:pt x="1396518" y="94178"/>
                </a:cubicBezTo>
                <a:cubicBezTo>
                  <a:pt x="1397920" y="94178"/>
                  <a:pt x="1399729" y="95264"/>
                  <a:pt x="1401946" y="97435"/>
                </a:cubicBezTo>
                <a:cubicBezTo>
                  <a:pt x="1403032" y="98476"/>
                  <a:pt x="1405474" y="99335"/>
                  <a:pt x="1409274" y="100014"/>
                </a:cubicBezTo>
                <a:cubicBezTo>
                  <a:pt x="1412305" y="100556"/>
                  <a:pt x="1414860" y="100828"/>
                  <a:pt x="1416941" y="100828"/>
                </a:cubicBezTo>
                <a:cubicBezTo>
                  <a:pt x="1420741" y="100828"/>
                  <a:pt x="1424088" y="100376"/>
                  <a:pt x="1426983" y="99473"/>
                </a:cubicBezTo>
                <a:cubicBezTo>
                  <a:pt x="1431190" y="98162"/>
                  <a:pt x="1433294" y="96084"/>
                  <a:pt x="1433294" y="93239"/>
                </a:cubicBezTo>
                <a:cubicBezTo>
                  <a:pt x="1433294" y="87094"/>
                  <a:pt x="1428996" y="82937"/>
                  <a:pt x="1420402" y="80769"/>
                </a:cubicBezTo>
                <a:lnTo>
                  <a:pt x="1413345" y="79208"/>
                </a:lnTo>
                <a:cubicBezTo>
                  <a:pt x="1407329" y="77895"/>
                  <a:pt x="1403054" y="76356"/>
                  <a:pt x="1400521" y="74590"/>
                </a:cubicBezTo>
                <a:cubicBezTo>
                  <a:pt x="1396857" y="72056"/>
                  <a:pt x="1395025" y="68232"/>
                  <a:pt x="1395025" y="63119"/>
                </a:cubicBezTo>
                <a:cubicBezTo>
                  <a:pt x="1395025" y="53659"/>
                  <a:pt x="1399481" y="46915"/>
                  <a:pt x="1408392" y="42887"/>
                </a:cubicBezTo>
                <a:cubicBezTo>
                  <a:pt x="1411106" y="41665"/>
                  <a:pt x="1415448" y="40206"/>
                  <a:pt x="1421419" y="38510"/>
                </a:cubicBezTo>
                <a:cubicBezTo>
                  <a:pt x="1427390" y="36812"/>
                  <a:pt x="1431665" y="35375"/>
                  <a:pt x="1434243" y="34197"/>
                </a:cubicBezTo>
                <a:cubicBezTo>
                  <a:pt x="1436098" y="33383"/>
                  <a:pt x="1438111" y="32976"/>
                  <a:pt x="1440282" y="32976"/>
                </a:cubicBezTo>
                <a:cubicBezTo>
                  <a:pt x="1442227" y="32976"/>
                  <a:pt x="1443822" y="33609"/>
                  <a:pt x="1445066" y="34876"/>
                </a:cubicBezTo>
                <a:cubicBezTo>
                  <a:pt x="1446310" y="36142"/>
                  <a:pt x="1446932" y="37793"/>
                  <a:pt x="1446932" y="39829"/>
                </a:cubicBezTo>
                <a:cubicBezTo>
                  <a:pt x="1446932" y="41141"/>
                  <a:pt x="1447214" y="43063"/>
                  <a:pt x="1447780" y="45596"/>
                </a:cubicBezTo>
                <a:cubicBezTo>
                  <a:pt x="1448345" y="48130"/>
                  <a:pt x="1448628" y="50052"/>
                  <a:pt x="1448628" y="51364"/>
                </a:cubicBezTo>
                <a:cubicBezTo>
                  <a:pt x="1448628" y="53399"/>
                  <a:pt x="1448006" y="55050"/>
                  <a:pt x="1446762" y="56317"/>
                </a:cubicBezTo>
                <a:cubicBezTo>
                  <a:pt x="1445518" y="57584"/>
                  <a:pt x="1443924" y="58217"/>
                  <a:pt x="1441979" y="58217"/>
                </a:cubicBezTo>
                <a:close/>
                <a:moveTo>
                  <a:pt x="1495599" y="113584"/>
                </a:moveTo>
                <a:cubicBezTo>
                  <a:pt x="1485376" y="113584"/>
                  <a:pt x="1477098" y="111026"/>
                  <a:pt x="1470766" y="105910"/>
                </a:cubicBezTo>
                <a:cubicBezTo>
                  <a:pt x="1463845" y="100250"/>
                  <a:pt x="1460384" y="92326"/>
                  <a:pt x="1460384" y="82139"/>
                </a:cubicBezTo>
                <a:cubicBezTo>
                  <a:pt x="1460384" y="70368"/>
                  <a:pt x="1463234" y="60498"/>
                  <a:pt x="1468934" y="52530"/>
                </a:cubicBezTo>
                <a:cubicBezTo>
                  <a:pt x="1475131" y="43836"/>
                  <a:pt x="1483409" y="39490"/>
                  <a:pt x="1493767" y="39490"/>
                </a:cubicBezTo>
                <a:cubicBezTo>
                  <a:pt x="1501276" y="39490"/>
                  <a:pt x="1507405" y="40756"/>
                  <a:pt x="1512155" y="43289"/>
                </a:cubicBezTo>
                <a:cubicBezTo>
                  <a:pt x="1517990" y="46411"/>
                  <a:pt x="1520908" y="51205"/>
                  <a:pt x="1520908" y="57674"/>
                </a:cubicBezTo>
                <a:cubicBezTo>
                  <a:pt x="1520908" y="62197"/>
                  <a:pt x="1518352" y="66314"/>
                  <a:pt x="1513241" y="70023"/>
                </a:cubicBezTo>
                <a:cubicBezTo>
                  <a:pt x="1510979" y="71651"/>
                  <a:pt x="1506184" y="74185"/>
                  <a:pt x="1498856" y="77622"/>
                </a:cubicBezTo>
                <a:lnTo>
                  <a:pt x="1472937" y="89904"/>
                </a:lnTo>
                <a:cubicBezTo>
                  <a:pt x="1475470" y="93658"/>
                  <a:pt x="1478625" y="96485"/>
                  <a:pt x="1482402" y="98385"/>
                </a:cubicBezTo>
                <a:cubicBezTo>
                  <a:pt x="1486179" y="100285"/>
                  <a:pt x="1490578" y="101235"/>
                  <a:pt x="1495599" y="101235"/>
                </a:cubicBezTo>
                <a:cubicBezTo>
                  <a:pt x="1498720" y="101235"/>
                  <a:pt x="1502384" y="100647"/>
                  <a:pt x="1506591" y="99471"/>
                </a:cubicBezTo>
                <a:cubicBezTo>
                  <a:pt x="1511929" y="97978"/>
                  <a:pt x="1515367" y="96022"/>
                  <a:pt x="1516905" y="93602"/>
                </a:cubicBezTo>
                <a:cubicBezTo>
                  <a:pt x="1518443" y="91181"/>
                  <a:pt x="1520094" y="89971"/>
                  <a:pt x="1521858" y="89971"/>
                </a:cubicBezTo>
                <a:cubicBezTo>
                  <a:pt x="1523441" y="89971"/>
                  <a:pt x="1524855" y="90573"/>
                  <a:pt x="1526099" y="91776"/>
                </a:cubicBezTo>
                <a:cubicBezTo>
                  <a:pt x="1527343" y="92977"/>
                  <a:pt x="1527965" y="94372"/>
                  <a:pt x="1527965" y="95959"/>
                </a:cubicBezTo>
                <a:cubicBezTo>
                  <a:pt x="1527965" y="100995"/>
                  <a:pt x="1523916" y="105327"/>
                  <a:pt x="1515819" y="108957"/>
                </a:cubicBezTo>
                <a:cubicBezTo>
                  <a:pt x="1508898" y="112042"/>
                  <a:pt x="1502158" y="113584"/>
                  <a:pt x="1495599" y="113584"/>
                </a:cubicBezTo>
                <a:moveTo>
                  <a:pt x="1493767" y="51703"/>
                </a:moveTo>
                <a:cubicBezTo>
                  <a:pt x="1488249" y="51703"/>
                  <a:pt x="1483657" y="53840"/>
                  <a:pt x="1479993" y="58115"/>
                </a:cubicBezTo>
                <a:cubicBezTo>
                  <a:pt x="1476329" y="62390"/>
                  <a:pt x="1473593" y="68824"/>
                  <a:pt x="1471783" y="77419"/>
                </a:cubicBezTo>
                <a:lnTo>
                  <a:pt x="1492614" y="67513"/>
                </a:lnTo>
                <a:cubicBezTo>
                  <a:pt x="1500801" y="63532"/>
                  <a:pt x="1506636" y="60071"/>
                  <a:pt x="1510120" y="57131"/>
                </a:cubicBezTo>
                <a:cubicBezTo>
                  <a:pt x="1506229" y="53512"/>
                  <a:pt x="1500779" y="51703"/>
                  <a:pt x="1493767" y="517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Hint">
            <a:extLst xmlns:a="http://schemas.openxmlformats.org/drawingml/2006/main">
              <a:ext uri="{FF2B5EF4-FFF2-40B4-BE49-F238E27FC236}">
                <a16:creationId xmlns:a16="http://schemas.microsoft.com/office/drawing/2014/main" id="{7F4301F1-B2E8-41ED-922F-DB360EEA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617" y="5519021"/>
            <a:ext cx="271123" cy="111141"/>
          </a:xfrm>
          <a:custGeom xmlns:a="http://schemas.openxmlformats.org/drawingml/2006/main">
            <a:pathLst>
              <a:path w="271123" h="111141">
                <a:moveTo>
                  <a:pt x="88479" y="9777"/>
                </a:moveTo>
                <a:cubicBezTo>
                  <a:pt x="87800" y="11678"/>
                  <a:pt x="87461" y="14462"/>
                  <a:pt x="87461" y="18127"/>
                </a:cubicBezTo>
                <a:cubicBezTo>
                  <a:pt x="87461" y="19485"/>
                  <a:pt x="87506" y="21500"/>
                  <a:pt x="87597" y="24170"/>
                </a:cubicBezTo>
                <a:cubicBezTo>
                  <a:pt x="87687" y="26840"/>
                  <a:pt x="87732" y="28855"/>
                  <a:pt x="87732" y="30213"/>
                </a:cubicBezTo>
                <a:cubicBezTo>
                  <a:pt x="87732" y="34739"/>
                  <a:pt x="87337" y="41484"/>
                  <a:pt x="86545" y="50446"/>
                </a:cubicBezTo>
                <a:cubicBezTo>
                  <a:pt x="85753" y="59408"/>
                  <a:pt x="85358" y="66152"/>
                  <a:pt x="85358" y="70678"/>
                </a:cubicBezTo>
                <a:cubicBezTo>
                  <a:pt x="85358" y="74117"/>
                  <a:pt x="85606" y="79277"/>
                  <a:pt x="86104" y="86157"/>
                </a:cubicBezTo>
                <a:cubicBezTo>
                  <a:pt x="86601" y="93037"/>
                  <a:pt x="86850" y="98220"/>
                  <a:pt x="86850" y="101706"/>
                </a:cubicBezTo>
                <a:cubicBezTo>
                  <a:pt x="86850" y="103562"/>
                  <a:pt x="86228" y="105123"/>
                  <a:pt x="84984" y="106389"/>
                </a:cubicBezTo>
                <a:cubicBezTo>
                  <a:pt x="83740" y="107657"/>
                  <a:pt x="82191" y="108291"/>
                  <a:pt x="80336" y="108291"/>
                </a:cubicBezTo>
                <a:cubicBezTo>
                  <a:pt x="78527" y="108291"/>
                  <a:pt x="76989" y="107658"/>
                  <a:pt x="75723" y="106392"/>
                </a:cubicBezTo>
                <a:cubicBezTo>
                  <a:pt x="74456" y="105125"/>
                  <a:pt x="73823" y="103564"/>
                  <a:pt x="73823" y="101710"/>
                </a:cubicBezTo>
                <a:cubicBezTo>
                  <a:pt x="73823" y="98227"/>
                  <a:pt x="73574" y="93047"/>
                  <a:pt x="73076" y="86172"/>
                </a:cubicBezTo>
                <a:cubicBezTo>
                  <a:pt x="72579" y="79296"/>
                  <a:pt x="72330" y="74139"/>
                  <a:pt x="72330" y="70702"/>
                </a:cubicBezTo>
                <a:cubicBezTo>
                  <a:pt x="72330" y="67399"/>
                  <a:pt x="72443" y="64052"/>
                  <a:pt x="72669" y="60659"/>
                </a:cubicBezTo>
                <a:cubicBezTo>
                  <a:pt x="64934" y="60795"/>
                  <a:pt x="55367" y="61949"/>
                  <a:pt x="43968" y="64120"/>
                </a:cubicBezTo>
                <a:lnTo>
                  <a:pt x="15470" y="69684"/>
                </a:lnTo>
                <a:cubicBezTo>
                  <a:pt x="15470" y="73762"/>
                  <a:pt x="15063" y="79551"/>
                  <a:pt x="14249" y="87050"/>
                </a:cubicBezTo>
                <a:cubicBezTo>
                  <a:pt x="13435" y="94547"/>
                  <a:pt x="13028" y="100358"/>
                  <a:pt x="13028" y="104481"/>
                </a:cubicBezTo>
                <a:cubicBezTo>
                  <a:pt x="13028" y="106339"/>
                  <a:pt x="12406" y="107913"/>
                  <a:pt x="11162" y="109203"/>
                </a:cubicBezTo>
                <a:cubicBezTo>
                  <a:pt x="9918" y="110495"/>
                  <a:pt x="8368" y="111141"/>
                  <a:pt x="6514" y="111141"/>
                </a:cubicBezTo>
                <a:cubicBezTo>
                  <a:pt x="4659" y="111141"/>
                  <a:pt x="3110" y="110496"/>
                  <a:pt x="1866" y="109205"/>
                </a:cubicBezTo>
                <a:cubicBezTo>
                  <a:pt x="622" y="107916"/>
                  <a:pt x="0" y="106344"/>
                  <a:pt x="0" y="104487"/>
                </a:cubicBezTo>
                <a:cubicBezTo>
                  <a:pt x="0" y="99690"/>
                  <a:pt x="396" y="92527"/>
                  <a:pt x="1187" y="83000"/>
                </a:cubicBezTo>
                <a:cubicBezTo>
                  <a:pt x="1979" y="73472"/>
                  <a:pt x="2375" y="66310"/>
                  <a:pt x="2375" y="61512"/>
                </a:cubicBezTo>
                <a:cubicBezTo>
                  <a:pt x="2375" y="59023"/>
                  <a:pt x="2284" y="55266"/>
                  <a:pt x="2103" y="50242"/>
                </a:cubicBezTo>
                <a:cubicBezTo>
                  <a:pt x="1922" y="45217"/>
                  <a:pt x="1832" y="41437"/>
                  <a:pt x="1832" y="38902"/>
                </a:cubicBezTo>
                <a:cubicBezTo>
                  <a:pt x="1832" y="35327"/>
                  <a:pt x="2058" y="29953"/>
                  <a:pt x="2511" y="22779"/>
                </a:cubicBezTo>
                <a:cubicBezTo>
                  <a:pt x="2963" y="15604"/>
                  <a:pt x="3189" y="10229"/>
                  <a:pt x="3189" y="6654"/>
                </a:cubicBezTo>
                <a:cubicBezTo>
                  <a:pt x="3189" y="4752"/>
                  <a:pt x="3811" y="3169"/>
                  <a:pt x="5055" y="1902"/>
                </a:cubicBezTo>
                <a:cubicBezTo>
                  <a:pt x="6299" y="634"/>
                  <a:pt x="7848" y="0"/>
                  <a:pt x="9703" y="0"/>
                </a:cubicBezTo>
                <a:cubicBezTo>
                  <a:pt x="11557" y="0"/>
                  <a:pt x="13107" y="633"/>
                  <a:pt x="14351" y="1900"/>
                </a:cubicBezTo>
                <a:cubicBezTo>
                  <a:pt x="15595" y="3165"/>
                  <a:pt x="16217" y="4748"/>
                  <a:pt x="16217" y="6647"/>
                </a:cubicBezTo>
                <a:cubicBezTo>
                  <a:pt x="16217" y="10265"/>
                  <a:pt x="15979" y="15679"/>
                  <a:pt x="15504" y="22891"/>
                </a:cubicBezTo>
                <a:cubicBezTo>
                  <a:pt x="15029" y="30102"/>
                  <a:pt x="14792" y="35516"/>
                  <a:pt x="14792" y="39134"/>
                </a:cubicBezTo>
                <a:lnTo>
                  <a:pt x="15199" y="56294"/>
                </a:lnTo>
                <a:lnTo>
                  <a:pt x="44307" y="50770"/>
                </a:lnTo>
                <a:cubicBezTo>
                  <a:pt x="55932" y="48588"/>
                  <a:pt x="65726" y="47451"/>
                  <a:pt x="73687" y="47361"/>
                </a:cubicBezTo>
                <a:cubicBezTo>
                  <a:pt x="74185" y="40892"/>
                  <a:pt x="74433" y="31144"/>
                  <a:pt x="74433" y="18116"/>
                </a:cubicBezTo>
                <a:cubicBezTo>
                  <a:pt x="74433" y="14679"/>
                  <a:pt x="74999" y="11196"/>
                  <a:pt x="76130" y="7667"/>
                </a:cubicBezTo>
                <a:cubicBezTo>
                  <a:pt x="77622" y="2827"/>
                  <a:pt x="79726" y="407"/>
                  <a:pt x="82440" y="407"/>
                </a:cubicBezTo>
                <a:cubicBezTo>
                  <a:pt x="84159" y="407"/>
                  <a:pt x="85697" y="1030"/>
                  <a:pt x="87054" y="2275"/>
                </a:cubicBezTo>
                <a:cubicBezTo>
                  <a:pt x="88411" y="3519"/>
                  <a:pt x="89089" y="5092"/>
                  <a:pt x="89089" y="6993"/>
                </a:cubicBezTo>
                <a:cubicBezTo>
                  <a:pt x="89089" y="7671"/>
                  <a:pt x="88886" y="8600"/>
                  <a:pt x="88479" y="9777"/>
                </a:cubicBezTo>
                <a:close/>
                <a:moveTo>
                  <a:pt x="119615" y="19541"/>
                </a:moveTo>
                <a:cubicBezTo>
                  <a:pt x="117444" y="19541"/>
                  <a:pt x="115566" y="18772"/>
                  <a:pt x="113983" y="17234"/>
                </a:cubicBezTo>
                <a:cubicBezTo>
                  <a:pt x="112400" y="15696"/>
                  <a:pt x="111608" y="13842"/>
                  <a:pt x="111608" y="11671"/>
                </a:cubicBezTo>
                <a:cubicBezTo>
                  <a:pt x="111608" y="9499"/>
                  <a:pt x="112400" y="7645"/>
                  <a:pt x="113983" y="6107"/>
                </a:cubicBezTo>
                <a:cubicBezTo>
                  <a:pt x="115566" y="4569"/>
                  <a:pt x="117444" y="3800"/>
                  <a:pt x="119615" y="3800"/>
                </a:cubicBezTo>
                <a:cubicBezTo>
                  <a:pt x="121786" y="3800"/>
                  <a:pt x="123652" y="4569"/>
                  <a:pt x="125213" y="6107"/>
                </a:cubicBezTo>
                <a:cubicBezTo>
                  <a:pt x="126773" y="7645"/>
                  <a:pt x="127553" y="9499"/>
                  <a:pt x="127553" y="11671"/>
                </a:cubicBezTo>
                <a:cubicBezTo>
                  <a:pt x="127553" y="13842"/>
                  <a:pt x="126773" y="15696"/>
                  <a:pt x="125213" y="17234"/>
                </a:cubicBezTo>
                <a:cubicBezTo>
                  <a:pt x="123652" y="18772"/>
                  <a:pt x="121786" y="19541"/>
                  <a:pt x="119615" y="19541"/>
                </a:cubicBezTo>
                <a:moveTo>
                  <a:pt x="122668" y="74675"/>
                </a:moveTo>
                <a:cubicBezTo>
                  <a:pt x="122668" y="77392"/>
                  <a:pt x="122747" y="81456"/>
                  <a:pt x="122906" y="86867"/>
                </a:cubicBezTo>
                <a:cubicBezTo>
                  <a:pt x="123064" y="92277"/>
                  <a:pt x="123143" y="96340"/>
                  <a:pt x="123143" y="99057"/>
                </a:cubicBezTo>
                <a:cubicBezTo>
                  <a:pt x="123143" y="101049"/>
                  <a:pt x="122532" y="102679"/>
                  <a:pt x="121311" y="103947"/>
                </a:cubicBezTo>
                <a:cubicBezTo>
                  <a:pt x="120090" y="105215"/>
                  <a:pt x="118484" y="105849"/>
                  <a:pt x="116494" y="105849"/>
                </a:cubicBezTo>
                <a:cubicBezTo>
                  <a:pt x="114549" y="105849"/>
                  <a:pt x="112954" y="105215"/>
                  <a:pt x="111710" y="103947"/>
                </a:cubicBezTo>
                <a:cubicBezTo>
                  <a:pt x="110466" y="102679"/>
                  <a:pt x="109844" y="101049"/>
                  <a:pt x="109844" y="99057"/>
                </a:cubicBezTo>
                <a:cubicBezTo>
                  <a:pt x="109844" y="96340"/>
                  <a:pt x="109765" y="92277"/>
                  <a:pt x="109607" y="86867"/>
                </a:cubicBezTo>
                <a:cubicBezTo>
                  <a:pt x="109448" y="81456"/>
                  <a:pt x="109369" y="77392"/>
                  <a:pt x="109369" y="74675"/>
                </a:cubicBezTo>
                <a:cubicBezTo>
                  <a:pt x="109369" y="70419"/>
                  <a:pt x="109595" y="65110"/>
                  <a:pt x="110048" y="58749"/>
                </a:cubicBezTo>
                <a:cubicBezTo>
                  <a:pt x="110500" y="52387"/>
                  <a:pt x="110726" y="47077"/>
                  <a:pt x="110726" y="42821"/>
                </a:cubicBezTo>
                <a:cubicBezTo>
                  <a:pt x="110726" y="40784"/>
                  <a:pt x="111348" y="39131"/>
                  <a:pt x="112592" y="37863"/>
                </a:cubicBezTo>
                <a:cubicBezTo>
                  <a:pt x="113836" y="36595"/>
                  <a:pt x="115431" y="35961"/>
                  <a:pt x="117376" y="35961"/>
                </a:cubicBezTo>
                <a:cubicBezTo>
                  <a:pt x="119321" y="35961"/>
                  <a:pt x="120915" y="36595"/>
                  <a:pt x="122159" y="37863"/>
                </a:cubicBezTo>
                <a:cubicBezTo>
                  <a:pt x="123403" y="39131"/>
                  <a:pt x="124025" y="40784"/>
                  <a:pt x="124025" y="42821"/>
                </a:cubicBezTo>
                <a:cubicBezTo>
                  <a:pt x="124025" y="47077"/>
                  <a:pt x="123799" y="52387"/>
                  <a:pt x="123347" y="58749"/>
                </a:cubicBezTo>
                <a:cubicBezTo>
                  <a:pt x="122894" y="65110"/>
                  <a:pt x="122668" y="70419"/>
                  <a:pt x="122668" y="74675"/>
                </a:cubicBezTo>
                <a:close/>
                <a:moveTo>
                  <a:pt x="197802" y="110327"/>
                </a:moveTo>
                <a:cubicBezTo>
                  <a:pt x="193912" y="110327"/>
                  <a:pt x="191718" y="108197"/>
                  <a:pt x="191221" y="103936"/>
                </a:cubicBezTo>
                <a:lnTo>
                  <a:pt x="189321" y="89045"/>
                </a:lnTo>
                <a:cubicBezTo>
                  <a:pt x="188688" y="83741"/>
                  <a:pt x="188371" y="78777"/>
                  <a:pt x="188371" y="74154"/>
                </a:cubicBezTo>
                <a:cubicBezTo>
                  <a:pt x="188371" y="72884"/>
                  <a:pt x="188450" y="70731"/>
                  <a:pt x="188608" y="67695"/>
                </a:cubicBezTo>
                <a:cubicBezTo>
                  <a:pt x="188767" y="64657"/>
                  <a:pt x="188846" y="62503"/>
                  <a:pt x="188846" y="61234"/>
                </a:cubicBezTo>
                <a:cubicBezTo>
                  <a:pt x="188846" y="51442"/>
                  <a:pt x="187036" y="46546"/>
                  <a:pt x="183418" y="46546"/>
                </a:cubicBezTo>
                <a:cubicBezTo>
                  <a:pt x="178351" y="46546"/>
                  <a:pt x="173511" y="49558"/>
                  <a:pt x="168897" y="55581"/>
                </a:cubicBezTo>
                <a:cubicBezTo>
                  <a:pt x="164736" y="61060"/>
                  <a:pt x="161479" y="67988"/>
                  <a:pt x="159127" y="76365"/>
                </a:cubicBezTo>
                <a:cubicBezTo>
                  <a:pt x="159036" y="78132"/>
                  <a:pt x="158833" y="80351"/>
                  <a:pt x="158516" y="83023"/>
                </a:cubicBezTo>
                <a:cubicBezTo>
                  <a:pt x="158245" y="85288"/>
                  <a:pt x="158109" y="87484"/>
                  <a:pt x="158109" y="89611"/>
                </a:cubicBezTo>
                <a:cubicBezTo>
                  <a:pt x="158109" y="90969"/>
                  <a:pt x="158245" y="93007"/>
                  <a:pt x="158516" y="95724"/>
                </a:cubicBezTo>
                <a:cubicBezTo>
                  <a:pt x="158788" y="98441"/>
                  <a:pt x="158923" y="100479"/>
                  <a:pt x="158923" y="101837"/>
                </a:cubicBezTo>
                <a:cubicBezTo>
                  <a:pt x="158923" y="103875"/>
                  <a:pt x="158301" y="105529"/>
                  <a:pt x="157057" y="106797"/>
                </a:cubicBezTo>
                <a:cubicBezTo>
                  <a:pt x="155813" y="108065"/>
                  <a:pt x="154219" y="108699"/>
                  <a:pt x="152274" y="108699"/>
                </a:cubicBezTo>
                <a:cubicBezTo>
                  <a:pt x="150283" y="108699"/>
                  <a:pt x="148678" y="108064"/>
                  <a:pt x="147456" y="106794"/>
                </a:cubicBezTo>
                <a:cubicBezTo>
                  <a:pt x="146235" y="105526"/>
                  <a:pt x="145624" y="103873"/>
                  <a:pt x="145624" y="101833"/>
                </a:cubicBezTo>
                <a:cubicBezTo>
                  <a:pt x="145624" y="100474"/>
                  <a:pt x="145477" y="98436"/>
                  <a:pt x="145183" y="95718"/>
                </a:cubicBezTo>
                <a:cubicBezTo>
                  <a:pt x="144889" y="92998"/>
                  <a:pt x="144742" y="90958"/>
                  <a:pt x="144742" y="89598"/>
                </a:cubicBezTo>
                <a:cubicBezTo>
                  <a:pt x="144742" y="84931"/>
                  <a:pt x="145070" y="78462"/>
                  <a:pt x="145726" y="70193"/>
                </a:cubicBezTo>
                <a:cubicBezTo>
                  <a:pt x="146382" y="61923"/>
                  <a:pt x="146710" y="55455"/>
                  <a:pt x="146710" y="50787"/>
                </a:cubicBezTo>
                <a:cubicBezTo>
                  <a:pt x="146710" y="49337"/>
                  <a:pt x="146631" y="47185"/>
                  <a:pt x="146472" y="44331"/>
                </a:cubicBezTo>
                <a:cubicBezTo>
                  <a:pt x="146314" y="41475"/>
                  <a:pt x="146235" y="39323"/>
                  <a:pt x="146235" y="37874"/>
                </a:cubicBezTo>
                <a:cubicBezTo>
                  <a:pt x="146235" y="35925"/>
                  <a:pt x="146880" y="34327"/>
                  <a:pt x="148169" y="33082"/>
                </a:cubicBezTo>
                <a:cubicBezTo>
                  <a:pt x="149458" y="31835"/>
                  <a:pt x="151052" y="31212"/>
                  <a:pt x="152952" y="31212"/>
                </a:cubicBezTo>
                <a:cubicBezTo>
                  <a:pt x="157114" y="31212"/>
                  <a:pt x="159398" y="34164"/>
                  <a:pt x="159805" y="40069"/>
                </a:cubicBezTo>
                <a:lnTo>
                  <a:pt x="160009" y="48039"/>
                </a:lnTo>
                <a:cubicBezTo>
                  <a:pt x="167608" y="37907"/>
                  <a:pt x="175411" y="32840"/>
                  <a:pt x="183418" y="32840"/>
                </a:cubicBezTo>
                <a:cubicBezTo>
                  <a:pt x="190655" y="32840"/>
                  <a:pt x="195699" y="36035"/>
                  <a:pt x="198549" y="42424"/>
                </a:cubicBezTo>
                <a:cubicBezTo>
                  <a:pt x="200494" y="46683"/>
                  <a:pt x="201557" y="52982"/>
                  <a:pt x="201738" y="61321"/>
                </a:cubicBezTo>
                <a:lnTo>
                  <a:pt x="201738" y="68185"/>
                </a:lnTo>
                <a:lnTo>
                  <a:pt x="201670" y="74505"/>
                </a:lnTo>
                <a:cubicBezTo>
                  <a:pt x="201670" y="78267"/>
                  <a:pt x="202156" y="83128"/>
                  <a:pt x="203129" y="89087"/>
                </a:cubicBezTo>
                <a:cubicBezTo>
                  <a:pt x="204101" y="95045"/>
                  <a:pt x="204587" y="99882"/>
                  <a:pt x="204587" y="103597"/>
                </a:cubicBezTo>
                <a:cubicBezTo>
                  <a:pt x="204587" y="105591"/>
                  <a:pt x="203943" y="107211"/>
                  <a:pt x="202654" y="108457"/>
                </a:cubicBezTo>
                <a:cubicBezTo>
                  <a:pt x="201364" y="109704"/>
                  <a:pt x="199747" y="110327"/>
                  <a:pt x="197802" y="110327"/>
                </a:cubicBezTo>
                <a:close/>
                <a:moveTo>
                  <a:pt x="264473" y="47691"/>
                </a:moveTo>
                <a:cubicBezTo>
                  <a:pt x="263523" y="47691"/>
                  <a:pt x="262404" y="47646"/>
                  <a:pt x="261114" y="47556"/>
                </a:cubicBezTo>
                <a:cubicBezTo>
                  <a:pt x="259825" y="47464"/>
                  <a:pt x="258706" y="47418"/>
                  <a:pt x="257756" y="47418"/>
                </a:cubicBezTo>
                <a:cubicBezTo>
                  <a:pt x="256715" y="47418"/>
                  <a:pt x="253639" y="47761"/>
                  <a:pt x="248528" y="48446"/>
                </a:cubicBezTo>
                <a:lnTo>
                  <a:pt x="249817" y="88502"/>
                </a:lnTo>
                <a:lnTo>
                  <a:pt x="249885" y="91485"/>
                </a:lnTo>
                <a:lnTo>
                  <a:pt x="249953" y="94942"/>
                </a:lnTo>
                <a:cubicBezTo>
                  <a:pt x="250134" y="104837"/>
                  <a:pt x="247759" y="109784"/>
                  <a:pt x="242828" y="109784"/>
                </a:cubicBezTo>
                <a:cubicBezTo>
                  <a:pt x="241019" y="109784"/>
                  <a:pt x="239447" y="109197"/>
                  <a:pt x="238113" y="108022"/>
                </a:cubicBezTo>
                <a:cubicBezTo>
                  <a:pt x="236778" y="106847"/>
                  <a:pt x="236111" y="105379"/>
                  <a:pt x="236111" y="103616"/>
                </a:cubicBezTo>
                <a:cubicBezTo>
                  <a:pt x="236111" y="101900"/>
                  <a:pt x="236179" y="99325"/>
                  <a:pt x="236315" y="95892"/>
                </a:cubicBezTo>
                <a:cubicBezTo>
                  <a:pt x="236450" y="92457"/>
                  <a:pt x="236518" y="89880"/>
                  <a:pt x="236518" y="88163"/>
                </a:cubicBezTo>
                <a:lnTo>
                  <a:pt x="235161" y="48582"/>
                </a:lnTo>
                <a:cubicBezTo>
                  <a:pt x="231859" y="48446"/>
                  <a:pt x="226838" y="48060"/>
                  <a:pt x="220098" y="47422"/>
                </a:cubicBezTo>
                <a:cubicBezTo>
                  <a:pt x="216072" y="46876"/>
                  <a:pt x="214059" y="44627"/>
                  <a:pt x="214059" y="40673"/>
                </a:cubicBezTo>
                <a:cubicBezTo>
                  <a:pt x="214059" y="38673"/>
                  <a:pt x="214670" y="37015"/>
                  <a:pt x="215891" y="35699"/>
                </a:cubicBezTo>
                <a:cubicBezTo>
                  <a:pt x="217113" y="34381"/>
                  <a:pt x="218673" y="33722"/>
                  <a:pt x="220573" y="33722"/>
                </a:cubicBezTo>
                <a:lnTo>
                  <a:pt x="234822" y="34876"/>
                </a:lnTo>
                <a:cubicBezTo>
                  <a:pt x="234822" y="32562"/>
                  <a:pt x="234720" y="29466"/>
                  <a:pt x="234517" y="25589"/>
                </a:cubicBezTo>
                <a:cubicBezTo>
                  <a:pt x="234313" y="21710"/>
                  <a:pt x="234211" y="18909"/>
                  <a:pt x="234211" y="17186"/>
                </a:cubicBezTo>
                <a:cubicBezTo>
                  <a:pt x="234211" y="15280"/>
                  <a:pt x="234867" y="13704"/>
                  <a:pt x="236179" y="12457"/>
                </a:cubicBezTo>
                <a:cubicBezTo>
                  <a:pt x="237491" y="11209"/>
                  <a:pt x="239097" y="10585"/>
                  <a:pt x="240996" y="10585"/>
                </a:cubicBezTo>
                <a:cubicBezTo>
                  <a:pt x="245068" y="10585"/>
                  <a:pt x="247442" y="13910"/>
                  <a:pt x="248121" y="20559"/>
                </a:cubicBezTo>
                <a:cubicBezTo>
                  <a:pt x="248257" y="22233"/>
                  <a:pt x="248324" y="24246"/>
                  <a:pt x="248324" y="26598"/>
                </a:cubicBezTo>
                <a:lnTo>
                  <a:pt x="248189" y="30533"/>
                </a:lnTo>
                <a:lnTo>
                  <a:pt x="248121" y="34740"/>
                </a:lnTo>
                <a:cubicBezTo>
                  <a:pt x="253730" y="34016"/>
                  <a:pt x="256942" y="33654"/>
                  <a:pt x="257756" y="33654"/>
                </a:cubicBezTo>
                <a:cubicBezTo>
                  <a:pt x="262460" y="33654"/>
                  <a:pt x="265536" y="33881"/>
                  <a:pt x="266984" y="34333"/>
                </a:cubicBezTo>
                <a:cubicBezTo>
                  <a:pt x="269743" y="35243"/>
                  <a:pt x="271123" y="37389"/>
                  <a:pt x="271123" y="40770"/>
                </a:cubicBezTo>
                <a:cubicBezTo>
                  <a:pt x="271123" y="42781"/>
                  <a:pt x="270501" y="44437"/>
                  <a:pt x="269257" y="45738"/>
                </a:cubicBezTo>
                <a:cubicBezTo>
                  <a:pt x="268013" y="47040"/>
                  <a:pt x="266418" y="47691"/>
                  <a:pt x="264473" y="476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74A664-320A-4D3B-8AC4-773A275E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05" y="787384"/>
            <a:ext cx="1075093" cy="416183"/>
          </a:xfrm>
          <a:custGeom xmlns:a="http://schemas.openxmlformats.org/drawingml/2006/main">
            <a:pathLst>
              <a:path w="1075093" h="416183">
                <a:moveTo>
                  <a:pt x="196919" y="0"/>
                </a:moveTo>
                <a:lnTo>
                  <a:pt x="1075093" y="0"/>
                </a:lnTo>
                <a:lnTo>
                  <a:pt x="1075093" y="219543"/>
                </a:lnTo>
                <a:cubicBezTo>
                  <a:pt x="1074674" y="327988"/>
                  <a:pt x="986479" y="416183"/>
                  <a:pt x="877336" y="415624"/>
                </a:cubicBezTo>
                <a:lnTo>
                  <a:pt x="838" y="415624"/>
                </a:lnTo>
                <a:lnTo>
                  <a:pt x="838" y="197757"/>
                </a:lnTo>
                <a:cubicBezTo>
                  <a:pt x="0" y="88893"/>
                  <a:pt x="88194" y="698"/>
                  <a:pt x="196919" y="0"/>
                </a:cubicBezTo>
              </a:path>
            </a:pathLst>
          </a:custGeom>
          <a:solidFill xmlns:a="http://schemas.openxmlformats.org/drawingml/2006/main">
            <a:srgbClr val="E7E7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BECB70-E9E2-48EA-839B-FADD3A02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31" y="777607"/>
            <a:ext cx="1095623" cy="436433"/>
          </a:xfrm>
          <a:custGeom xmlns:a="http://schemas.openxmlformats.org/drawingml/2006/main">
            <a:pathLst>
              <a:path w="1095623" h="436433">
                <a:moveTo>
                  <a:pt x="155608" y="6522"/>
                </a:moveTo>
                <a:lnTo>
                  <a:pt x="145762" y="9329"/>
                </a:lnTo>
                <a:lnTo>
                  <a:pt x="136125" y="12583"/>
                </a:lnTo>
                <a:lnTo>
                  <a:pt x="126698" y="16298"/>
                </a:lnTo>
                <a:lnTo>
                  <a:pt x="117509" y="20460"/>
                </a:lnTo>
                <a:lnTo>
                  <a:pt x="108557" y="25041"/>
                </a:lnTo>
                <a:lnTo>
                  <a:pt x="99870" y="30041"/>
                </a:lnTo>
                <a:lnTo>
                  <a:pt x="91449" y="35431"/>
                </a:lnTo>
                <a:lnTo>
                  <a:pt x="83320" y="41213"/>
                </a:lnTo>
                <a:lnTo>
                  <a:pt x="75486" y="47372"/>
                </a:lnTo>
                <a:lnTo>
                  <a:pt x="67958" y="53894"/>
                </a:lnTo>
                <a:lnTo>
                  <a:pt x="60766" y="60766"/>
                </a:lnTo>
                <a:lnTo>
                  <a:pt x="53894" y="67958"/>
                </a:lnTo>
                <a:lnTo>
                  <a:pt x="47372" y="75486"/>
                </a:lnTo>
                <a:lnTo>
                  <a:pt x="41213" y="83320"/>
                </a:lnTo>
                <a:lnTo>
                  <a:pt x="35431" y="91449"/>
                </a:lnTo>
                <a:lnTo>
                  <a:pt x="30041" y="99870"/>
                </a:lnTo>
                <a:lnTo>
                  <a:pt x="25041" y="108557"/>
                </a:lnTo>
                <a:lnTo>
                  <a:pt x="20460" y="117509"/>
                </a:lnTo>
                <a:lnTo>
                  <a:pt x="16298" y="126698"/>
                </a:lnTo>
                <a:lnTo>
                  <a:pt x="12583" y="136125"/>
                </a:lnTo>
                <a:lnTo>
                  <a:pt x="9329" y="145762"/>
                </a:lnTo>
                <a:lnTo>
                  <a:pt x="6522" y="155608"/>
                </a:lnTo>
                <a:lnTo>
                  <a:pt x="4218" y="165649"/>
                </a:lnTo>
                <a:lnTo>
                  <a:pt x="2388" y="175872"/>
                </a:lnTo>
                <a:lnTo>
                  <a:pt x="1061" y="186249"/>
                </a:lnTo>
                <a:lnTo>
                  <a:pt x="265" y="196779"/>
                </a:lnTo>
                <a:lnTo>
                  <a:pt x="0" y="207323"/>
                </a:lnTo>
                <a:lnTo>
                  <a:pt x="0" y="436433"/>
                </a:lnTo>
                <a:lnTo>
                  <a:pt x="888299" y="436433"/>
                </a:lnTo>
                <a:lnTo>
                  <a:pt x="898843" y="436168"/>
                </a:lnTo>
                <a:lnTo>
                  <a:pt x="909374" y="435372"/>
                </a:lnTo>
                <a:lnTo>
                  <a:pt x="919750" y="434045"/>
                </a:lnTo>
                <a:lnTo>
                  <a:pt x="929973" y="432216"/>
                </a:lnTo>
                <a:lnTo>
                  <a:pt x="940015" y="429911"/>
                </a:lnTo>
                <a:lnTo>
                  <a:pt x="949861" y="427104"/>
                </a:lnTo>
                <a:lnTo>
                  <a:pt x="959497" y="423850"/>
                </a:lnTo>
                <a:lnTo>
                  <a:pt x="968924" y="420135"/>
                </a:lnTo>
                <a:lnTo>
                  <a:pt x="978114" y="415973"/>
                </a:lnTo>
                <a:lnTo>
                  <a:pt x="987066" y="411393"/>
                </a:lnTo>
                <a:lnTo>
                  <a:pt x="995753" y="406393"/>
                </a:lnTo>
                <a:lnTo>
                  <a:pt x="1004174" y="401002"/>
                </a:lnTo>
                <a:lnTo>
                  <a:pt x="1012302" y="395220"/>
                </a:lnTo>
                <a:lnTo>
                  <a:pt x="1020137" y="389061"/>
                </a:lnTo>
                <a:lnTo>
                  <a:pt x="1027665" y="382539"/>
                </a:lnTo>
                <a:lnTo>
                  <a:pt x="1034857" y="375668"/>
                </a:lnTo>
                <a:lnTo>
                  <a:pt x="1041728" y="368476"/>
                </a:lnTo>
                <a:lnTo>
                  <a:pt x="1048250" y="360948"/>
                </a:lnTo>
                <a:lnTo>
                  <a:pt x="1054409" y="353113"/>
                </a:lnTo>
                <a:lnTo>
                  <a:pt x="1060191" y="344985"/>
                </a:lnTo>
                <a:lnTo>
                  <a:pt x="1065582" y="336564"/>
                </a:lnTo>
                <a:lnTo>
                  <a:pt x="1070582" y="327877"/>
                </a:lnTo>
                <a:lnTo>
                  <a:pt x="1075163" y="318925"/>
                </a:lnTo>
                <a:lnTo>
                  <a:pt x="1079324" y="309735"/>
                </a:lnTo>
                <a:lnTo>
                  <a:pt x="1083039" y="300308"/>
                </a:lnTo>
                <a:lnTo>
                  <a:pt x="1086293" y="290672"/>
                </a:lnTo>
                <a:lnTo>
                  <a:pt x="1089101" y="280826"/>
                </a:lnTo>
                <a:lnTo>
                  <a:pt x="1091405" y="270784"/>
                </a:lnTo>
                <a:lnTo>
                  <a:pt x="1093234" y="260561"/>
                </a:lnTo>
                <a:lnTo>
                  <a:pt x="1094561" y="250185"/>
                </a:lnTo>
                <a:lnTo>
                  <a:pt x="1095357" y="239654"/>
                </a:lnTo>
                <a:lnTo>
                  <a:pt x="1095623" y="229110"/>
                </a:lnTo>
                <a:lnTo>
                  <a:pt x="1095623" y="0"/>
                </a:lnTo>
                <a:lnTo>
                  <a:pt x="207323" y="0"/>
                </a:lnTo>
                <a:lnTo>
                  <a:pt x="196779" y="265"/>
                </a:lnTo>
                <a:lnTo>
                  <a:pt x="186249" y="1061"/>
                </a:lnTo>
                <a:lnTo>
                  <a:pt x="175872" y="2388"/>
                </a:lnTo>
                <a:lnTo>
                  <a:pt x="165649" y="4218"/>
                </a:lnTo>
                <a:lnTo>
                  <a:pt x="155608" y="6522"/>
                </a:lnTo>
                <a:close/>
                <a:moveTo>
                  <a:pt x="1072502" y="257490"/>
                </a:moveTo>
                <a:lnTo>
                  <a:pt x="1070849" y="266742"/>
                </a:lnTo>
                <a:lnTo>
                  <a:pt x="1068814" y="275527"/>
                </a:lnTo>
                <a:lnTo>
                  <a:pt x="1066271" y="284483"/>
                </a:lnTo>
                <a:lnTo>
                  <a:pt x="1063426" y="292912"/>
                </a:lnTo>
                <a:lnTo>
                  <a:pt x="1060053" y="301494"/>
                </a:lnTo>
                <a:lnTo>
                  <a:pt x="1056278" y="309860"/>
                </a:lnTo>
                <a:lnTo>
                  <a:pt x="1052096" y="318009"/>
                </a:lnTo>
                <a:lnTo>
                  <a:pt x="1047660" y="325720"/>
                </a:lnTo>
                <a:lnTo>
                  <a:pt x="1042863" y="333196"/>
                </a:lnTo>
                <a:lnTo>
                  <a:pt x="1037718" y="340436"/>
                </a:lnTo>
                <a:lnTo>
                  <a:pt x="1032239" y="347422"/>
                </a:lnTo>
                <a:lnTo>
                  <a:pt x="1026170" y="354436"/>
                </a:lnTo>
                <a:lnTo>
                  <a:pt x="1020042" y="360853"/>
                </a:lnTo>
                <a:lnTo>
                  <a:pt x="1013626" y="366981"/>
                </a:lnTo>
                <a:lnTo>
                  <a:pt x="1006611" y="373050"/>
                </a:lnTo>
                <a:lnTo>
                  <a:pt x="999626" y="378529"/>
                </a:lnTo>
                <a:lnTo>
                  <a:pt x="992385" y="383674"/>
                </a:lnTo>
                <a:lnTo>
                  <a:pt x="984909" y="388471"/>
                </a:lnTo>
                <a:lnTo>
                  <a:pt x="977198" y="392907"/>
                </a:lnTo>
                <a:lnTo>
                  <a:pt x="969049" y="397089"/>
                </a:lnTo>
                <a:lnTo>
                  <a:pt x="960683" y="400863"/>
                </a:lnTo>
                <a:lnTo>
                  <a:pt x="952101" y="404237"/>
                </a:lnTo>
                <a:lnTo>
                  <a:pt x="943672" y="407081"/>
                </a:lnTo>
                <a:lnTo>
                  <a:pt x="934716" y="409625"/>
                </a:lnTo>
                <a:lnTo>
                  <a:pt x="925931" y="411660"/>
                </a:lnTo>
                <a:lnTo>
                  <a:pt x="916679" y="413313"/>
                </a:lnTo>
                <a:lnTo>
                  <a:pt x="907284" y="414511"/>
                </a:lnTo>
                <a:lnTo>
                  <a:pt x="897801" y="415239"/>
                </a:lnTo>
                <a:lnTo>
                  <a:pt x="887908" y="415485"/>
                </a:lnTo>
                <a:lnTo>
                  <a:pt x="20949" y="415485"/>
                </a:lnTo>
                <a:lnTo>
                  <a:pt x="20949" y="207714"/>
                </a:lnTo>
                <a:lnTo>
                  <a:pt x="21194" y="197822"/>
                </a:lnTo>
                <a:lnTo>
                  <a:pt x="21923" y="188339"/>
                </a:lnTo>
                <a:lnTo>
                  <a:pt x="23120" y="178944"/>
                </a:lnTo>
                <a:lnTo>
                  <a:pt x="24773" y="169691"/>
                </a:lnTo>
                <a:lnTo>
                  <a:pt x="26809" y="160906"/>
                </a:lnTo>
                <a:lnTo>
                  <a:pt x="29352" y="151951"/>
                </a:lnTo>
                <a:lnTo>
                  <a:pt x="32196" y="143521"/>
                </a:lnTo>
                <a:lnTo>
                  <a:pt x="35570" y="134940"/>
                </a:lnTo>
                <a:lnTo>
                  <a:pt x="39345" y="126574"/>
                </a:lnTo>
                <a:lnTo>
                  <a:pt x="43526" y="118425"/>
                </a:lnTo>
                <a:lnTo>
                  <a:pt x="47963" y="110713"/>
                </a:lnTo>
                <a:lnTo>
                  <a:pt x="52759" y="103237"/>
                </a:lnTo>
                <a:lnTo>
                  <a:pt x="57905" y="95997"/>
                </a:lnTo>
                <a:lnTo>
                  <a:pt x="63383" y="89011"/>
                </a:lnTo>
                <a:lnTo>
                  <a:pt x="69452" y="81997"/>
                </a:lnTo>
                <a:lnTo>
                  <a:pt x="75580" y="75580"/>
                </a:lnTo>
                <a:lnTo>
                  <a:pt x="81997" y="69452"/>
                </a:lnTo>
                <a:lnTo>
                  <a:pt x="89011" y="63383"/>
                </a:lnTo>
                <a:lnTo>
                  <a:pt x="95997" y="57905"/>
                </a:lnTo>
                <a:lnTo>
                  <a:pt x="103237" y="52759"/>
                </a:lnTo>
                <a:lnTo>
                  <a:pt x="110713" y="47963"/>
                </a:lnTo>
                <a:lnTo>
                  <a:pt x="118425" y="43526"/>
                </a:lnTo>
                <a:lnTo>
                  <a:pt x="126574" y="39345"/>
                </a:lnTo>
                <a:lnTo>
                  <a:pt x="134940" y="35570"/>
                </a:lnTo>
                <a:lnTo>
                  <a:pt x="143521" y="32196"/>
                </a:lnTo>
                <a:lnTo>
                  <a:pt x="151951" y="29352"/>
                </a:lnTo>
                <a:lnTo>
                  <a:pt x="160906" y="26809"/>
                </a:lnTo>
                <a:lnTo>
                  <a:pt x="169691" y="24773"/>
                </a:lnTo>
                <a:lnTo>
                  <a:pt x="178944" y="23120"/>
                </a:lnTo>
                <a:lnTo>
                  <a:pt x="188339" y="21923"/>
                </a:lnTo>
                <a:lnTo>
                  <a:pt x="197822" y="21194"/>
                </a:lnTo>
                <a:lnTo>
                  <a:pt x="207714" y="20949"/>
                </a:lnTo>
                <a:lnTo>
                  <a:pt x="1074674" y="20949"/>
                </a:lnTo>
                <a:lnTo>
                  <a:pt x="1074674" y="228719"/>
                </a:lnTo>
                <a:lnTo>
                  <a:pt x="1074429" y="238612"/>
                </a:lnTo>
                <a:lnTo>
                  <a:pt x="1073700" y="248094"/>
                </a:lnTo>
                <a:lnTo>
                  <a:pt x="1072502" y="257490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48DF66-37F7-40B6-8663-E88591CD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71" y="357933"/>
            <a:ext cx="8195173" cy="4293807"/>
          </a:xfrm>
          <a:custGeom xmlns:a="http://schemas.openxmlformats.org/drawingml/2006/main">
            <a:pathLst>
              <a:path w="8195173" h="4293807">
                <a:moveTo>
                  <a:pt x="25516" y="146572"/>
                </a:moveTo>
                <a:lnTo>
                  <a:pt x="20334" y="158038"/>
                </a:lnTo>
                <a:lnTo>
                  <a:pt x="15698" y="169797"/>
                </a:lnTo>
                <a:lnTo>
                  <a:pt x="11634" y="181822"/>
                </a:lnTo>
                <a:lnTo>
                  <a:pt x="8393" y="193204"/>
                </a:lnTo>
                <a:lnTo>
                  <a:pt x="21829" y="197031"/>
                </a:lnTo>
                <a:lnTo>
                  <a:pt x="25017" y="185836"/>
                </a:lnTo>
                <a:lnTo>
                  <a:pt x="28875" y="174452"/>
                </a:lnTo>
                <a:lnTo>
                  <a:pt x="33229" y="163412"/>
                </a:lnTo>
                <a:lnTo>
                  <a:pt x="38036" y="152773"/>
                </a:lnTo>
                <a:lnTo>
                  <a:pt x="43579" y="141951"/>
                </a:lnTo>
                <a:lnTo>
                  <a:pt x="49481" y="131684"/>
                </a:lnTo>
                <a:lnTo>
                  <a:pt x="49313" y="131977"/>
                </a:lnTo>
                <a:lnTo>
                  <a:pt x="55832" y="121803"/>
                </a:lnTo>
                <a:lnTo>
                  <a:pt x="62567" y="112351"/>
                </a:lnTo>
                <a:lnTo>
                  <a:pt x="69889" y="103030"/>
                </a:lnTo>
                <a:lnTo>
                  <a:pt x="71380" y="101308"/>
                </a:lnTo>
                <a:lnTo>
                  <a:pt x="60821" y="92161"/>
                </a:lnTo>
                <a:lnTo>
                  <a:pt x="59090" y="94158"/>
                </a:lnTo>
                <a:lnTo>
                  <a:pt x="51408" y="103934"/>
                </a:lnTo>
                <a:lnTo>
                  <a:pt x="44202" y="114087"/>
                </a:lnTo>
                <a:lnTo>
                  <a:pt x="37470" y="124576"/>
                </a:lnTo>
                <a:lnTo>
                  <a:pt x="31228" y="135413"/>
                </a:lnTo>
                <a:lnTo>
                  <a:pt x="25516" y="146572"/>
                </a:lnTo>
                <a:close/>
                <a:moveTo>
                  <a:pt x="13966" y="348057"/>
                </a:moveTo>
                <a:lnTo>
                  <a:pt x="13966" y="258857"/>
                </a:lnTo>
                <a:lnTo>
                  <a:pt x="14050" y="252349"/>
                </a:lnTo>
                <a:lnTo>
                  <a:pt x="14050" y="252531"/>
                </a:lnTo>
                <a:lnTo>
                  <a:pt x="14287" y="246079"/>
                </a:lnTo>
                <a:lnTo>
                  <a:pt x="14273" y="246246"/>
                </a:lnTo>
                <a:lnTo>
                  <a:pt x="14687" y="239921"/>
                </a:lnTo>
                <a:lnTo>
                  <a:pt x="14943" y="236973"/>
                </a:lnTo>
                <a:lnTo>
                  <a:pt x="1033" y="235730"/>
                </a:lnTo>
                <a:lnTo>
                  <a:pt x="754" y="238858"/>
                </a:lnTo>
                <a:lnTo>
                  <a:pt x="335" y="245450"/>
                </a:lnTo>
                <a:lnTo>
                  <a:pt x="84" y="252084"/>
                </a:lnTo>
                <a:lnTo>
                  <a:pt x="0" y="258718"/>
                </a:lnTo>
                <a:lnTo>
                  <a:pt x="0" y="348057"/>
                </a:lnTo>
                <a:lnTo>
                  <a:pt x="13966" y="348057"/>
                </a:lnTo>
                <a:close/>
                <a:moveTo>
                  <a:pt x="0" y="501682"/>
                </a:moveTo>
                <a:lnTo>
                  <a:pt x="13966" y="501682"/>
                </a:lnTo>
                <a:lnTo>
                  <a:pt x="13966" y="389955"/>
                </a:lnTo>
                <a:lnTo>
                  <a:pt x="0" y="389955"/>
                </a:lnTo>
                <a:lnTo>
                  <a:pt x="0" y="501682"/>
                </a:lnTo>
                <a:close/>
                <a:moveTo>
                  <a:pt x="0" y="655307"/>
                </a:moveTo>
                <a:lnTo>
                  <a:pt x="13966" y="655307"/>
                </a:lnTo>
                <a:lnTo>
                  <a:pt x="13966" y="543580"/>
                </a:lnTo>
                <a:lnTo>
                  <a:pt x="0" y="543580"/>
                </a:lnTo>
                <a:lnTo>
                  <a:pt x="0" y="655307"/>
                </a:lnTo>
                <a:close/>
                <a:moveTo>
                  <a:pt x="0" y="808931"/>
                </a:moveTo>
                <a:lnTo>
                  <a:pt x="13966" y="808931"/>
                </a:lnTo>
                <a:lnTo>
                  <a:pt x="13966" y="697204"/>
                </a:lnTo>
                <a:lnTo>
                  <a:pt x="0" y="697204"/>
                </a:lnTo>
                <a:lnTo>
                  <a:pt x="0" y="808931"/>
                </a:lnTo>
                <a:close/>
                <a:moveTo>
                  <a:pt x="0" y="962556"/>
                </a:moveTo>
                <a:lnTo>
                  <a:pt x="13966" y="962556"/>
                </a:lnTo>
                <a:lnTo>
                  <a:pt x="13966" y="850829"/>
                </a:lnTo>
                <a:lnTo>
                  <a:pt x="0" y="850829"/>
                </a:lnTo>
                <a:lnTo>
                  <a:pt x="0" y="962556"/>
                </a:lnTo>
                <a:close/>
                <a:moveTo>
                  <a:pt x="0" y="1004453"/>
                </a:moveTo>
                <a:lnTo>
                  <a:pt x="0" y="1116180"/>
                </a:lnTo>
                <a:lnTo>
                  <a:pt x="13966" y="1116180"/>
                </a:lnTo>
                <a:lnTo>
                  <a:pt x="13966" y="1004453"/>
                </a:lnTo>
                <a:lnTo>
                  <a:pt x="0" y="1004453"/>
                </a:lnTo>
                <a:close/>
                <a:moveTo>
                  <a:pt x="0" y="1269805"/>
                </a:moveTo>
                <a:lnTo>
                  <a:pt x="13966" y="1269805"/>
                </a:lnTo>
                <a:lnTo>
                  <a:pt x="13966" y="1158078"/>
                </a:lnTo>
                <a:lnTo>
                  <a:pt x="0" y="1158078"/>
                </a:lnTo>
                <a:lnTo>
                  <a:pt x="0" y="1269805"/>
                </a:lnTo>
                <a:close/>
                <a:moveTo>
                  <a:pt x="0" y="1423430"/>
                </a:moveTo>
                <a:lnTo>
                  <a:pt x="13966" y="1423430"/>
                </a:lnTo>
                <a:lnTo>
                  <a:pt x="13966" y="1311703"/>
                </a:lnTo>
                <a:lnTo>
                  <a:pt x="0" y="1311703"/>
                </a:lnTo>
                <a:lnTo>
                  <a:pt x="0" y="1423430"/>
                </a:lnTo>
                <a:close/>
                <a:moveTo>
                  <a:pt x="0" y="1577054"/>
                </a:moveTo>
                <a:lnTo>
                  <a:pt x="13966" y="1577054"/>
                </a:lnTo>
                <a:lnTo>
                  <a:pt x="13966" y="1465327"/>
                </a:lnTo>
                <a:lnTo>
                  <a:pt x="0" y="1465327"/>
                </a:lnTo>
                <a:lnTo>
                  <a:pt x="0" y="1577054"/>
                </a:lnTo>
                <a:close/>
                <a:moveTo>
                  <a:pt x="0" y="1730679"/>
                </a:moveTo>
                <a:lnTo>
                  <a:pt x="13966" y="1730679"/>
                </a:lnTo>
                <a:lnTo>
                  <a:pt x="13966" y="1618952"/>
                </a:lnTo>
                <a:lnTo>
                  <a:pt x="0" y="1618952"/>
                </a:lnTo>
                <a:lnTo>
                  <a:pt x="0" y="1730679"/>
                </a:lnTo>
                <a:close/>
                <a:moveTo>
                  <a:pt x="0" y="1884303"/>
                </a:moveTo>
                <a:lnTo>
                  <a:pt x="13966" y="1884303"/>
                </a:lnTo>
                <a:lnTo>
                  <a:pt x="13966" y="1772576"/>
                </a:lnTo>
                <a:lnTo>
                  <a:pt x="0" y="1772576"/>
                </a:lnTo>
                <a:lnTo>
                  <a:pt x="0" y="1884303"/>
                </a:lnTo>
                <a:close/>
                <a:moveTo>
                  <a:pt x="0" y="2037928"/>
                </a:moveTo>
                <a:lnTo>
                  <a:pt x="13966" y="2037928"/>
                </a:lnTo>
                <a:lnTo>
                  <a:pt x="13966" y="1926201"/>
                </a:lnTo>
                <a:lnTo>
                  <a:pt x="0" y="1926201"/>
                </a:lnTo>
                <a:lnTo>
                  <a:pt x="0" y="2037928"/>
                </a:lnTo>
                <a:close/>
                <a:moveTo>
                  <a:pt x="0" y="2191552"/>
                </a:moveTo>
                <a:lnTo>
                  <a:pt x="13966" y="2191552"/>
                </a:lnTo>
                <a:lnTo>
                  <a:pt x="13966" y="2079825"/>
                </a:lnTo>
                <a:lnTo>
                  <a:pt x="0" y="2079825"/>
                </a:lnTo>
                <a:lnTo>
                  <a:pt x="0" y="2191552"/>
                </a:lnTo>
                <a:close/>
                <a:moveTo>
                  <a:pt x="0" y="2345177"/>
                </a:moveTo>
                <a:lnTo>
                  <a:pt x="13966" y="2345177"/>
                </a:lnTo>
                <a:lnTo>
                  <a:pt x="13966" y="2233450"/>
                </a:lnTo>
                <a:lnTo>
                  <a:pt x="0" y="2233450"/>
                </a:lnTo>
                <a:lnTo>
                  <a:pt x="0" y="2345177"/>
                </a:lnTo>
                <a:close/>
                <a:moveTo>
                  <a:pt x="0" y="2498802"/>
                </a:moveTo>
                <a:lnTo>
                  <a:pt x="13966" y="2498802"/>
                </a:lnTo>
                <a:lnTo>
                  <a:pt x="13966" y="2387075"/>
                </a:lnTo>
                <a:lnTo>
                  <a:pt x="0" y="2387075"/>
                </a:lnTo>
                <a:lnTo>
                  <a:pt x="0" y="2498802"/>
                </a:lnTo>
                <a:close/>
                <a:moveTo>
                  <a:pt x="0" y="2652426"/>
                </a:moveTo>
                <a:lnTo>
                  <a:pt x="13966" y="2652426"/>
                </a:lnTo>
                <a:lnTo>
                  <a:pt x="13966" y="2540699"/>
                </a:lnTo>
                <a:lnTo>
                  <a:pt x="0" y="2540699"/>
                </a:lnTo>
                <a:lnTo>
                  <a:pt x="0" y="2652426"/>
                </a:lnTo>
                <a:close/>
                <a:moveTo>
                  <a:pt x="0" y="2806051"/>
                </a:moveTo>
                <a:lnTo>
                  <a:pt x="13966" y="2806051"/>
                </a:lnTo>
                <a:lnTo>
                  <a:pt x="13966" y="2694324"/>
                </a:lnTo>
                <a:lnTo>
                  <a:pt x="0" y="2694324"/>
                </a:lnTo>
                <a:lnTo>
                  <a:pt x="0" y="2806051"/>
                </a:lnTo>
                <a:close/>
                <a:moveTo>
                  <a:pt x="0" y="2959675"/>
                </a:moveTo>
                <a:lnTo>
                  <a:pt x="13966" y="2959675"/>
                </a:lnTo>
                <a:lnTo>
                  <a:pt x="13966" y="2847948"/>
                </a:lnTo>
                <a:lnTo>
                  <a:pt x="0" y="2847948"/>
                </a:lnTo>
                <a:lnTo>
                  <a:pt x="0" y="2959675"/>
                </a:lnTo>
                <a:close/>
                <a:moveTo>
                  <a:pt x="0" y="3113300"/>
                </a:moveTo>
                <a:lnTo>
                  <a:pt x="13966" y="3113300"/>
                </a:lnTo>
                <a:lnTo>
                  <a:pt x="13966" y="3001573"/>
                </a:lnTo>
                <a:lnTo>
                  <a:pt x="0" y="3001573"/>
                </a:lnTo>
                <a:lnTo>
                  <a:pt x="0" y="3113300"/>
                </a:lnTo>
                <a:close/>
                <a:moveTo>
                  <a:pt x="0" y="3266925"/>
                </a:moveTo>
                <a:lnTo>
                  <a:pt x="13966" y="3266925"/>
                </a:lnTo>
                <a:lnTo>
                  <a:pt x="13966" y="3155198"/>
                </a:lnTo>
                <a:lnTo>
                  <a:pt x="0" y="3155198"/>
                </a:lnTo>
                <a:lnTo>
                  <a:pt x="0" y="3266925"/>
                </a:lnTo>
                <a:close/>
                <a:moveTo>
                  <a:pt x="0" y="3308822"/>
                </a:moveTo>
                <a:lnTo>
                  <a:pt x="0" y="3420549"/>
                </a:lnTo>
                <a:lnTo>
                  <a:pt x="13966" y="3420549"/>
                </a:lnTo>
                <a:lnTo>
                  <a:pt x="13966" y="3308822"/>
                </a:lnTo>
                <a:lnTo>
                  <a:pt x="0" y="3308822"/>
                </a:lnTo>
                <a:close/>
                <a:moveTo>
                  <a:pt x="0" y="3574174"/>
                </a:moveTo>
                <a:lnTo>
                  <a:pt x="13966" y="3574174"/>
                </a:lnTo>
                <a:lnTo>
                  <a:pt x="13966" y="3462447"/>
                </a:lnTo>
                <a:lnTo>
                  <a:pt x="0" y="3462447"/>
                </a:lnTo>
                <a:lnTo>
                  <a:pt x="0" y="3574174"/>
                </a:lnTo>
                <a:close/>
                <a:moveTo>
                  <a:pt x="0" y="3727798"/>
                </a:moveTo>
                <a:lnTo>
                  <a:pt x="13966" y="3727798"/>
                </a:lnTo>
                <a:lnTo>
                  <a:pt x="13966" y="3616071"/>
                </a:lnTo>
                <a:lnTo>
                  <a:pt x="0" y="3616071"/>
                </a:lnTo>
                <a:lnTo>
                  <a:pt x="0" y="3727798"/>
                </a:lnTo>
                <a:close/>
                <a:moveTo>
                  <a:pt x="0" y="3881423"/>
                </a:moveTo>
                <a:lnTo>
                  <a:pt x="13966" y="3881423"/>
                </a:lnTo>
                <a:lnTo>
                  <a:pt x="13966" y="3769696"/>
                </a:lnTo>
                <a:lnTo>
                  <a:pt x="0" y="3769696"/>
                </a:lnTo>
                <a:lnTo>
                  <a:pt x="0" y="3881423"/>
                </a:lnTo>
                <a:close/>
                <a:moveTo>
                  <a:pt x="754" y="4054949"/>
                </a:moveTo>
                <a:lnTo>
                  <a:pt x="1341" y="4061485"/>
                </a:lnTo>
                <a:lnTo>
                  <a:pt x="2081" y="4067993"/>
                </a:lnTo>
                <a:lnTo>
                  <a:pt x="2975" y="4074445"/>
                </a:lnTo>
                <a:lnTo>
                  <a:pt x="4036" y="4080842"/>
                </a:lnTo>
                <a:lnTo>
                  <a:pt x="5265" y="4087224"/>
                </a:lnTo>
                <a:lnTo>
                  <a:pt x="8142" y="4099709"/>
                </a:lnTo>
                <a:lnTo>
                  <a:pt x="8198" y="4099905"/>
                </a:lnTo>
                <a:lnTo>
                  <a:pt x="21633" y="4096092"/>
                </a:lnTo>
                <a:lnTo>
                  <a:pt x="21675" y="4096232"/>
                </a:lnTo>
                <a:lnTo>
                  <a:pt x="21717" y="4096400"/>
                </a:lnTo>
                <a:lnTo>
                  <a:pt x="18926" y="4084339"/>
                </a:lnTo>
                <a:lnTo>
                  <a:pt x="17780" y="4078305"/>
                </a:lnTo>
                <a:lnTo>
                  <a:pt x="16789" y="4072336"/>
                </a:lnTo>
                <a:lnTo>
                  <a:pt x="15921" y="4066135"/>
                </a:lnTo>
                <a:lnTo>
                  <a:pt x="15949" y="4066317"/>
                </a:lnTo>
                <a:lnTo>
                  <a:pt x="15223" y="4059990"/>
                </a:lnTo>
                <a:lnTo>
                  <a:pt x="15237" y="4060172"/>
                </a:lnTo>
                <a:lnTo>
                  <a:pt x="14686" y="4053884"/>
                </a:lnTo>
                <a:lnTo>
                  <a:pt x="14273" y="4047561"/>
                </a:lnTo>
                <a:lnTo>
                  <a:pt x="14287" y="4047728"/>
                </a:lnTo>
                <a:lnTo>
                  <a:pt x="14050" y="4041276"/>
                </a:lnTo>
                <a:lnTo>
                  <a:pt x="14050" y="4041458"/>
                </a:lnTo>
                <a:lnTo>
                  <a:pt x="13966" y="4034950"/>
                </a:lnTo>
                <a:lnTo>
                  <a:pt x="13966" y="3923320"/>
                </a:lnTo>
                <a:lnTo>
                  <a:pt x="0" y="3923320"/>
                </a:lnTo>
                <a:lnTo>
                  <a:pt x="0" y="4035047"/>
                </a:lnTo>
                <a:lnTo>
                  <a:pt x="6446" y="4035047"/>
                </a:lnTo>
                <a:lnTo>
                  <a:pt x="0" y="4035131"/>
                </a:lnTo>
                <a:lnTo>
                  <a:pt x="84" y="4041723"/>
                </a:lnTo>
                <a:lnTo>
                  <a:pt x="335" y="4048357"/>
                </a:lnTo>
                <a:lnTo>
                  <a:pt x="754" y="4054949"/>
                </a:lnTo>
                <a:close/>
                <a:moveTo>
                  <a:pt x="59090" y="4199649"/>
                </a:moveTo>
                <a:lnTo>
                  <a:pt x="67218" y="4209034"/>
                </a:lnTo>
                <a:lnTo>
                  <a:pt x="75793" y="4218014"/>
                </a:lnTo>
                <a:lnTo>
                  <a:pt x="84773" y="4226589"/>
                </a:lnTo>
                <a:lnTo>
                  <a:pt x="90499" y="4231533"/>
                </a:lnTo>
                <a:lnTo>
                  <a:pt x="99633" y="4220989"/>
                </a:lnTo>
                <a:lnTo>
                  <a:pt x="94234" y="4216306"/>
                </a:lnTo>
                <a:lnTo>
                  <a:pt x="85663" y="4208145"/>
                </a:lnTo>
                <a:lnTo>
                  <a:pt x="77505" y="4199578"/>
                </a:lnTo>
                <a:lnTo>
                  <a:pt x="69890" y="4190778"/>
                </a:lnTo>
                <a:lnTo>
                  <a:pt x="62567" y="4181456"/>
                </a:lnTo>
                <a:lnTo>
                  <a:pt x="55832" y="4172004"/>
                </a:lnTo>
                <a:lnTo>
                  <a:pt x="49313" y="4161830"/>
                </a:lnTo>
                <a:lnTo>
                  <a:pt x="49481" y="4162123"/>
                </a:lnTo>
                <a:lnTo>
                  <a:pt x="43579" y="4151856"/>
                </a:lnTo>
                <a:lnTo>
                  <a:pt x="38038" y="4141038"/>
                </a:lnTo>
                <a:lnTo>
                  <a:pt x="35138" y="4134610"/>
                </a:lnTo>
                <a:lnTo>
                  <a:pt x="22415" y="4140364"/>
                </a:lnTo>
                <a:lnTo>
                  <a:pt x="25516" y="4147235"/>
                </a:lnTo>
                <a:lnTo>
                  <a:pt x="31228" y="4158394"/>
                </a:lnTo>
                <a:lnTo>
                  <a:pt x="37470" y="4169232"/>
                </a:lnTo>
                <a:lnTo>
                  <a:pt x="44202" y="4179720"/>
                </a:lnTo>
                <a:lnTo>
                  <a:pt x="51408" y="4189873"/>
                </a:lnTo>
                <a:lnTo>
                  <a:pt x="59090" y="4199649"/>
                </a:lnTo>
                <a:close/>
                <a:moveTo>
                  <a:pt x="2231956" y="0"/>
                </a:moveTo>
                <a:lnTo>
                  <a:pt x="2231956" y="13966"/>
                </a:lnTo>
                <a:lnTo>
                  <a:pt x="2343683" y="13966"/>
                </a:lnTo>
                <a:lnTo>
                  <a:pt x="2343683" y="0"/>
                </a:lnTo>
                <a:lnTo>
                  <a:pt x="2231956" y="0"/>
                </a:lnTo>
                <a:close/>
                <a:moveTo>
                  <a:pt x="388461" y="0"/>
                </a:moveTo>
                <a:lnTo>
                  <a:pt x="388461" y="13966"/>
                </a:lnTo>
                <a:lnTo>
                  <a:pt x="500188" y="13966"/>
                </a:lnTo>
                <a:lnTo>
                  <a:pt x="500188" y="0"/>
                </a:lnTo>
                <a:lnTo>
                  <a:pt x="388461" y="0"/>
                </a:lnTo>
                <a:close/>
                <a:moveTo>
                  <a:pt x="2078331" y="0"/>
                </a:moveTo>
                <a:lnTo>
                  <a:pt x="2078331" y="13966"/>
                </a:lnTo>
                <a:lnTo>
                  <a:pt x="2190058" y="13966"/>
                </a:lnTo>
                <a:lnTo>
                  <a:pt x="2190058" y="0"/>
                </a:lnTo>
                <a:lnTo>
                  <a:pt x="2078331" y="0"/>
                </a:lnTo>
                <a:close/>
                <a:moveTo>
                  <a:pt x="1924707" y="0"/>
                </a:moveTo>
                <a:lnTo>
                  <a:pt x="1924707" y="13966"/>
                </a:lnTo>
                <a:lnTo>
                  <a:pt x="2036434" y="13966"/>
                </a:lnTo>
                <a:lnTo>
                  <a:pt x="2036434" y="0"/>
                </a:lnTo>
                <a:lnTo>
                  <a:pt x="1924707" y="0"/>
                </a:lnTo>
                <a:close/>
                <a:moveTo>
                  <a:pt x="1771082" y="0"/>
                </a:moveTo>
                <a:lnTo>
                  <a:pt x="1771082" y="13966"/>
                </a:lnTo>
                <a:lnTo>
                  <a:pt x="1882809" y="13966"/>
                </a:lnTo>
                <a:lnTo>
                  <a:pt x="1882809" y="0"/>
                </a:lnTo>
                <a:lnTo>
                  <a:pt x="1771082" y="0"/>
                </a:lnTo>
                <a:close/>
                <a:moveTo>
                  <a:pt x="1617457" y="0"/>
                </a:moveTo>
                <a:lnTo>
                  <a:pt x="1617457" y="13966"/>
                </a:lnTo>
                <a:lnTo>
                  <a:pt x="1729184" y="13966"/>
                </a:lnTo>
                <a:lnTo>
                  <a:pt x="1729184" y="0"/>
                </a:lnTo>
                <a:lnTo>
                  <a:pt x="1617457" y="0"/>
                </a:lnTo>
                <a:close/>
                <a:moveTo>
                  <a:pt x="1463833" y="0"/>
                </a:moveTo>
                <a:lnTo>
                  <a:pt x="1463833" y="13966"/>
                </a:lnTo>
                <a:lnTo>
                  <a:pt x="1575560" y="13966"/>
                </a:lnTo>
                <a:lnTo>
                  <a:pt x="1575560" y="0"/>
                </a:lnTo>
                <a:lnTo>
                  <a:pt x="1463833" y="0"/>
                </a:lnTo>
                <a:close/>
                <a:moveTo>
                  <a:pt x="1310208" y="0"/>
                </a:moveTo>
                <a:lnTo>
                  <a:pt x="1310208" y="13966"/>
                </a:lnTo>
                <a:lnTo>
                  <a:pt x="1421935" y="13966"/>
                </a:lnTo>
                <a:lnTo>
                  <a:pt x="1421935" y="0"/>
                </a:lnTo>
                <a:lnTo>
                  <a:pt x="1310208" y="0"/>
                </a:lnTo>
                <a:close/>
                <a:moveTo>
                  <a:pt x="1156584" y="0"/>
                </a:moveTo>
                <a:lnTo>
                  <a:pt x="1156584" y="13966"/>
                </a:lnTo>
                <a:lnTo>
                  <a:pt x="1268311" y="13966"/>
                </a:lnTo>
                <a:lnTo>
                  <a:pt x="1268311" y="0"/>
                </a:lnTo>
                <a:lnTo>
                  <a:pt x="1156584" y="0"/>
                </a:lnTo>
                <a:close/>
                <a:moveTo>
                  <a:pt x="1002959" y="0"/>
                </a:moveTo>
                <a:lnTo>
                  <a:pt x="1002959" y="13966"/>
                </a:lnTo>
                <a:lnTo>
                  <a:pt x="1114686" y="13966"/>
                </a:lnTo>
                <a:lnTo>
                  <a:pt x="1114686" y="0"/>
                </a:lnTo>
                <a:lnTo>
                  <a:pt x="1002959" y="0"/>
                </a:lnTo>
                <a:close/>
                <a:moveTo>
                  <a:pt x="849334" y="0"/>
                </a:moveTo>
                <a:lnTo>
                  <a:pt x="849334" y="13966"/>
                </a:lnTo>
                <a:lnTo>
                  <a:pt x="961061" y="13966"/>
                </a:lnTo>
                <a:lnTo>
                  <a:pt x="961061" y="0"/>
                </a:lnTo>
                <a:lnTo>
                  <a:pt x="849334" y="0"/>
                </a:lnTo>
                <a:close/>
                <a:moveTo>
                  <a:pt x="695710" y="0"/>
                </a:moveTo>
                <a:lnTo>
                  <a:pt x="695710" y="13966"/>
                </a:lnTo>
                <a:lnTo>
                  <a:pt x="807437" y="13966"/>
                </a:lnTo>
                <a:lnTo>
                  <a:pt x="807437" y="0"/>
                </a:lnTo>
                <a:lnTo>
                  <a:pt x="695710" y="0"/>
                </a:lnTo>
                <a:close/>
                <a:moveTo>
                  <a:pt x="653812" y="0"/>
                </a:moveTo>
                <a:lnTo>
                  <a:pt x="542085" y="0"/>
                </a:lnTo>
                <a:lnTo>
                  <a:pt x="542085" y="13966"/>
                </a:lnTo>
                <a:lnTo>
                  <a:pt x="653812" y="13966"/>
                </a:lnTo>
                <a:lnTo>
                  <a:pt x="653812" y="0"/>
                </a:lnTo>
                <a:close/>
                <a:moveTo>
                  <a:pt x="235479" y="15069"/>
                </a:moveTo>
                <a:lnTo>
                  <a:pt x="239917" y="14687"/>
                </a:lnTo>
                <a:lnTo>
                  <a:pt x="246246" y="14273"/>
                </a:lnTo>
                <a:lnTo>
                  <a:pt x="246079" y="14287"/>
                </a:lnTo>
                <a:lnTo>
                  <a:pt x="252531" y="14050"/>
                </a:lnTo>
                <a:lnTo>
                  <a:pt x="252349" y="14050"/>
                </a:lnTo>
                <a:lnTo>
                  <a:pt x="258857" y="13966"/>
                </a:lnTo>
                <a:lnTo>
                  <a:pt x="346563" y="13966"/>
                </a:lnTo>
                <a:lnTo>
                  <a:pt x="346563" y="0"/>
                </a:lnTo>
                <a:lnTo>
                  <a:pt x="258718" y="0"/>
                </a:lnTo>
                <a:lnTo>
                  <a:pt x="252084" y="84"/>
                </a:lnTo>
                <a:lnTo>
                  <a:pt x="245450" y="335"/>
                </a:lnTo>
                <a:lnTo>
                  <a:pt x="238858" y="754"/>
                </a:lnTo>
                <a:lnTo>
                  <a:pt x="234250" y="1159"/>
                </a:lnTo>
                <a:lnTo>
                  <a:pt x="235479" y="15069"/>
                </a:lnTo>
                <a:close/>
                <a:moveTo>
                  <a:pt x="124576" y="37470"/>
                </a:moveTo>
                <a:lnTo>
                  <a:pt x="114087" y="44202"/>
                </a:lnTo>
                <a:lnTo>
                  <a:pt x="103934" y="51408"/>
                </a:lnTo>
                <a:lnTo>
                  <a:pt x="94158" y="59090"/>
                </a:lnTo>
                <a:lnTo>
                  <a:pt x="91044" y="61799"/>
                </a:lnTo>
                <a:lnTo>
                  <a:pt x="100177" y="72357"/>
                </a:lnTo>
                <a:lnTo>
                  <a:pt x="103029" y="69890"/>
                </a:lnTo>
                <a:lnTo>
                  <a:pt x="112351" y="62567"/>
                </a:lnTo>
                <a:lnTo>
                  <a:pt x="121803" y="55832"/>
                </a:lnTo>
                <a:lnTo>
                  <a:pt x="131977" y="49313"/>
                </a:lnTo>
                <a:lnTo>
                  <a:pt x="131684" y="49481"/>
                </a:lnTo>
                <a:lnTo>
                  <a:pt x="141951" y="43579"/>
                </a:lnTo>
                <a:lnTo>
                  <a:pt x="152773" y="38036"/>
                </a:lnTo>
                <a:lnTo>
                  <a:pt x="163412" y="33229"/>
                </a:lnTo>
                <a:lnTo>
                  <a:pt x="174452" y="28875"/>
                </a:lnTo>
                <a:lnTo>
                  <a:pt x="185837" y="25017"/>
                </a:lnTo>
                <a:lnTo>
                  <a:pt x="195592" y="22234"/>
                </a:lnTo>
                <a:lnTo>
                  <a:pt x="191779" y="8812"/>
                </a:lnTo>
                <a:lnTo>
                  <a:pt x="181822" y="11634"/>
                </a:lnTo>
                <a:lnTo>
                  <a:pt x="169797" y="15698"/>
                </a:lnTo>
                <a:lnTo>
                  <a:pt x="158038" y="20334"/>
                </a:lnTo>
                <a:lnTo>
                  <a:pt x="146572" y="25516"/>
                </a:lnTo>
                <a:lnTo>
                  <a:pt x="135413" y="31228"/>
                </a:lnTo>
                <a:lnTo>
                  <a:pt x="124576" y="37470"/>
                </a:lnTo>
                <a:close/>
                <a:moveTo>
                  <a:pt x="194098" y="4285665"/>
                </a:moveTo>
                <a:lnTo>
                  <a:pt x="206583" y="4288542"/>
                </a:lnTo>
                <a:lnTo>
                  <a:pt x="212966" y="4289771"/>
                </a:lnTo>
                <a:lnTo>
                  <a:pt x="219362" y="4290832"/>
                </a:lnTo>
                <a:lnTo>
                  <a:pt x="225814" y="4291726"/>
                </a:lnTo>
                <a:lnTo>
                  <a:pt x="232322" y="4292466"/>
                </a:lnTo>
                <a:lnTo>
                  <a:pt x="233537" y="4292578"/>
                </a:lnTo>
                <a:lnTo>
                  <a:pt x="234766" y="4278668"/>
                </a:lnTo>
                <a:lnTo>
                  <a:pt x="233635" y="4278570"/>
                </a:lnTo>
                <a:lnTo>
                  <a:pt x="233817" y="4278584"/>
                </a:lnTo>
                <a:lnTo>
                  <a:pt x="227490" y="4277858"/>
                </a:lnTo>
                <a:lnTo>
                  <a:pt x="227672" y="4277886"/>
                </a:lnTo>
                <a:lnTo>
                  <a:pt x="221472" y="4277018"/>
                </a:lnTo>
                <a:lnTo>
                  <a:pt x="215502" y="4276028"/>
                </a:lnTo>
                <a:lnTo>
                  <a:pt x="209468" y="4274881"/>
                </a:lnTo>
                <a:lnTo>
                  <a:pt x="197625" y="4272140"/>
                </a:lnTo>
                <a:lnTo>
                  <a:pt x="185836" y="4268790"/>
                </a:lnTo>
                <a:lnTo>
                  <a:pt x="174452" y="4264932"/>
                </a:lnTo>
                <a:lnTo>
                  <a:pt x="163412" y="4260578"/>
                </a:lnTo>
                <a:lnTo>
                  <a:pt x="152773" y="4255771"/>
                </a:lnTo>
                <a:lnTo>
                  <a:pt x="141958" y="4250231"/>
                </a:lnTo>
                <a:lnTo>
                  <a:pt x="132438" y="4244745"/>
                </a:lnTo>
                <a:lnTo>
                  <a:pt x="125483" y="4256853"/>
                </a:lnTo>
                <a:lnTo>
                  <a:pt x="135413" y="4262579"/>
                </a:lnTo>
                <a:lnTo>
                  <a:pt x="146572" y="4268291"/>
                </a:lnTo>
                <a:lnTo>
                  <a:pt x="158038" y="4273473"/>
                </a:lnTo>
                <a:lnTo>
                  <a:pt x="169797" y="4278109"/>
                </a:lnTo>
                <a:lnTo>
                  <a:pt x="181822" y="4282174"/>
                </a:lnTo>
                <a:lnTo>
                  <a:pt x="194098" y="4285665"/>
                </a:lnTo>
                <a:close/>
                <a:moveTo>
                  <a:pt x="387734" y="4293807"/>
                </a:moveTo>
                <a:lnTo>
                  <a:pt x="387734" y="4279841"/>
                </a:lnTo>
                <a:lnTo>
                  <a:pt x="276008" y="4279841"/>
                </a:lnTo>
                <a:lnTo>
                  <a:pt x="276008" y="4293807"/>
                </a:lnTo>
                <a:lnTo>
                  <a:pt x="387734" y="4293807"/>
                </a:lnTo>
                <a:close/>
                <a:moveTo>
                  <a:pt x="1463107" y="4293807"/>
                </a:moveTo>
                <a:lnTo>
                  <a:pt x="1463107" y="4279841"/>
                </a:lnTo>
                <a:lnTo>
                  <a:pt x="1351380" y="4279841"/>
                </a:lnTo>
                <a:lnTo>
                  <a:pt x="1351380" y="4293807"/>
                </a:lnTo>
                <a:lnTo>
                  <a:pt x="1463107" y="4293807"/>
                </a:lnTo>
                <a:close/>
                <a:moveTo>
                  <a:pt x="1309482" y="4293807"/>
                </a:moveTo>
                <a:lnTo>
                  <a:pt x="1309482" y="4279841"/>
                </a:lnTo>
                <a:lnTo>
                  <a:pt x="1197755" y="4279841"/>
                </a:lnTo>
                <a:lnTo>
                  <a:pt x="1197755" y="4293807"/>
                </a:lnTo>
                <a:lnTo>
                  <a:pt x="1309482" y="4293807"/>
                </a:lnTo>
                <a:close/>
                <a:moveTo>
                  <a:pt x="1616731" y="4293807"/>
                </a:moveTo>
                <a:lnTo>
                  <a:pt x="1616731" y="4279841"/>
                </a:lnTo>
                <a:lnTo>
                  <a:pt x="1505004" y="4279841"/>
                </a:lnTo>
                <a:lnTo>
                  <a:pt x="1505004" y="4293807"/>
                </a:lnTo>
                <a:lnTo>
                  <a:pt x="1616731" y="4293807"/>
                </a:lnTo>
                <a:close/>
                <a:moveTo>
                  <a:pt x="1155857" y="4293807"/>
                </a:moveTo>
                <a:lnTo>
                  <a:pt x="1155857" y="4279841"/>
                </a:lnTo>
                <a:lnTo>
                  <a:pt x="1044130" y="4279841"/>
                </a:lnTo>
                <a:lnTo>
                  <a:pt x="1044130" y="4293807"/>
                </a:lnTo>
                <a:lnTo>
                  <a:pt x="1155857" y="4293807"/>
                </a:lnTo>
                <a:close/>
                <a:moveTo>
                  <a:pt x="1770356" y="4293807"/>
                </a:moveTo>
                <a:lnTo>
                  <a:pt x="1770356" y="4279841"/>
                </a:lnTo>
                <a:lnTo>
                  <a:pt x="1658629" y="4279841"/>
                </a:lnTo>
                <a:lnTo>
                  <a:pt x="1658629" y="4293807"/>
                </a:lnTo>
                <a:lnTo>
                  <a:pt x="1770356" y="4293807"/>
                </a:lnTo>
                <a:close/>
                <a:moveTo>
                  <a:pt x="890506" y="4293807"/>
                </a:moveTo>
                <a:lnTo>
                  <a:pt x="1002233" y="4293807"/>
                </a:lnTo>
                <a:lnTo>
                  <a:pt x="1002233" y="4279841"/>
                </a:lnTo>
                <a:lnTo>
                  <a:pt x="890506" y="4279841"/>
                </a:lnTo>
                <a:lnTo>
                  <a:pt x="890506" y="4293807"/>
                </a:lnTo>
                <a:close/>
                <a:moveTo>
                  <a:pt x="1923980" y="4293807"/>
                </a:moveTo>
                <a:lnTo>
                  <a:pt x="1923980" y="4279841"/>
                </a:lnTo>
                <a:lnTo>
                  <a:pt x="1812253" y="4279841"/>
                </a:lnTo>
                <a:lnTo>
                  <a:pt x="1812253" y="4293807"/>
                </a:lnTo>
                <a:lnTo>
                  <a:pt x="1923980" y="4293807"/>
                </a:lnTo>
                <a:close/>
                <a:moveTo>
                  <a:pt x="848608" y="4293807"/>
                </a:moveTo>
                <a:lnTo>
                  <a:pt x="848608" y="4279841"/>
                </a:lnTo>
                <a:lnTo>
                  <a:pt x="736881" y="4279841"/>
                </a:lnTo>
                <a:lnTo>
                  <a:pt x="736881" y="4293807"/>
                </a:lnTo>
                <a:lnTo>
                  <a:pt x="848608" y="4293807"/>
                </a:lnTo>
                <a:close/>
                <a:moveTo>
                  <a:pt x="2077605" y="4293807"/>
                </a:moveTo>
                <a:lnTo>
                  <a:pt x="2077605" y="4279841"/>
                </a:lnTo>
                <a:lnTo>
                  <a:pt x="1965878" y="4279841"/>
                </a:lnTo>
                <a:lnTo>
                  <a:pt x="1965878" y="4293807"/>
                </a:lnTo>
                <a:lnTo>
                  <a:pt x="2077605" y="4293807"/>
                </a:lnTo>
                <a:close/>
                <a:moveTo>
                  <a:pt x="694984" y="4293807"/>
                </a:moveTo>
                <a:lnTo>
                  <a:pt x="694984" y="4279841"/>
                </a:lnTo>
                <a:lnTo>
                  <a:pt x="583257" y="4279841"/>
                </a:lnTo>
                <a:lnTo>
                  <a:pt x="583257" y="4293807"/>
                </a:lnTo>
                <a:lnTo>
                  <a:pt x="694984" y="4293807"/>
                </a:lnTo>
                <a:close/>
                <a:moveTo>
                  <a:pt x="2231229" y="4293807"/>
                </a:moveTo>
                <a:lnTo>
                  <a:pt x="2231229" y="4279841"/>
                </a:lnTo>
                <a:lnTo>
                  <a:pt x="2119503" y="4279841"/>
                </a:lnTo>
                <a:lnTo>
                  <a:pt x="2119503" y="4293807"/>
                </a:lnTo>
                <a:lnTo>
                  <a:pt x="2231229" y="4293807"/>
                </a:lnTo>
                <a:close/>
                <a:moveTo>
                  <a:pt x="541359" y="4293807"/>
                </a:moveTo>
                <a:lnTo>
                  <a:pt x="541359" y="4279841"/>
                </a:lnTo>
                <a:lnTo>
                  <a:pt x="429632" y="4279841"/>
                </a:lnTo>
                <a:lnTo>
                  <a:pt x="429632" y="4293807"/>
                </a:lnTo>
                <a:lnTo>
                  <a:pt x="541359" y="4293807"/>
                </a:lnTo>
                <a:close/>
                <a:moveTo>
                  <a:pt x="4229075" y="0"/>
                </a:moveTo>
                <a:lnTo>
                  <a:pt x="4229075" y="13966"/>
                </a:lnTo>
                <a:lnTo>
                  <a:pt x="4340802" y="13966"/>
                </a:lnTo>
                <a:lnTo>
                  <a:pt x="4340802" y="0"/>
                </a:lnTo>
                <a:lnTo>
                  <a:pt x="4229075" y="0"/>
                </a:lnTo>
                <a:close/>
                <a:moveTo>
                  <a:pt x="2385580" y="0"/>
                </a:moveTo>
                <a:lnTo>
                  <a:pt x="2385580" y="13966"/>
                </a:lnTo>
                <a:lnTo>
                  <a:pt x="2497307" y="13966"/>
                </a:lnTo>
                <a:lnTo>
                  <a:pt x="2497307" y="0"/>
                </a:lnTo>
                <a:lnTo>
                  <a:pt x="2385580" y="0"/>
                </a:lnTo>
                <a:close/>
                <a:moveTo>
                  <a:pt x="5918946" y="0"/>
                </a:moveTo>
                <a:lnTo>
                  <a:pt x="5918946" y="13966"/>
                </a:lnTo>
                <a:lnTo>
                  <a:pt x="6030673" y="13966"/>
                </a:lnTo>
                <a:lnTo>
                  <a:pt x="6030673" y="0"/>
                </a:lnTo>
                <a:lnTo>
                  <a:pt x="5918946" y="0"/>
                </a:lnTo>
                <a:close/>
                <a:moveTo>
                  <a:pt x="2539205" y="0"/>
                </a:moveTo>
                <a:lnTo>
                  <a:pt x="2539205" y="13966"/>
                </a:lnTo>
                <a:lnTo>
                  <a:pt x="2650932" y="13966"/>
                </a:lnTo>
                <a:lnTo>
                  <a:pt x="2650932" y="0"/>
                </a:lnTo>
                <a:lnTo>
                  <a:pt x="2539205" y="0"/>
                </a:lnTo>
                <a:close/>
                <a:moveTo>
                  <a:pt x="5765321" y="0"/>
                </a:moveTo>
                <a:lnTo>
                  <a:pt x="5765321" y="13966"/>
                </a:lnTo>
                <a:lnTo>
                  <a:pt x="5877048" y="13966"/>
                </a:lnTo>
                <a:lnTo>
                  <a:pt x="5877048" y="0"/>
                </a:lnTo>
                <a:lnTo>
                  <a:pt x="5765321" y="0"/>
                </a:lnTo>
                <a:close/>
                <a:moveTo>
                  <a:pt x="2692829" y="0"/>
                </a:moveTo>
                <a:lnTo>
                  <a:pt x="2692829" y="13966"/>
                </a:lnTo>
                <a:lnTo>
                  <a:pt x="2804556" y="13966"/>
                </a:lnTo>
                <a:lnTo>
                  <a:pt x="2804556" y="0"/>
                </a:lnTo>
                <a:lnTo>
                  <a:pt x="2692829" y="0"/>
                </a:lnTo>
                <a:close/>
                <a:moveTo>
                  <a:pt x="5611697" y="0"/>
                </a:moveTo>
                <a:lnTo>
                  <a:pt x="5611697" y="13966"/>
                </a:lnTo>
                <a:lnTo>
                  <a:pt x="5723424" y="13966"/>
                </a:lnTo>
                <a:lnTo>
                  <a:pt x="5723424" y="0"/>
                </a:lnTo>
                <a:lnTo>
                  <a:pt x="5611697" y="0"/>
                </a:lnTo>
                <a:close/>
                <a:moveTo>
                  <a:pt x="2846454" y="0"/>
                </a:moveTo>
                <a:lnTo>
                  <a:pt x="2846454" y="13966"/>
                </a:lnTo>
                <a:lnTo>
                  <a:pt x="2958181" y="13966"/>
                </a:lnTo>
                <a:lnTo>
                  <a:pt x="2958181" y="0"/>
                </a:lnTo>
                <a:lnTo>
                  <a:pt x="2846454" y="0"/>
                </a:lnTo>
                <a:close/>
                <a:moveTo>
                  <a:pt x="5458072" y="0"/>
                </a:moveTo>
                <a:lnTo>
                  <a:pt x="5458072" y="13966"/>
                </a:lnTo>
                <a:lnTo>
                  <a:pt x="5569799" y="13966"/>
                </a:lnTo>
                <a:lnTo>
                  <a:pt x="5569799" y="0"/>
                </a:lnTo>
                <a:lnTo>
                  <a:pt x="5458072" y="0"/>
                </a:lnTo>
                <a:close/>
                <a:moveTo>
                  <a:pt x="3000079" y="0"/>
                </a:moveTo>
                <a:lnTo>
                  <a:pt x="3000079" y="13966"/>
                </a:lnTo>
                <a:lnTo>
                  <a:pt x="3111806" y="13966"/>
                </a:lnTo>
                <a:lnTo>
                  <a:pt x="3111806" y="0"/>
                </a:lnTo>
                <a:lnTo>
                  <a:pt x="3000079" y="0"/>
                </a:lnTo>
                <a:close/>
                <a:moveTo>
                  <a:pt x="5304447" y="0"/>
                </a:moveTo>
                <a:lnTo>
                  <a:pt x="5304447" y="13966"/>
                </a:lnTo>
                <a:lnTo>
                  <a:pt x="5416174" y="13966"/>
                </a:lnTo>
                <a:lnTo>
                  <a:pt x="5416174" y="0"/>
                </a:lnTo>
                <a:lnTo>
                  <a:pt x="5304447" y="0"/>
                </a:lnTo>
                <a:close/>
                <a:moveTo>
                  <a:pt x="3153703" y="0"/>
                </a:moveTo>
                <a:lnTo>
                  <a:pt x="3153703" y="13966"/>
                </a:lnTo>
                <a:lnTo>
                  <a:pt x="3265430" y="13966"/>
                </a:lnTo>
                <a:lnTo>
                  <a:pt x="3265430" y="0"/>
                </a:lnTo>
                <a:lnTo>
                  <a:pt x="3153703" y="0"/>
                </a:lnTo>
                <a:close/>
                <a:moveTo>
                  <a:pt x="5150823" y="0"/>
                </a:moveTo>
                <a:lnTo>
                  <a:pt x="5150823" y="13966"/>
                </a:lnTo>
                <a:lnTo>
                  <a:pt x="5262550" y="13966"/>
                </a:lnTo>
                <a:lnTo>
                  <a:pt x="5262550" y="0"/>
                </a:lnTo>
                <a:lnTo>
                  <a:pt x="5150823" y="0"/>
                </a:lnTo>
                <a:close/>
                <a:moveTo>
                  <a:pt x="3307328" y="0"/>
                </a:moveTo>
                <a:lnTo>
                  <a:pt x="3307328" y="13966"/>
                </a:lnTo>
                <a:lnTo>
                  <a:pt x="3419055" y="13966"/>
                </a:lnTo>
                <a:lnTo>
                  <a:pt x="3419055" y="0"/>
                </a:lnTo>
                <a:lnTo>
                  <a:pt x="3307328" y="0"/>
                </a:lnTo>
                <a:close/>
                <a:moveTo>
                  <a:pt x="4997198" y="0"/>
                </a:moveTo>
                <a:lnTo>
                  <a:pt x="4997198" y="13966"/>
                </a:lnTo>
                <a:lnTo>
                  <a:pt x="5108925" y="13966"/>
                </a:lnTo>
                <a:lnTo>
                  <a:pt x="5108925" y="0"/>
                </a:lnTo>
                <a:lnTo>
                  <a:pt x="4997198" y="0"/>
                </a:lnTo>
                <a:close/>
                <a:moveTo>
                  <a:pt x="3460952" y="0"/>
                </a:moveTo>
                <a:lnTo>
                  <a:pt x="3460952" y="13966"/>
                </a:lnTo>
                <a:lnTo>
                  <a:pt x="3572679" y="13966"/>
                </a:lnTo>
                <a:lnTo>
                  <a:pt x="3572679" y="0"/>
                </a:lnTo>
                <a:lnTo>
                  <a:pt x="3460952" y="0"/>
                </a:lnTo>
                <a:close/>
                <a:moveTo>
                  <a:pt x="4843574" y="0"/>
                </a:moveTo>
                <a:lnTo>
                  <a:pt x="4843574" y="13966"/>
                </a:lnTo>
                <a:lnTo>
                  <a:pt x="4955301" y="13966"/>
                </a:lnTo>
                <a:lnTo>
                  <a:pt x="4955301" y="0"/>
                </a:lnTo>
                <a:lnTo>
                  <a:pt x="4843574" y="0"/>
                </a:lnTo>
                <a:close/>
                <a:moveTo>
                  <a:pt x="3614577" y="0"/>
                </a:moveTo>
                <a:lnTo>
                  <a:pt x="3614577" y="13966"/>
                </a:lnTo>
                <a:lnTo>
                  <a:pt x="3726304" y="13966"/>
                </a:lnTo>
                <a:lnTo>
                  <a:pt x="3726304" y="0"/>
                </a:lnTo>
                <a:lnTo>
                  <a:pt x="3614577" y="0"/>
                </a:lnTo>
                <a:close/>
                <a:moveTo>
                  <a:pt x="4689949" y="0"/>
                </a:moveTo>
                <a:lnTo>
                  <a:pt x="4689949" y="13966"/>
                </a:lnTo>
                <a:lnTo>
                  <a:pt x="4801676" y="13966"/>
                </a:lnTo>
                <a:lnTo>
                  <a:pt x="4801676" y="0"/>
                </a:lnTo>
                <a:lnTo>
                  <a:pt x="4689949" y="0"/>
                </a:lnTo>
                <a:close/>
                <a:moveTo>
                  <a:pt x="3768202" y="0"/>
                </a:moveTo>
                <a:lnTo>
                  <a:pt x="3768202" y="13966"/>
                </a:lnTo>
                <a:lnTo>
                  <a:pt x="3879929" y="13966"/>
                </a:lnTo>
                <a:lnTo>
                  <a:pt x="3879929" y="0"/>
                </a:lnTo>
                <a:lnTo>
                  <a:pt x="3768202" y="0"/>
                </a:lnTo>
                <a:close/>
                <a:moveTo>
                  <a:pt x="4536324" y="0"/>
                </a:moveTo>
                <a:lnTo>
                  <a:pt x="4536324" y="13966"/>
                </a:lnTo>
                <a:lnTo>
                  <a:pt x="4648051" y="13966"/>
                </a:lnTo>
                <a:lnTo>
                  <a:pt x="4648051" y="0"/>
                </a:lnTo>
                <a:lnTo>
                  <a:pt x="4536324" y="0"/>
                </a:lnTo>
                <a:close/>
                <a:moveTo>
                  <a:pt x="3921826" y="0"/>
                </a:moveTo>
                <a:lnTo>
                  <a:pt x="3921826" y="13966"/>
                </a:lnTo>
                <a:lnTo>
                  <a:pt x="4033553" y="13966"/>
                </a:lnTo>
                <a:lnTo>
                  <a:pt x="4033553" y="0"/>
                </a:lnTo>
                <a:lnTo>
                  <a:pt x="3921826" y="0"/>
                </a:lnTo>
                <a:close/>
                <a:moveTo>
                  <a:pt x="4382700" y="0"/>
                </a:moveTo>
                <a:lnTo>
                  <a:pt x="4382700" y="13966"/>
                </a:lnTo>
                <a:lnTo>
                  <a:pt x="4494427" y="13966"/>
                </a:lnTo>
                <a:lnTo>
                  <a:pt x="4494427" y="0"/>
                </a:lnTo>
                <a:lnTo>
                  <a:pt x="4382700" y="0"/>
                </a:lnTo>
                <a:close/>
                <a:moveTo>
                  <a:pt x="4075451" y="0"/>
                </a:moveTo>
                <a:lnTo>
                  <a:pt x="4075451" y="13966"/>
                </a:lnTo>
                <a:lnTo>
                  <a:pt x="4187178" y="13966"/>
                </a:lnTo>
                <a:lnTo>
                  <a:pt x="4187178" y="0"/>
                </a:lnTo>
                <a:lnTo>
                  <a:pt x="4075451" y="0"/>
                </a:lnTo>
                <a:close/>
                <a:moveTo>
                  <a:pt x="2273127" y="4293807"/>
                </a:moveTo>
                <a:lnTo>
                  <a:pt x="2384854" y="4293807"/>
                </a:lnTo>
                <a:lnTo>
                  <a:pt x="2384854" y="4279841"/>
                </a:lnTo>
                <a:lnTo>
                  <a:pt x="2273127" y="4279841"/>
                </a:lnTo>
                <a:lnTo>
                  <a:pt x="2273127" y="4293807"/>
                </a:lnTo>
                <a:close/>
                <a:moveTo>
                  <a:pt x="6071844" y="4293807"/>
                </a:moveTo>
                <a:lnTo>
                  <a:pt x="6071844" y="4279841"/>
                </a:lnTo>
                <a:lnTo>
                  <a:pt x="5960117" y="4279841"/>
                </a:lnTo>
                <a:lnTo>
                  <a:pt x="5960117" y="4293807"/>
                </a:lnTo>
                <a:lnTo>
                  <a:pt x="6071844" y="4293807"/>
                </a:lnTo>
                <a:close/>
                <a:moveTo>
                  <a:pt x="4381974" y="4293807"/>
                </a:moveTo>
                <a:lnTo>
                  <a:pt x="4381974" y="4279841"/>
                </a:lnTo>
                <a:lnTo>
                  <a:pt x="4270247" y="4279841"/>
                </a:lnTo>
                <a:lnTo>
                  <a:pt x="4270247" y="4293807"/>
                </a:lnTo>
                <a:lnTo>
                  <a:pt x="4381974" y="4293807"/>
                </a:lnTo>
                <a:close/>
                <a:moveTo>
                  <a:pt x="4074724" y="4293807"/>
                </a:moveTo>
                <a:lnTo>
                  <a:pt x="4074724" y="4279841"/>
                </a:lnTo>
                <a:lnTo>
                  <a:pt x="3962998" y="4279841"/>
                </a:lnTo>
                <a:lnTo>
                  <a:pt x="3962998" y="4293807"/>
                </a:lnTo>
                <a:lnTo>
                  <a:pt x="4074724" y="4293807"/>
                </a:lnTo>
                <a:close/>
                <a:moveTo>
                  <a:pt x="4535598" y="4293807"/>
                </a:moveTo>
                <a:lnTo>
                  <a:pt x="4535598" y="4279841"/>
                </a:lnTo>
                <a:lnTo>
                  <a:pt x="4423871" y="4279841"/>
                </a:lnTo>
                <a:lnTo>
                  <a:pt x="4423871" y="4293807"/>
                </a:lnTo>
                <a:lnTo>
                  <a:pt x="4535598" y="4293807"/>
                </a:lnTo>
                <a:close/>
                <a:moveTo>
                  <a:pt x="3921100" y="4293807"/>
                </a:moveTo>
                <a:lnTo>
                  <a:pt x="3921100" y="4279841"/>
                </a:lnTo>
                <a:lnTo>
                  <a:pt x="3809373" y="4279841"/>
                </a:lnTo>
                <a:lnTo>
                  <a:pt x="3809373" y="4293807"/>
                </a:lnTo>
                <a:lnTo>
                  <a:pt x="3921100" y="4293807"/>
                </a:lnTo>
                <a:close/>
                <a:moveTo>
                  <a:pt x="4689223" y="4293807"/>
                </a:moveTo>
                <a:lnTo>
                  <a:pt x="4689223" y="4279841"/>
                </a:lnTo>
                <a:lnTo>
                  <a:pt x="4577496" y="4279841"/>
                </a:lnTo>
                <a:lnTo>
                  <a:pt x="4577496" y="4293807"/>
                </a:lnTo>
                <a:lnTo>
                  <a:pt x="4689223" y="4293807"/>
                </a:lnTo>
                <a:close/>
                <a:moveTo>
                  <a:pt x="3767475" y="4293807"/>
                </a:moveTo>
                <a:lnTo>
                  <a:pt x="3767475" y="4279841"/>
                </a:lnTo>
                <a:lnTo>
                  <a:pt x="3655748" y="4279841"/>
                </a:lnTo>
                <a:lnTo>
                  <a:pt x="3655748" y="4293807"/>
                </a:lnTo>
                <a:lnTo>
                  <a:pt x="3767475" y="4293807"/>
                </a:lnTo>
                <a:close/>
                <a:moveTo>
                  <a:pt x="4842847" y="4293807"/>
                </a:moveTo>
                <a:lnTo>
                  <a:pt x="4842847" y="4279841"/>
                </a:lnTo>
                <a:lnTo>
                  <a:pt x="4731120" y="4279841"/>
                </a:lnTo>
                <a:lnTo>
                  <a:pt x="4731120" y="4293807"/>
                </a:lnTo>
                <a:lnTo>
                  <a:pt x="4842847" y="4293807"/>
                </a:lnTo>
                <a:close/>
                <a:moveTo>
                  <a:pt x="3613851" y="4293807"/>
                </a:moveTo>
                <a:lnTo>
                  <a:pt x="3613851" y="4279841"/>
                </a:lnTo>
                <a:lnTo>
                  <a:pt x="3502124" y="4279841"/>
                </a:lnTo>
                <a:lnTo>
                  <a:pt x="3502124" y="4293807"/>
                </a:lnTo>
                <a:lnTo>
                  <a:pt x="3613851" y="4293807"/>
                </a:lnTo>
                <a:close/>
                <a:moveTo>
                  <a:pt x="4996472" y="4293807"/>
                </a:moveTo>
                <a:lnTo>
                  <a:pt x="4996472" y="4279841"/>
                </a:lnTo>
                <a:lnTo>
                  <a:pt x="4884745" y="4279841"/>
                </a:lnTo>
                <a:lnTo>
                  <a:pt x="4884745" y="4293807"/>
                </a:lnTo>
                <a:lnTo>
                  <a:pt x="4996472" y="4293807"/>
                </a:lnTo>
                <a:close/>
                <a:moveTo>
                  <a:pt x="3460226" y="4293807"/>
                </a:moveTo>
                <a:lnTo>
                  <a:pt x="3460226" y="4279841"/>
                </a:lnTo>
                <a:lnTo>
                  <a:pt x="3348499" y="4279841"/>
                </a:lnTo>
                <a:lnTo>
                  <a:pt x="3348499" y="4293807"/>
                </a:lnTo>
                <a:lnTo>
                  <a:pt x="3460226" y="4293807"/>
                </a:lnTo>
                <a:close/>
                <a:moveTo>
                  <a:pt x="5150097" y="4293807"/>
                </a:moveTo>
                <a:lnTo>
                  <a:pt x="5150097" y="4279841"/>
                </a:lnTo>
                <a:lnTo>
                  <a:pt x="5038370" y="4279841"/>
                </a:lnTo>
                <a:lnTo>
                  <a:pt x="5038370" y="4293807"/>
                </a:lnTo>
                <a:lnTo>
                  <a:pt x="5150097" y="4293807"/>
                </a:lnTo>
                <a:close/>
                <a:moveTo>
                  <a:pt x="3306602" y="4293807"/>
                </a:moveTo>
                <a:lnTo>
                  <a:pt x="3306602" y="4279841"/>
                </a:lnTo>
                <a:lnTo>
                  <a:pt x="3194875" y="4279841"/>
                </a:lnTo>
                <a:lnTo>
                  <a:pt x="3194875" y="4293807"/>
                </a:lnTo>
                <a:lnTo>
                  <a:pt x="3306602" y="4293807"/>
                </a:lnTo>
                <a:close/>
                <a:moveTo>
                  <a:pt x="5303721" y="4293807"/>
                </a:moveTo>
                <a:lnTo>
                  <a:pt x="5303721" y="4279841"/>
                </a:lnTo>
                <a:lnTo>
                  <a:pt x="5191994" y="4279841"/>
                </a:lnTo>
                <a:lnTo>
                  <a:pt x="5191994" y="4293807"/>
                </a:lnTo>
                <a:lnTo>
                  <a:pt x="5303721" y="4293807"/>
                </a:lnTo>
                <a:close/>
                <a:moveTo>
                  <a:pt x="3041250" y="4293807"/>
                </a:moveTo>
                <a:lnTo>
                  <a:pt x="3152977" y="4293807"/>
                </a:lnTo>
                <a:lnTo>
                  <a:pt x="3152977" y="4279841"/>
                </a:lnTo>
                <a:lnTo>
                  <a:pt x="3041250" y="4279841"/>
                </a:lnTo>
                <a:lnTo>
                  <a:pt x="3041250" y="4293807"/>
                </a:lnTo>
                <a:close/>
                <a:moveTo>
                  <a:pt x="5457346" y="4293807"/>
                </a:moveTo>
                <a:lnTo>
                  <a:pt x="5457346" y="4279841"/>
                </a:lnTo>
                <a:lnTo>
                  <a:pt x="5345619" y="4279841"/>
                </a:lnTo>
                <a:lnTo>
                  <a:pt x="5345619" y="4293807"/>
                </a:lnTo>
                <a:lnTo>
                  <a:pt x="5457346" y="4293807"/>
                </a:lnTo>
                <a:close/>
                <a:moveTo>
                  <a:pt x="2999352" y="4293807"/>
                </a:moveTo>
                <a:lnTo>
                  <a:pt x="2999352" y="4279841"/>
                </a:lnTo>
                <a:lnTo>
                  <a:pt x="2887625" y="4279841"/>
                </a:lnTo>
                <a:lnTo>
                  <a:pt x="2887625" y="4293807"/>
                </a:lnTo>
                <a:lnTo>
                  <a:pt x="2999352" y="4293807"/>
                </a:lnTo>
                <a:close/>
                <a:moveTo>
                  <a:pt x="5610970" y="4293807"/>
                </a:moveTo>
                <a:lnTo>
                  <a:pt x="5610970" y="4279841"/>
                </a:lnTo>
                <a:lnTo>
                  <a:pt x="5499243" y="4279841"/>
                </a:lnTo>
                <a:lnTo>
                  <a:pt x="5499243" y="4293807"/>
                </a:lnTo>
                <a:lnTo>
                  <a:pt x="5610970" y="4293807"/>
                </a:lnTo>
                <a:close/>
                <a:moveTo>
                  <a:pt x="2845728" y="4293807"/>
                </a:moveTo>
                <a:lnTo>
                  <a:pt x="2845728" y="4279841"/>
                </a:lnTo>
                <a:lnTo>
                  <a:pt x="2734001" y="4279841"/>
                </a:lnTo>
                <a:lnTo>
                  <a:pt x="2734001" y="4293807"/>
                </a:lnTo>
                <a:lnTo>
                  <a:pt x="2845728" y="4293807"/>
                </a:lnTo>
                <a:close/>
                <a:moveTo>
                  <a:pt x="5764595" y="4293807"/>
                </a:moveTo>
                <a:lnTo>
                  <a:pt x="5764595" y="4279841"/>
                </a:lnTo>
                <a:lnTo>
                  <a:pt x="5652868" y="4279841"/>
                </a:lnTo>
                <a:lnTo>
                  <a:pt x="5652868" y="4293807"/>
                </a:lnTo>
                <a:lnTo>
                  <a:pt x="5764595" y="4293807"/>
                </a:lnTo>
                <a:close/>
                <a:moveTo>
                  <a:pt x="2692103" y="4293807"/>
                </a:moveTo>
                <a:lnTo>
                  <a:pt x="2692103" y="4279841"/>
                </a:lnTo>
                <a:lnTo>
                  <a:pt x="2580376" y="4279841"/>
                </a:lnTo>
                <a:lnTo>
                  <a:pt x="2580376" y="4293807"/>
                </a:lnTo>
                <a:lnTo>
                  <a:pt x="2692103" y="4293807"/>
                </a:lnTo>
                <a:close/>
                <a:moveTo>
                  <a:pt x="5918219" y="4293807"/>
                </a:moveTo>
                <a:lnTo>
                  <a:pt x="5918219" y="4279841"/>
                </a:lnTo>
                <a:lnTo>
                  <a:pt x="5806493" y="4279841"/>
                </a:lnTo>
                <a:lnTo>
                  <a:pt x="5806493" y="4293807"/>
                </a:lnTo>
                <a:lnTo>
                  <a:pt x="5918219" y="4293807"/>
                </a:lnTo>
                <a:close/>
                <a:moveTo>
                  <a:pt x="2538479" y="4293807"/>
                </a:moveTo>
                <a:lnTo>
                  <a:pt x="2538479" y="4279841"/>
                </a:lnTo>
                <a:lnTo>
                  <a:pt x="2426752" y="4279841"/>
                </a:lnTo>
                <a:lnTo>
                  <a:pt x="2426752" y="4293807"/>
                </a:lnTo>
                <a:lnTo>
                  <a:pt x="2538479" y="4293807"/>
                </a:lnTo>
                <a:close/>
                <a:moveTo>
                  <a:pt x="4228349" y="4293807"/>
                </a:moveTo>
                <a:lnTo>
                  <a:pt x="4228349" y="4279841"/>
                </a:lnTo>
                <a:lnTo>
                  <a:pt x="4116622" y="4279841"/>
                </a:lnTo>
                <a:lnTo>
                  <a:pt x="4116622" y="4293807"/>
                </a:lnTo>
                <a:lnTo>
                  <a:pt x="4228349" y="4293807"/>
                </a:lnTo>
                <a:close/>
                <a:moveTo>
                  <a:pt x="6994318" y="0"/>
                </a:moveTo>
                <a:lnTo>
                  <a:pt x="6994318" y="13966"/>
                </a:lnTo>
                <a:lnTo>
                  <a:pt x="7106045" y="13966"/>
                </a:lnTo>
                <a:lnTo>
                  <a:pt x="7106045" y="0"/>
                </a:lnTo>
                <a:lnTo>
                  <a:pt x="6994318" y="0"/>
                </a:lnTo>
                <a:close/>
                <a:moveTo>
                  <a:pt x="6072570" y="0"/>
                </a:moveTo>
                <a:lnTo>
                  <a:pt x="6072570" y="13966"/>
                </a:lnTo>
                <a:lnTo>
                  <a:pt x="6184297" y="13966"/>
                </a:lnTo>
                <a:lnTo>
                  <a:pt x="6184297" y="0"/>
                </a:lnTo>
                <a:lnTo>
                  <a:pt x="6072570" y="0"/>
                </a:lnTo>
                <a:close/>
                <a:moveTo>
                  <a:pt x="6226195" y="0"/>
                </a:moveTo>
                <a:lnTo>
                  <a:pt x="6226195" y="13966"/>
                </a:lnTo>
                <a:lnTo>
                  <a:pt x="6337922" y="13966"/>
                </a:lnTo>
                <a:lnTo>
                  <a:pt x="6337922" y="0"/>
                </a:lnTo>
                <a:lnTo>
                  <a:pt x="6226195" y="0"/>
                </a:lnTo>
                <a:close/>
                <a:moveTo>
                  <a:pt x="7762441" y="0"/>
                </a:moveTo>
                <a:lnTo>
                  <a:pt x="7762441" y="13966"/>
                </a:lnTo>
                <a:lnTo>
                  <a:pt x="7874168" y="13966"/>
                </a:lnTo>
                <a:lnTo>
                  <a:pt x="7874168" y="0"/>
                </a:lnTo>
                <a:lnTo>
                  <a:pt x="7762441" y="0"/>
                </a:lnTo>
                <a:close/>
                <a:moveTo>
                  <a:pt x="6379819" y="0"/>
                </a:moveTo>
                <a:lnTo>
                  <a:pt x="6379819" y="13966"/>
                </a:lnTo>
                <a:lnTo>
                  <a:pt x="6491546" y="13966"/>
                </a:lnTo>
                <a:lnTo>
                  <a:pt x="6491546" y="0"/>
                </a:lnTo>
                <a:lnTo>
                  <a:pt x="6379819" y="0"/>
                </a:lnTo>
                <a:close/>
                <a:moveTo>
                  <a:pt x="7720543" y="0"/>
                </a:moveTo>
                <a:lnTo>
                  <a:pt x="7608816" y="0"/>
                </a:lnTo>
                <a:lnTo>
                  <a:pt x="7608816" y="13966"/>
                </a:lnTo>
                <a:lnTo>
                  <a:pt x="7720543" y="13966"/>
                </a:lnTo>
                <a:lnTo>
                  <a:pt x="7720543" y="0"/>
                </a:lnTo>
                <a:close/>
                <a:moveTo>
                  <a:pt x="6533444" y="0"/>
                </a:moveTo>
                <a:lnTo>
                  <a:pt x="6533444" y="13966"/>
                </a:lnTo>
                <a:lnTo>
                  <a:pt x="6645171" y="13966"/>
                </a:lnTo>
                <a:lnTo>
                  <a:pt x="6645171" y="0"/>
                </a:lnTo>
                <a:lnTo>
                  <a:pt x="6533444" y="0"/>
                </a:lnTo>
                <a:close/>
                <a:moveTo>
                  <a:pt x="7455192" y="0"/>
                </a:moveTo>
                <a:lnTo>
                  <a:pt x="7455192" y="13966"/>
                </a:lnTo>
                <a:lnTo>
                  <a:pt x="7566919" y="13966"/>
                </a:lnTo>
                <a:lnTo>
                  <a:pt x="7566919" y="0"/>
                </a:lnTo>
                <a:lnTo>
                  <a:pt x="7455192" y="0"/>
                </a:lnTo>
                <a:close/>
                <a:moveTo>
                  <a:pt x="6687069" y="0"/>
                </a:moveTo>
                <a:lnTo>
                  <a:pt x="6687069" y="13966"/>
                </a:lnTo>
                <a:lnTo>
                  <a:pt x="6798796" y="13966"/>
                </a:lnTo>
                <a:lnTo>
                  <a:pt x="6798796" y="0"/>
                </a:lnTo>
                <a:lnTo>
                  <a:pt x="6687069" y="0"/>
                </a:lnTo>
                <a:close/>
                <a:moveTo>
                  <a:pt x="7301567" y="0"/>
                </a:moveTo>
                <a:lnTo>
                  <a:pt x="7301567" y="13966"/>
                </a:lnTo>
                <a:lnTo>
                  <a:pt x="7413294" y="13966"/>
                </a:lnTo>
                <a:lnTo>
                  <a:pt x="7413294" y="0"/>
                </a:lnTo>
                <a:lnTo>
                  <a:pt x="7301567" y="0"/>
                </a:lnTo>
                <a:close/>
                <a:moveTo>
                  <a:pt x="6840693" y="0"/>
                </a:moveTo>
                <a:lnTo>
                  <a:pt x="6840693" y="13966"/>
                </a:lnTo>
                <a:lnTo>
                  <a:pt x="6952420" y="13966"/>
                </a:lnTo>
                <a:lnTo>
                  <a:pt x="6952420" y="0"/>
                </a:lnTo>
                <a:lnTo>
                  <a:pt x="6840693" y="0"/>
                </a:lnTo>
                <a:close/>
                <a:moveTo>
                  <a:pt x="7147942" y="0"/>
                </a:moveTo>
                <a:lnTo>
                  <a:pt x="7147942" y="13966"/>
                </a:lnTo>
                <a:lnTo>
                  <a:pt x="7259669" y="13966"/>
                </a:lnTo>
                <a:lnTo>
                  <a:pt x="7259669" y="0"/>
                </a:lnTo>
                <a:lnTo>
                  <a:pt x="7147942" y="0"/>
                </a:lnTo>
                <a:close/>
                <a:moveTo>
                  <a:pt x="7975811" y="2975"/>
                </a:moveTo>
                <a:lnTo>
                  <a:pt x="7969359" y="2081"/>
                </a:lnTo>
                <a:lnTo>
                  <a:pt x="7962851" y="1341"/>
                </a:lnTo>
                <a:lnTo>
                  <a:pt x="7956315" y="754"/>
                </a:lnTo>
                <a:lnTo>
                  <a:pt x="7949723" y="335"/>
                </a:lnTo>
                <a:lnTo>
                  <a:pt x="7943075" y="84"/>
                </a:lnTo>
                <a:lnTo>
                  <a:pt x="7936455" y="0"/>
                </a:lnTo>
                <a:lnTo>
                  <a:pt x="7916065" y="0"/>
                </a:lnTo>
                <a:lnTo>
                  <a:pt x="7916065" y="13966"/>
                </a:lnTo>
                <a:lnTo>
                  <a:pt x="7936316" y="13966"/>
                </a:lnTo>
                <a:lnTo>
                  <a:pt x="7942824" y="14050"/>
                </a:lnTo>
                <a:lnTo>
                  <a:pt x="7942642" y="14050"/>
                </a:lnTo>
                <a:lnTo>
                  <a:pt x="7949095" y="14287"/>
                </a:lnTo>
                <a:lnTo>
                  <a:pt x="7948927" y="14273"/>
                </a:lnTo>
                <a:lnTo>
                  <a:pt x="7955250" y="14686"/>
                </a:lnTo>
                <a:lnTo>
                  <a:pt x="7961538" y="15237"/>
                </a:lnTo>
                <a:lnTo>
                  <a:pt x="7961357" y="15223"/>
                </a:lnTo>
                <a:lnTo>
                  <a:pt x="7967683" y="15949"/>
                </a:lnTo>
                <a:lnTo>
                  <a:pt x="7967502" y="15921"/>
                </a:lnTo>
                <a:lnTo>
                  <a:pt x="7973702" y="16789"/>
                </a:lnTo>
                <a:lnTo>
                  <a:pt x="7979671" y="17780"/>
                </a:lnTo>
                <a:lnTo>
                  <a:pt x="7985705" y="18926"/>
                </a:lnTo>
                <a:lnTo>
                  <a:pt x="7997549" y="21667"/>
                </a:lnTo>
                <a:lnTo>
                  <a:pt x="8009337" y="25017"/>
                </a:lnTo>
                <a:lnTo>
                  <a:pt x="8020729" y="28878"/>
                </a:lnTo>
                <a:lnTo>
                  <a:pt x="8023225" y="29859"/>
                </a:lnTo>
                <a:lnTo>
                  <a:pt x="8028351" y="16871"/>
                </a:lnTo>
                <a:lnTo>
                  <a:pt x="8025376" y="15698"/>
                </a:lnTo>
                <a:lnTo>
                  <a:pt x="8013352" y="11634"/>
                </a:lnTo>
                <a:lnTo>
                  <a:pt x="8001076" y="8142"/>
                </a:lnTo>
                <a:lnTo>
                  <a:pt x="7988590" y="5265"/>
                </a:lnTo>
                <a:lnTo>
                  <a:pt x="7982208" y="4036"/>
                </a:lnTo>
                <a:lnTo>
                  <a:pt x="7975811" y="2975"/>
                </a:lnTo>
                <a:close/>
                <a:moveTo>
                  <a:pt x="8101015" y="59090"/>
                </a:moveTo>
                <a:lnTo>
                  <a:pt x="8091239" y="51408"/>
                </a:lnTo>
                <a:lnTo>
                  <a:pt x="8081086" y="44202"/>
                </a:lnTo>
                <a:lnTo>
                  <a:pt x="8070598" y="37470"/>
                </a:lnTo>
                <a:lnTo>
                  <a:pt x="8067008" y="35403"/>
                </a:lnTo>
                <a:lnTo>
                  <a:pt x="8060039" y="47512"/>
                </a:lnTo>
                <a:lnTo>
                  <a:pt x="8063198" y="49315"/>
                </a:lnTo>
                <a:lnTo>
                  <a:pt x="8073370" y="55832"/>
                </a:lnTo>
                <a:lnTo>
                  <a:pt x="8082822" y="62567"/>
                </a:lnTo>
                <a:lnTo>
                  <a:pt x="8092144" y="69890"/>
                </a:lnTo>
                <a:lnTo>
                  <a:pt x="8100942" y="77504"/>
                </a:lnTo>
                <a:lnTo>
                  <a:pt x="8109618" y="85778"/>
                </a:lnTo>
                <a:lnTo>
                  <a:pt x="8109395" y="85541"/>
                </a:lnTo>
                <a:lnTo>
                  <a:pt x="8117668" y="94230"/>
                </a:lnTo>
                <a:lnTo>
                  <a:pt x="8125284" y="103030"/>
                </a:lnTo>
                <a:lnTo>
                  <a:pt x="8132604" y="112347"/>
                </a:lnTo>
                <a:lnTo>
                  <a:pt x="8138835" y="121112"/>
                </a:lnTo>
                <a:lnTo>
                  <a:pt x="8150217" y="113026"/>
                </a:lnTo>
                <a:lnTo>
                  <a:pt x="8143765" y="103934"/>
                </a:lnTo>
                <a:lnTo>
                  <a:pt x="8136084" y="94158"/>
                </a:lnTo>
                <a:lnTo>
                  <a:pt x="8127955" y="84773"/>
                </a:lnTo>
                <a:lnTo>
                  <a:pt x="8119380" y="75793"/>
                </a:lnTo>
                <a:lnTo>
                  <a:pt x="8110400" y="67218"/>
                </a:lnTo>
                <a:lnTo>
                  <a:pt x="8101015" y="59090"/>
                </a:lnTo>
                <a:close/>
                <a:moveTo>
                  <a:pt x="7969359" y="4291726"/>
                </a:moveTo>
                <a:lnTo>
                  <a:pt x="7975811" y="4290832"/>
                </a:lnTo>
                <a:lnTo>
                  <a:pt x="7982208" y="4289771"/>
                </a:lnTo>
                <a:lnTo>
                  <a:pt x="7988590" y="4288542"/>
                </a:lnTo>
                <a:lnTo>
                  <a:pt x="8001076" y="4285665"/>
                </a:lnTo>
                <a:lnTo>
                  <a:pt x="8013352" y="4282174"/>
                </a:lnTo>
                <a:lnTo>
                  <a:pt x="8025376" y="4278109"/>
                </a:lnTo>
                <a:lnTo>
                  <a:pt x="8037135" y="4273473"/>
                </a:lnTo>
                <a:lnTo>
                  <a:pt x="8048601" y="4268291"/>
                </a:lnTo>
                <a:lnTo>
                  <a:pt x="8059760" y="4262579"/>
                </a:lnTo>
                <a:lnTo>
                  <a:pt x="8066380" y="4258767"/>
                </a:lnTo>
                <a:lnTo>
                  <a:pt x="8059411" y="4246658"/>
                </a:lnTo>
                <a:lnTo>
                  <a:pt x="8053214" y="4250232"/>
                </a:lnTo>
                <a:lnTo>
                  <a:pt x="8042400" y="4255771"/>
                </a:lnTo>
                <a:lnTo>
                  <a:pt x="8031761" y="4260578"/>
                </a:lnTo>
                <a:lnTo>
                  <a:pt x="8020722" y="4264932"/>
                </a:lnTo>
                <a:lnTo>
                  <a:pt x="8009337" y="4268790"/>
                </a:lnTo>
                <a:lnTo>
                  <a:pt x="7997549" y="4272140"/>
                </a:lnTo>
                <a:lnTo>
                  <a:pt x="7985705" y="4274881"/>
                </a:lnTo>
                <a:lnTo>
                  <a:pt x="7979671" y="4276028"/>
                </a:lnTo>
                <a:lnTo>
                  <a:pt x="7973702" y="4277018"/>
                </a:lnTo>
                <a:lnTo>
                  <a:pt x="7967502" y="4277886"/>
                </a:lnTo>
                <a:lnTo>
                  <a:pt x="7967683" y="4277858"/>
                </a:lnTo>
                <a:lnTo>
                  <a:pt x="7961357" y="4278584"/>
                </a:lnTo>
                <a:lnTo>
                  <a:pt x="7961538" y="4278570"/>
                </a:lnTo>
                <a:lnTo>
                  <a:pt x="7956594" y="4279003"/>
                </a:lnTo>
                <a:lnTo>
                  <a:pt x="7957837" y="4292913"/>
                </a:lnTo>
                <a:lnTo>
                  <a:pt x="7962851" y="4292466"/>
                </a:lnTo>
                <a:lnTo>
                  <a:pt x="7969359" y="4291726"/>
                </a:lnTo>
                <a:close/>
                <a:moveTo>
                  <a:pt x="6225469" y="4293807"/>
                </a:moveTo>
                <a:lnTo>
                  <a:pt x="6225469" y="4279841"/>
                </a:lnTo>
                <a:lnTo>
                  <a:pt x="6113742" y="4279841"/>
                </a:lnTo>
                <a:lnTo>
                  <a:pt x="6113742" y="4293807"/>
                </a:lnTo>
                <a:lnTo>
                  <a:pt x="6225469" y="4293807"/>
                </a:lnTo>
                <a:close/>
                <a:moveTo>
                  <a:pt x="7915339" y="4293807"/>
                </a:moveTo>
                <a:lnTo>
                  <a:pt x="7915339" y="4279841"/>
                </a:lnTo>
                <a:lnTo>
                  <a:pt x="7803612" y="4279841"/>
                </a:lnTo>
                <a:lnTo>
                  <a:pt x="7803612" y="4293807"/>
                </a:lnTo>
                <a:lnTo>
                  <a:pt x="7915339" y="4293807"/>
                </a:lnTo>
                <a:close/>
                <a:moveTo>
                  <a:pt x="6379093" y="4293807"/>
                </a:moveTo>
                <a:lnTo>
                  <a:pt x="6379093" y="4279841"/>
                </a:lnTo>
                <a:lnTo>
                  <a:pt x="6267366" y="4279841"/>
                </a:lnTo>
                <a:lnTo>
                  <a:pt x="6267366" y="4293807"/>
                </a:lnTo>
                <a:lnTo>
                  <a:pt x="6379093" y="4293807"/>
                </a:lnTo>
                <a:close/>
                <a:moveTo>
                  <a:pt x="7761714" y="4293807"/>
                </a:moveTo>
                <a:lnTo>
                  <a:pt x="7761714" y="4279841"/>
                </a:lnTo>
                <a:lnTo>
                  <a:pt x="7649988" y="4279841"/>
                </a:lnTo>
                <a:lnTo>
                  <a:pt x="7649988" y="4293807"/>
                </a:lnTo>
                <a:lnTo>
                  <a:pt x="7761714" y="4293807"/>
                </a:lnTo>
                <a:close/>
                <a:moveTo>
                  <a:pt x="6532718" y="4293807"/>
                </a:moveTo>
                <a:lnTo>
                  <a:pt x="6532718" y="4279841"/>
                </a:lnTo>
                <a:lnTo>
                  <a:pt x="6420991" y="4279841"/>
                </a:lnTo>
                <a:lnTo>
                  <a:pt x="6420991" y="4293807"/>
                </a:lnTo>
                <a:lnTo>
                  <a:pt x="6532718" y="4293807"/>
                </a:lnTo>
                <a:close/>
                <a:moveTo>
                  <a:pt x="7608090" y="4293807"/>
                </a:moveTo>
                <a:lnTo>
                  <a:pt x="7608090" y="4279841"/>
                </a:lnTo>
                <a:lnTo>
                  <a:pt x="7496363" y="4279841"/>
                </a:lnTo>
                <a:lnTo>
                  <a:pt x="7496363" y="4293807"/>
                </a:lnTo>
                <a:lnTo>
                  <a:pt x="7608090" y="4293807"/>
                </a:lnTo>
                <a:close/>
                <a:moveTo>
                  <a:pt x="6686342" y="4293807"/>
                </a:moveTo>
                <a:lnTo>
                  <a:pt x="6686342" y="4279841"/>
                </a:lnTo>
                <a:lnTo>
                  <a:pt x="6574615" y="4279841"/>
                </a:lnTo>
                <a:lnTo>
                  <a:pt x="6574615" y="4293807"/>
                </a:lnTo>
                <a:lnTo>
                  <a:pt x="6686342" y="4293807"/>
                </a:lnTo>
                <a:close/>
                <a:moveTo>
                  <a:pt x="7454465" y="4293807"/>
                </a:moveTo>
                <a:lnTo>
                  <a:pt x="7454465" y="4279841"/>
                </a:lnTo>
                <a:lnTo>
                  <a:pt x="7342738" y="4279841"/>
                </a:lnTo>
                <a:lnTo>
                  <a:pt x="7342738" y="4293807"/>
                </a:lnTo>
                <a:lnTo>
                  <a:pt x="7454465" y="4293807"/>
                </a:lnTo>
                <a:close/>
                <a:moveTo>
                  <a:pt x="6839967" y="4293807"/>
                </a:moveTo>
                <a:lnTo>
                  <a:pt x="6839967" y="4279841"/>
                </a:lnTo>
                <a:lnTo>
                  <a:pt x="6728240" y="4279841"/>
                </a:lnTo>
                <a:lnTo>
                  <a:pt x="6728240" y="4293807"/>
                </a:lnTo>
                <a:lnTo>
                  <a:pt x="6839967" y="4293807"/>
                </a:lnTo>
                <a:close/>
                <a:moveTo>
                  <a:pt x="7300841" y="4293807"/>
                </a:moveTo>
                <a:lnTo>
                  <a:pt x="7300841" y="4279841"/>
                </a:lnTo>
                <a:lnTo>
                  <a:pt x="7189114" y="4279841"/>
                </a:lnTo>
                <a:lnTo>
                  <a:pt x="7189114" y="4293807"/>
                </a:lnTo>
                <a:lnTo>
                  <a:pt x="7300841" y="4293807"/>
                </a:lnTo>
                <a:close/>
                <a:moveTo>
                  <a:pt x="6993592" y="4293807"/>
                </a:moveTo>
                <a:lnTo>
                  <a:pt x="6993592" y="4279841"/>
                </a:lnTo>
                <a:lnTo>
                  <a:pt x="6881865" y="4279841"/>
                </a:lnTo>
                <a:lnTo>
                  <a:pt x="6881865" y="4293807"/>
                </a:lnTo>
                <a:lnTo>
                  <a:pt x="6993592" y="4293807"/>
                </a:lnTo>
                <a:close/>
                <a:moveTo>
                  <a:pt x="7147216" y="4293807"/>
                </a:moveTo>
                <a:lnTo>
                  <a:pt x="7147216" y="4279841"/>
                </a:lnTo>
                <a:lnTo>
                  <a:pt x="7035489" y="4279841"/>
                </a:lnTo>
                <a:lnTo>
                  <a:pt x="7035489" y="4293807"/>
                </a:lnTo>
                <a:lnTo>
                  <a:pt x="7147216" y="4293807"/>
                </a:lnTo>
                <a:close/>
                <a:moveTo>
                  <a:pt x="8193092" y="225814"/>
                </a:moveTo>
                <a:lnTo>
                  <a:pt x="8192199" y="219362"/>
                </a:lnTo>
                <a:lnTo>
                  <a:pt x="8191137" y="212966"/>
                </a:lnTo>
                <a:lnTo>
                  <a:pt x="8189908" y="206583"/>
                </a:lnTo>
                <a:lnTo>
                  <a:pt x="8187031" y="194098"/>
                </a:lnTo>
                <a:lnTo>
                  <a:pt x="8183540" y="181822"/>
                </a:lnTo>
                <a:lnTo>
                  <a:pt x="8179476" y="169797"/>
                </a:lnTo>
                <a:lnTo>
                  <a:pt x="8174839" y="158038"/>
                </a:lnTo>
                <a:lnTo>
                  <a:pt x="8171487" y="150622"/>
                </a:lnTo>
                <a:lnTo>
                  <a:pt x="8158750" y="156376"/>
                </a:lnTo>
                <a:lnTo>
                  <a:pt x="8161947" y="163420"/>
                </a:lnTo>
                <a:lnTo>
                  <a:pt x="8166298" y="174452"/>
                </a:lnTo>
                <a:lnTo>
                  <a:pt x="8170156" y="185836"/>
                </a:lnTo>
                <a:lnTo>
                  <a:pt x="8173505" y="197620"/>
                </a:lnTo>
                <a:lnTo>
                  <a:pt x="8176263" y="209600"/>
                </a:lnTo>
                <a:lnTo>
                  <a:pt x="8176222" y="209334"/>
                </a:lnTo>
                <a:lnTo>
                  <a:pt x="8177394" y="215502"/>
                </a:lnTo>
                <a:lnTo>
                  <a:pt x="8178384" y="221472"/>
                </a:lnTo>
                <a:lnTo>
                  <a:pt x="8179252" y="227672"/>
                </a:lnTo>
                <a:lnTo>
                  <a:pt x="8179224" y="227490"/>
                </a:lnTo>
                <a:lnTo>
                  <a:pt x="8179950" y="233817"/>
                </a:lnTo>
                <a:lnTo>
                  <a:pt x="8179936" y="233635"/>
                </a:lnTo>
                <a:lnTo>
                  <a:pt x="8180487" y="239923"/>
                </a:lnTo>
                <a:lnTo>
                  <a:pt x="8180900" y="246246"/>
                </a:lnTo>
                <a:lnTo>
                  <a:pt x="8180886" y="246079"/>
                </a:lnTo>
                <a:lnTo>
                  <a:pt x="8181124" y="252531"/>
                </a:lnTo>
                <a:lnTo>
                  <a:pt x="8181124" y="252349"/>
                </a:lnTo>
                <a:lnTo>
                  <a:pt x="8181207" y="258857"/>
                </a:lnTo>
                <a:lnTo>
                  <a:pt x="8181207" y="261874"/>
                </a:lnTo>
                <a:lnTo>
                  <a:pt x="8195173" y="261874"/>
                </a:lnTo>
                <a:lnTo>
                  <a:pt x="8195173" y="258718"/>
                </a:lnTo>
                <a:lnTo>
                  <a:pt x="8195089" y="252084"/>
                </a:lnTo>
                <a:lnTo>
                  <a:pt x="8194838" y="245450"/>
                </a:lnTo>
                <a:lnTo>
                  <a:pt x="8194419" y="238858"/>
                </a:lnTo>
                <a:lnTo>
                  <a:pt x="8193833" y="232322"/>
                </a:lnTo>
                <a:lnTo>
                  <a:pt x="8193092" y="225814"/>
                </a:lnTo>
                <a:close/>
                <a:moveTo>
                  <a:pt x="8195173" y="303772"/>
                </a:moveTo>
                <a:lnTo>
                  <a:pt x="8181207" y="303772"/>
                </a:lnTo>
                <a:lnTo>
                  <a:pt x="8181207" y="415499"/>
                </a:lnTo>
                <a:lnTo>
                  <a:pt x="8195173" y="415499"/>
                </a:lnTo>
                <a:lnTo>
                  <a:pt x="8195173" y="303772"/>
                </a:lnTo>
                <a:close/>
                <a:moveTo>
                  <a:pt x="8195173" y="457396"/>
                </a:moveTo>
                <a:lnTo>
                  <a:pt x="8181207" y="457396"/>
                </a:lnTo>
                <a:lnTo>
                  <a:pt x="8181207" y="569123"/>
                </a:lnTo>
                <a:lnTo>
                  <a:pt x="8195173" y="569123"/>
                </a:lnTo>
                <a:lnTo>
                  <a:pt x="8195173" y="457396"/>
                </a:lnTo>
                <a:close/>
                <a:moveTo>
                  <a:pt x="8195173" y="611021"/>
                </a:moveTo>
                <a:lnTo>
                  <a:pt x="8181207" y="611021"/>
                </a:lnTo>
                <a:lnTo>
                  <a:pt x="8181207" y="722748"/>
                </a:lnTo>
                <a:lnTo>
                  <a:pt x="8195173" y="722748"/>
                </a:lnTo>
                <a:lnTo>
                  <a:pt x="8195173" y="611021"/>
                </a:lnTo>
                <a:close/>
                <a:moveTo>
                  <a:pt x="8195173" y="764645"/>
                </a:moveTo>
                <a:lnTo>
                  <a:pt x="8181207" y="764645"/>
                </a:lnTo>
                <a:lnTo>
                  <a:pt x="8181207" y="876372"/>
                </a:lnTo>
                <a:lnTo>
                  <a:pt x="8195173" y="876372"/>
                </a:lnTo>
                <a:lnTo>
                  <a:pt x="8195173" y="764645"/>
                </a:lnTo>
                <a:close/>
                <a:moveTo>
                  <a:pt x="8195173" y="918270"/>
                </a:moveTo>
                <a:lnTo>
                  <a:pt x="8181207" y="918270"/>
                </a:lnTo>
                <a:lnTo>
                  <a:pt x="8181207" y="1029997"/>
                </a:lnTo>
                <a:lnTo>
                  <a:pt x="8195173" y="1029997"/>
                </a:lnTo>
                <a:lnTo>
                  <a:pt x="8195173" y="918270"/>
                </a:lnTo>
                <a:close/>
                <a:moveTo>
                  <a:pt x="8195173" y="1071895"/>
                </a:moveTo>
                <a:lnTo>
                  <a:pt x="8181207" y="1071895"/>
                </a:lnTo>
                <a:lnTo>
                  <a:pt x="8181207" y="1183622"/>
                </a:lnTo>
                <a:lnTo>
                  <a:pt x="8195173" y="1183622"/>
                </a:lnTo>
                <a:lnTo>
                  <a:pt x="8195173" y="1071895"/>
                </a:lnTo>
                <a:close/>
                <a:moveTo>
                  <a:pt x="8195173" y="1337246"/>
                </a:moveTo>
                <a:lnTo>
                  <a:pt x="8195173" y="1225519"/>
                </a:lnTo>
                <a:lnTo>
                  <a:pt x="8181207" y="1225519"/>
                </a:lnTo>
                <a:lnTo>
                  <a:pt x="8181207" y="1337246"/>
                </a:lnTo>
                <a:lnTo>
                  <a:pt x="8195173" y="1337246"/>
                </a:lnTo>
                <a:close/>
                <a:moveTo>
                  <a:pt x="8195173" y="1379144"/>
                </a:moveTo>
                <a:lnTo>
                  <a:pt x="8181207" y="1379144"/>
                </a:lnTo>
                <a:lnTo>
                  <a:pt x="8181207" y="1490871"/>
                </a:lnTo>
                <a:lnTo>
                  <a:pt x="8195173" y="1490871"/>
                </a:lnTo>
                <a:lnTo>
                  <a:pt x="8195173" y="1379144"/>
                </a:lnTo>
                <a:close/>
                <a:moveTo>
                  <a:pt x="8195173" y="1532768"/>
                </a:moveTo>
                <a:lnTo>
                  <a:pt x="8181207" y="1532768"/>
                </a:lnTo>
                <a:lnTo>
                  <a:pt x="8181207" y="1644495"/>
                </a:lnTo>
                <a:lnTo>
                  <a:pt x="8195173" y="1644495"/>
                </a:lnTo>
                <a:lnTo>
                  <a:pt x="8195173" y="1532768"/>
                </a:lnTo>
                <a:close/>
                <a:moveTo>
                  <a:pt x="8195173" y="1686393"/>
                </a:moveTo>
                <a:lnTo>
                  <a:pt x="8181207" y="1686393"/>
                </a:lnTo>
                <a:lnTo>
                  <a:pt x="8181207" y="1798120"/>
                </a:lnTo>
                <a:lnTo>
                  <a:pt x="8195173" y="1798120"/>
                </a:lnTo>
                <a:lnTo>
                  <a:pt x="8195173" y="1686393"/>
                </a:lnTo>
                <a:close/>
                <a:moveTo>
                  <a:pt x="8195173" y="1840018"/>
                </a:moveTo>
                <a:lnTo>
                  <a:pt x="8181207" y="1840018"/>
                </a:lnTo>
                <a:lnTo>
                  <a:pt x="8181207" y="1951744"/>
                </a:lnTo>
                <a:lnTo>
                  <a:pt x="8195173" y="1951744"/>
                </a:lnTo>
                <a:lnTo>
                  <a:pt x="8195173" y="1840018"/>
                </a:lnTo>
                <a:close/>
                <a:moveTo>
                  <a:pt x="8195173" y="1993642"/>
                </a:moveTo>
                <a:lnTo>
                  <a:pt x="8181207" y="1993642"/>
                </a:lnTo>
                <a:lnTo>
                  <a:pt x="8181207" y="2105369"/>
                </a:lnTo>
                <a:lnTo>
                  <a:pt x="8195173" y="2105369"/>
                </a:lnTo>
                <a:lnTo>
                  <a:pt x="8195173" y="1993642"/>
                </a:lnTo>
                <a:close/>
                <a:moveTo>
                  <a:pt x="8195173" y="2147267"/>
                </a:moveTo>
                <a:lnTo>
                  <a:pt x="8181207" y="2147267"/>
                </a:lnTo>
                <a:lnTo>
                  <a:pt x="8181207" y="2258994"/>
                </a:lnTo>
                <a:lnTo>
                  <a:pt x="8195173" y="2258994"/>
                </a:lnTo>
                <a:lnTo>
                  <a:pt x="8195173" y="2147267"/>
                </a:lnTo>
                <a:close/>
                <a:moveTo>
                  <a:pt x="8195173" y="2300891"/>
                </a:moveTo>
                <a:lnTo>
                  <a:pt x="8181207" y="2300891"/>
                </a:lnTo>
                <a:lnTo>
                  <a:pt x="8181207" y="2412618"/>
                </a:lnTo>
                <a:lnTo>
                  <a:pt x="8195173" y="2412618"/>
                </a:lnTo>
                <a:lnTo>
                  <a:pt x="8195173" y="2300891"/>
                </a:lnTo>
                <a:close/>
                <a:moveTo>
                  <a:pt x="8195173" y="2454516"/>
                </a:moveTo>
                <a:lnTo>
                  <a:pt x="8181207" y="2454516"/>
                </a:lnTo>
                <a:lnTo>
                  <a:pt x="8181207" y="2566243"/>
                </a:lnTo>
                <a:lnTo>
                  <a:pt x="8195173" y="2566243"/>
                </a:lnTo>
                <a:lnTo>
                  <a:pt x="8195173" y="2454516"/>
                </a:lnTo>
                <a:close/>
                <a:moveTo>
                  <a:pt x="8195173" y="2608140"/>
                </a:moveTo>
                <a:lnTo>
                  <a:pt x="8181207" y="2608140"/>
                </a:lnTo>
                <a:lnTo>
                  <a:pt x="8181207" y="2719867"/>
                </a:lnTo>
                <a:lnTo>
                  <a:pt x="8195173" y="2719867"/>
                </a:lnTo>
                <a:lnTo>
                  <a:pt x="8195173" y="2608140"/>
                </a:lnTo>
                <a:close/>
                <a:moveTo>
                  <a:pt x="8195173" y="2761765"/>
                </a:moveTo>
                <a:lnTo>
                  <a:pt x="8181207" y="2761765"/>
                </a:lnTo>
                <a:lnTo>
                  <a:pt x="8181207" y="2873492"/>
                </a:lnTo>
                <a:lnTo>
                  <a:pt x="8195173" y="2873492"/>
                </a:lnTo>
                <a:lnTo>
                  <a:pt x="8195173" y="2761765"/>
                </a:lnTo>
                <a:close/>
                <a:moveTo>
                  <a:pt x="8195173" y="2915390"/>
                </a:moveTo>
                <a:lnTo>
                  <a:pt x="8181207" y="2915390"/>
                </a:lnTo>
                <a:lnTo>
                  <a:pt x="8181207" y="3027117"/>
                </a:lnTo>
                <a:lnTo>
                  <a:pt x="8195173" y="3027117"/>
                </a:lnTo>
                <a:lnTo>
                  <a:pt x="8195173" y="2915390"/>
                </a:lnTo>
                <a:close/>
                <a:moveTo>
                  <a:pt x="8195173" y="3069014"/>
                </a:moveTo>
                <a:lnTo>
                  <a:pt x="8181207" y="3069014"/>
                </a:lnTo>
                <a:lnTo>
                  <a:pt x="8181207" y="3180741"/>
                </a:lnTo>
                <a:lnTo>
                  <a:pt x="8195173" y="3180741"/>
                </a:lnTo>
                <a:lnTo>
                  <a:pt x="8195173" y="3069014"/>
                </a:lnTo>
                <a:close/>
                <a:moveTo>
                  <a:pt x="8195173" y="3222639"/>
                </a:moveTo>
                <a:lnTo>
                  <a:pt x="8181207" y="3222639"/>
                </a:lnTo>
                <a:lnTo>
                  <a:pt x="8181207" y="3334366"/>
                </a:lnTo>
                <a:lnTo>
                  <a:pt x="8195173" y="3334366"/>
                </a:lnTo>
                <a:lnTo>
                  <a:pt x="8195173" y="3222639"/>
                </a:lnTo>
                <a:close/>
                <a:moveTo>
                  <a:pt x="8195173" y="3376263"/>
                </a:moveTo>
                <a:lnTo>
                  <a:pt x="8181207" y="3376263"/>
                </a:lnTo>
                <a:lnTo>
                  <a:pt x="8181207" y="3487990"/>
                </a:lnTo>
                <a:lnTo>
                  <a:pt x="8195173" y="3487990"/>
                </a:lnTo>
                <a:lnTo>
                  <a:pt x="8195173" y="3376263"/>
                </a:lnTo>
                <a:close/>
                <a:moveTo>
                  <a:pt x="8195173" y="3529888"/>
                </a:moveTo>
                <a:lnTo>
                  <a:pt x="8181207" y="3529888"/>
                </a:lnTo>
                <a:lnTo>
                  <a:pt x="8181207" y="3641615"/>
                </a:lnTo>
                <a:lnTo>
                  <a:pt x="8195173" y="3641615"/>
                </a:lnTo>
                <a:lnTo>
                  <a:pt x="8195173" y="3529888"/>
                </a:lnTo>
                <a:close/>
                <a:moveTo>
                  <a:pt x="8195173" y="3683513"/>
                </a:moveTo>
                <a:lnTo>
                  <a:pt x="8181207" y="3683513"/>
                </a:lnTo>
                <a:lnTo>
                  <a:pt x="8181207" y="3795239"/>
                </a:lnTo>
                <a:lnTo>
                  <a:pt x="8195173" y="3795239"/>
                </a:lnTo>
                <a:lnTo>
                  <a:pt x="8195173" y="3683513"/>
                </a:lnTo>
                <a:close/>
                <a:moveTo>
                  <a:pt x="8195173" y="3837137"/>
                </a:moveTo>
                <a:lnTo>
                  <a:pt x="8181207" y="3837137"/>
                </a:lnTo>
                <a:lnTo>
                  <a:pt x="8181207" y="3948864"/>
                </a:lnTo>
                <a:lnTo>
                  <a:pt x="8195173" y="3948864"/>
                </a:lnTo>
                <a:lnTo>
                  <a:pt x="8195173" y="3837137"/>
                </a:lnTo>
                <a:close/>
                <a:moveTo>
                  <a:pt x="8193833" y="4061485"/>
                </a:moveTo>
                <a:lnTo>
                  <a:pt x="8194419" y="4054949"/>
                </a:lnTo>
                <a:lnTo>
                  <a:pt x="8194838" y="4048357"/>
                </a:lnTo>
                <a:lnTo>
                  <a:pt x="8195089" y="4041723"/>
                </a:lnTo>
                <a:lnTo>
                  <a:pt x="8195173" y="4035089"/>
                </a:lnTo>
                <a:lnTo>
                  <a:pt x="8195173" y="3990762"/>
                </a:lnTo>
                <a:lnTo>
                  <a:pt x="8181207" y="3990762"/>
                </a:lnTo>
                <a:lnTo>
                  <a:pt x="8181207" y="4034950"/>
                </a:lnTo>
                <a:lnTo>
                  <a:pt x="8181124" y="4041458"/>
                </a:lnTo>
                <a:lnTo>
                  <a:pt x="8181124" y="4041276"/>
                </a:lnTo>
                <a:lnTo>
                  <a:pt x="8180886" y="4047728"/>
                </a:lnTo>
                <a:lnTo>
                  <a:pt x="8180900" y="4047561"/>
                </a:lnTo>
                <a:lnTo>
                  <a:pt x="8180487" y="4053884"/>
                </a:lnTo>
                <a:lnTo>
                  <a:pt x="8179936" y="4060172"/>
                </a:lnTo>
                <a:lnTo>
                  <a:pt x="8179950" y="4059990"/>
                </a:lnTo>
                <a:lnTo>
                  <a:pt x="8179224" y="4066317"/>
                </a:lnTo>
                <a:lnTo>
                  <a:pt x="8179252" y="4066135"/>
                </a:lnTo>
                <a:lnTo>
                  <a:pt x="8178384" y="4072336"/>
                </a:lnTo>
                <a:lnTo>
                  <a:pt x="8177394" y="4078305"/>
                </a:lnTo>
                <a:lnTo>
                  <a:pt x="8176222" y="4084473"/>
                </a:lnTo>
                <a:lnTo>
                  <a:pt x="8176263" y="4084207"/>
                </a:lnTo>
                <a:lnTo>
                  <a:pt x="8173505" y="4096190"/>
                </a:lnTo>
                <a:lnTo>
                  <a:pt x="8172493" y="4099765"/>
                </a:lnTo>
                <a:lnTo>
                  <a:pt x="8185928" y="4103578"/>
                </a:lnTo>
                <a:lnTo>
                  <a:pt x="8187031" y="4099709"/>
                </a:lnTo>
                <a:lnTo>
                  <a:pt x="8189908" y="4087224"/>
                </a:lnTo>
                <a:lnTo>
                  <a:pt x="8191137" y="4080842"/>
                </a:lnTo>
                <a:lnTo>
                  <a:pt x="8192199" y="4074445"/>
                </a:lnTo>
                <a:lnTo>
                  <a:pt x="8193092" y="4067993"/>
                </a:lnTo>
                <a:lnTo>
                  <a:pt x="8193833" y="4061485"/>
                </a:lnTo>
                <a:close/>
                <a:moveTo>
                  <a:pt x="8150971" y="4179720"/>
                </a:moveTo>
                <a:lnTo>
                  <a:pt x="8157703" y="4169232"/>
                </a:lnTo>
                <a:lnTo>
                  <a:pt x="8163946" y="4158394"/>
                </a:lnTo>
                <a:lnTo>
                  <a:pt x="8169658" y="4147235"/>
                </a:lnTo>
                <a:lnTo>
                  <a:pt x="8171180" y="4143842"/>
                </a:lnTo>
                <a:lnTo>
                  <a:pt x="8158457" y="4138088"/>
                </a:lnTo>
                <a:lnTo>
                  <a:pt x="8157129" y="4141051"/>
                </a:lnTo>
                <a:lnTo>
                  <a:pt x="8151597" y="4151850"/>
                </a:lnTo>
                <a:lnTo>
                  <a:pt x="8145735" y="4162024"/>
                </a:lnTo>
                <a:lnTo>
                  <a:pt x="8139465" y="4171810"/>
                </a:lnTo>
                <a:lnTo>
                  <a:pt x="8132604" y="4181460"/>
                </a:lnTo>
                <a:lnTo>
                  <a:pt x="8125284" y="4190778"/>
                </a:lnTo>
                <a:lnTo>
                  <a:pt x="8117668" y="4199578"/>
                </a:lnTo>
                <a:lnTo>
                  <a:pt x="8109395" y="4208266"/>
                </a:lnTo>
                <a:lnTo>
                  <a:pt x="8109618" y="4208029"/>
                </a:lnTo>
                <a:lnTo>
                  <a:pt x="8100943" y="4216302"/>
                </a:lnTo>
                <a:lnTo>
                  <a:pt x="8092636" y="4223489"/>
                </a:lnTo>
                <a:lnTo>
                  <a:pt x="8101783" y="4234047"/>
                </a:lnTo>
                <a:lnTo>
                  <a:pt x="8110400" y="4226589"/>
                </a:lnTo>
                <a:lnTo>
                  <a:pt x="8119380" y="4218014"/>
                </a:lnTo>
                <a:lnTo>
                  <a:pt x="8127955" y="4209034"/>
                </a:lnTo>
                <a:lnTo>
                  <a:pt x="8136084" y="4199649"/>
                </a:lnTo>
                <a:lnTo>
                  <a:pt x="8143765" y="4189873"/>
                </a:lnTo>
                <a:lnTo>
                  <a:pt x="8150971" y="4179720"/>
                </a:lnTo>
                <a:close/>
              </a:path>
            </a:pathLst>
          </a:custGeom>
          <a:solidFill xmlns:a="http://schemas.openxmlformats.org/drawingml/2006/main">
            <a:srgbClr val="ADA4C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QuestionSet">
            <a:extLst xmlns:a="http://schemas.openxmlformats.org/drawingml/2006/main">
              <a:ext uri="{FF2B5EF4-FFF2-40B4-BE49-F238E27FC236}">
                <a16:creationId xmlns:a16="http://schemas.microsoft.com/office/drawing/2014/main" id="{74301566-96BE-46B2-91A8-149B3400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84" y="926629"/>
            <a:ext cx="976755" cy="147390"/>
          </a:xfrm>
          <a:custGeom xmlns:a="http://schemas.openxmlformats.org/drawingml/2006/main">
            <a:pathLst>
              <a:path w="976755" h="147390">
                <a:moveTo>
                  <a:pt x="121243" y="147390"/>
                </a:moveTo>
                <a:cubicBezTo>
                  <a:pt x="117576" y="147390"/>
                  <a:pt x="105394" y="138097"/>
                  <a:pt x="84697" y="119510"/>
                </a:cubicBezTo>
                <a:cubicBezTo>
                  <a:pt x="76358" y="122524"/>
                  <a:pt x="68169" y="124031"/>
                  <a:pt x="60132" y="124031"/>
                </a:cubicBezTo>
                <a:cubicBezTo>
                  <a:pt x="44157" y="124031"/>
                  <a:pt x="30091" y="117895"/>
                  <a:pt x="17934" y="105624"/>
                </a:cubicBezTo>
                <a:cubicBezTo>
                  <a:pt x="5978" y="93501"/>
                  <a:pt x="0" y="79745"/>
                  <a:pt x="0" y="64354"/>
                </a:cubicBezTo>
                <a:cubicBezTo>
                  <a:pt x="0" y="46247"/>
                  <a:pt x="7008" y="30906"/>
                  <a:pt x="21023" y="18332"/>
                </a:cubicBezTo>
                <a:cubicBezTo>
                  <a:pt x="34637" y="6111"/>
                  <a:pt x="50763" y="0"/>
                  <a:pt x="69400" y="0"/>
                </a:cubicBezTo>
                <a:cubicBezTo>
                  <a:pt x="89344" y="0"/>
                  <a:pt x="104414" y="7195"/>
                  <a:pt x="114612" y="21584"/>
                </a:cubicBezTo>
                <a:cubicBezTo>
                  <a:pt x="123202" y="33709"/>
                  <a:pt x="127497" y="49256"/>
                  <a:pt x="127497" y="68223"/>
                </a:cubicBezTo>
                <a:cubicBezTo>
                  <a:pt x="127497" y="83971"/>
                  <a:pt x="119937" y="97506"/>
                  <a:pt x="104816" y="108826"/>
                </a:cubicBezTo>
                <a:cubicBezTo>
                  <a:pt x="107830" y="111544"/>
                  <a:pt x="112376" y="115594"/>
                  <a:pt x="118455" y="120977"/>
                </a:cubicBezTo>
                <a:lnTo>
                  <a:pt x="127045" y="127768"/>
                </a:lnTo>
                <a:cubicBezTo>
                  <a:pt x="130411" y="130887"/>
                  <a:pt x="132094" y="133906"/>
                  <a:pt x="132094" y="136825"/>
                </a:cubicBezTo>
                <a:cubicBezTo>
                  <a:pt x="132094" y="139592"/>
                  <a:pt x="131064" y="142007"/>
                  <a:pt x="129004" y="144070"/>
                </a:cubicBezTo>
                <a:cubicBezTo>
                  <a:pt x="126894" y="146284"/>
                  <a:pt x="124307" y="147390"/>
                  <a:pt x="121243" y="147390"/>
                </a:cubicBezTo>
                <a:moveTo>
                  <a:pt x="69400" y="20797"/>
                </a:moveTo>
                <a:cubicBezTo>
                  <a:pt x="56389" y="20797"/>
                  <a:pt x="45212" y="24975"/>
                  <a:pt x="35868" y="33330"/>
                </a:cubicBezTo>
                <a:cubicBezTo>
                  <a:pt x="26273" y="41785"/>
                  <a:pt x="21476" y="52127"/>
                  <a:pt x="21476" y="64356"/>
                </a:cubicBezTo>
                <a:cubicBezTo>
                  <a:pt x="21476" y="74119"/>
                  <a:pt x="25457" y="83040"/>
                  <a:pt x="33419" y="91118"/>
                </a:cubicBezTo>
                <a:cubicBezTo>
                  <a:pt x="41381" y="99195"/>
                  <a:pt x="50286" y="103234"/>
                  <a:pt x="60132" y="103234"/>
                </a:cubicBezTo>
                <a:cubicBezTo>
                  <a:pt x="61438" y="103234"/>
                  <a:pt x="62844" y="103158"/>
                  <a:pt x="64351" y="103008"/>
                </a:cubicBezTo>
                <a:cubicBezTo>
                  <a:pt x="56967" y="95905"/>
                  <a:pt x="53275" y="90138"/>
                  <a:pt x="53275" y="85705"/>
                </a:cubicBezTo>
                <a:cubicBezTo>
                  <a:pt x="53275" y="82683"/>
                  <a:pt x="54430" y="80164"/>
                  <a:pt x="56741" y="78148"/>
                </a:cubicBezTo>
                <a:cubicBezTo>
                  <a:pt x="58901" y="76285"/>
                  <a:pt x="61388" y="75353"/>
                  <a:pt x="64201" y="75353"/>
                </a:cubicBezTo>
                <a:cubicBezTo>
                  <a:pt x="67617" y="75353"/>
                  <a:pt x="70555" y="76885"/>
                  <a:pt x="73017" y="79950"/>
                </a:cubicBezTo>
                <a:cubicBezTo>
                  <a:pt x="77438" y="85475"/>
                  <a:pt x="82361" y="90449"/>
                  <a:pt x="87786" y="94869"/>
                </a:cubicBezTo>
                <a:cubicBezTo>
                  <a:pt x="99893" y="87485"/>
                  <a:pt x="105946" y="78590"/>
                  <a:pt x="105946" y="68185"/>
                </a:cubicBezTo>
                <a:cubicBezTo>
                  <a:pt x="105946" y="54301"/>
                  <a:pt x="103083" y="43184"/>
                  <a:pt x="97356" y="34832"/>
                </a:cubicBezTo>
                <a:cubicBezTo>
                  <a:pt x="90926" y="25476"/>
                  <a:pt x="81607" y="20797"/>
                  <a:pt x="69400" y="20797"/>
                </a:cubicBezTo>
                <a:close/>
                <a:moveTo>
                  <a:pt x="205678" y="70681"/>
                </a:moveTo>
                <a:cubicBezTo>
                  <a:pt x="205678" y="74047"/>
                  <a:pt x="205703" y="79121"/>
                  <a:pt x="205753" y="85902"/>
                </a:cubicBezTo>
                <a:cubicBezTo>
                  <a:pt x="205803" y="92684"/>
                  <a:pt x="205829" y="97758"/>
                  <a:pt x="205829" y="101124"/>
                </a:cubicBezTo>
                <a:cubicBezTo>
                  <a:pt x="205829" y="102179"/>
                  <a:pt x="205916" y="103748"/>
                  <a:pt x="206092" y="105833"/>
                </a:cubicBezTo>
                <a:cubicBezTo>
                  <a:pt x="206268" y="107918"/>
                  <a:pt x="206356" y="109488"/>
                  <a:pt x="206356" y="110543"/>
                </a:cubicBezTo>
                <a:cubicBezTo>
                  <a:pt x="206356" y="113356"/>
                  <a:pt x="205339" y="115679"/>
                  <a:pt x="203304" y="117513"/>
                </a:cubicBezTo>
                <a:cubicBezTo>
                  <a:pt x="201270" y="119347"/>
                  <a:pt x="198770" y="120263"/>
                  <a:pt x="195807" y="120263"/>
                </a:cubicBezTo>
                <a:cubicBezTo>
                  <a:pt x="191637" y="120263"/>
                  <a:pt x="188598" y="118380"/>
                  <a:pt x="186689" y="114612"/>
                </a:cubicBezTo>
                <a:cubicBezTo>
                  <a:pt x="180259" y="116973"/>
                  <a:pt x="173603" y="118153"/>
                  <a:pt x="166720" y="118153"/>
                </a:cubicBezTo>
                <a:cubicBezTo>
                  <a:pt x="159587" y="118153"/>
                  <a:pt x="153584" y="116654"/>
                  <a:pt x="148711" y="113656"/>
                </a:cubicBezTo>
                <a:cubicBezTo>
                  <a:pt x="143235" y="110208"/>
                  <a:pt x="139970" y="105187"/>
                  <a:pt x="138915" y="98592"/>
                </a:cubicBezTo>
                <a:cubicBezTo>
                  <a:pt x="136956" y="86101"/>
                  <a:pt x="135976" y="74934"/>
                  <a:pt x="135976" y="65091"/>
                </a:cubicBezTo>
                <a:cubicBezTo>
                  <a:pt x="135976" y="58595"/>
                  <a:pt x="136730" y="51175"/>
                  <a:pt x="138237" y="42831"/>
                </a:cubicBezTo>
                <a:cubicBezTo>
                  <a:pt x="139242" y="37184"/>
                  <a:pt x="142633" y="34361"/>
                  <a:pt x="148410" y="34361"/>
                </a:cubicBezTo>
                <a:cubicBezTo>
                  <a:pt x="151323" y="34361"/>
                  <a:pt x="153810" y="35271"/>
                  <a:pt x="155870" y="37093"/>
                </a:cubicBezTo>
                <a:cubicBezTo>
                  <a:pt x="157929" y="38914"/>
                  <a:pt x="158959" y="41220"/>
                  <a:pt x="158959" y="44013"/>
                </a:cubicBezTo>
                <a:cubicBezTo>
                  <a:pt x="158959" y="46208"/>
                  <a:pt x="158595" y="49650"/>
                  <a:pt x="157866" y="54339"/>
                </a:cubicBezTo>
                <a:cubicBezTo>
                  <a:pt x="157138" y="59028"/>
                  <a:pt x="156774" y="62595"/>
                  <a:pt x="156774" y="65039"/>
                </a:cubicBezTo>
                <a:cubicBezTo>
                  <a:pt x="156774" y="72072"/>
                  <a:pt x="157012" y="78220"/>
                  <a:pt x="157490" y="83484"/>
                </a:cubicBezTo>
                <a:cubicBezTo>
                  <a:pt x="157967" y="88746"/>
                  <a:pt x="158683" y="93098"/>
                  <a:pt x="159637" y="96539"/>
                </a:cubicBezTo>
                <a:cubicBezTo>
                  <a:pt x="160893" y="97088"/>
                  <a:pt x="162111" y="97513"/>
                  <a:pt x="163292" y="97813"/>
                </a:cubicBezTo>
                <a:cubicBezTo>
                  <a:pt x="164472" y="98111"/>
                  <a:pt x="165615" y="98260"/>
                  <a:pt x="166720" y="98260"/>
                </a:cubicBezTo>
                <a:cubicBezTo>
                  <a:pt x="172296" y="98260"/>
                  <a:pt x="178425" y="97457"/>
                  <a:pt x="185106" y="95849"/>
                </a:cubicBezTo>
                <a:cubicBezTo>
                  <a:pt x="185106" y="91981"/>
                  <a:pt x="185081" y="87585"/>
                  <a:pt x="185031" y="82662"/>
                </a:cubicBezTo>
                <a:cubicBezTo>
                  <a:pt x="184931" y="76785"/>
                  <a:pt x="184880" y="72565"/>
                  <a:pt x="184880" y="70003"/>
                </a:cubicBezTo>
                <a:cubicBezTo>
                  <a:pt x="184880" y="59705"/>
                  <a:pt x="185358" y="50813"/>
                  <a:pt x="186312" y="43328"/>
                </a:cubicBezTo>
                <a:cubicBezTo>
                  <a:pt x="187066" y="37350"/>
                  <a:pt x="190482" y="34361"/>
                  <a:pt x="196560" y="34361"/>
                </a:cubicBezTo>
                <a:cubicBezTo>
                  <a:pt x="199524" y="34361"/>
                  <a:pt x="202061" y="35290"/>
                  <a:pt x="204171" y="37149"/>
                </a:cubicBezTo>
                <a:cubicBezTo>
                  <a:pt x="206281" y="39008"/>
                  <a:pt x="207260" y="41344"/>
                  <a:pt x="207110" y="44157"/>
                </a:cubicBezTo>
                <a:cubicBezTo>
                  <a:pt x="206155" y="63296"/>
                  <a:pt x="205678" y="72138"/>
                  <a:pt x="205678" y="70681"/>
                </a:cubicBezTo>
                <a:close/>
                <a:moveTo>
                  <a:pt x="257252" y="117701"/>
                </a:moveTo>
                <a:cubicBezTo>
                  <a:pt x="245246" y="117701"/>
                  <a:pt x="235425" y="114836"/>
                  <a:pt x="227789" y="109104"/>
                </a:cubicBezTo>
                <a:cubicBezTo>
                  <a:pt x="219349" y="102768"/>
                  <a:pt x="215130" y="93843"/>
                  <a:pt x="215130" y="82328"/>
                </a:cubicBezTo>
                <a:cubicBezTo>
                  <a:pt x="215130" y="69607"/>
                  <a:pt x="218470" y="58848"/>
                  <a:pt x="225152" y="50049"/>
                </a:cubicBezTo>
                <a:cubicBezTo>
                  <a:pt x="232586" y="40293"/>
                  <a:pt x="242608" y="35416"/>
                  <a:pt x="255217" y="35416"/>
                </a:cubicBezTo>
                <a:cubicBezTo>
                  <a:pt x="263958" y="35416"/>
                  <a:pt x="271217" y="36822"/>
                  <a:pt x="276994" y="39636"/>
                </a:cubicBezTo>
                <a:cubicBezTo>
                  <a:pt x="284580" y="43353"/>
                  <a:pt x="288373" y="49130"/>
                  <a:pt x="288373" y="56967"/>
                </a:cubicBezTo>
                <a:cubicBezTo>
                  <a:pt x="288373" y="62493"/>
                  <a:pt x="285283" y="67391"/>
                  <a:pt x="279104" y="71661"/>
                </a:cubicBezTo>
                <a:cubicBezTo>
                  <a:pt x="276291" y="73620"/>
                  <a:pt x="270640" y="76483"/>
                  <a:pt x="262150" y="80251"/>
                </a:cubicBezTo>
                <a:lnTo>
                  <a:pt x="236756" y="91479"/>
                </a:lnTo>
                <a:cubicBezTo>
                  <a:pt x="239167" y="94091"/>
                  <a:pt x="242081" y="96050"/>
                  <a:pt x="245497" y="97356"/>
                </a:cubicBezTo>
                <a:cubicBezTo>
                  <a:pt x="248913" y="98662"/>
                  <a:pt x="252831" y="99315"/>
                  <a:pt x="257252" y="99315"/>
                </a:cubicBezTo>
                <a:cubicBezTo>
                  <a:pt x="263984" y="99315"/>
                  <a:pt x="269685" y="97934"/>
                  <a:pt x="274357" y="95171"/>
                </a:cubicBezTo>
                <a:cubicBezTo>
                  <a:pt x="278527" y="92709"/>
                  <a:pt x="281867" y="91479"/>
                  <a:pt x="284379" y="91479"/>
                </a:cubicBezTo>
                <a:cubicBezTo>
                  <a:pt x="289604" y="91479"/>
                  <a:pt x="292216" y="94022"/>
                  <a:pt x="292216" y="99110"/>
                </a:cubicBezTo>
                <a:cubicBezTo>
                  <a:pt x="292216" y="104854"/>
                  <a:pt x="288021" y="109540"/>
                  <a:pt x="279632" y="113166"/>
                </a:cubicBezTo>
                <a:cubicBezTo>
                  <a:pt x="272599" y="116190"/>
                  <a:pt x="265139" y="117701"/>
                  <a:pt x="257252" y="117701"/>
                </a:cubicBezTo>
                <a:moveTo>
                  <a:pt x="255217" y="53651"/>
                </a:moveTo>
                <a:cubicBezTo>
                  <a:pt x="250546" y="53651"/>
                  <a:pt x="246552" y="55209"/>
                  <a:pt x="243236" y="58323"/>
                </a:cubicBezTo>
                <a:cubicBezTo>
                  <a:pt x="239921" y="61438"/>
                  <a:pt x="237258" y="66110"/>
                  <a:pt x="235249" y="72339"/>
                </a:cubicBezTo>
                <a:cubicBezTo>
                  <a:pt x="240926" y="69877"/>
                  <a:pt x="246577" y="67441"/>
                  <a:pt x="252203" y="65030"/>
                </a:cubicBezTo>
                <a:cubicBezTo>
                  <a:pt x="258985" y="61965"/>
                  <a:pt x="264385" y="59127"/>
                  <a:pt x="268404" y="56515"/>
                </a:cubicBezTo>
                <a:cubicBezTo>
                  <a:pt x="265038" y="54606"/>
                  <a:pt x="260643" y="53651"/>
                  <a:pt x="255217" y="53651"/>
                </a:cubicBezTo>
                <a:close/>
                <a:moveTo>
                  <a:pt x="358213" y="59077"/>
                </a:moveTo>
                <a:cubicBezTo>
                  <a:pt x="353239" y="59077"/>
                  <a:pt x="350250" y="56992"/>
                  <a:pt x="349246" y="52822"/>
                </a:cubicBezTo>
                <a:cubicBezTo>
                  <a:pt x="347236" y="52471"/>
                  <a:pt x="345177" y="52295"/>
                  <a:pt x="343067" y="52295"/>
                </a:cubicBezTo>
                <a:cubicBezTo>
                  <a:pt x="330960" y="52295"/>
                  <a:pt x="324907" y="53953"/>
                  <a:pt x="324907" y="57268"/>
                </a:cubicBezTo>
                <a:cubicBezTo>
                  <a:pt x="324907" y="59227"/>
                  <a:pt x="328549" y="61865"/>
                  <a:pt x="335833" y="65180"/>
                </a:cubicBezTo>
                <a:cubicBezTo>
                  <a:pt x="345779" y="69752"/>
                  <a:pt x="352511" y="73318"/>
                  <a:pt x="356027" y="75880"/>
                </a:cubicBezTo>
                <a:cubicBezTo>
                  <a:pt x="363312" y="81155"/>
                  <a:pt x="366954" y="87108"/>
                  <a:pt x="366954" y="93739"/>
                </a:cubicBezTo>
                <a:cubicBezTo>
                  <a:pt x="366954" y="102380"/>
                  <a:pt x="362935" y="108935"/>
                  <a:pt x="354897" y="113406"/>
                </a:cubicBezTo>
                <a:cubicBezTo>
                  <a:pt x="348417" y="116973"/>
                  <a:pt x="340455" y="118756"/>
                  <a:pt x="331010" y="118756"/>
                </a:cubicBezTo>
                <a:cubicBezTo>
                  <a:pt x="324329" y="118756"/>
                  <a:pt x="318225" y="117726"/>
                  <a:pt x="312700" y="115667"/>
                </a:cubicBezTo>
                <a:cubicBezTo>
                  <a:pt x="305164" y="112854"/>
                  <a:pt x="301397" y="108709"/>
                  <a:pt x="301397" y="103234"/>
                </a:cubicBezTo>
                <a:cubicBezTo>
                  <a:pt x="301397" y="98210"/>
                  <a:pt x="304386" y="95698"/>
                  <a:pt x="310364" y="95698"/>
                </a:cubicBezTo>
                <a:cubicBezTo>
                  <a:pt x="312674" y="95698"/>
                  <a:pt x="316015" y="96427"/>
                  <a:pt x="320386" y="97884"/>
                </a:cubicBezTo>
                <a:cubicBezTo>
                  <a:pt x="324756" y="99340"/>
                  <a:pt x="328122" y="100069"/>
                  <a:pt x="330483" y="100069"/>
                </a:cubicBezTo>
                <a:cubicBezTo>
                  <a:pt x="340681" y="100069"/>
                  <a:pt x="345805" y="98009"/>
                  <a:pt x="345855" y="93890"/>
                </a:cubicBezTo>
                <a:cubicBezTo>
                  <a:pt x="345855" y="91328"/>
                  <a:pt x="342313" y="88490"/>
                  <a:pt x="335230" y="85375"/>
                </a:cubicBezTo>
                <a:cubicBezTo>
                  <a:pt x="324882" y="80797"/>
                  <a:pt x="318251" y="77502"/>
                  <a:pt x="315337" y="75490"/>
                </a:cubicBezTo>
                <a:cubicBezTo>
                  <a:pt x="308254" y="70508"/>
                  <a:pt x="304712" y="64446"/>
                  <a:pt x="304712" y="57304"/>
                </a:cubicBezTo>
                <a:cubicBezTo>
                  <a:pt x="304712" y="47191"/>
                  <a:pt x="310062" y="40373"/>
                  <a:pt x="320762" y="36852"/>
                </a:cubicBezTo>
                <a:cubicBezTo>
                  <a:pt x="327042" y="34790"/>
                  <a:pt x="336586" y="33758"/>
                  <a:pt x="349396" y="33758"/>
                </a:cubicBezTo>
                <a:cubicBezTo>
                  <a:pt x="354420" y="33758"/>
                  <a:pt x="358137" y="34413"/>
                  <a:pt x="360549" y="35722"/>
                </a:cubicBezTo>
                <a:cubicBezTo>
                  <a:pt x="363864" y="37487"/>
                  <a:pt x="365522" y="40737"/>
                  <a:pt x="365522" y="45473"/>
                </a:cubicBezTo>
                <a:cubicBezTo>
                  <a:pt x="365522" y="54542"/>
                  <a:pt x="363086" y="59077"/>
                  <a:pt x="358213" y="59077"/>
                </a:cubicBezTo>
                <a:close/>
                <a:moveTo>
                  <a:pt x="433081" y="53574"/>
                </a:moveTo>
                <a:cubicBezTo>
                  <a:pt x="432026" y="53574"/>
                  <a:pt x="430783" y="53536"/>
                  <a:pt x="429351" y="53461"/>
                </a:cubicBezTo>
                <a:cubicBezTo>
                  <a:pt x="427919" y="53385"/>
                  <a:pt x="426676" y="53348"/>
                  <a:pt x="425621" y="53348"/>
                </a:cubicBezTo>
                <a:cubicBezTo>
                  <a:pt x="423561" y="53348"/>
                  <a:pt x="421175" y="53549"/>
                  <a:pt x="418462" y="53953"/>
                </a:cubicBezTo>
                <a:cubicBezTo>
                  <a:pt x="419367" y="74248"/>
                  <a:pt x="419819" y="87510"/>
                  <a:pt x="419819" y="93739"/>
                </a:cubicBezTo>
                <a:cubicBezTo>
                  <a:pt x="419819" y="94392"/>
                  <a:pt x="419844" y="95610"/>
                  <a:pt x="419894" y="97394"/>
                </a:cubicBezTo>
                <a:cubicBezTo>
                  <a:pt x="419944" y="99177"/>
                  <a:pt x="419969" y="100621"/>
                  <a:pt x="419969" y="101727"/>
                </a:cubicBezTo>
                <a:cubicBezTo>
                  <a:pt x="419969" y="113281"/>
                  <a:pt x="416327" y="119058"/>
                  <a:pt x="409043" y="119058"/>
                </a:cubicBezTo>
                <a:cubicBezTo>
                  <a:pt x="406280" y="119058"/>
                  <a:pt x="403894" y="118204"/>
                  <a:pt x="401885" y="116496"/>
                </a:cubicBezTo>
                <a:cubicBezTo>
                  <a:pt x="399674" y="114687"/>
                  <a:pt x="398569" y="112427"/>
                  <a:pt x="398569" y="109714"/>
                </a:cubicBezTo>
                <a:cubicBezTo>
                  <a:pt x="398569" y="107905"/>
                  <a:pt x="398645" y="105193"/>
                  <a:pt x="398795" y="101576"/>
                </a:cubicBezTo>
                <a:cubicBezTo>
                  <a:pt x="398946" y="97959"/>
                  <a:pt x="399021" y="95246"/>
                  <a:pt x="399021" y="93438"/>
                </a:cubicBezTo>
                <a:cubicBezTo>
                  <a:pt x="399021" y="87359"/>
                  <a:pt x="398569" y="74348"/>
                  <a:pt x="397665" y="54405"/>
                </a:cubicBezTo>
                <a:cubicBezTo>
                  <a:pt x="394550" y="54254"/>
                  <a:pt x="389841" y="53840"/>
                  <a:pt x="383536" y="53162"/>
                </a:cubicBezTo>
                <a:cubicBezTo>
                  <a:pt x="377232" y="52483"/>
                  <a:pt x="374079" y="49231"/>
                  <a:pt x="374079" y="43403"/>
                </a:cubicBezTo>
                <a:cubicBezTo>
                  <a:pt x="374079" y="40590"/>
                  <a:pt x="375034" y="38204"/>
                  <a:pt x="376943" y="36245"/>
                </a:cubicBezTo>
                <a:cubicBezTo>
                  <a:pt x="378852" y="34286"/>
                  <a:pt x="381313" y="33306"/>
                  <a:pt x="384327" y="33306"/>
                </a:cubicBezTo>
                <a:cubicBezTo>
                  <a:pt x="386186" y="33306"/>
                  <a:pt x="390456" y="33607"/>
                  <a:pt x="397137" y="34210"/>
                </a:cubicBezTo>
                <a:cubicBezTo>
                  <a:pt x="397087" y="32598"/>
                  <a:pt x="396962" y="29928"/>
                  <a:pt x="396761" y="26199"/>
                </a:cubicBezTo>
                <a:cubicBezTo>
                  <a:pt x="396560" y="22975"/>
                  <a:pt x="396459" y="20480"/>
                  <a:pt x="396459" y="18716"/>
                </a:cubicBezTo>
                <a:cubicBezTo>
                  <a:pt x="396459" y="15895"/>
                  <a:pt x="397489" y="13553"/>
                  <a:pt x="399549" y="11689"/>
                </a:cubicBezTo>
                <a:cubicBezTo>
                  <a:pt x="401608" y="9824"/>
                  <a:pt x="404095" y="8892"/>
                  <a:pt x="407009" y="8892"/>
                </a:cubicBezTo>
                <a:cubicBezTo>
                  <a:pt x="414444" y="8892"/>
                  <a:pt x="418161" y="15165"/>
                  <a:pt x="418161" y="27711"/>
                </a:cubicBezTo>
                <a:lnTo>
                  <a:pt x="418010" y="33909"/>
                </a:lnTo>
                <a:cubicBezTo>
                  <a:pt x="421125" y="33406"/>
                  <a:pt x="423662" y="33155"/>
                  <a:pt x="425621" y="33155"/>
                </a:cubicBezTo>
                <a:cubicBezTo>
                  <a:pt x="431398" y="33155"/>
                  <a:pt x="435341" y="33534"/>
                  <a:pt x="437451" y="34290"/>
                </a:cubicBezTo>
                <a:cubicBezTo>
                  <a:pt x="441470" y="35702"/>
                  <a:pt x="443480" y="38777"/>
                  <a:pt x="443480" y="43516"/>
                </a:cubicBezTo>
                <a:cubicBezTo>
                  <a:pt x="443480" y="46391"/>
                  <a:pt x="442500" y="48786"/>
                  <a:pt x="440541" y="50701"/>
                </a:cubicBezTo>
                <a:cubicBezTo>
                  <a:pt x="438582" y="52616"/>
                  <a:pt x="436095" y="53574"/>
                  <a:pt x="433081" y="53574"/>
                </a:cubicBezTo>
                <a:close/>
                <a:moveTo>
                  <a:pt x="469685" y="23661"/>
                </a:moveTo>
                <a:cubicBezTo>
                  <a:pt x="466470" y="23661"/>
                  <a:pt x="463682" y="22581"/>
                  <a:pt x="461320" y="20421"/>
                </a:cubicBezTo>
                <a:cubicBezTo>
                  <a:pt x="458959" y="18261"/>
                  <a:pt x="457779" y="15623"/>
                  <a:pt x="457779" y="12509"/>
                </a:cubicBezTo>
                <a:cubicBezTo>
                  <a:pt x="457779" y="9394"/>
                  <a:pt x="458959" y="6757"/>
                  <a:pt x="461320" y="4597"/>
                </a:cubicBezTo>
                <a:cubicBezTo>
                  <a:pt x="463682" y="2436"/>
                  <a:pt x="466470" y="1356"/>
                  <a:pt x="469685" y="1356"/>
                </a:cubicBezTo>
                <a:cubicBezTo>
                  <a:pt x="472900" y="1356"/>
                  <a:pt x="475675" y="2436"/>
                  <a:pt x="478011" y="4597"/>
                </a:cubicBezTo>
                <a:cubicBezTo>
                  <a:pt x="480347" y="6757"/>
                  <a:pt x="481515" y="9394"/>
                  <a:pt x="481515" y="12509"/>
                </a:cubicBezTo>
                <a:cubicBezTo>
                  <a:pt x="481515" y="15623"/>
                  <a:pt x="480347" y="18261"/>
                  <a:pt x="478011" y="20421"/>
                </a:cubicBezTo>
                <a:cubicBezTo>
                  <a:pt x="475675" y="22581"/>
                  <a:pt x="472900" y="23661"/>
                  <a:pt x="469685" y="23661"/>
                </a:cubicBezTo>
                <a:moveTo>
                  <a:pt x="476090" y="78895"/>
                </a:moveTo>
                <a:cubicBezTo>
                  <a:pt x="476090" y="81758"/>
                  <a:pt x="476178" y="86355"/>
                  <a:pt x="476353" y="92684"/>
                </a:cubicBezTo>
                <a:cubicBezTo>
                  <a:pt x="476529" y="99014"/>
                  <a:pt x="476617" y="103610"/>
                  <a:pt x="476617" y="106474"/>
                </a:cubicBezTo>
                <a:cubicBezTo>
                  <a:pt x="476617" y="109387"/>
                  <a:pt x="475638" y="111786"/>
                  <a:pt x="473678" y="113670"/>
                </a:cubicBezTo>
                <a:cubicBezTo>
                  <a:pt x="471719" y="115554"/>
                  <a:pt x="469233" y="116496"/>
                  <a:pt x="466218" y="116496"/>
                </a:cubicBezTo>
                <a:cubicBezTo>
                  <a:pt x="463204" y="116496"/>
                  <a:pt x="460718" y="115554"/>
                  <a:pt x="458758" y="113670"/>
                </a:cubicBezTo>
                <a:cubicBezTo>
                  <a:pt x="456799" y="111786"/>
                  <a:pt x="455820" y="109387"/>
                  <a:pt x="455820" y="106474"/>
                </a:cubicBezTo>
                <a:cubicBezTo>
                  <a:pt x="455820" y="103610"/>
                  <a:pt x="455732" y="99014"/>
                  <a:pt x="455556" y="92684"/>
                </a:cubicBezTo>
                <a:cubicBezTo>
                  <a:pt x="455380" y="86355"/>
                  <a:pt x="455292" y="81758"/>
                  <a:pt x="455292" y="78895"/>
                </a:cubicBezTo>
                <a:cubicBezTo>
                  <a:pt x="455292" y="74424"/>
                  <a:pt x="455543" y="68822"/>
                  <a:pt x="456046" y="62091"/>
                </a:cubicBezTo>
                <a:cubicBezTo>
                  <a:pt x="456548" y="55359"/>
                  <a:pt x="456799" y="49758"/>
                  <a:pt x="456799" y="45287"/>
                </a:cubicBezTo>
                <a:cubicBezTo>
                  <a:pt x="456799" y="42373"/>
                  <a:pt x="457779" y="39975"/>
                  <a:pt x="459738" y="38091"/>
                </a:cubicBezTo>
                <a:cubicBezTo>
                  <a:pt x="461697" y="36207"/>
                  <a:pt x="464184" y="35265"/>
                  <a:pt x="467198" y="35265"/>
                </a:cubicBezTo>
                <a:cubicBezTo>
                  <a:pt x="470212" y="35265"/>
                  <a:pt x="472699" y="36207"/>
                  <a:pt x="474658" y="38091"/>
                </a:cubicBezTo>
                <a:cubicBezTo>
                  <a:pt x="476617" y="39975"/>
                  <a:pt x="477597" y="42373"/>
                  <a:pt x="477597" y="45287"/>
                </a:cubicBezTo>
                <a:cubicBezTo>
                  <a:pt x="477597" y="49758"/>
                  <a:pt x="477346" y="55359"/>
                  <a:pt x="476843" y="62091"/>
                </a:cubicBezTo>
                <a:cubicBezTo>
                  <a:pt x="476341" y="68822"/>
                  <a:pt x="476090" y="74424"/>
                  <a:pt x="476090" y="78895"/>
                </a:cubicBezTo>
                <a:close/>
                <a:moveTo>
                  <a:pt x="526844" y="118756"/>
                </a:moveTo>
                <a:cubicBezTo>
                  <a:pt x="517550" y="118756"/>
                  <a:pt x="509563" y="115561"/>
                  <a:pt x="502882" y="109170"/>
                </a:cubicBezTo>
                <a:cubicBezTo>
                  <a:pt x="495547" y="102173"/>
                  <a:pt x="491704" y="92837"/>
                  <a:pt x="491353" y="81162"/>
                </a:cubicBezTo>
                <a:cubicBezTo>
                  <a:pt x="491001" y="70040"/>
                  <a:pt x="494040" y="60125"/>
                  <a:pt x="500470" y="51419"/>
                </a:cubicBezTo>
                <a:cubicBezTo>
                  <a:pt x="508106" y="41152"/>
                  <a:pt x="518731" y="36019"/>
                  <a:pt x="532345" y="36019"/>
                </a:cubicBezTo>
                <a:cubicBezTo>
                  <a:pt x="542392" y="36019"/>
                  <a:pt x="550379" y="40045"/>
                  <a:pt x="556307" y="48096"/>
                </a:cubicBezTo>
                <a:cubicBezTo>
                  <a:pt x="561632" y="55344"/>
                  <a:pt x="564294" y="64328"/>
                  <a:pt x="564294" y="75047"/>
                </a:cubicBezTo>
                <a:cubicBezTo>
                  <a:pt x="564294" y="86723"/>
                  <a:pt x="561180" y="96688"/>
                  <a:pt x="554950" y="104941"/>
                </a:cubicBezTo>
                <a:cubicBezTo>
                  <a:pt x="547968" y="114151"/>
                  <a:pt x="538599" y="118756"/>
                  <a:pt x="526844" y="118756"/>
                </a:cubicBezTo>
                <a:moveTo>
                  <a:pt x="531365" y="55912"/>
                </a:moveTo>
                <a:cubicBezTo>
                  <a:pt x="525186" y="55862"/>
                  <a:pt x="520313" y="58680"/>
                  <a:pt x="516746" y="64366"/>
                </a:cubicBezTo>
                <a:cubicBezTo>
                  <a:pt x="513732" y="69147"/>
                  <a:pt x="512225" y="74734"/>
                  <a:pt x="512225" y="81125"/>
                </a:cubicBezTo>
                <a:cubicBezTo>
                  <a:pt x="512225" y="87164"/>
                  <a:pt x="513933" y="91793"/>
                  <a:pt x="517349" y="95013"/>
                </a:cubicBezTo>
                <a:cubicBezTo>
                  <a:pt x="520062" y="97580"/>
                  <a:pt x="523227" y="98863"/>
                  <a:pt x="526844" y="98863"/>
                </a:cubicBezTo>
                <a:cubicBezTo>
                  <a:pt x="531214" y="98863"/>
                  <a:pt x="535007" y="97379"/>
                  <a:pt x="538222" y="94410"/>
                </a:cubicBezTo>
                <a:cubicBezTo>
                  <a:pt x="541889" y="90938"/>
                  <a:pt x="543848" y="86232"/>
                  <a:pt x="544100" y="80293"/>
                </a:cubicBezTo>
                <a:cubicBezTo>
                  <a:pt x="544753" y="64089"/>
                  <a:pt x="540508" y="55962"/>
                  <a:pt x="531365" y="55912"/>
                </a:cubicBezTo>
                <a:close/>
                <a:moveTo>
                  <a:pt x="636179" y="119661"/>
                </a:moveTo>
                <a:cubicBezTo>
                  <a:pt x="630000" y="119661"/>
                  <a:pt x="626559" y="116614"/>
                  <a:pt x="625855" y="110522"/>
                </a:cubicBezTo>
                <a:cubicBezTo>
                  <a:pt x="625152" y="105336"/>
                  <a:pt x="624449" y="100125"/>
                  <a:pt x="623745" y="94888"/>
                </a:cubicBezTo>
                <a:cubicBezTo>
                  <a:pt x="622992" y="89350"/>
                  <a:pt x="622615" y="84139"/>
                  <a:pt x="622615" y="79255"/>
                </a:cubicBezTo>
                <a:cubicBezTo>
                  <a:pt x="622615" y="77946"/>
                  <a:pt x="622703" y="75705"/>
                  <a:pt x="622879" y="72534"/>
                </a:cubicBezTo>
                <a:cubicBezTo>
                  <a:pt x="623055" y="69362"/>
                  <a:pt x="623143" y="67121"/>
                  <a:pt x="623143" y="65811"/>
                </a:cubicBezTo>
                <a:cubicBezTo>
                  <a:pt x="623143" y="65460"/>
                  <a:pt x="623193" y="64567"/>
                  <a:pt x="623293" y="63132"/>
                </a:cubicBezTo>
                <a:cubicBezTo>
                  <a:pt x="623394" y="61695"/>
                  <a:pt x="623444" y="60524"/>
                  <a:pt x="623444" y="59618"/>
                </a:cubicBezTo>
                <a:cubicBezTo>
                  <a:pt x="623444" y="55439"/>
                  <a:pt x="622364" y="53350"/>
                  <a:pt x="620204" y="53350"/>
                </a:cubicBezTo>
                <a:cubicBezTo>
                  <a:pt x="615582" y="53350"/>
                  <a:pt x="611048" y="56123"/>
                  <a:pt x="606603" y="61669"/>
                </a:cubicBezTo>
                <a:cubicBezTo>
                  <a:pt x="602157" y="67214"/>
                  <a:pt x="598678" y="74242"/>
                  <a:pt x="596166" y="82752"/>
                </a:cubicBezTo>
                <a:cubicBezTo>
                  <a:pt x="596066" y="84455"/>
                  <a:pt x="595840" y="86725"/>
                  <a:pt x="595488" y="89562"/>
                </a:cubicBezTo>
                <a:cubicBezTo>
                  <a:pt x="595187" y="91884"/>
                  <a:pt x="595036" y="94153"/>
                  <a:pt x="595036" y="96369"/>
                </a:cubicBezTo>
                <a:cubicBezTo>
                  <a:pt x="595036" y="97815"/>
                  <a:pt x="595199" y="99996"/>
                  <a:pt x="595526" y="102911"/>
                </a:cubicBezTo>
                <a:cubicBezTo>
                  <a:pt x="595852" y="105825"/>
                  <a:pt x="596015" y="108004"/>
                  <a:pt x="596015" y="109448"/>
                </a:cubicBezTo>
                <a:cubicBezTo>
                  <a:pt x="596015" y="112388"/>
                  <a:pt x="595023" y="114825"/>
                  <a:pt x="593039" y="116759"/>
                </a:cubicBezTo>
                <a:cubicBezTo>
                  <a:pt x="591055" y="118693"/>
                  <a:pt x="588556" y="119661"/>
                  <a:pt x="585541" y="119661"/>
                </a:cubicBezTo>
                <a:cubicBezTo>
                  <a:pt x="582527" y="119661"/>
                  <a:pt x="580041" y="118699"/>
                  <a:pt x="578081" y="116776"/>
                </a:cubicBezTo>
                <a:cubicBezTo>
                  <a:pt x="576122" y="114853"/>
                  <a:pt x="575143" y="112429"/>
                  <a:pt x="575143" y="109504"/>
                </a:cubicBezTo>
                <a:cubicBezTo>
                  <a:pt x="575143" y="108068"/>
                  <a:pt x="574992" y="105901"/>
                  <a:pt x="574691" y="103003"/>
                </a:cubicBezTo>
                <a:cubicBezTo>
                  <a:pt x="574389" y="100105"/>
                  <a:pt x="574238" y="97938"/>
                  <a:pt x="574238" y="96504"/>
                </a:cubicBezTo>
                <a:cubicBezTo>
                  <a:pt x="574238" y="91579"/>
                  <a:pt x="574590" y="84731"/>
                  <a:pt x="575293" y="75961"/>
                </a:cubicBezTo>
                <a:cubicBezTo>
                  <a:pt x="575997" y="67190"/>
                  <a:pt x="576348" y="60342"/>
                  <a:pt x="576348" y="55417"/>
                </a:cubicBezTo>
                <a:cubicBezTo>
                  <a:pt x="576348" y="53879"/>
                  <a:pt x="576260" y="51584"/>
                  <a:pt x="576085" y="48532"/>
                </a:cubicBezTo>
                <a:cubicBezTo>
                  <a:pt x="575909" y="45480"/>
                  <a:pt x="575821" y="43211"/>
                  <a:pt x="575821" y="41724"/>
                </a:cubicBezTo>
                <a:cubicBezTo>
                  <a:pt x="575821" y="38852"/>
                  <a:pt x="576838" y="36479"/>
                  <a:pt x="578873" y="34608"/>
                </a:cubicBezTo>
                <a:cubicBezTo>
                  <a:pt x="580907" y="32735"/>
                  <a:pt x="583406" y="31799"/>
                  <a:pt x="586370" y="31799"/>
                </a:cubicBezTo>
                <a:cubicBezTo>
                  <a:pt x="592951" y="31799"/>
                  <a:pt x="596468" y="35768"/>
                  <a:pt x="596920" y="43705"/>
                </a:cubicBezTo>
                <a:lnTo>
                  <a:pt x="596995" y="44534"/>
                </a:lnTo>
                <a:cubicBezTo>
                  <a:pt x="604329" y="37149"/>
                  <a:pt x="612066" y="33457"/>
                  <a:pt x="620204" y="33457"/>
                </a:cubicBezTo>
                <a:cubicBezTo>
                  <a:pt x="629698" y="33457"/>
                  <a:pt x="636254" y="37432"/>
                  <a:pt x="639871" y="45384"/>
                </a:cubicBezTo>
                <a:cubicBezTo>
                  <a:pt x="642282" y="50718"/>
                  <a:pt x="643488" y="58694"/>
                  <a:pt x="643488" y="69313"/>
                </a:cubicBezTo>
                <a:lnTo>
                  <a:pt x="643488" y="74672"/>
                </a:lnTo>
                <a:cubicBezTo>
                  <a:pt x="643438" y="76986"/>
                  <a:pt x="643412" y="78621"/>
                  <a:pt x="643412" y="79577"/>
                </a:cubicBezTo>
                <a:cubicBezTo>
                  <a:pt x="643412" y="83504"/>
                  <a:pt x="643953" y="88562"/>
                  <a:pt x="645033" y="94752"/>
                </a:cubicBezTo>
                <a:cubicBezTo>
                  <a:pt x="646113" y="100940"/>
                  <a:pt x="646653" y="105972"/>
                  <a:pt x="646653" y="109848"/>
                </a:cubicBezTo>
                <a:cubicBezTo>
                  <a:pt x="646653" y="112666"/>
                  <a:pt x="645648" y="115006"/>
                  <a:pt x="643639" y="116868"/>
                </a:cubicBezTo>
                <a:cubicBezTo>
                  <a:pt x="641629" y="118730"/>
                  <a:pt x="639142" y="119661"/>
                  <a:pt x="636179" y="119661"/>
                </a:cubicBezTo>
                <a:close/>
                <a:moveTo>
                  <a:pt x="725853" y="95491"/>
                </a:moveTo>
                <a:cubicBezTo>
                  <a:pt x="725803" y="93375"/>
                  <a:pt x="726519" y="91650"/>
                  <a:pt x="728001" y="90315"/>
                </a:cubicBezTo>
                <a:cubicBezTo>
                  <a:pt x="729483" y="88981"/>
                  <a:pt x="731304" y="88314"/>
                  <a:pt x="733464" y="88314"/>
                </a:cubicBezTo>
                <a:cubicBezTo>
                  <a:pt x="735925" y="88314"/>
                  <a:pt x="738086" y="89727"/>
                  <a:pt x="739944" y="92552"/>
                </a:cubicBezTo>
                <a:cubicBezTo>
                  <a:pt x="742506" y="96389"/>
                  <a:pt x="744792" y="98989"/>
                  <a:pt x="746801" y="100351"/>
                </a:cubicBezTo>
                <a:cubicBezTo>
                  <a:pt x="751071" y="103177"/>
                  <a:pt x="757275" y="104590"/>
                  <a:pt x="765414" y="104590"/>
                </a:cubicBezTo>
                <a:cubicBezTo>
                  <a:pt x="773200" y="104590"/>
                  <a:pt x="780434" y="102904"/>
                  <a:pt x="787115" y="99532"/>
                </a:cubicBezTo>
                <a:cubicBezTo>
                  <a:pt x="795655" y="95204"/>
                  <a:pt x="799925" y="89190"/>
                  <a:pt x="799925" y="81492"/>
                </a:cubicBezTo>
                <a:cubicBezTo>
                  <a:pt x="799925" y="75151"/>
                  <a:pt x="796333" y="70144"/>
                  <a:pt x="789150" y="66471"/>
                </a:cubicBezTo>
                <a:cubicBezTo>
                  <a:pt x="783071" y="63300"/>
                  <a:pt x="775561" y="61588"/>
                  <a:pt x="766619" y="61337"/>
                </a:cubicBezTo>
                <a:cubicBezTo>
                  <a:pt x="758682" y="61036"/>
                  <a:pt x="751925" y="59300"/>
                  <a:pt x="746349" y="56131"/>
                </a:cubicBezTo>
                <a:cubicBezTo>
                  <a:pt x="739216" y="52057"/>
                  <a:pt x="735649" y="46222"/>
                  <a:pt x="735649" y="38625"/>
                </a:cubicBezTo>
                <a:cubicBezTo>
                  <a:pt x="735649" y="29673"/>
                  <a:pt x="740723" y="21499"/>
                  <a:pt x="750870" y="14105"/>
                </a:cubicBezTo>
                <a:cubicBezTo>
                  <a:pt x="760566" y="7113"/>
                  <a:pt x="770588" y="3617"/>
                  <a:pt x="780936" y="3617"/>
                </a:cubicBezTo>
                <a:cubicBezTo>
                  <a:pt x="785809" y="3617"/>
                  <a:pt x="791310" y="4450"/>
                  <a:pt x="797439" y="6115"/>
                </a:cubicBezTo>
                <a:cubicBezTo>
                  <a:pt x="805577" y="8285"/>
                  <a:pt x="809646" y="11060"/>
                  <a:pt x="809646" y="14440"/>
                </a:cubicBezTo>
                <a:cubicBezTo>
                  <a:pt x="809646" y="18879"/>
                  <a:pt x="807385" y="21099"/>
                  <a:pt x="802864" y="21099"/>
                </a:cubicBezTo>
                <a:cubicBezTo>
                  <a:pt x="800855" y="21099"/>
                  <a:pt x="797338" y="20559"/>
                  <a:pt x="792315" y="19479"/>
                </a:cubicBezTo>
                <a:cubicBezTo>
                  <a:pt x="787291" y="18399"/>
                  <a:pt x="783398" y="17884"/>
                  <a:pt x="780635" y="17934"/>
                </a:cubicBezTo>
                <a:cubicBezTo>
                  <a:pt x="772798" y="18034"/>
                  <a:pt x="766142" y="19964"/>
                  <a:pt x="760666" y="23722"/>
                </a:cubicBezTo>
                <a:cubicBezTo>
                  <a:pt x="755040" y="27581"/>
                  <a:pt x="752227" y="32266"/>
                  <a:pt x="752227" y="37778"/>
                </a:cubicBezTo>
                <a:cubicBezTo>
                  <a:pt x="752227" y="41938"/>
                  <a:pt x="755944" y="44870"/>
                  <a:pt x="763379" y="46573"/>
                </a:cubicBezTo>
                <a:cubicBezTo>
                  <a:pt x="766142" y="47224"/>
                  <a:pt x="771492" y="47826"/>
                  <a:pt x="779429" y="48377"/>
                </a:cubicBezTo>
                <a:cubicBezTo>
                  <a:pt x="790933" y="49232"/>
                  <a:pt x="799925" y="52857"/>
                  <a:pt x="806406" y="59251"/>
                </a:cubicBezTo>
                <a:cubicBezTo>
                  <a:pt x="812333" y="65091"/>
                  <a:pt x="815297" y="72214"/>
                  <a:pt x="815297" y="80621"/>
                </a:cubicBezTo>
                <a:cubicBezTo>
                  <a:pt x="815297" y="92603"/>
                  <a:pt x="809771" y="102169"/>
                  <a:pt x="798720" y="109318"/>
                </a:cubicBezTo>
                <a:cubicBezTo>
                  <a:pt x="789125" y="115510"/>
                  <a:pt x="777998" y="118606"/>
                  <a:pt x="765338" y="118606"/>
                </a:cubicBezTo>
                <a:cubicBezTo>
                  <a:pt x="756145" y="118606"/>
                  <a:pt x="747731" y="116843"/>
                  <a:pt x="740095" y="113317"/>
                </a:cubicBezTo>
                <a:cubicBezTo>
                  <a:pt x="730751" y="108987"/>
                  <a:pt x="726004" y="103045"/>
                  <a:pt x="725853" y="95491"/>
                </a:cubicBezTo>
                <a:close/>
                <a:moveTo>
                  <a:pt x="868259" y="117701"/>
                </a:moveTo>
                <a:cubicBezTo>
                  <a:pt x="856906" y="117701"/>
                  <a:pt x="847713" y="114861"/>
                  <a:pt x="840680" y="109179"/>
                </a:cubicBezTo>
                <a:cubicBezTo>
                  <a:pt x="832994" y="102894"/>
                  <a:pt x="829151" y="94094"/>
                  <a:pt x="829151" y="82780"/>
                </a:cubicBezTo>
                <a:cubicBezTo>
                  <a:pt x="829151" y="69708"/>
                  <a:pt x="832315" y="58747"/>
                  <a:pt x="838645" y="49898"/>
                </a:cubicBezTo>
                <a:cubicBezTo>
                  <a:pt x="845527" y="40243"/>
                  <a:pt x="854720" y="35416"/>
                  <a:pt x="866224" y="35416"/>
                </a:cubicBezTo>
                <a:cubicBezTo>
                  <a:pt x="874563" y="35416"/>
                  <a:pt x="881370" y="36822"/>
                  <a:pt x="886645" y="39636"/>
                </a:cubicBezTo>
                <a:cubicBezTo>
                  <a:pt x="893125" y="43102"/>
                  <a:pt x="896365" y="48427"/>
                  <a:pt x="896365" y="55610"/>
                </a:cubicBezTo>
                <a:cubicBezTo>
                  <a:pt x="896365" y="60634"/>
                  <a:pt x="893527" y="65205"/>
                  <a:pt x="887851" y="69325"/>
                </a:cubicBezTo>
                <a:cubicBezTo>
                  <a:pt x="885339" y="71133"/>
                  <a:pt x="880014" y="73946"/>
                  <a:pt x="871876" y="77764"/>
                </a:cubicBezTo>
                <a:lnTo>
                  <a:pt x="843091" y="91403"/>
                </a:lnTo>
                <a:cubicBezTo>
                  <a:pt x="845904" y="95573"/>
                  <a:pt x="849408" y="98712"/>
                  <a:pt x="853603" y="100822"/>
                </a:cubicBezTo>
                <a:cubicBezTo>
                  <a:pt x="857797" y="102932"/>
                  <a:pt x="862683" y="103987"/>
                  <a:pt x="868259" y="103987"/>
                </a:cubicBezTo>
                <a:cubicBezTo>
                  <a:pt x="871725" y="103987"/>
                  <a:pt x="875794" y="103334"/>
                  <a:pt x="880466" y="102028"/>
                </a:cubicBezTo>
                <a:cubicBezTo>
                  <a:pt x="886394" y="100370"/>
                  <a:pt x="890212" y="98197"/>
                  <a:pt x="891920" y="95510"/>
                </a:cubicBezTo>
                <a:cubicBezTo>
                  <a:pt x="893628" y="92822"/>
                  <a:pt x="895461" y="91479"/>
                  <a:pt x="897420" y="91479"/>
                </a:cubicBezTo>
                <a:cubicBezTo>
                  <a:pt x="899179" y="91479"/>
                  <a:pt x="900748" y="92146"/>
                  <a:pt x="902130" y="93482"/>
                </a:cubicBezTo>
                <a:cubicBezTo>
                  <a:pt x="903511" y="94817"/>
                  <a:pt x="904202" y="96365"/>
                  <a:pt x="904202" y="98128"/>
                </a:cubicBezTo>
                <a:cubicBezTo>
                  <a:pt x="904202" y="103720"/>
                  <a:pt x="899706" y="108532"/>
                  <a:pt x="890714" y="112563"/>
                </a:cubicBezTo>
                <a:cubicBezTo>
                  <a:pt x="883028" y="115989"/>
                  <a:pt x="875543" y="117701"/>
                  <a:pt x="868259" y="117701"/>
                </a:cubicBezTo>
                <a:moveTo>
                  <a:pt x="866224" y="48979"/>
                </a:moveTo>
                <a:cubicBezTo>
                  <a:pt x="860096" y="48979"/>
                  <a:pt x="854997" y="51353"/>
                  <a:pt x="850928" y="56100"/>
                </a:cubicBezTo>
                <a:cubicBezTo>
                  <a:pt x="846859" y="60848"/>
                  <a:pt x="843819" y="67993"/>
                  <a:pt x="841810" y="77538"/>
                </a:cubicBezTo>
                <a:lnTo>
                  <a:pt x="864943" y="66537"/>
                </a:lnTo>
                <a:cubicBezTo>
                  <a:pt x="874036" y="62116"/>
                  <a:pt x="880516" y="58273"/>
                  <a:pt x="884384" y="55008"/>
                </a:cubicBezTo>
                <a:cubicBezTo>
                  <a:pt x="880064" y="50989"/>
                  <a:pt x="874011" y="48979"/>
                  <a:pt x="866224" y="48979"/>
                </a:cubicBezTo>
                <a:close/>
                <a:moveTo>
                  <a:pt x="969370" y="50100"/>
                </a:moveTo>
                <a:cubicBezTo>
                  <a:pt x="968315" y="50100"/>
                  <a:pt x="967072" y="50050"/>
                  <a:pt x="965640" y="49950"/>
                </a:cubicBezTo>
                <a:cubicBezTo>
                  <a:pt x="964209" y="49848"/>
                  <a:pt x="962965" y="49797"/>
                  <a:pt x="961910" y="49797"/>
                </a:cubicBezTo>
                <a:cubicBezTo>
                  <a:pt x="960755" y="49797"/>
                  <a:pt x="957339" y="50177"/>
                  <a:pt x="951662" y="50939"/>
                </a:cubicBezTo>
                <a:lnTo>
                  <a:pt x="953094" y="95423"/>
                </a:lnTo>
                <a:lnTo>
                  <a:pt x="953169" y="98736"/>
                </a:lnTo>
                <a:lnTo>
                  <a:pt x="953245" y="102574"/>
                </a:lnTo>
                <a:cubicBezTo>
                  <a:pt x="953446" y="113563"/>
                  <a:pt x="950808" y="119058"/>
                  <a:pt x="945333" y="119058"/>
                </a:cubicBezTo>
                <a:cubicBezTo>
                  <a:pt x="943323" y="119058"/>
                  <a:pt x="941578" y="118405"/>
                  <a:pt x="940096" y="117101"/>
                </a:cubicBezTo>
                <a:cubicBezTo>
                  <a:pt x="938614" y="115796"/>
                  <a:pt x="937873" y="114165"/>
                  <a:pt x="937873" y="112208"/>
                </a:cubicBezTo>
                <a:cubicBezTo>
                  <a:pt x="937873" y="110302"/>
                  <a:pt x="937948" y="107442"/>
                  <a:pt x="938099" y="103629"/>
                </a:cubicBezTo>
                <a:cubicBezTo>
                  <a:pt x="938249" y="99814"/>
                  <a:pt x="938325" y="96953"/>
                  <a:pt x="938325" y="95046"/>
                </a:cubicBezTo>
                <a:lnTo>
                  <a:pt x="936818" y="51089"/>
                </a:lnTo>
                <a:cubicBezTo>
                  <a:pt x="933151" y="50939"/>
                  <a:pt x="927574" y="50509"/>
                  <a:pt x="920089" y="49801"/>
                </a:cubicBezTo>
                <a:cubicBezTo>
                  <a:pt x="915618" y="49195"/>
                  <a:pt x="913383" y="46697"/>
                  <a:pt x="913383" y="42306"/>
                </a:cubicBezTo>
                <a:cubicBezTo>
                  <a:pt x="913383" y="40085"/>
                  <a:pt x="914061" y="38243"/>
                  <a:pt x="915418" y="36782"/>
                </a:cubicBezTo>
                <a:cubicBezTo>
                  <a:pt x="916774" y="35319"/>
                  <a:pt x="918507" y="34587"/>
                  <a:pt x="920617" y="34587"/>
                </a:cubicBezTo>
                <a:lnTo>
                  <a:pt x="936441" y="35868"/>
                </a:lnTo>
                <a:cubicBezTo>
                  <a:pt x="936441" y="33298"/>
                  <a:pt x="936328" y="29860"/>
                  <a:pt x="936102" y="25554"/>
                </a:cubicBezTo>
                <a:cubicBezTo>
                  <a:pt x="935876" y="21246"/>
                  <a:pt x="935763" y="18136"/>
                  <a:pt x="935763" y="16222"/>
                </a:cubicBezTo>
                <a:cubicBezTo>
                  <a:pt x="935763" y="14106"/>
                  <a:pt x="936491" y="12356"/>
                  <a:pt x="937948" y="10971"/>
                </a:cubicBezTo>
                <a:cubicBezTo>
                  <a:pt x="939405" y="9585"/>
                  <a:pt x="941188" y="8892"/>
                  <a:pt x="943298" y="8892"/>
                </a:cubicBezTo>
                <a:cubicBezTo>
                  <a:pt x="947819" y="8892"/>
                  <a:pt x="950457" y="12584"/>
                  <a:pt x="951210" y="19969"/>
                </a:cubicBezTo>
                <a:cubicBezTo>
                  <a:pt x="951361" y="21827"/>
                  <a:pt x="951436" y="24063"/>
                  <a:pt x="951436" y="26675"/>
                </a:cubicBezTo>
                <a:lnTo>
                  <a:pt x="951286" y="31045"/>
                </a:lnTo>
                <a:lnTo>
                  <a:pt x="951210" y="35717"/>
                </a:lnTo>
                <a:cubicBezTo>
                  <a:pt x="957439" y="34914"/>
                  <a:pt x="961006" y="34512"/>
                  <a:pt x="961910" y="34512"/>
                </a:cubicBezTo>
                <a:cubicBezTo>
                  <a:pt x="967135" y="34512"/>
                  <a:pt x="970551" y="34763"/>
                  <a:pt x="972158" y="35265"/>
                </a:cubicBezTo>
                <a:cubicBezTo>
                  <a:pt x="975223" y="36276"/>
                  <a:pt x="976755" y="38659"/>
                  <a:pt x="976755" y="42414"/>
                </a:cubicBezTo>
                <a:cubicBezTo>
                  <a:pt x="976755" y="44647"/>
                  <a:pt x="976064" y="46486"/>
                  <a:pt x="974683" y="47932"/>
                </a:cubicBezTo>
                <a:cubicBezTo>
                  <a:pt x="973301" y="49377"/>
                  <a:pt x="971530" y="50100"/>
                  <a:pt x="969370" y="501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Set">
            <a:extLst xmlns:a="http://schemas.openxmlformats.org/drawingml/2006/main">
              <a:ext uri="{FF2B5EF4-FFF2-40B4-BE49-F238E27FC236}">
                <a16:creationId xmlns:a16="http://schemas.microsoft.com/office/drawing/2014/main" id="{85A842CC-14A8-4720-82C2-A7D0B9E6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387" y="930246"/>
            <a:ext cx="250952" cy="115441"/>
          </a:xfrm>
          <a:custGeom xmlns:a="http://schemas.openxmlformats.org/drawingml/2006/main">
            <a:pathLst>
              <a:path w="250952" h="115441" fill="none">
                <a:moveTo>
                  <a:pt x="50" y="91874"/>
                </a:moveTo>
                <a:cubicBezTo>
                  <a:pt x="0" y="89758"/>
                  <a:pt x="716" y="88033"/>
                  <a:pt x="2198" y="86698"/>
                </a:cubicBezTo>
                <a:cubicBezTo>
                  <a:pt x="3680" y="85364"/>
                  <a:pt x="5501" y="84697"/>
                  <a:pt x="7661" y="84697"/>
                </a:cubicBezTo>
                <a:cubicBezTo>
                  <a:pt x="10122" y="84697"/>
                  <a:pt x="12283" y="86110"/>
                  <a:pt x="14141" y="88935"/>
                </a:cubicBezTo>
                <a:cubicBezTo>
                  <a:pt x="16703" y="92772"/>
                  <a:pt x="18989" y="95372"/>
                  <a:pt x="20998" y="96734"/>
                </a:cubicBezTo>
                <a:cubicBezTo>
                  <a:pt x="25268" y="99560"/>
                  <a:pt x="31472" y="100973"/>
                  <a:pt x="39611" y="100973"/>
                </a:cubicBezTo>
                <a:cubicBezTo>
                  <a:pt x="47397" y="100973"/>
                  <a:pt x="54631" y="99287"/>
                  <a:pt x="61312" y="95915"/>
                </a:cubicBezTo>
                <a:cubicBezTo>
                  <a:pt x="69852" y="91587"/>
                  <a:pt x="74122" y="85574"/>
                  <a:pt x="74122" y="77875"/>
                </a:cubicBezTo>
                <a:cubicBezTo>
                  <a:pt x="74122" y="71534"/>
                  <a:pt x="70530" y="66527"/>
                  <a:pt x="63347" y="62854"/>
                </a:cubicBezTo>
                <a:cubicBezTo>
                  <a:pt x="57268" y="59683"/>
                  <a:pt x="49758" y="57972"/>
                  <a:pt x="40816" y="57720"/>
                </a:cubicBezTo>
                <a:cubicBezTo>
                  <a:pt x="32879" y="57419"/>
                  <a:pt x="26122" y="55683"/>
                  <a:pt x="20546" y="52514"/>
                </a:cubicBezTo>
                <a:cubicBezTo>
                  <a:pt x="13413" y="48440"/>
                  <a:pt x="9846" y="42605"/>
                  <a:pt x="9846" y="35009"/>
                </a:cubicBezTo>
                <a:cubicBezTo>
                  <a:pt x="9846" y="26056"/>
                  <a:pt x="14920" y="17882"/>
                  <a:pt x="25067" y="10488"/>
                </a:cubicBezTo>
                <a:cubicBezTo>
                  <a:pt x="34763" y="3496"/>
                  <a:pt x="44785" y="0"/>
                  <a:pt x="55133" y="0"/>
                </a:cubicBezTo>
                <a:cubicBezTo>
                  <a:pt x="60006" y="0"/>
                  <a:pt x="65507" y="833"/>
                  <a:pt x="71636" y="2498"/>
                </a:cubicBezTo>
                <a:cubicBezTo>
                  <a:pt x="79774" y="4668"/>
                  <a:pt x="83843" y="7443"/>
                  <a:pt x="83843" y="10823"/>
                </a:cubicBezTo>
                <a:cubicBezTo>
                  <a:pt x="83843" y="15262"/>
                  <a:pt x="81582" y="17482"/>
                  <a:pt x="77061" y="17482"/>
                </a:cubicBezTo>
                <a:cubicBezTo>
                  <a:pt x="75052" y="17482"/>
                  <a:pt x="71535" y="16942"/>
                  <a:pt x="66512" y="15862"/>
                </a:cubicBezTo>
                <a:cubicBezTo>
                  <a:pt x="61488" y="14782"/>
                  <a:pt x="57595" y="14267"/>
                  <a:pt x="54832" y="14317"/>
                </a:cubicBezTo>
                <a:cubicBezTo>
                  <a:pt x="46995" y="14418"/>
                  <a:pt x="40339" y="16347"/>
                  <a:pt x="34863" y="20105"/>
                </a:cubicBezTo>
                <a:cubicBezTo>
                  <a:pt x="29237" y="23964"/>
                  <a:pt x="26424" y="28649"/>
                  <a:pt x="26424" y="34161"/>
                </a:cubicBezTo>
                <a:cubicBezTo>
                  <a:pt x="26424" y="38321"/>
                  <a:pt x="30141" y="41253"/>
                  <a:pt x="37576" y="42956"/>
                </a:cubicBezTo>
                <a:cubicBezTo>
                  <a:pt x="40339" y="43607"/>
                  <a:pt x="45689" y="44209"/>
                  <a:pt x="53626" y="44760"/>
                </a:cubicBezTo>
                <a:cubicBezTo>
                  <a:pt x="65130" y="45615"/>
                  <a:pt x="74122" y="49240"/>
                  <a:pt x="80603" y="55634"/>
                </a:cubicBezTo>
                <a:cubicBezTo>
                  <a:pt x="86530" y="61474"/>
                  <a:pt x="89494" y="68597"/>
                  <a:pt x="89494" y="77004"/>
                </a:cubicBezTo>
                <a:cubicBezTo>
                  <a:pt x="89494" y="88986"/>
                  <a:pt x="83968" y="98552"/>
                  <a:pt x="72917" y="105701"/>
                </a:cubicBezTo>
                <a:cubicBezTo>
                  <a:pt x="63322" y="111893"/>
                  <a:pt x="52194" y="114989"/>
                  <a:pt x="39535" y="114989"/>
                </a:cubicBezTo>
                <a:cubicBezTo>
                  <a:pt x="30342" y="114989"/>
                  <a:pt x="21928" y="113226"/>
                  <a:pt x="14292" y="109700"/>
                </a:cubicBezTo>
                <a:cubicBezTo>
                  <a:pt x="4948" y="105370"/>
                  <a:pt x="201" y="99428"/>
                  <a:pt x="50" y="91874"/>
                </a:cubicBezTo>
                <a:close/>
                <a:moveTo>
                  <a:pt x="142456" y="114084"/>
                </a:moveTo>
                <a:cubicBezTo>
                  <a:pt x="131103" y="114084"/>
                  <a:pt x="121909" y="111244"/>
                  <a:pt x="114877" y="105562"/>
                </a:cubicBezTo>
                <a:cubicBezTo>
                  <a:pt x="107191" y="99277"/>
                  <a:pt x="103348" y="90477"/>
                  <a:pt x="103348" y="79163"/>
                </a:cubicBezTo>
                <a:cubicBezTo>
                  <a:pt x="103348" y="66091"/>
                  <a:pt x="106512" y="55130"/>
                  <a:pt x="112842" y="46281"/>
                </a:cubicBezTo>
                <a:cubicBezTo>
                  <a:pt x="119724" y="36626"/>
                  <a:pt x="128917" y="31799"/>
                  <a:pt x="140421" y="31799"/>
                </a:cubicBezTo>
                <a:cubicBezTo>
                  <a:pt x="148760" y="31799"/>
                  <a:pt x="155567" y="33206"/>
                  <a:pt x="160842" y="36019"/>
                </a:cubicBezTo>
                <a:cubicBezTo>
                  <a:pt x="167322" y="39485"/>
                  <a:pt x="170562" y="44810"/>
                  <a:pt x="170562" y="51994"/>
                </a:cubicBezTo>
                <a:cubicBezTo>
                  <a:pt x="170562" y="57017"/>
                  <a:pt x="167724" y="61588"/>
                  <a:pt x="162047" y="65708"/>
                </a:cubicBezTo>
                <a:cubicBezTo>
                  <a:pt x="159536" y="67516"/>
                  <a:pt x="154211" y="70329"/>
                  <a:pt x="146073" y="74147"/>
                </a:cubicBezTo>
                <a:lnTo>
                  <a:pt x="117288" y="87786"/>
                </a:lnTo>
                <a:cubicBezTo>
                  <a:pt x="120101" y="91956"/>
                  <a:pt x="123605" y="95095"/>
                  <a:pt x="127800" y="97205"/>
                </a:cubicBezTo>
                <a:cubicBezTo>
                  <a:pt x="131994" y="99315"/>
                  <a:pt x="136880" y="100370"/>
                  <a:pt x="142456" y="100370"/>
                </a:cubicBezTo>
                <a:cubicBezTo>
                  <a:pt x="145922" y="100370"/>
                  <a:pt x="149991" y="99717"/>
                  <a:pt x="154663" y="98411"/>
                </a:cubicBezTo>
                <a:cubicBezTo>
                  <a:pt x="160591" y="96753"/>
                  <a:pt x="164409" y="94581"/>
                  <a:pt x="166117" y="91893"/>
                </a:cubicBezTo>
                <a:cubicBezTo>
                  <a:pt x="167825" y="89205"/>
                  <a:pt x="169658" y="87862"/>
                  <a:pt x="171617" y="87862"/>
                </a:cubicBezTo>
                <a:cubicBezTo>
                  <a:pt x="173376" y="87862"/>
                  <a:pt x="174945" y="88530"/>
                  <a:pt x="176327" y="89865"/>
                </a:cubicBezTo>
                <a:cubicBezTo>
                  <a:pt x="177708" y="91200"/>
                  <a:pt x="178399" y="92749"/>
                  <a:pt x="178399" y="94511"/>
                </a:cubicBezTo>
                <a:cubicBezTo>
                  <a:pt x="178399" y="100103"/>
                  <a:pt x="173903" y="104915"/>
                  <a:pt x="164911" y="108946"/>
                </a:cubicBezTo>
                <a:cubicBezTo>
                  <a:pt x="157225" y="112372"/>
                  <a:pt x="149740" y="114084"/>
                  <a:pt x="142456" y="114084"/>
                </a:cubicBezTo>
                <a:moveTo>
                  <a:pt x="140421" y="45362"/>
                </a:moveTo>
                <a:cubicBezTo>
                  <a:pt x="134292" y="45362"/>
                  <a:pt x="129194" y="47736"/>
                  <a:pt x="125125" y="52483"/>
                </a:cubicBezTo>
                <a:cubicBezTo>
                  <a:pt x="121055" y="57231"/>
                  <a:pt x="118016" y="64377"/>
                  <a:pt x="116007" y="73921"/>
                </a:cubicBezTo>
                <a:lnTo>
                  <a:pt x="139140" y="62920"/>
                </a:lnTo>
                <a:cubicBezTo>
                  <a:pt x="148233" y="58499"/>
                  <a:pt x="154713" y="54656"/>
                  <a:pt x="158581" y="51391"/>
                </a:cubicBezTo>
                <a:cubicBezTo>
                  <a:pt x="154261" y="47372"/>
                  <a:pt x="148208" y="45362"/>
                  <a:pt x="140421" y="45362"/>
                </a:cubicBezTo>
                <a:close/>
                <a:moveTo>
                  <a:pt x="243567" y="46483"/>
                </a:moveTo>
                <a:cubicBezTo>
                  <a:pt x="242512" y="46483"/>
                  <a:pt x="241269" y="46433"/>
                  <a:pt x="239837" y="46333"/>
                </a:cubicBezTo>
                <a:cubicBezTo>
                  <a:pt x="238405" y="46231"/>
                  <a:pt x="237162" y="46180"/>
                  <a:pt x="236107" y="46180"/>
                </a:cubicBezTo>
                <a:cubicBezTo>
                  <a:pt x="234952" y="46180"/>
                  <a:pt x="231536" y="46560"/>
                  <a:pt x="225859" y="47322"/>
                </a:cubicBezTo>
                <a:lnTo>
                  <a:pt x="227291" y="91806"/>
                </a:lnTo>
                <a:lnTo>
                  <a:pt x="227366" y="95119"/>
                </a:lnTo>
                <a:lnTo>
                  <a:pt x="227442" y="98957"/>
                </a:lnTo>
                <a:cubicBezTo>
                  <a:pt x="227643" y="109946"/>
                  <a:pt x="225005" y="115441"/>
                  <a:pt x="219530" y="115441"/>
                </a:cubicBezTo>
                <a:cubicBezTo>
                  <a:pt x="217520" y="115441"/>
                  <a:pt x="215774" y="114788"/>
                  <a:pt x="214293" y="113484"/>
                </a:cubicBezTo>
                <a:cubicBezTo>
                  <a:pt x="212811" y="112179"/>
                  <a:pt x="212070" y="110548"/>
                  <a:pt x="212070" y="108591"/>
                </a:cubicBezTo>
                <a:cubicBezTo>
                  <a:pt x="212070" y="106685"/>
                  <a:pt x="212145" y="103825"/>
                  <a:pt x="212296" y="100012"/>
                </a:cubicBezTo>
                <a:cubicBezTo>
                  <a:pt x="212446" y="96197"/>
                  <a:pt x="212522" y="93336"/>
                  <a:pt x="212522" y="91429"/>
                </a:cubicBezTo>
                <a:lnTo>
                  <a:pt x="211015" y="47472"/>
                </a:lnTo>
                <a:cubicBezTo>
                  <a:pt x="207348" y="47322"/>
                  <a:pt x="201771" y="46892"/>
                  <a:pt x="194286" y="46184"/>
                </a:cubicBezTo>
                <a:cubicBezTo>
                  <a:pt x="189815" y="45578"/>
                  <a:pt x="187580" y="43080"/>
                  <a:pt x="187580" y="38689"/>
                </a:cubicBezTo>
                <a:cubicBezTo>
                  <a:pt x="187580" y="36468"/>
                  <a:pt x="188258" y="34626"/>
                  <a:pt x="189614" y="33165"/>
                </a:cubicBezTo>
                <a:cubicBezTo>
                  <a:pt x="190971" y="31702"/>
                  <a:pt x="192704" y="30970"/>
                  <a:pt x="194814" y="30970"/>
                </a:cubicBezTo>
                <a:lnTo>
                  <a:pt x="210638" y="32251"/>
                </a:lnTo>
                <a:cubicBezTo>
                  <a:pt x="210638" y="29681"/>
                  <a:pt x="210525" y="26243"/>
                  <a:pt x="210299" y="21937"/>
                </a:cubicBezTo>
                <a:cubicBezTo>
                  <a:pt x="210073" y="17629"/>
                  <a:pt x="209960" y="14519"/>
                  <a:pt x="209960" y="12605"/>
                </a:cubicBezTo>
                <a:cubicBezTo>
                  <a:pt x="209960" y="10489"/>
                  <a:pt x="210688" y="8739"/>
                  <a:pt x="212145" y="7354"/>
                </a:cubicBezTo>
                <a:cubicBezTo>
                  <a:pt x="213602" y="5968"/>
                  <a:pt x="215385" y="5275"/>
                  <a:pt x="217495" y="5275"/>
                </a:cubicBezTo>
                <a:cubicBezTo>
                  <a:pt x="222016" y="5275"/>
                  <a:pt x="224654" y="8967"/>
                  <a:pt x="225407" y="16352"/>
                </a:cubicBezTo>
                <a:cubicBezTo>
                  <a:pt x="225558" y="18210"/>
                  <a:pt x="225633" y="20446"/>
                  <a:pt x="225633" y="23058"/>
                </a:cubicBezTo>
                <a:lnTo>
                  <a:pt x="225482" y="27428"/>
                </a:lnTo>
                <a:lnTo>
                  <a:pt x="225407" y="32100"/>
                </a:lnTo>
                <a:cubicBezTo>
                  <a:pt x="231636" y="31297"/>
                  <a:pt x="235203" y="30895"/>
                  <a:pt x="236107" y="30895"/>
                </a:cubicBezTo>
                <a:cubicBezTo>
                  <a:pt x="241332" y="30895"/>
                  <a:pt x="244748" y="31146"/>
                  <a:pt x="246355" y="31648"/>
                </a:cubicBezTo>
                <a:cubicBezTo>
                  <a:pt x="249420" y="32659"/>
                  <a:pt x="250952" y="35042"/>
                  <a:pt x="250952" y="38797"/>
                </a:cubicBezTo>
                <a:cubicBezTo>
                  <a:pt x="250952" y="41030"/>
                  <a:pt x="250261" y="42869"/>
                  <a:pt x="248880" y="44315"/>
                </a:cubicBezTo>
                <a:cubicBezTo>
                  <a:pt x="247498" y="45760"/>
                  <a:pt x="245727" y="46483"/>
                  <a:pt x="243567" y="4648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72" cap="flat">
            <a:solidFill>
              <a:srgbClr val="000000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1942C9-39B9-4B9C-9FF2-C09F6BBF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590" y="775513"/>
            <a:ext cx="1087941" cy="405709"/>
          </a:xfrm>
          <a:custGeom xmlns:a="http://schemas.openxmlformats.org/drawingml/2006/main">
            <a:pathLst>
              <a:path w="1087941" h="405709">
                <a:moveTo>
                  <a:pt x="191332" y="140"/>
                </a:moveTo>
                <a:lnTo>
                  <a:pt x="1087941" y="140"/>
                </a:lnTo>
                <a:lnTo>
                  <a:pt x="1087941" y="212980"/>
                </a:lnTo>
                <a:cubicBezTo>
                  <a:pt x="1087243" y="319050"/>
                  <a:pt x="1001283" y="405010"/>
                  <a:pt x="895212" y="405709"/>
                </a:cubicBezTo>
                <a:lnTo>
                  <a:pt x="279" y="405709"/>
                </a:lnTo>
                <a:lnTo>
                  <a:pt x="279" y="191193"/>
                </a:lnTo>
                <a:cubicBezTo>
                  <a:pt x="0" y="85960"/>
                  <a:pt x="85960" y="0"/>
                  <a:pt x="191332" y="140"/>
                </a:cubicBezTo>
              </a:path>
            </a:pathLst>
          </a:custGeom>
          <a:solidFill xmlns:a="http://schemas.openxmlformats.org/drawingml/2006/main">
            <a:srgbClr val="E7E7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9F59DA-FE35-41FA-BB14-147BF513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115" y="765038"/>
            <a:ext cx="1108192" cy="425959"/>
          </a:xfrm>
          <a:custGeom xmlns:a="http://schemas.openxmlformats.org/drawingml/2006/main">
            <a:pathLst>
              <a:path w="1108192" h="425959">
                <a:moveTo>
                  <a:pt x="151893" y="6368"/>
                </a:moveTo>
                <a:lnTo>
                  <a:pt x="142270" y="9106"/>
                </a:lnTo>
                <a:lnTo>
                  <a:pt x="132857" y="12290"/>
                </a:lnTo>
                <a:lnTo>
                  <a:pt x="123668" y="15907"/>
                </a:lnTo>
                <a:lnTo>
                  <a:pt x="114688" y="19971"/>
                </a:lnTo>
                <a:lnTo>
                  <a:pt x="105959" y="24440"/>
                </a:lnTo>
                <a:lnTo>
                  <a:pt x="97482" y="29314"/>
                </a:lnTo>
                <a:lnTo>
                  <a:pt x="89270" y="34579"/>
                </a:lnTo>
                <a:lnTo>
                  <a:pt x="81323" y="40236"/>
                </a:lnTo>
                <a:lnTo>
                  <a:pt x="73684" y="46241"/>
                </a:lnTo>
                <a:lnTo>
                  <a:pt x="66338" y="52595"/>
                </a:lnTo>
                <a:lnTo>
                  <a:pt x="59299" y="59299"/>
                </a:lnTo>
                <a:lnTo>
                  <a:pt x="52595" y="66338"/>
                </a:lnTo>
                <a:lnTo>
                  <a:pt x="46241" y="73684"/>
                </a:lnTo>
                <a:lnTo>
                  <a:pt x="40236" y="81323"/>
                </a:lnTo>
                <a:lnTo>
                  <a:pt x="34579" y="89270"/>
                </a:lnTo>
                <a:lnTo>
                  <a:pt x="29314" y="97482"/>
                </a:lnTo>
                <a:lnTo>
                  <a:pt x="24440" y="105959"/>
                </a:lnTo>
                <a:lnTo>
                  <a:pt x="19971" y="114688"/>
                </a:lnTo>
                <a:lnTo>
                  <a:pt x="15907" y="123668"/>
                </a:lnTo>
                <a:lnTo>
                  <a:pt x="12290" y="132857"/>
                </a:lnTo>
                <a:lnTo>
                  <a:pt x="9106" y="142270"/>
                </a:lnTo>
                <a:lnTo>
                  <a:pt x="6368" y="151893"/>
                </a:lnTo>
                <a:lnTo>
                  <a:pt x="4106" y="161683"/>
                </a:lnTo>
                <a:lnTo>
                  <a:pt x="2332" y="171668"/>
                </a:lnTo>
                <a:lnTo>
                  <a:pt x="1047" y="181794"/>
                </a:lnTo>
                <a:lnTo>
                  <a:pt x="265" y="192073"/>
                </a:lnTo>
                <a:lnTo>
                  <a:pt x="0" y="202352"/>
                </a:lnTo>
                <a:lnTo>
                  <a:pt x="0" y="425959"/>
                </a:lnTo>
                <a:lnTo>
                  <a:pt x="905840" y="425959"/>
                </a:lnTo>
                <a:lnTo>
                  <a:pt x="916119" y="425694"/>
                </a:lnTo>
                <a:lnTo>
                  <a:pt x="926398" y="424912"/>
                </a:lnTo>
                <a:lnTo>
                  <a:pt x="936523" y="423627"/>
                </a:lnTo>
                <a:lnTo>
                  <a:pt x="946509" y="421853"/>
                </a:lnTo>
                <a:lnTo>
                  <a:pt x="956299" y="419591"/>
                </a:lnTo>
                <a:lnTo>
                  <a:pt x="965922" y="416853"/>
                </a:lnTo>
                <a:lnTo>
                  <a:pt x="975335" y="413669"/>
                </a:lnTo>
                <a:lnTo>
                  <a:pt x="984524" y="410052"/>
                </a:lnTo>
                <a:lnTo>
                  <a:pt x="993504" y="405988"/>
                </a:lnTo>
                <a:lnTo>
                  <a:pt x="1002233" y="401519"/>
                </a:lnTo>
                <a:lnTo>
                  <a:pt x="1010710" y="396645"/>
                </a:lnTo>
                <a:lnTo>
                  <a:pt x="1018922" y="391380"/>
                </a:lnTo>
                <a:lnTo>
                  <a:pt x="1026869" y="385723"/>
                </a:lnTo>
                <a:lnTo>
                  <a:pt x="1034508" y="379718"/>
                </a:lnTo>
                <a:lnTo>
                  <a:pt x="1041854" y="373364"/>
                </a:lnTo>
                <a:lnTo>
                  <a:pt x="1048893" y="366660"/>
                </a:lnTo>
                <a:lnTo>
                  <a:pt x="1055596" y="359621"/>
                </a:lnTo>
                <a:lnTo>
                  <a:pt x="1061951" y="352275"/>
                </a:lnTo>
                <a:lnTo>
                  <a:pt x="1067956" y="344636"/>
                </a:lnTo>
                <a:lnTo>
                  <a:pt x="1073612" y="336689"/>
                </a:lnTo>
                <a:lnTo>
                  <a:pt x="1078878" y="328477"/>
                </a:lnTo>
                <a:lnTo>
                  <a:pt x="1083752" y="320000"/>
                </a:lnTo>
                <a:lnTo>
                  <a:pt x="1088221" y="311271"/>
                </a:lnTo>
                <a:lnTo>
                  <a:pt x="1092285" y="302291"/>
                </a:lnTo>
                <a:lnTo>
                  <a:pt x="1095902" y="293102"/>
                </a:lnTo>
                <a:lnTo>
                  <a:pt x="1099086" y="283689"/>
                </a:lnTo>
                <a:lnTo>
                  <a:pt x="1101823" y="274066"/>
                </a:lnTo>
                <a:lnTo>
                  <a:pt x="1104086" y="264276"/>
                </a:lnTo>
                <a:lnTo>
                  <a:pt x="1105860" y="254291"/>
                </a:lnTo>
                <a:lnTo>
                  <a:pt x="1107144" y="244165"/>
                </a:lnTo>
                <a:lnTo>
                  <a:pt x="1107927" y="233886"/>
                </a:lnTo>
                <a:lnTo>
                  <a:pt x="1108192" y="223608"/>
                </a:lnTo>
                <a:lnTo>
                  <a:pt x="1108192" y="0"/>
                </a:lnTo>
                <a:lnTo>
                  <a:pt x="202352" y="0"/>
                </a:lnTo>
                <a:lnTo>
                  <a:pt x="192073" y="265"/>
                </a:lnTo>
                <a:lnTo>
                  <a:pt x="181794" y="1047"/>
                </a:lnTo>
                <a:lnTo>
                  <a:pt x="171668" y="2332"/>
                </a:lnTo>
                <a:lnTo>
                  <a:pt x="161683" y="4106"/>
                </a:lnTo>
                <a:lnTo>
                  <a:pt x="151893" y="6368"/>
                </a:lnTo>
                <a:close/>
                <a:moveTo>
                  <a:pt x="1085181" y="250921"/>
                </a:moveTo>
                <a:lnTo>
                  <a:pt x="1083516" y="260235"/>
                </a:lnTo>
                <a:lnTo>
                  <a:pt x="1081477" y="269038"/>
                </a:lnTo>
                <a:lnTo>
                  <a:pt x="1079092" y="277402"/>
                </a:lnTo>
                <a:lnTo>
                  <a:pt x="1076174" y="286032"/>
                </a:lnTo>
                <a:lnTo>
                  <a:pt x="1073016" y="294043"/>
                </a:lnTo>
                <a:lnTo>
                  <a:pt x="1069336" y="302193"/>
                </a:lnTo>
                <a:lnTo>
                  <a:pt x="1065379" y="309911"/>
                </a:lnTo>
                <a:lnTo>
                  <a:pt x="1060936" y="317643"/>
                </a:lnTo>
                <a:lnTo>
                  <a:pt x="1056282" y="324917"/>
                </a:lnTo>
                <a:lnTo>
                  <a:pt x="1051137" y="332139"/>
                </a:lnTo>
                <a:lnTo>
                  <a:pt x="1045696" y="339060"/>
                </a:lnTo>
                <a:lnTo>
                  <a:pt x="1040019" y="345602"/>
                </a:lnTo>
                <a:lnTo>
                  <a:pt x="1034071" y="351838"/>
                </a:lnTo>
                <a:lnTo>
                  <a:pt x="1027835" y="357786"/>
                </a:lnTo>
                <a:lnTo>
                  <a:pt x="1021293" y="363464"/>
                </a:lnTo>
                <a:lnTo>
                  <a:pt x="1014372" y="368904"/>
                </a:lnTo>
                <a:lnTo>
                  <a:pt x="1007150" y="374049"/>
                </a:lnTo>
                <a:lnTo>
                  <a:pt x="999875" y="378703"/>
                </a:lnTo>
                <a:lnTo>
                  <a:pt x="992144" y="383146"/>
                </a:lnTo>
                <a:lnTo>
                  <a:pt x="984426" y="387103"/>
                </a:lnTo>
                <a:lnTo>
                  <a:pt x="976276" y="390783"/>
                </a:lnTo>
                <a:lnTo>
                  <a:pt x="968265" y="393941"/>
                </a:lnTo>
                <a:lnTo>
                  <a:pt x="959635" y="396859"/>
                </a:lnTo>
                <a:lnTo>
                  <a:pt x="951271" y="399245"/>
                </a:lnTo>
                <a:lnTo>
                  <a:pt x="942468" y="401283"/>
                </a:lnTo>
                <a:lnTo>
                  <a:pt x="933154" y="402948"/>
                </a:lnTo>
                <a:lnTo>
                  <a:pt x="924353" y="404061"/>
                </a:lnTo>
                <a:lnTo>
                  <a:pt x="915078" y="404765"/>
                </a:lnTo>
                <a:lnTo>
                  <a:pt x="905435" y="405010"/>
                </a:lnTo>
                <a:lnTo>
                  <a:pt x="20949" y="405010"/>
                </a:lnTo>
                <a:lnTo>
                  <a:pt x="20949" y="202757"/>
                </a:lnTo>
                <a:lnTo>
                  <a:pt x="21194" y="193114"/>
                </a:lnTo>
                <a:lnTo>
                  <a:pt x="21898" y="183839"/>
                </a:lnTo>
                <a:lnTo>
                  <a:pt x="23011" y="175038"/>
                </a:lnTo>
                <a:lnTo>
                  <a:pt x="24676" y="165724"/>
                </a:lnTo>
                <a:lnTo>
                  <a:pt x="26714" y="156921"/>
                </a:lnTo>
                <a:lnTo>
                  <a:pt x="29100" y="148557"/>
                </a:lnTo>
                <a:lnTo>
                  <a:pt x="32018" y="139927"/>
                </a:lnTo>
                <a:lnTo>
                  <a:pt x="35176" y="131916"/>
                </a:lnTo>
                <a:lnTo>
                  <a:pt x="38856" y="123766"/>
                </a:lnTo>
                <a:lnTo>
                  <a:pt x="42813" y="116048"/>
                </a:lnTo>
                <a:lnTo>
                  <a:pt x="47256" y="108316"/>
                </a:lnTo>
                <a:lnTo>
                  <a:pt x="51910" y="101042"/>
                </a:lnTo>
                <a:lnTo>
                  <a:pt x="57055" y="93820"/>
                </a:lnTo>
                <a:lnTo>
                  <a:pt x="62495" y="86899"/>
                </a:lnTo>
                <a:lnTo>
                  <a:pt x="68173" y="80357"/>
                </a:lnTo>
                <a:lnTo>
                  <a:pt x="74121" y="74121"/>
                </a:lnTo>
                <a:lnTo>
                  <a:pt x="80357" y="68173"/>
                </a:lnTo>
                <a:lnTo>
                  <a:pt x="86899" y="62495"/>
                </a:lnTo>
                <a:lnTo>
                  <a:pt x="93820" y="57055"/>
                </a:lnTo>
                <a:lnTo>
                  <a:pt x="101042" y="51910"/>
                </a:lnTo>
                <a:lnTo>
                  <a:pt x="108316" y="47256"/>
                </a:lnTo>
                <a:lnTo>
                  <a:pt x="116048" y="42813"/>
                </a:lnTo>
                <a:lnTo>
                  <a:pt x="123766" y="38856"/>
                </a:lnTo>
                <a:lnTo>
                  <a:pt x="131916" y="35176"/>
                </a:lnTo>
                <a:lnTo>
                  <a:pt x="139927" y="32018"/>
                </a:lnTo>
                <a:lnTo>
                  <a:pt x="148557" y="29100"/>
                </a:lnTo>
                <a:lnTo>
                  <a:pt x="156921" y="26714"/>
                </a:lnTo>
                <a:lnTo>
                  <a:pt x="165724" y="24676"/>
                </a:lnTo>
                <a:lnTo>
                  <a:pt x="175038" y="23011"/>
                </a:lnTo>
                <a:lnTo>
                  <a:pt x="183839" y="21898"/>
                </a:lnTo>
                <a:lnTo>
                  <a:pt x="193114" y="21194"/>
                </a:lnTo>
                <a:lnTo>
                  <a:pt x="202757" y="20949"/>
                </a:lnTo>
                <a:lnTo>
                  <a:pt x="1087243" y="20949"/>
                </a:lnTo>
                <a:lnTo>
                  <a:pt x="1087243" y="223203"/>
                </a:lnTo>
                <a:lnTo>
                  <a:pt x="1086998" y="232846"/>
                </a:lnTo>
                <a:lnTo>
                  <a:pt x="1086294" y="242120"/>
                </a:lnTo>
                <a:lnTo>
                  <a:pt x="1085181" y="250921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ResponseSet">
            <a:extLst xmlns:a="http://schemas.openxmlformats.org/drawingml/2006/main">
              <a:ext uri="{FF2B5EF4-FFF2-40B4-BE49-F238E27FC236}">
                <a16:creationId xmlns:a16="http://schemas.microsoft.com/office/drawing/2014/main" id="{3975D4C7-9D69-44EA-B213-868E1890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800" y="912201"/>
            <a:ext cx="986797" cy="159949"/>
          </a:xfrm>
          <a:custGeom xmlns:a="http://schemas.openxmlformats.org/drawingml/2006/main">
            <a:pathLst>
              <a:path w="986797" h="159949">
                <a:moveTo>
                  <a:pt x="77915" y="116998"/>
                </a:moveTo>
                <a:cubicBezTo>
                  <a:pt x="75202" y="116998"/>
                  <a:pt x="72716" y="115943"/>
                  <a:pt x="70455" y="113833"/>
                </a:cubicBezTo>
                <a:cubicBezTo>
                  <a:pt x="55234" y="99566"/>
                  <a:pt x="38505" y="89670"/>
                  <a:pt x="20270" y="84144"/>
                </a:cubicBezTo>
                <a:cubicBezTo>
                  <a:pt x="20823" y="98794"/>
                  <a:pt x="21099" y="106925"/>
                  <a:pt x="21099" y="108537"/>
                </a:cubicBezTo>
                <a:cubicBezTo>
                  <a:pt x="21099" y="111405"/>
                  <a:pt x="20094" y="113834"/>
                  <a:pt x="18085" y="115823"/>
                </a:cubicBezTo>
                <a:cubicBezTo>
                  <a:pt x="16075" y="117812"/>
                  <a:pt x="13564" y="118807"/>
                  <a:pt x="10549" y="118807"/>
                </a:cubicBezTo>
                <a:cubicBezTo>
                  <a:pt x="7535" y="118807"/>
                  <a:pt x="5024" y="117814"/>
                  <a:pt x="3014" y="115828"/>
                </a:cubicBezTo>
                <a:cubicBezTo>
                  <a:pt x="1005" y="113842"/>
                  <a:pt x="0" y="111416"/>
                  <a:pt x="0" y="108551"/>
                </a:cubicBezTo>
                <a:cubicBezTo>
                  <a:pt x="0" y="104782"/>
                  <a:pt x="50" y="99140"/>
                  <a:pt x="151" y="91625"/>
                </a:cubicBezTo>
                <a:cubicBezTo>
                  <a:pt x="251" y="84110"/>
                  <a:pt x="301" y="78468"/>
                  <a:pt x="301" y="74697"/>
                </a:cubicBezTo>
                <a:lnTo>
                  <a:pt x="452" y="13849"/>
                </a:lnTo>
                <a:cubicBezTo>
                  <a:pt x="452" y="10581"/>
                  <a:pt x="1432" y="7615"/>
                  <a:pt x="3391" y="4951"/>
                </a:cubicBezTo>
                <a:cubicBezTo>
                  <a:pt x="5953" y="1533"/>
                  <a:pt x="9494" y="0"/>
                  <a:pt x="14016" y="352"/>
                </a:cubicBezTo>
                <a:cubicBezTo>
                  <a:pt x="26223" y="1256"/>
                  <a:pt x="32477" y="1733"/>
                  <a:pt x="32779" y="1783"/>
                </a:cubicBezTo>
                <a:cubicBezTo>
                  <a:pt x="39811" y="2637"/>
                  <a:pt x="45789" y="4319"/>
                  <a:pt x="50713" y="6830"/>
                </a:cubicBezTo>
                <a:cubicBezTo>
                  <a:pt x="72163" y="17627"/>
                  <a:pt x="82888" y="31011"/>
                  <a:pt x="82888" y="46981"/>
                </a:cubicBezTo>
                <a:cubicBezTo>
                  <a:pt x="82888" y="53560"/>
                  <a:pt x="80640" y="59373"/>
                  <a:pt x="76144" y="64421"/>
                </a:cubicBezTo>
                <a:cubicBezTo>
                  <a:pt x="71648" y="69468"/>
                  <a:pt x="64904" y="73723"/>
                  <a:pt x="55912" y="77188"/>
                </a:cubicBezTo>
                <a:cubicBezTo>
                  <a:pt x="69224" y="84628"/>
                  <a:pt x="79246" y="92218"/>
                  <a:pt x="85978" y="99959"/>
                </a:cubicBezTo>
                <a:cubicBezTo>
                  <a:pt x="87736" y="101968"/>
                  <a:pt x="88615" y="104205"/>
                  <a:pt x="88615" y="106668"/>
                </a:cubicBezTo>
                <a:cubicBezTo>
                  <a:pt x="88615" y="109482"/>
                  <a:pt x="87560" y="111908"/>
                  <a:pt x="85450" y="113944"/>
                </a:cubicBezTo>
                <a:cubicBezTo>
                  <a:pt x="83340" y="115980"/>
                  <a:pt x="80829" y="116998"/>
                  <a:pt x="77915" y="116998"/>
                </a:cubicBezTo>
                <a:moveTo>
                  <a:pt x="29614" y="22204"/>
                </a:moveTo>
                <a:cubicBezTo>
                  <a:pt x="29212" y="22154"/>
                  <a:pt x="26273" y="21953"/>
                  <a:pt x="20797" y="21601"/>
                </a:cubicBezTo>
                <a:lnTo>
                  <a:pt x="20797" y="61538"/>
                </a:lnTo>
                <a:cubicBezTo>
                  <a:pt x="22053" y="61588"/>
                  <a:pt x="23158" y="61614"/>
                  <a:pt x="24113" y="61614"/>
                </a:cubicBezTo>
                <a:cubicBezTo>
                  <a:pt x="36421" y="61614"/>
                  <a:pt x="45538" y="60085"/>
                  <a:pt x="51466" y="57026"/>
                </a:cubicBezTo>
                <a:cubicBezTo>
                  <a:pt x="54028" y="55722"/>
                  <a:pt x="56377" y="53992"/>
                  <a:pt x="58512" y="51837"/>
                </a:cubicBezTo>
                <a:cubicBezTo>
                  <a:pt x="60647" y="49680"/>
                  <a:pt x="61714" y="48050"/>
                  <a:pt x="61714" y="46948"/>
                </a:cubicBezTo>
                <a:cubicBezTo>
                  <a:pt x="61714" y="41331"/>
                  <a:pt x="58147" y="35916"/>
                  <a:pt x="51014" y="30702"/>
                </a:cubicBezTo>
                <a:cubicBezTo>
                  <a:pt x="44232" y="25789"/>
                  <a:pt x="37099" y="22956"/>
                  <a:pt x="29614" y="22204"/>
                </a:cubicBezTo>
                <a:close/>
                <a:moveTo>
                  <a:pt x="137191" y="119560"/>
                </a:moveTo>
                <a:cubicBezTo>
                  <a:pt x="125185" y="119560"/>
                  <a:pt x="115364" y="116694"/>
                  <a:pt x="107728" y="110963"/>
                </a:cubicBezTo>
                <a:cubicBezTo>
                  <a:pt x="99288" y="104627"/>
                  <a:pt x="95069" y="95701"/>
                  <a:pt x="95069" y="84187"/>
                </a:cubicBezTo>
                <a:cubicBezTo>
                  <a:pt x="95069" y="71466"/>
                  <a:pt x="98409" y="60706"/>
                  <a:pt x="105090" y="51907"/>
                </a:cubicBezTo>
                <a:cubicBezTo>
                  <a:pt x="112525" y="42152"/>
                  <a:pt x="122547" y="37275"/>
                  <a:pt x="135156" y="37275"/>
                </a:cubicBezTo>
                <a:cubicBezTo>
                  <a:pt x="143897" y="37275"/>
                  <a:pt x="151156" y="38681"/>
                  <a:pt x="156933" y="41494"/>
                </a:cubicBezTo>
                <a:cubicBezTo>
                  <a:pt x="164519" y="45212"/>
                  <a:pt x="168312" y="50989"/>
                  <a:pt x="168312" y="58826"/>
                </a:cubicBezTo>
                <a:cubicBezTo>
                  <a:pt x="168312" y="64351"/>
                  <a:pt x="165222" y="69249"/>
                  <a:pt x="159043" y="73519"/>
                </a:cubicBezTo>
                <a:cubicBezTo>
                  <a:pt x="156230" y="75479"/>
                  <a:pt x="150579" y="78342"/>
                  <a:pt x="142089" y="82110"/>
                </a:cubicBezTo>
                <a:lnTo>
                  <a:pt x="116695" y="93337"/>
                </a:lnTo>
                <a:cubicBezTo>
                  <a:pt x="119106" y="95949"/>
                  <a:pt x="122020" y="97909"/>
                  <a:pt x="125436" y="99215"/>
                </a:cubicBezTo>
                <a:cubicBezTo>
                  <a:pt x="128852" y="100521"/>
                  <a:pt x="132770" y="101174"/>
                  <a:pt x="137191" y="101174"/>
                </a:cubicBezTo>
                <a:cubicBezTo>
                  <a:pt x="143922" y="101174"/>
                  <a:pt x="149624" y="99792"/>
                  <a:pt x="154296" y="97030"/>
                </a:cubicBezTo>
                <a:cubicBezTo>
                  <a:pt x="158465" y="94568"/>
                  <a:pt x="161806" y="93337"/>
                  <a:pt x="164318" y="93337"/>
                </a:cubicBezTo>
                <a:cubicBezTo>
                  <a:pt x="169542" y="93337"/>
                  <a:pt x="172155" y="95881"/>
                  <a:pt x="172155" y="100969"/>
                </a:cubicBezTo>
                <a:cubicBezTo>
                  <a:pt x="172155" y="106713"/>
                  <a:pt x="167960" y="111398"/>
                  <a:pt x="159571" y="115025"/>
                </a:cubicBezTo>
                <a:cubicBezTo>
                  <a:pt x="152538" y="118048"/>
                  <a:pt x="145078" y="119560"/>
                  <a:pt x="137191" y="119560"/>
                </a:cubicBezTo>
                <a:moveTo>
                  <a:pt x="135156" y="55510"/>
                </a:moveTo>
                <a:cubicBezTo>
                  <a:pt x="130484" y="55510"/>
                  <a:pt x="126491" y="57067"/>
                  <a:pt x="123175" y="60182"/>
                </a:cubicBezTo>
                <a:cubicBezTo>
                  <a:pt x="119860" y="63296"/>
                  <a:pt x="117197" y="67968"/>
                  <a:pt x="115188" y="74198"/>
                </a:cubicBezTo>
                <a:cubicBezTo>
                  <a:pt x="120864" y="71736"/>
                  <a:pt x="126516" y="69300"/>
                  <a:pt x="132142" y="66888"/>
                </a:cubicBezTo>
                <a:cubicBezTo>
                  <a:pt x="138924" y="63824"/>
                  <a:pt x="144324" y="60986"/>
                  <a:pt x="148343" y="58373"/>
                </a:cubicBezTo>
                <a:cubicBezTo>
                  <a:pt x="144977" y="56464"/>
                  <a:pt x="140582" y="55510"/>
                  <a:pt x="135156" y="55510"/>
                </a:cubicBezTo>
                <a:close/>
                <a:moveTo>
                  <a:pt x="238152" y="60935"/>
                </a:moveTo>
                <a:cubicBezTo>
                  <a:pt x="233178" y="60935"/>
                  <a:pt x="230189" y="58851"/>
                  <a:pt x="229185" y="54681"/>
                </a:cubicBezTo>
                <a:cubicBezTo>
                  <a:pt x="227175" y="54329"/>
                  <a:pt x="225116" y="54154"/>
                  <a:pt x="223006" y="54154"/>
                </a:cubicBezTo>
                <a:cubicBezTo>
                  <a:pt x="210899" y="54154"/>
                  <a:pt x="204846" y="55811"/>
                  <a:pt x="204846" y="59127"/>
                </a:cubicBezTo>
                <a:cubicBezTo>
                  <a:pt x="204846" y="61086"/>
                  <a:pt x="208488" y="63723"/>
                  <a:pt x="215772" y="67039"/>
                </a:cubicBezTo>
                <a:cubicBezTo>
                  <a:pt x="225718" y="71610"/>
                  <a:pt x="232450" y="75177"/>
                  <a:pt x="235966" y="77739"/>
                </a:cubicBezTo>
                <a:cubicBezTo>
                  <a:pt x="243251" y="83014"/>
                  <a:pt x="246893" y="88967"/>
                  <a:pt x="246893" y="95598"/>
                </a:cubicBezTo>
                <a:cubicBezTo>
                  <a:pt x="246893" y="104238"/>
                  <a:pt x="242874" y="110794"/>
                  <a:pt x="234836" y="115265"/>
                </a:cubicBezTo>
                <a:cubicBezTo>
                  <a:pt x="228356" y="118832"/>
                  <a:pt x="220393" y="120615"/>
                  <a:pt x="210949" y="120615"/>
                </a:cubicBezTo>
                <a:cubicBezTo>
                  <a:pt x="204268" y="120615"/>
                  <a:pt x="198164" y="119585"/>
                  <a:pt x="192638" y="117526"/>
                </a:cubicBezTo>
                <a:cubicBezTo>
                  <a:pt x="185103" y="114712"/>
                  <a:pt x="181335" y="110568"/>
                  <a:pt x="181335" y="105092"/>
                </a:cubicBezTo>
                <a:cubicBezTo>
                  <a:pt x="181335" y="100069"/>
                  <a:pt x="184324" y="97557"/>
                  <a:pt x="190302" y="97557"/>
                </a:cubicBezTo>
                <a:cubicBezTo>
                  <a:pt x="192613" y="97557"/>
                  <a:pt x="195954" y="98285"/>
                  <a:pt x="200324" y="99742"/>
                </a:cubicBezTo>
                <a:cubicBezTo>
                  <a:pt x="204695" y="101199"/>
                  <a:pt x="208061" y="101927"/>
                  <a:pt x="210422" y="101927"/>
                </a:cubicBezTo>
                <a:cubicBezTo>
                  <a:pt x="220620" y="101927"/>
                  <a:pt x="225744" y="99868"/>
                  <a:pt x="225794" y="95749"/>
                </a:cubicBezTo>
                <a:cubicBezTo>
                  <a:pt x="225794" y="93187"/>
                  <a:pt x="222252" y="90348"/>
                  <a:pt x="215169" y="87234"/>
                </a:cubicBezTo>
                <a:cubicBezTo>
                  <a:pt x="204821" y="82656"/>
                  <a:pt x="198189" y="79361"/>
                  <a:pt x="195276" y="77348"/>
                </a:cubicBezTo>
                <a:cubicBezTo>
                  <a:pt x="188193" y="72367"/>
                  <a:pt x="184651" y="66305"/>
                  <a:pt x="184651" y="59162"/>
                </a:cubicBezTo>
                <a:cubicBezTo>
                  <a:pt x="184651" y="49049"/>
                  <a:pt x="190001" y="42232"/>
                  <a:pt x="200701" y="38711"/>
                </a:cubicBezTo>
                <a:cubicBezTo>
                  <a:pt x="206981" y="36648"/>
                  <a:pt x="216525" y="35617"/>
                  <a:pt x="229335" y="35617"/>
                </a:cubicBezTo>
                <a:cubicBezTo>
                  <a:pt x="234359" y="35617"/>
                  <a:pt x="238076" y="36271"/>
                  <a:pt x="240488" y="37581"/>
                </a:cubicBezTo>
                <a:cubicBezTo>
                  <a:pt x="243803" y="39345"/>
                  <a:pt x="245461" y="42596"/>
                  <a:pt x="245461" y="47332"/>
                </a:cubicBezTo>
                <a:cubicBezTo>
                  <a:pt x="245461" y="56401"/>
                  <a:pt x="243024" y="60935"/>
                  <a:pt x="238152" y="60935"/>
                </a:cubicBezTo>
                <a:close/>
                <a:moveTo>
                  <a:pt x="294633" y="120615"/>
                </a:moveTo>
                <a:cubicBezTo>
                  <a:pt x="290313" y="120615"/>
                  <a:pt x="285767" y="120113"/>
                  <a:pt x="280995" y="119108"/>
                </a:cubicBezTo>
                <a:lnTo>
                  <a:pt x="280919" y="149852"/>
                </a:lnTo>
                <a:cubicBezTo>
                  <a:pt x="280919" y="152766"/>
                  <a:pt x="279940" y="155177"/>
                  <a:pt x="277980" y="157086"/>
                </a:cubicBezTo>
                <a:cubicBezTo>
                  <a:pt x="276021" y="158995"/>
                  <a:pt x="273535" y="159949"/>
                  <a:pt x="270521" y="159949"/>
                </a:cubicBezTo>
                <a:cubicBezTo>
                  <a:pt x="267506" y="159949"/>
                  <a:pt x="265020" y="158993"/>
                  <a:pt x="263061" y="157081"/>
                </a:cubicBezTo>
                <a:cubicBezTo>
                  <a:pt x="261101" y="155171"/>
                  <a:pt x="260122" y="152757"/>
                  <a:pt x="260122" y="149840"/>
                </a:cubicBezTo>
                <a:cubicBezTo>
                  <a:pt x="260122" y="147476"/>
                  <a:pt x="260172" y="138096"/>
                  <a:pt x="260273" y="121701"/>
                </a:cubicBezTo>
                <a:cubicBezTo>
                  <a:pt x="260373" y="109528"/>
                  <a:pt x="260373" y="99595"/>
                  <a:pt x="260273" y="91901"/>
                </a:cubicBezTo>
                <a:cubicBezTo>
                  <a:pt x="260122" y="81036"/>
                  <a:pt x="259770" y="71680"/>
                  <a:pt x="259218" y="63834"/>
                </a:cubicBezTo>
                <a:cubicBezTo>
                  <a:pt x="258464" y="53021"/>
                  <a:pt x="258087" y="48067"/>
                  <a:pt x="258087" y="48973"/>
                </a:cubicBezTo>
                <a:cubicBezTo>
                  <a:pt x="258087" y="44799"/>
                  <a:pt x="259017" y="41228"/>
                  <a:pt x="260875" y="38261"/>
                </a:cubicBezTo>
                <a:cubicBezTo>
                  <a:pt x="263035" y="34891"/>
                  <a:pt x="265949" y="33206"/>
                  <a:pt x="269616" y="33206"/>
                </a:cubicBezTo>
                <a:cubicBezTo>
                  <a:pt x="272429" y="33206"/>
                  <a:pt x="274791" y="34160"/>
                  <a:pt x="276699" y="36069"/>
                </a:cubicBezTo>
                <a:cubicBezTo>
                  <a:pt x="278608" y="37978"/>
                  <a:pt x="279563" y="40264"/>
                  <a:pt x="279563" y="42926"/>
                </a:cubicBezTo>
                <a:lnTo>
                  <a:pt x="279488" y="43680"/>
                </a:lnTo>
                <a:cubicBezTo>
                  <a:pt x="282853" y="41771"/>
                  <a:pt x="286232" y="40352"/>
                  <a:pt x="289622" y="39422"/>
                </a:cubicBezTo>
                <a:cubicBezTo>
                  <a:pt x="293013" y="38493"/>
                  <a:pt x="296417" y="38028"/>
                  <a:pt x="299833" y="38028"/>
                </a:cubicBezTo>
                <a:cubicBezTo>
                  <a:pt x="311387" y="38028"/>
                  <a:pt x="319826" y="42935"/>
                  <a:pt x="325151" y="52748"/>
                </a:cubicBezTo>
                <a:cubicBezTo>
                  <a:pt x="329120" y="60147"/>
                  <a:pt x="331104" y="69734"/>
                  <a:pt x="331104" y="81511"/>
                </a:cubicBezTo>
                <a:cubicBezTo>
                  <a:pt x="331104" y="92533"/>
                  <a:pt x="327965" y="101668"/>
                  <a:pt x="321685" y="108914"/>
                </a:cubicBezTo>
                <a:cubicBezTo>
                  <a:pt x="314954" y="116715"/>
                  <a:pt x="305936" y="120615"/>
                  <a:pt x="294633" y="120615"/>
                </a:cubicBezTo>
                <a:moveTo>
                  <a:pt x="299833" y="58223"/>
                </a:moveTo>
                <a:cubicBezTo>
                  <a:pt x="296668" y="58223"/>
                  <a:pt x="293453" y="58964"/>
                  <a:pt x="290188" y="60446"/>
                </a:cubicBezTo>
                <a:cubicBezTo>
                  <a:pt x="286922" y="61928"/>
                  <a:pt x="283632" y="64150"/>
                  <a:pt x="280316" y="67114"/>
                </a:cubicBezTo>
                <a:cubicBezTo>
                  <a:pt x="280919" y="77463"/>
                  <a:pt x="281221" y="87836"/>
                  <a:pt x="281221" y="98235"/>
                </a:cubicBezTo>
                <a:cubicBezTo>
                  <a:pt x="285692" y="99692"/>
                  <a:pt x="290163" y="100420"/>
                  <a:pt x="294633" y="100420"/>
                </a:cubicBezTo>
                <a:cubicBezTo>
                  <a:pt x="299808" y="100420"/>
                  <a:pt x="303776" y="98587"/>
                  <a:pt x="306539" y="94920"/>
                </a:cubicBezTo>
                <a:cubicBezTo>
                  <a:pt x="309051" y="91604"/>
                  <a:pt x="310307" y="87133"/>
                  <a:pt x="310307" y="81507"/>
                </a:cubicBezTo>
                <a:cubicBezTo>
                  <a:pt x="310307" y="74725"/>
                  <a:pt x="310005" y="70028"/>
                  <a:pt x="309403" y="67416"/>
                </a:cubicBezTo>
                <a:cubicBezTo>
                  <a:pt x="307946" y="61287"/>
                  <a:pt x="304756" y="58223"/>
                  <a:pt x="299833" y="58223"/>
                </a:cubicBezTo>
                <a:close/>
                <a:moveTo>
                  <a:pt x="373264" y="120615"/>
                </a:moveTo>
                <a:cubicBezTo>
                  <a:pt x="363971" y="120615"/>
                  <a:pt x="355983" y="117420"/>
                  <a:pt x="349302" y="111029"/>
                </a:cubicBezTo>
                <a:cubicBezTo>
                  <a:pt x="341968" y="104032"/>
                  <a:pt x="338125" y="94696"/>
                  <a:pt x="337773" y="83021"/>
                </a:cubicBezTo>
                <a:cubicBezTo>
                  <a:pt x="337422" y="71898"/>
                  <a:pt x="340461" y="61984"/>
                  <a:pt x="346891" y="53278"/>
                </a:cubicBezTo>
                <a:cubicBezTo>
                  <a:pt x="354527" y="43011"/>
                  <a:pt x="365151" y="37877"/>
                  <a:pt x="378765" y="37877"/>
                </a:cubicBezTo>
                <a:cubicBezTo>
                  <a:pt x="388812" y="37877"/>
                  <a:pt x="396800" y="41903"/>
                  <a:pt x="402727" y="49955"/>
                </a:cubicBezTo>
                <a:cubicBezTo>
                  <a:pt x="408052" y="57203"/>
                  <a:pt x="410715" y="66187"/>
                  <a:pt x="410715" y="76906"/>
                </a:cubicBezTo>
                <a:cubicBezTo>
                  <a:pt x="410715" y="88582"/>
                  <a:pt x="407600" y="98547"/>
                  <a:pt x="401371" y="106799"/>
                </a:cubicBezTo>
                <a:cubicBezTo>
                  <a:pt x="394388" y="116010"/>
                  <a:pt x="385019" y="120615"/>
                  <a:pt x="373264" y="120615"/>
                </a:cubicBezTo>
                <a:moveTo>
                  <a:pt x="377786" y="57771"/>
                </a:moveTo>
                <a:cubicBezTo>
                  <a:pt x="371607" y="57720"/>
                  <a:pt x="366734" y="60538"/>
                  <a:pt x="363167" y="66224"/>
                </a:cubicBezTo>
                <a:cubicBezTo>
                  <a:pt x="360153" y="71006"/>
                  <a:pt x="358646" y="76592"/>
                  <a:pt x="358646" y="82983"/>
                </a:cubicBezTo>
                <a:cubicBezTo>
                  <a:pt x="358646" y="89022"/>
                  <a:pt x="360354" y="93652"/>
                  <a:pt x="363770" y="96872"/>
                </a:cubicBezTo>
                <a:cubicBezTo>
                  <a:pt x="366483" y="99438"/>
                  <a:pt x="369647" y="100722"/>
                  <a:pt x="373264" y="100722"/>
                </a:cubicBezTo>
                <a:cubicBezTo>
                  <a:pt x="377635" y="100722"/>
                  <a:pt x="381428" y="99238"/>
                  <a:pt x="384643" y="96269"/>
                </a:cubicBezTo>
                <a:cubicBezTo>
                  <a:pt x="388310" y="92796"/>
                  <a:pt x="390269" y="88091"/>
                  <a:pt x="390520" y="82152"/>
                </a:cubicBezTo>
                <a:cubicBezTo>
                  <a:pt x="391173" y="65948"/>
                  <a:pt x="386928" y="57821"/>
                  <a:pt x="377786" y="57771"/>
                </a:cubicBezTo>
                <a:close/>
                <a:moveTo>
                  <a:pt x="482599" y="121519"/>
                </a:moveTo>
                <a:cubicBezTo>
                  <a:pt x="476420" y="121519"/>
                  <a:pt x="472979" y="118473"/>
                  <a:pt x="472276" y="112380"/>
                </a:cubicBezTo>
                <a:cubicBezTo>
                  <a:pt x="471572" y="107195"/>
                  <a:pt x="470869" y="101984"/>
                  <a:pt x="470166" y="96747"/>
                </a:cubicBezTo>
                <a:cubicBezTo>
                  <a:pt x="469412" y="91208"/>
                  <a:pt x="469036" y="85997"/>
                  <a:pt x="469036" y="81114"/>
                </a:cubicBezTo>
                <a:cubicBezTo>
                  <a:pt x="469036" y="79804"/>
                  <a:pt x="469123" y="77564"/>
                  <a:pt x="469299" y="74393"/>
                </a:cubicBezTo>
                <a:cubicBezTo>
                  <a:pt x="469475" y="71220"/>
                  <a:pt x="469563" y="68979"/>
                  <a:pt x="469563" y="67670"/>
                </a:cubicBezTo>
                <a:cubicBezTo>
                  <a:pt x="469563" y="67318"/>
                  <a:pt x="469613" y="66425"/>
                  <a:pt x="469714" y="64990"/>
                </a:cubicBezTo>
                <a:cubicBezTo>
                  <a:pt x="469814" y="63554"/>
                  <a:pt x="469864" y="62383"/>
                  <a:pt x="469864" y="61477"/>
                </a:cubicBezTo>
                <a:cubicBezTo>
                  <a:pt x="469864" y="57298"/>
                  <a:pt x="468784" y="55209"/>
                  <a:pt x="466624" y="55209"/>
                </a:cubicBezTo>
                <a:cubicBezTo>
                  <a:pt x="462003" y="55209"/>
                  <a:pt x="457469" y="57982"/>
                  <a:pt x="453023" y="63528"/>
                </a:cubicBezTo>
                <a:cubicBezTo>
                  <a:pt x="448577" y="69073"/>
                  <a:pt x="445098" y="76100"/>
                  <a:pt x="442587" y="84610"/>
                </a:cubicBezTo>
                <a:cubicBezTo>
                  <a:pt x="442486" y="86314"/>
                  <a:pt x="442260" y="88584"/>
                  <a:pt x="441908" y="91420"/>
                </a:cubicBezTo>
                <a:cubicBezTo>
                  <a:pt x="441607" y="93742"/>
                  <a:pt x="441456" y="96011"/>
                  <a:pt x="441456" y="98228"/>
                </a:cubicBezTo>
                <a:cubicBezTo>
                  <a:pt x="441456" y="99674"/>
                  <a:pt x="441620" y="101854"/>
                  <a:pt x="441946" y="104770"/>
                </a:cubicBezTo>
                <a:cubicBezTo>
                  <a:pt x="442273" y="107683"/>
                  <a:pt x="442436" y="109862"/>
                  <a:pt x="442436" y="111307"/>
                </a:cubicBezTo>
                <a:cubicBezTo>
                  <a:pt x="442436" y="114247"/>
                  <a:pt x="441444" y="116684"/>
                  <a:pt x="439459" y="118618"/>
                </a:cubicBezTo>
                <a:cubicBezTo>
                  <a:pt x="437475" y="120552"/>
                  <a:pt x="434976" y="121519"/>
                  <a:pt x="431962" y="121519"/>
                </a:cubicBezTo>
                <a:cubicBezTo>
                  <a:pt x="428948" y="121519"/>
                  <a:pt x="426461" y="120558"/>
                  <a:pt x="424502" y="118635"/>
                </a:cubicBezTo>
                <a:cubicBezTo>
                  <a:pt x="422543" y="116712"/>
                  <a:pt x="421563" y="114288"/>
                  <a:pt x="421563" y="111363"/>
                </a:cubicBezTo>
                <a:cubicBezTo>
                  <a:pt x="421563" y="109927"/>
                  <a:pt x="421412" y="107759"/>
                  <a:pt x="421111" y="104862"/>
                </a:cubicBezTo>
                <a:cubicBezTo>
                  <a:pt x="420810" y="101964"/>
                  <a:pt x="420659" y="99797"/>
                  <a:pt x="420659" y="98362"/>
                </a:cubicBezTo>
                <a:cubicBezTo>
                  <a:pt x="420659" y="93438"/>
                  <a:pt x="421011" y="86590"/>
                  <a:pt x="421714" y="77819"/>
                </a:cubicBezTo>
                <a:cubicBezTo>
                  <a:pt x="422417" y="69048"/>
                  <a:pt x="422769" y="62201"/>
                  <a:pt x="422769" y="57276"/>
                </a:cubicBezTo>
                <a:cubicBezTo>
                  <a:pt x="422769" y="55738"/>
                  <a:pt x="422681" y="53443"/>
                  <a:pt x="422505" y="50391"/>
                </a:cubicBezTo>
                <a:cubicBezTo>
                  <a:pt x="422329" y="47339"/>
                  <a:pt x="422241" y="45070"/>
                  <a:pt x="422241" y="43583"/>
                </a:cubicBezTo>
                <a:cubicBezTo>
                  <a:pt x="422241" y="40710"/>
                  <a:pt x="423259" y="38338"/>
                  <a:pt x="425293" y="36467"/>
                </a:cubicBezTo>
                <a:cubicBezTo>
                  <a:pt x="427328" y="34594"/>
                  <a:pt x="429827" y="33658"/>
                  <a:pt x="432791" y="33658"/>
                </a:cubicBezTo>
                <a:cubicBezTo>
                  <a:pt x="439372" y="33658"/>
                  <a:pt x="442888" y="37626"/>
                  <a:pt x="443340" y="45563"/>
                </a:cubicBezTo>
                <a:lnTo>
                  <a:pt x="443415" y="46392"/>
                </a:lnTo>
                <a:cubicBezTo>
                  <a:pt x="450750" y="39008"/>
                  <a:pt x="458486" y="35315"/>
                  <a:pt x="466624" y="35315"/>
                </a:cubicBezTo>
                <a:cubicBezTo>
                  <a:pt x="476119" y="35315"/>
                  <a:pt x="482674" y="39291"/>
                  <a:pt x="486291" y="47242"/>
                </a:cubicBezTo>
                <a:cubicBezTo>
                  <a:pt x="488703" y="52577"/>
                  <a:pt x="489908" y="60553"/>
                  <a:pt x="489908" y="71172"/>
                </a:cubicBezTo>
                <a:lnTo>
                  <a:pt x="489908" y="76531"/>
                </a:lnTo>
                <a:cubicBezTo>
                  <a:pt x="489858" y="78845"/>
                  <a:pt x="489833" y="80480"/>
                  <a:pt x="489833" y="81436"/>
                </a:cubicBezTo>
                <a:cubicBezTo>
                  <a:pt x="489833" y="85362"/>
                  <a:pt x="490373" y="90420"/>
                  <a:pt x="491453" y="96610"/>
                </a:cubicBezTo>
                <a:cubicBezTo>
                  <a:pt x="492533" y="102799"/>
                  <a:pt x="493073" y="107831"/>
                  <a:pt x="493073" y="111707"/>
                </a:cubicBezTo>
                <a:cubicBezTo>
                  <a:pt x="493073" y="114525"/>
                  <a:pt x="492068" y="116865"/>
                  <a:pt x="490059" y="118726"/>
                </a:cubicBezTo>
                <a:cubicBezTo>
                  <a:pt x="488050" y="120588"/>
                  <a:pt x="485563" y="121519"/>
                  <a:pt x="482599" y="121519"/>
                </a:cubicBezTo>
                <a:close/>
                <a:moveTo>
                  <a:pt x="556573" y="60935"/>
                </a:moveTo>
                <a:cubicBezTo>
                  <a:pt x="551600" y="60935"/>
                  <a:pt x="548611" y="58851"/>
                  <a:pt x="547606" y="54681"/>
                </a:cubicBezTo>
                <a:cubicBezTo>
                  <a:pt x="545597" y="54329"/>
                  <a:pt x="543537" y="54154"/>
                  <a:pt x="541427" y="54154"/>
                </a:cubicBezTo>
                <a:cubicBezTo>
                  <a:pt x="529321" y="54154"/>
                  <a:pt x="523267" y="55811"/>
                  <a:pt x="523267" y="59127"/>
                </a:cubicBezTo>
                <a:cubicBezTo>
                  <a:pt x="523267" y="61086"/>
                  <a:pt x="526909" y="63723"/>
                  <a:pt x="534194" y="67039"/>
                </a:cubicBezTo>
                <a:cubicBezTo>
                  <a:pt x="544140" y="71610"/>
                  <a:pt x="550872" y="75177"/>
                  <a:pt x="554388" y="77739"/>
                </a:cubicBezTo>
                <a:cubicBezTo>
                  <a:pt x="561672" y="83014"/>
                  <a:pt x="565314" y="88967"/>
                  <a:pt x="565314" y="95598"/>
                </a:cubicBezTo>
                <a:cubicBezTo>
                  <a:pt x="565314" y="104238"/>
                  <a:pt x="561296" y="110794"/>
                  <a:pt x="553258" y="115265"/>
                </a:cubicBezTo>
                <a:cubicBezTo>
                  <a:pt x="546778" y="118832"/>
                  <a:pt x="538815" y="120615"/>
                  <a:pt x="529371" y="120615"/>
                </a:cubicBezTo>
                <a:cubicBezTo>
                  <a:pt x="522690" y="120615"/>
                  <a:pt x="516586" y="119585"/>
                  <a:pt x="511060" y="117526"/>
                </a:cubicBezTo>
                <a:cubicBezTo>
                  <a:pt x="503525" y="114712"/>
                  <a:pt x="499757" y="110568"/>
                  <a:pt x="499757" y="105092"/>
                </a:cubicBezTo>
                <a:cubicBezTo>
                  <a:pt x="499757" y="100069"/>
                  <a:pt x="502746" y="97557"/>
                  <a:pt x="508724" y="97557"/>
                </a:cubicBezTo>
                <a:cubicBezTo>
                  <a:pt x="511035" y="97557"/>
                  <a:pt x="514376" y="98285"/>
                  <a:pt x="518746" y="99742"/>
                </a:cubicBezTo>
                <a:cubicBezTo>
                  <a:pt x="523117" y="101199"/>
                  <a:pt x="526482" y="101927"/>
                  <a:pt x="528844" y="101927"/>
                </a:cubicBezTo>
                <a:cubicBezTo>
                  <a:pt x="539041" y="101927"/>
                  <a:pt x="544165" y="99868"/>
                  <a:pt x="544216" y="95749"/>
                </a:cubicBezTo>
                <a:cubicBezTo>
                  <a:pt x="544216" y="93187"/>
                  <a:pt x="540674" y="90348"/>
                  <a:pt x="533591" y="87234"/>
                </a:cubicBezTo>
                <a:cubicBezTo>
                  <a:pt x="523242" y="82656"/>
                  <a:pt x="516611" y="79361"/>
                  <a:pt x="513698" y="77348"/>
                </a:cubicBezTo>
                <a:cubicBezTo>
                  <a:pt x="506614" y="72367"/>
                  <a:pt x="503073" y="66305"/>
                  <a:pt x="503073" y="59162"/>
                </a:cubicBezTo>
                <a:cubicBezTo>
                  <a:pt x="503073" y="49049"/>
                  <a:pt x="508423" y="42232"/>
                  <a:pt x="519123" y="38711"/>
                </a:cubicBezTo>
                <a:cubicBezTo>
                  <a:pt x="525402" y="36648"/>
                  <a:pt x="534947" y="35617"/>
                  <a:pt x="547757" y="35617"/>
                </a:cubicBezTo>
                <a:cubicBezTo>
                  <a:pt x="552781" y="35617"/>
                  <a:pt x="556498" y="36271"/>
                  <a:pt x="558909" y="37581"/>
                </a:cubicBezTo>
                <a:cubicBezTo>
                  <a:pt x="562225" y="39345"/>
                  <a:pt x="563883" y="42596"/>
                  <a:pt x="563883" y="47332"/>
                </a:cubicBezTo>
                <a:cubicBezTo>
                  <a:pt x="563883" y="56401"/>
                  <a:pt x="561446" y="60935"/>
                  <a:pt x="556573" y="60935"/>
                </a:cubicBezTo>
                <a:close/>
                <a:moveTo>
                  <a:pt x="616220" y="119560"/>
                </a:moveTo>
                <a:cubicBezTo>
                  <a:pt x="604214" y="119560"/>
                  <a:pt x="594393" y="116694"/>
                  <a:pt x="586757" y="110963"/>
                </a:cubicBezTo>
                <a:cubicBezTo>
                  <a:pt x="578318" y="104627"/>
                  <a:pt x="574098" y="95701"/>
                  <a:pt x="574098" y="84187"/>
                </a:cubicBezTo>
                <a:cubicBezTo>
                  <a:pt x="574098" y="71466"/>
                  <a:pt x="577439" y="60706"/>
                  <a:pt x="584120" y="51907"/>
                </a:cubicBezTo>
                <a:cubicBezTo>
                  <a:pt x="591555" y="42152"/>
                  <a:pt x="601577" y="37275"/>
                  <a:pt x="614186" y="37275"/>
                </a:cubicBezTo>
                <a:cubicBezTo>
                  <a:pt x="622927" y="37275"/>
                  <a:pt x="630186" y="38681"/>
                  <a:pt x="635963" y="41494"/>
                </a:cubicBezTo>
                <a:cubicBezTo>
                  <a:pt x="643548" y="45212"/>
                  <a:pt x="647341" y="50989"/>
                  <a:pt x="647341" y="58826"/>
                </a:cubicBezTo>
                <a:cubicBezTo>
                  <a:pt x="647341" y="64351"/>
                  <a:pt x="644252" y="69249"/>
                  <a:pt x="638073" y="73519"/>
                </a:cubicBezTo>
                <a:cubicBezTo>
                  <a:pt x="635260" y="75479"/>
                  <a:pt x="629608" y="78342"/>
                  <a:pt x="621118" y="82110"/>
                </a:cubicBezTo>
                <a:lnTo>
                  <a:pt x="595724" y="93337"/>
                </a:lnTo>
                <a:cubicBezTo>
                  <a:pt x="598136" y="95949"/>
                  <a:pt x="601049" y="97909"/>
                  <a:pt x="604465" y="99215"/>
                </a:cubicBezTo>
                <a:cubicBezTo>
                  <a:pt x="607881" y="100521"/>
                  <a:pt x="611800" y="101174"/>
                  <a:pt x="616220" y="101174"/>
                </a:cubicBezTo>
                <a:cubicBezTo>
                  <a:pt x="622952" y="101174"/>
                  <a:pt x="628654" y="99792"/>
                  <a:pt x="633326" y="97030"/>
                </a:cubicBezTo>
                <a:cubicBezTo>
                  <a:pt x="637495" y="94568"/>
                  <a:pt x="640836" y="93337"/>
                  <a:pt x="643348" y="93337"/>
                </a:cubicBezTo>
                <a:cubicBezTo>
                  <a:pt x="648572" y="93337"/>
                  <a:pt x="651184" y="95881"/>
                  <a:pt x="651184" y="100969"/>
                </a:cubicBezTo>
                <a:cubicBezTo>
                  <a:pt x="651184" y="106713"/>
                  <a:pt x="646990" y="111398"/>
                  <a:pt x="638600" y="115025"/>
                </a:cubicBezTo>
                <a:cubicBezTo>
                  <a:pt x="631567" y="118048"/>
                  <a:pt x="624107" y="119560"/>
                  <a:pt x="616220" y="119560"/>
                </a:cubicBezTo>
                <a:moveTo>
                  <a:pt x="614186" y="55510"/>
                </a:moveTo>
                <a:cubicBezTo>
                  <a:pt x="609514" y="55510"/>
                  <a:pt x="605520" y="57067"/>
                  <a:pt x="602205" y="60182"/>
                </a:cubicBezTo>
                <a:cubicBezTo>
                  <a:pt x="598889" y="63296"/>
                  <a:pt x="596227" y="67968"/>
                  <a:pt x="594217" y="74198"/>
                </a:cubicBezTo>
                <a:cubicBezTo>
                  <a:pt x="599894" y="71736"/>
                  <a:pt x="605545" y="69300"/>
                  <a:pt x="611172" y="66888"/>
                </a:cubicBezTo>
                <a:cubicBezTo>
                  <a:pt x="617954" y="63824"/>
                  <a:pt x="623354" y="60986"/>
                  <a:pt x="627373" y="58373"/>
                </a:cubicBezTo>
                <a:cubicBezTo>
                  <a:pt x="624007" y="56464"/>
                  <a:pt x="619611" y="55510"/>
                  <a:pt x="614186" y="55510"/>
                </a:cubicBezTo>
                <a:close/>
                <a:moveTo>
                  <a:pt x="765811" y="120766"/>
                </a:moveTo>
                <a:cubicBezTo>
                  <a:pt x="753051" y="120766"/>
                  <a:pt x="743004" y="117916"/>
                  <a:pt x="735670" y="112215"/>
                </a:cubicBezTo>
                <a:cubicBezTo>
                  <a:pt x="729491" y="107473"/>
                  <a:pt x="726401" y="102000"/>
                  <a:pt x="726401" y="95796"/>
                </a:cubicBezTo>
                <a:cubicBezTo>
                  <a:pt x="726401" y="92617"/>
                  <a:pt x="727356" y="89981"/>
                  <a:pt x="729265" y="87888"/>
                </a:cubicBezTo>
                <a:cubicBezTo>
                  <a:pt x="731173" y="85794"/>
                  <a:pt x="733811" y="84747"/>
                  <a:pt x="737177" y="84747"/>
                </a:cubicBezTo>
                <a:cubicBezTo>
                  <a:pt x="741698" y="84747"/>
                  <a:pt x="745013" y="87069"/>
                  <a:pt x="747123" y="91712"/>
                </a:cubicBezTo>
                <a:cubicBezTo>
                  <a:pt x="749987" y="97920"/>
                  <a:pt x="756467" y="101023"/>
                  <a:pt x="766564" y="101023"/>
                </a:cubicBezTo>
                <a:cubicBezTo>
                  <a:pt x="775205" y="101023"/>
                  <a:pt x="783569" y="99139"/>
                  <a:pt x="791657" y="95372"/>
                </a:cubicBezTo>
                <a:cubicBezTo>
                  <a:pt x="800046" y="91504"/>
                  <a:pt x="804241" y="87259"/>
                  <a:pt x="804241" y="82637"/>
                </a:cubicBezTo>
                <a:cubicBezTo>
                  <a:pt x="804241" y="76307"/>
                  <a:pt x="801628" y="72138"/>
                  <a:pt x="796404" y="70128"/>
                </a:cubicBezTo>
                <a:cubicBezTo>
                  <a:pt x="792687" y="68672"/>
                  <a:pt x="785227" y="67818"/>
                  <a:pt x="774024" y="67566"/>
                </a:cubicBezTo>
                <a:cubicBezTo>
                  <a:pt x="765333" y="67366"/>
                  <a:pt x="757547" y="65731"/>
                  <a:pt x="750665" y="62661"/>
                </a:cubicBezTo>
                <a:cubicBezTo>
                  <a:pt x="741371" y="58487"/>
                  <a:pt x="736800" y="52502"/>
                  <a:pt x="736951" y="44706"/>
                </a:cubicBezTo>
                <a:cubicBezTo>
                  <a:pt x="737101" y="34899"/>
                  <a:pt x="742326" y="25910"/>
                  <a:pt x="752624" y="17737"/>
                </a:cubicBezTo>
                <a:cubicBezTo>
                  <a:pt x="762922" y="9563"/>
                  <a:pt x="774275" y="5476"/>
                  <a:pt x="786683" y="5476"/>
                </a:cubicBezTo>
                <a:cubicBezTo>
                  <a:pt x="791607" y="5476"/>
                  <a:pt x="797685" y="6610"/>
                  <a:pt x="804919" y="8878"/>
                </a:cubicBezTo>
                <a:cubicBezTo>
                  <a:pt x="813911" y="11699"/>
                  <a:pt x="818407" y="14950"/>
                  <a:pt x="818407" y="18629"/>
                </a:cubicBezTo>
                <a:cubicBezTo>
                  <a:pt x="818407" y="21250"/>
                  <a:pt x="817503" y="23567"/>
                  <a:pt x="815694" y="25583"/>
                </a:cubicBezTo>
                <a:cubicBezTo>
                  <a:pt x="813685" y="27852"/>
                  <a:pt x="811098" y="28986"/>
                  <a:pt x="807933" y="28986"/>
                </a:cubicBezTo>
                <a:cubicBezTo>
                  <a:pt x="805572" y="28986"/>
                  <a:pt x="802043" y="28483"/>
                  <a:pt x="797346" y="27479"/>
                </a:cubicBezTo>
                <a:cubicBezTo>
                  <a:pt x="792649" y="26474"/>
                  <a:pt x="789095" y="25972"/>
                  <a:pt x="786683" y="25972"/>
                </a:cubicBezTo>
                <a:cubicBezTo>
                  <a:pt x="780203" y="26022"/>
                  <a:pt x="774049" y="27579"/>
                  <a:pt x="768222" y="30644"/>
                </a:cubicBezTo>
                <a:cubicBezTo>
                  <a:pt x="762194" y="33758"/>
                  <a:pt x="759180" y="37149"/>
                  <a:pt x="759180" y="40816"/>
                </a:cubicBezTo>
                <a:cubicBezTo>
                  <a:pt x="759180" y="42725"/>
                  <a:pt x="760096" y="44295"/>
                  <a:pt x="761930" y="45526"/>
                </a:cubicBezTo>
                <a:cubicBezTo>
                  <a:pt x="763764" y="46757"/>
                  <a:pt x="766514" y="47623"/>
                  <a:pt x="770181" y="48125"/>
                </a:cubicBezTo>
                <a:cubicBezTo>
                  <a:pt x="776611" y="48477"/>
                  <a:pt x="783016" y="48829"/>
                  <a:pt x="789396" y="49180"/>
                </a:cubicBezTo>
                <a:cubicBezTo>
                  <a:pt x="800548" y="50036"/>
                  <a:pt x="809365" y="53179"/>
                  <a:pt x="815845" y="58609"/>
                </a:cubicBezTo>
                <a:cubicBezTo>
                  <a:pt x="822978" y="64643"/>
                  <a:pt x="826545" y="72991"/>
                  <a:pt x="826545" y="83652"/>
                </a:cubicBezTo>
                <a:cubicBezTo>
                  <a:pt x="826545" y="96627"/>
                  <a:pt x="819161" y="106459"/>
                  <a:pt x="804391" y="113148"/>
                </a:cubicBezTo>
                <a:cubicBezTo>
                  <a:pt x="793139" y="118226"/>
                  <a:pt x="780278" y="120766"/>
                  <a:pt x="765811" y="120766"/>
                </a:cubicBezTo>
                <a:close/>
                <a:moveTo>
                  <a:pt x="875287" y="119560"/>
                </a:moveTo>
                <a:cubicBezTo>
                  <a:pt x="863281" y="119560"/>
                  <a:pt x="853460" y="116694"/>
                  <a:pt x="845824" y="110963"/>
                </a:cubicBezTo>
                <a:cubicBezTo>
                  <a:pt x="837384" y="104627"/>
                  <a:pt x="833165" y="95701"/>
                  <a:pt x="833165" y="84187"/>
                </a:cubicBezTo>
                <a:cubicBezTo>
                  <a:pt x="833165" y="71466"/>
                  <a:pt x="836505" y="60706"/>
                  <a:pt x="843186" y="51907"/>
                </a:cubicBezTo>
                <a:cubicBezTo>
                  <a:pt x="850621" y="42152"/>
                  <a:pt x="860643" y="37275"/>
                  <a:pt x="873252" y="37275"/>
                </a:cubicBezTo>
                <a:cubicBezTo>
                  <a:pt x="881993" y="37275"/>
                  <a:pt x="889252" y="38681"/>
                  <a:pt x="895029" y="41494"/>
                </a:cubicBezTo>
                <a:cubicBezTo>
                  <a:pt x="902615" y="45212"/>
                  <a:pt x="906408" y="50989"/>
                  <a:pt x="906408" y="58826"/>
                </a:cubicBezTo>
                <a:cubicBezTo>
                  <a:pt x="906408" y="64351"/>
                  <a:pt x="903318" y="69249"/>
                  <a:pt x="897139" y="73519"/>
                </a:cubicBezTo>
                <a:cubicBezTo>
                  <a:pt x="894326" y="75479"/>
                  <a:pt x="888675" y="78342"/>
                  <a:pt x="880185" y="82110"/>
                </a:cubicBezTo>
                <a:lnTo>
                  <a:pt x="854791" y="93337"/>
                </a:lnTo>
                <a:cubicBezTo>
                  <a:pt x="857202" y="95949"/>
                  <a:pt x="860116" y="97909"/>
                  <a:pt x="863532" y="99215"/>
                </a:cubicBezTo>
                <a:cubicBezTo>
                  <a:pt x="866948" y="100521"/>
                  <a:pt x="870866" y="101174"/>
                  <a:pt x="875287" y="101174"/>
                </a:cubicBezTo>
                <a:cubicBezTo>
                  <a:pt x="882018" y="101174"/>
                  <a:pt x="887720" y="99792"/>
                  <a:pt x="892392" y="97030"/>
                </a:cubicBezTo>
                <a:cubicBezTo>
                  <a:pt x="896561" y="94568"/>
                  <a:pt x="899902" y="93337"/>
                  <a:pt x="902414" y="93337"/>
                </a:cubicBezTo>
                <a:cubicBezTo>
                  <a:pt x="907638" y="93337"/>
                  <a:pt x="910251" y="95881"/>
                  <a:pt x="910251" y="100969"/>
                </a:cubicBezTo>
                <a:cubicBezTo>
                  <a:pt x="910251" y="106713"/>
                  <a:pt x="906056" y="111398"/>
                  <a:pt x="897667" y="115025"/>
                </a:cubicBezTo>
                <a:cubicBezTo>
                  <a:pt x="890634" y="118048"/>
                  <a:pt x="883174" y="119560"/>
                  <a:pt x="875287" y="119560"/>
                </a:cubicBezTo>
                <a:moveTo>
                  <a:pt x="873252" y="55510"/>
                </a:moveTo>
                <a:cubicBezTo>
                  <a:pt x="868580" y="55510"/>
                  <a:pt x="864587" y="57067"/>
                  <a:pt x="861271" y="60182"/>
                </a:cubicBezTo>
                <a:cubicBezTo>
                  <a:pt x="857956" y="63296"/>
                  <a:pt x="855293" y="67968"/>
                  <a:pt x="853284" y="74198"/>
                </a:cubicBezTo>
                <a:cubicBezTo>
                  <a:pt x="858960" y="71736"/>
                  <a:pt x="864612" y="69300"/>
                  <a:pt x="870238" y="66888"/>
                </a:cubicBezTo>
                <a:cubicBezTo>
                  <a:pt x="877020" y="63824"/>
                  <a:pt x="882420" y="60986"/>
                  <a:pt x="886439" y="58373"/>
                </a:cubicBezTo>
                <a:cubicBezTo>
                  <a:pt x="883073" y="56464"/>
                  <a:pt x="878678" y="55510"/>
                  <a:pt x="873252" y="55510"/>
                </a:cubicBezTo>
                <a:close/>
                <a:moveTo>
                  <a:pt x="976399" y="55432"/>
                </a:moveTo>
                <a:cubicBezTo>
                  <a:pt x="975344" y="55432"/>
                  <a:pt x="974100" y="55395"/>
                  <a:pt x="972669" y="55319"/>
                </a:cubicBezTo>
                <a:cubicBezTo>
                  <a:pt x="971237" y="55244"/>
                  <a:pt x="969994" y="55206"/>
                  <a:pt x="968939" y="55206"/>
                </a:cubicBezTo>
                <a:cubicBezTo>
                  <a:pt x="966879" y="55206"/>
                  <a:pt x="964493" y="55408"/>
                  <a:pt x="961780" y="55811"/>
                </a:cubicBezTo>
                <a:cubicBezTo>
                  <a:pt x="962684" y="76106"/>
                  <a:pt x="963136" y="89369"/>
                  <a:pt x="963136" y="95598"/>
                </a:cubicBezTo>
                <a:cubicBezTo>
                  <a:pt x="963136" y="96251"/>
                  <a:pt x="963162" y="97469"/>
                  <a:pt x="963212" y="99252"/>
                </a:cubicBezTo>
                <a:cubicBezTo>
                  <a:pt x="963262" y="101036"/>
                  <a:pt x="963287" y="102480"/>
                  <a:pt x="963287" y="103585"/>
                </a:cubicBezTo>
                <a:cubicBezTo>
                  <a:pt x="963287" y="115139"/>
                  <a:pt x="959645" y="120916"/>
                  <a:pt x="952361" y="120916"/>
                </a:cubicBezTo>
                <a:cubicBezTo>
                  <a:pt x="949598" y="120916"/>
                  <a:pt x="947212" y="120062"/>
                  <a:pt x="945202" y="118354"/>
                </a:cubicBezTo>
                <a:cubicBezTo>
                  <a:pt x="942992" y="116546"/>
                  <a:pt x="941887" y="114285"/>
                  <a:pt x="941887" y="111573"/>
                </a:cubicBezTo>
                <a:cubicBezTo>
                  <a:pt x="941887" y="109764"/>
                  <a:pt x="941962" y="107051"/>
                  <a:pt x="942113" y="103435"/>
                </a:cubicBezTo>
                <a:cubicBezTo>
                  <a:pt x="942264" y="99818"/>
                  <a:pt x="942339" y="97105"/>
                  <a:pt x="942339" y="95296"/>
                </a:cubicBezTo>
                <a:cubicBezTo>
                  <a:pt x="942339" y="89218"/>
                  <a:pt x="941887" y="76207"/>
                  <a:pt x="940983" y="56264"/>
                </a:cubicBezTo>
                <a:cubicBezTo>
                  <a:pt x="937868" y="56113"/>
                  <a:pt x="933159" y="55698"/>
                  <a:pt x="926854" y="55020"/>
                </a:cubicBezTo>
                <a:cubicBezTo>
                  <a:pt x="920549" y="54342"/>
                  <a:pt x="917397" y="51089"/>
                  <a:pt x="917397" y="45262"/>
                </a:cubicBezTo>
                <a:cubicBezTo>
                  <a:pt x="917397" y="42449"/>
                  <a:pt x="918352" y="40063"/>
                  <a:pt x="920261" y="38103"/>
                </a:cubicBezTo>
                <a:cubicBezTo>
                  <a:pt x="922170" y="36144"/>
                  <a:pt x="924631" y="35165"/>
                  <a:pt x="927645" y="35165"/>
                </a:cubicBezTo>
                <a:cubicBezTo>
                  <a:pt x="929504" y="35165"/>
                  <a:pt x="933774" y="35466"/>
                  <a:pt x="940455" y="36069"/>
                </a:cubicBezTo>
                <a:cubicBezTo>
                  <a:pt x="940405" y="34457"/>
                  <a:pt x="940279" y="31786"/>
                  <a:pt x="940078" y="28058"/>
                </a:cubicBezTo>
                <a:cubicBezTo>
                  <a:pt x="939878" y="24834"/>
                  <a:pt x="939777" y="22339"/>
                  <a:pt x="939777" y="20574"/>
                </a:cubicBezTo>
                <a:cubicBezTo>
                  <a:pt x="939777" y="17753"/>
                  <a:pt x="940807" y="15411"/>
                  <a:pt x="942867" y="13548"/>
                </a:cubicBezTo>
                <a:cubicBezTo>
                  <a:pt x="944926" y="11683"/>
                  <a:pt x="947413" y="10750"/>
                  <a:pt x="950326" y="10750"/>
                </a:cubicBezTo>
                <a:cubicBezTo>
                  <a:pt x="957761" y="10750"/>
                  <a:pt x="961479" y="17023"/>
                  <a:pt x="961479" y="29570"/>
                </a:cubicBezTo>
                <a:lnTo>
                  <a:pt x="961328" y="35768"/>
                </a:lnTo>
                <a:cubicBezTo>
                  <a:pt x="964443" y="35265"/>
                  <a:pt x="966979" y="35014"/>
                  <a:pt x="968939" y="35014"/>
                </a:cubicBezTo>
                <a:cubicBezTo>
                  <a:pt x="974716" y="35014"/>
                  <a:pt x="978659" y="35392"/>
                  <a:pt x="980769" y="36149"/>
                </a:cubicBezTo>
                <a:cubicBezTo>
                  <a:pt x="984788" y="37560"/>
                  <a:pt x="986797" y="40636"/>
                  <a:pt x="986797" y="45375"/>
                </a:cubicBezTo>
                <a:cubicBezTo>
                  <a:pt x="986797" y="48249"/>
                  <a:pt x="985818" y="50644"/>
                  <a:pt x="983859" y="52559"/>
                </a:cubicBezTo>
                <a:cubicBezTo>
                  <a:pt x="981899" y="54475"/>
                  <a:pt x="979413" y="55432"/>
                  <a:pt x="976399" y="554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D527E-E29D-4A2F-A8C1-F9FE8EB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118" y="529741"/>
            <a:ext cx="168387" cy="863733"/>
          </a:xfrm>
          <a:custGeom xmlns:a="http://schemas.openxmlformats.org/drawingml/2006/main">
            <a:pathLst>
              <a:path w="168387" h="863733">
                <a:moveTo>
                  <a:pt x="0" y="427789"/>
                </a:moveTo>
                <a:lnTo>
                  <a:pt x="0" y="435945"/>
                </a:lnTo>
                <a:lnTo>
                  <a:pt x="84371" y="442421"/>
                </a:lnTo>
                <a:lnTo>
                  <a:pt x="85003" y="442566"/>
                </a:lnTo>
                <a:lnTo>
                  <a:pt x="85811" y="442879"/>
                </a:lnTo>
                <a:lnTo>
                  <a:pt x="86700" y="443359"/>
                </a:lnTo>
                <a:lnTo>
                  <a:pt x="87830" y="444154"/>
                </a:lnTo>
                <a:lnTo>
                  <a:pt x="89051" y="445203"/>
                </a:lnTo>
                <a:lnTo>
                  <a:pt x="90472" y="446665"/>
                </a:lnTo>
                <a:lnTo>
                  <a:pt x="91940" y="448435"/>
                </a:lnTo>
                <a:lnTo>
                  <a:pt x="93374" y="450424"/>
                </a:lnTo>
                <a:lnTo>
                  <a:pt x="94775" y="452606"/>
                </a:lnTo>
                <a:lnTo>
                  <a:pt x="97806" y="458202"/>
                </a:lnTo>
                <a:lnTo>
                  <a:pt x="100707" y="464782"/>
                </a:lnTo>
                <a:lnTo>
                  <a:pt x="103510" y="472521"/>
                </a:lnTo>
                <a:lnTo>
                  <a:pt x="106072" y="481108"/>
                </a:lnTo>
                <a:lnTo>
                  <a:pt x="108315" y="490253"/>
                </a:lnTo>
                <a:lnTo>
                  <a:pt x="110343" y="500407"/>
                </a:lnTo>
                <a:lnTo>
                  <a:pt x="112020" y="510913"/>
                </a:lnTo>
                <a:lnTo>
                  <a:pt x="113380" y="522169"/>
                </a:lnTo>
                <a:lnTo>
                  <a:pt x="114383" y="533992"/>
                </a:lnTo>
                <a:lnTo>
                  <a:pt x="115009" y="546568"/>
                </a:lnTo>
                <a:lnTo>
                  <a:pt x="115009" y="546219"/>
                </a:lnTo>
                <a:lnTo>
                  <a:pt x="115218" y="559221"/>
                </a:lnTo>
                <a:lnTo>
                  <a:pt x="115218" y="726197"/>
                </a:lnTo>
                <a:lnTo>
                  <a:pt x="115442" y="739465"/>
                </a:lnTo>
                <a:lnTo>
                  <a:pt x="116098" y="752439"/>
                </a:lnTo>
                <a:lnTo>
                  <a:pt x="117160" y="764995"/>
                </a:lnTo>
                <a:lnTo>
                  <a:pt x="118612" y="777061"/>
                </a:lnTo>
                <a:lnTo>
                  <a:pt x="120442" y="788583"/>
                </a:lnTo>
                <a:lnTo>
                  <a:pt x="122620" y="799490"/>
                </a:lnTo>
                <a:lnTo>
                  <a:pt x="125148" y="809755"/>
                </a:lnTo>
                <a:lnTo>
                  <a:pt x="128011" y="819322"/>
                </a:lnTo>
                <a:lnTo>
                  <a:pt x="131209" y="828148"/>
                </a:lnTo>
                <a:lnTo>
                  <a:pt x="134757" y="836179"/>
                </a:lnTo>
                <a:lnTo>
                  <a:pt x="138597" y="843273"/>
                </a:lnTo>
                <a:lnTo>
                  <a:pt x="140776" y="846667"/>
                </a:lnTo>
                <a:lnTo>
                  <a:pt x="143024" y="849739"/>
                </a:lnTo>
                <a:lnTo>
                  <a:pt x="145399" y="852589"/>
                </a:lnTo>
                <a:lnTo>
                  <a:pt x="147940" y="855200"/>
                </a:lnTo>
                <a:lnTo>
                  <a:pt x="150678" y="857560"/>
                </a:lnTo>
                <a:lnTo>
                  <a:pt x="153625" y="859627"/>
                </a:lnTo>
                <a:lnTo>
                  <a:pt x="156809" y="861345"/>
                </a:lnTo>
                <a:lnTo>
                  <a:pt x="160230" y="862672"/>
                </a:lnTo>
                <a:lnTo>
                  <a:pt x="163848" y="863510"/>
                </a:lnTo>
                <a:lnTo>
                  <a:pt x="166794" y="863733"/>
                </a:lnTo>
                <a:lnTo>
                  <a:pt x="168387" y="842840"/>
                </a:lnTo>
                <a:lnTo>
                  <a:pt x="167020" y="842734"/>
                </a:lnTo>
                <a:lnTo>
                  <a:pt x="166382" y="842587"/>
                </a:lnTo>
                <a:lnTo>
                  <a:pt x="165575" y="842275"/>
                </a:lnTo>
                <a:lnTo>
                  <a:pt x="164685" y="841794"/>
                </a:lnTo>
                <a:lnTo>
                  <a:pt x="163573" y="841012"/>
                </a:lnTo>
                <a:lnTo>
                  <a:pt x="162264" y="839878"/>
                </a:lnTo>
                <a:lnTo>
                  <a:pt x="160914" y="838489"/>
                </a:lnTo>
                <a:lnTo>
                  <a:pt x="159446" y="836718"/>
                </a:lnTo>
                <a:lnTo>
                  <a:pt x="158012" y="834730"/>
                </a:lnTo>
                <a:lnTo>
                  <a:pt x="156611" y="832547"/>
                </a:lnTo>
                <a:lnTo>
                  <a:pt x="153580" y="826952"/>
                </a:lnTo>
                <a:lnTo>
                  <a:pt x="150679" y="820371"/>
                </a:lnTo>
                <a:lnTo>
                  <a:pt x="147876" y="812633"/>
                </a:lnTo>
                <a:lnTo>
                  <a:pt x="145314" y="804045"/>
                </a:lnTo>
                <a:lnTo>
                  <a:pt x="143070" y="794900"/>
                </a:lnTo>
                <a:lnTo>
                  <a:pt x="141042" y="784747"/>
                </a:lnTo>
                <a:lnTo>
                  <a:pt x="139366" y="774241"/>
                </a:lnTo>
                <a:lnTo>
                  <a:pt x="138006" y="762985"/>
                </a:lnTo>
                <a:lnTo>
                  <a:pt x="137003" y="751162"/>
                </a:lnTo>
                <a:lnTo>
                  <a:pt x="136377" y="738585"/>
                </a:lnTo>
                <a:lnTo>
                  <a:pt x="136377" y="738934"/>
                </a:lnTo>
                <a:lnTo>
                  <a:pt x="136167" y="725932"/>
                </a:lnTo>
                <a:lnTo>
                  <a:pt x="136167" y="558956"/>
                </a:lnTo>
                <a:lnTo>
                  <a:pt x="135944" y="545688"/>
                </a:lnTo>
                <a:lnTo>
                  <a:pt x="135287" y="532714"/>
                </a:lnTo>
                <a:lnTo>
                  <a:pt x="134226" y="520159"/>
                </a:lnTo>
                <a:lnTo>
                  <a:pt x="132774" y="508092"/>
                </a:lnTo>
                <a:lnTo>
                  <a:pt x="130944" y="496571"/>
                </a:lnTo>
                <a:lnTo>
                  <a:pt x="128765" y="485663"/>
                </a:lnTo>
                <a:lnTo>
                  <a:pt x="126238" y="475398"/>
                </a:lnTo>
                <a:lnTo>
                  <a:pt x="123375" y="465832"/>
                </a:lnTo>
                <a:lnTo>
                  <a:pt x="120176" y="457005"/>
                </a:lnTo>
                <a:lnTo>
                  <a:pt x="116629" y="448975"/>
                </a:lnTo>
                <a:lnTo>
                  <a:pt x="112788" y="441880"/>
                </a:lnTo>
                <a:lnTo>
                  <a:pt x="110610" y="438486"/>
                </a:lnTo>
                <a:lnTo>
                  <a:pt x="108361" y="435414"/>
                </a:lnTo>
                <a:lnTo>
                  <a:pt x="105987" y="432565"/>
                </a:lnTo>
                <a:lnTo>
                  <a:pt x="105307" y="431867"/>
                </a:lnTo>
                <a:lnTo>
                  <a:pt x="105987" y="431168"/>
                </a:lnTo>
                <a:lnTo>
                  <a:pt x="108361" y="428319"/>
                </a:lnTo>
                <a:lnTo>
                  <a:pt x="110610" y="425247"/>
                </a:lnTo>
                <a:lnTo>
                  <a:pt x="112788" y="421853"/>
                </a:lnTo>
                <a:lnTo>
                  <a:pt x="116629" y="414758"/>
                </a:lnTo>
                <a:lnTo>
                  <a:pt x="120176" y="406728"/>
                </a:lnTo>
                <a:lnTo>
                  <a:pt x="123375" y="397902"/>
                </a:lnTo>
                <a:lnTo>
                  <a:pt x="126238" y="388335"/>
                </a:lnTo>
                <a:lnTo>
                  <a:pt x="128765" y="378070"/>
                </a:lnTo>
                <a:lnTo>
                  <a:pt x="130944" y="367163"/>
                </a:lnTo>
                <a:lnTo>
                  <a:pt x="132774" y="355641"/>
                </a:lnTo>
                <a:lnTo>
                  <a:pt x="134226" y="343574"/>
                </a:lnTo>
                <a:lnTo>
                  <a:pt x="135287" y="331019"/>
                </a:lnTo>
                <a:lnTo>
                  <a:pt x="135944" y="318045"/>
                </a:lnTo>
                <a:lnTo>
                  <a:pt x="136167" y="304777"/>
                </a:lnTo>
                <a:lnTo>
                  <a:pt x="136167" y="137801"/>
                </a:lnTo>
                <a:lnTo>
                  <a:pt x="136377" y="124799"/>
                </a:lnTo>
                <a:lnTo>
                  <a:pt x="136377" y="125148"/>
                </a:lnTo>
                <a:lnTo>
                  <a:pt x="137003" y="112571"/>
                </a:lnTo>
                <a:lnTo>
                  <a:pt x="138006" y="100749"/>
                </a:lnTo>
                <a:lnTo>
                  <a:pt x="139366" y="89493"/>
                </a:lnTo>
                <a:lnTo>
                  <a:pt x="141042" y="78987"/>
                </a:lnTo>
                <a:lnTo>
                  <a:pt x="143070" y="68833"/>
                </a:lnTo>
                <a:lnTo>
                  <a:pt x="145314" y="59688"/>
                </a:lnTo>
                <a:lnTo>
                  <a:pt x="147876" y="51101"/>
                </a:lnTo>
                <a:lnTo>
                  <a:pt x="150679" y="43362"/>
                </a:lnTo>
                <a:lnTo>
                  <a:pt x="153580" y="36782"/>
                </a:lnTo>
                <a:lnTo>
                  <a:pt x="156611" y="31186"/>
                </a:lnTo>
                <a:lnTo>
                  <a:pt x="158012" y="29003"/>
                </a:lnTo>
                <a:lnTo>
                  <a:pt x="159446" y="27015"/>
                </a:lnTo>
                <a:lnTo>
                  <a:pt x="160914" y="25245"/>
                </a:lnTo>
                <a:lnTo>
                  <a:pt x="162335" y="23783"/>
                </a:lnTo>
                <a:lnTo>
                  <a:pt x="163556" y="22734"/>
                </a:lnTo>
                <a:lnTo>
                  <a:pt x="164685" y="21939"/>
                </a:lnTo>
                <a:lnTo>
                  <a:pt x="165575" y="21459"/>
                </a:lnTo>
                <a:lnTo>
                  <a:pt x="166382" y="21146"/>
                </a:lnTo>
                <a:lnTo>
                  <a:pt x="167020" y="20999"/>
                </a:lnTo>
                <a:lnTo>
                  <a:pt x="168387" y="20893"/>
                </a:lnTo>
                <a:lnTo>
                  <a:pt x="166794" y="0"/>
                </a:lnTo>
                <a:lnTo>
                  <a:pt x="163848" y="223"/>
                </a:lnTo>
                <a:lnTo>
                  <a:pt x="160230" y="1061"/>
                </a:lnTo>
                <a:lnTo>
                  <a:pt x="156809" y="2388"/>
                </a:lnTo>
                <a:lnTo>
                  <a:pt x="153625" y="4106"/>
                </a:lnTo>
                <a:lnTo>
                  <a:pt x="150678" y="6173"/>
                </a:lnTo>
                <a:lnTo>
                  <a:pt x="147940" y="8533"/>
                </a:lnTo>
                <a:lnTo>
                  <a:pt x="145399" y="11145"/>
                </a:lnTo>
                <a:lnTo>
                  <a:pt x="143024" y="13994"/>
                </a:lnTo>
                <a:lnTo>
                  <a:pt x="140776" y="17066"/>
                </a:lnTo>
                <a:lnTo>
                  <a:pt x="138597" y="20460"/>
                </a:lnTo>
                <a:lnTo>
                  <a:pt x="134757" y="27555"/>
                </a:lnTo>
                <a:lnTo>
                  <a:pt x="131209" y="35585"/>
                </a:lnTo>
                <a:lnTo>
                  <a:pt x="128011" y="44411"/>
                </a:lnTo>
                <a:lnTo>
                  <a:pt x="125148" y="53978"/>
                </a:lnTo>
                <a:lnTo>
                  <a:pt x="122620" y="64243"/>
                </a:lnTo>
                <a:lnTo>
                  <a:pt x="120442" y="75150"/>
                </a:lnTo>
                <a:lnTo>
                  <a:pt x="118612" y="86672"/>
                </a:lnTo>
                <a:lnTo>
                  <a:pt x="117160" y="98739"/>
                </a:lnTo>
                <a:lnTo>
                  <a:pt x="116098" y="111294"/>
                </a:lnTo>
                <a:lnTo>
                  <a:pt x="115442" y="124268"/>
                </a:lnTo>
                <a:lnTo>
                  <a:pt x="115218" y="137536"/>
                </a:lnTo>
                <a:lnTo>
                  <a:pt x="115218" y="304512"/>
                </a:lnTo>
                <a:lnTo>
                  <a:pt x="115009" y="317514"/>
                </a:lnTo>
                <a:lnTo>
                  <a:pt x="115009" y="317165"/>
                </a:lnTo>
                <a:lnTo>
                  <a:pt x="114383" y="329742"/>
                </a:lnTo>
                <a:lnTo>
                  <a:pt x="113380" y="341564"/>
                </a:lnTo>
                <a:lnTo>
                  <a:pt x="112020" y="352821"/>
                </a:lnTo>
                <a:lnTo>
                  <a:pt x="110343" y="363327"/>
                </a:lnTo>
                <a:lnTo>
                  <a:pt x="108315" y="373480"/>
                </a:lnTo>
                <a:lnTo>
                  <a:pt x="106072" y="382625"/>
                </a:lnTo>
                <a:lnTo>
                  <a:pt x="103510" y="391213"/>
                </a:lnTo>
                <a:lnTo>
                  <a:pt x="100707" y="398951"/>
                </a:lnTo>
                <a:lnTo>
                  <a:pt x="97806" y="405531"/>
                </a:lnTo>
                <a:lnTo>
                  <a:pt x="94775" y="411127"/>
                </a:lnTo>
                <a:lnTo>
                  <a:pt x="93374" y="413310"/>
                </a:lnTo>
                <a:lnTo>
                  <a:pt x="91940" y="415298"/>
                </a:lnTo>
                <a:lnTo>
                  <a:pt x="90472" y="417068"/>
                </a:lnTo>
                <a:lnTo>
                  <a:pt x="89051" y="418530"/>
                </a:lnTo>
                <a:lnTo>
                  <a:pt x="87830" y="419579"/>
                </a:lnTo>
                <a:lnTo>
                  <a:pt x="86700" y="420374"/>
                </a:lnTo>
                <a:lnTo>
                  <a:pt x="85811" y="420855"/>
                </a:lnTo>
                <a:lnTo>
                  <a:pt x="85003" y="421167"/>
                </a:lnTo>
                <a:lnTo>
                  <a:pt x="84371" y="421312"/>
                </a:lnTo>
                <a:lnTo>
                  <a:pt x="0" y="427789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zero-pass">
            <a:extLst xmlns:a="http://schemas.openxmlformats.org/drawingml/2006/main">
              <a:ext uri="{FF2B5EF4-FFF2-40B4-BE49-F238E27FC236}">
                <a16:creationId xmlns:a16="http://schemas.microsoft.com/office/drawing/2014/main" id="{9074BD48-6EF8-42E5-8EED-224954C2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706" y="634198"/>
            <a:ext cx="556843" cy="105808"/>
          </a:xfrm>
          <a:custGeom xmlns:a="http://schemas.openxmlformats.org/drawingml/2006/main">
            <a:pathLst>
              <a:path w="556843" h="105808">
                <a:moveTo>
                  <a:pt x="51676" y="20497"/>
                </a:moveTo>
                <a:cubicBezTo>
                  <a:pt x="48035" y="24875"/>
                  <a:pt x="43371" y="31217"/>
                  <a:pt x="37683" y="39523"/>
                </a:cubicBezTo>
                <a:cubicBezTo>
                  <a:pt x="31096" y="49180"/>
                  <a:pt x="26268" y="56014"/>
                  <a:pt x="23199" y="60023"/>
                </a:cubicBezTo>
                <a:cubicBezTo>
                  <a:pt x="27495" y="59778"/>
                  <a:pt x="31239" y="59655"/>
                  <a:pt x="34431" y="59655"/>
                </a:cubicBezTo>
                <a:cubicBezTo>
                  <a:pt x="36026" y="59655"/>
                  <a:pt x="38399" y="59962"/>
                  <a:pt x="41550" y="60576"/>
                </a:cubicBezTo>
                <a:cubicBezTo>
                  <a:pt x="44700" y="61189"/>
                  <a:pt x="47073" y="61496"/>
                  <a:pt x="48669" y="61496"/>
                </a:cubicBezTo>
                <a:cubicBezTo>
                  <a:pt x="50469" y="61496"/>
                  <a:pt x="51932" y="62079"/>
                  <a:pt x="53057" y="63245"/>
                </a:cubicBezTo>
                <a:cubicBezTo>
                  <a:pt x="54183" y="64411"/>
                  <a:pt x="54745" y="65895"/>
                  <a:pt x="54745" y="67695"/>
                </a:cubicBezTo>
                <a:cubicBezTo>
                  <a:pt x="54745" y="69536"/>
                  <a:pt x="54183" y="71030"/>
                  <a:pt x="53057" y="72175"/>
                </a:cubicBezTo>
                <a:cubicBezTo>
                  <a:pt x="51932" y="73321"/>
                  <a:pt x="50469" y="73894"/>
                  <a:pt x="48669" y="73894"/>
                </a:cubicBezTo>
                <a:cubicBezTo>
                  <a:pt x="47073" y="73894"/>
                  <a:pt x="44700" y="73607"/>
                  <a:pt x="41550" y="73034"/>
                </a:cubicBezTo>
                <a:cubicBezTo>
                  <a:pt x="38399" y="72462"/>
                  <a:pt x="36026" y="72175"/>
                  <a:pt x="34431" y="72175"/>
                </a:cubicBezTo>
                <a:cubicBezTo>
                  <a:pt x="25224" y="72175"/>
                  <a:pt x="16489" y="72995"/>
                  <a:pt x="8224" y="74636"/>
                </a:cubicBezTo>
                <a:cubicBezTo>
                  <a:pt x="7365" y="74796"/>
                  <a:pt x="6608" y="74876"/>
                  <a:pt x="5953" y="74876"/>
                </a:cubicBezTo>
                <a:cubicBezTo>
                  <a:pt x="1984" y="74876"/>
                  <a:pt x="0" y="73131"/>
                  <a:pt x="0" y="69642"/>
                </a:cubicBezTo>
                <a:cubicBezTo>
                  <a:pt x="0" y="67589"/>
                  <a:pt x="1023" y="65619"/>
                  <a:pt x="3069" y="63731"/>
                </a:cubicBezTo>
                <a:cubicBezTo>
                  <a:pt x="13748" y="54082"/>
                  <a:pt x="25368" y="39058"/>
                  <a:pt x="37929" y="18658"/>
                </a:cubicBezTo>
                <a:cubicBezTo>
                  <a:pt x="32487" y="18985"/>
                  <a:pt x="28539" y="19149"/>
                  <a:pt x="26084" y="19149"/>
                </a:cubicBezTo>
                <a:cubicBezTo>
                  <a:pt x="20028" y="19149"/>
                  <a:pt x="13809" y="18658"/>
                  <a:pt x="7426" y="17676"/>
                </a:cubicBezTo>
                <a:cubicBezTo>
                  <a:pt x="3785" y="17144"/>
                  <a:pt x="1964" y="15118"/>
                  <a:pt x="1964" y="11600"/>
                </a:cubicBezTo>
                <a:cubicBezTo>
                  <a:pt x="1964" y="9799"/>
                  <a:pt x="2516" y="8296"/>
                  <a:pt x="3621" y="7089"/>
                </a:cubicBezTo>
                <a:cubicBezTo>
                  <a:pt x="4726" y="5882"/>
                  <a:pt x="6117" y="5278"/>
                  <a:pt x="7794" y="5278"/>
                </a:cubicBezTo>
                <a:cubicBezTo>
                  <a:pt x="9799" y="5278"/>
                  <a:pt x="12827" y="5503"/>
                  <a:pt x="16878" y="5953"/>
                </a:cubicBezTo>
                <a:cubicBezTo>
                  <a:pt x="20928" y="6403"/>
                  <a:pt x="23997" y="6628"/>
                  <a:pt x="26084" y="6628"/>
                </a:cubicBezTo>
                <a:cubicBezTo>
                  <a:pt x="28866" y="6628"/>
                  <a:pt x="33039" y="6444"/>
                  <a:pt x="38604" y="6076"/>
                </a:cubicBezTo>
                <a:cubicBezTo>
                  <a:pt x="44168" y="5708"/>
                  <a:pt x="48342" y="5524"/>
                  <a:pt x="51124" y="5524"/>
                </a:cubicBezTo>
                <a:cubicBezTo>
                  <a:pt x="54602" y="5524"/>
                  <a:pt x="56341" y="6961"/>
                  <a:pt x="56341" y="9837"/>
                </a:cubicBezTo>
                <a:cubicBezTo>
                  <a:pt x="56341" y="13164"/>
                  <a:pt x="54786" y="16717"/>
                  <a:pt x="51676" y="20497"/>
                </a:cubicBezTo>
                <a:close/>
                <a:moveTo>
                  <a:pt x="97440" y="72912"/>
                </a:moveTo>
                <a:cubicBezTo>
                  <a:pt x="88193" y="72912"/>
                  <a:pt x="80705" y="70598"/>
                  <a:pt x="74977" y="65971"/>
                </a:cubicBezTo>
                <a:cubicBezTo>
                  <a:pt x="68717" y="60851"/>
                  <a:pt x="65587" y="53684"/>
                  <a:pt x="65587" y="44469"/>
                </a:cubicBezTo>
                <a:cubicBezTo>
                  <a:pt x="65587" y="33822"/>
                  <a:pt x="68164" y="24895"/>
                  <a:pt x="73320" y="17687"/>
                </a:cubicBezTo>
                <a:cubicBezTo>
                  <a:pt x="78925" y="9824"/>
                  <a:pt x="86413" y="5892"/>
                  <a:pt x="95782" y="5892"/>
                </a:cubicBezTo>
                <a:cubicBezTo>
                  <a:pt x="102574" y="5892"/>
                  <a:pt x="108119" y="7037"/>
                  <a:pt x="112415" y="9329"/>
                </a:cubicBezTo>
                <a:cubicBezTo>
                  <a:pt x="117693" y="12152"/>
                  <a:pt x="120332" y="16489"/>
                  <a:pt x="120332" y="22340"/>
                </a:cubicBezTo>
                <a:cubicBezTo>
                  <a:pt x="120332" y="26432"/>
                  <a:pt x="118020" y="30155"/>
                  <a:pt x="113397" y="33510"/>
                </a:cubicBezTo>
                <a:cubicBezTo>
                  <a:pt x="111351" y="34983"/>
                  <a:pt x="107014" y="37274"/>
                  <a:pt x="100385" y="40384"/>
                </a:cubicBezTo>
                <a:lnTo>
                  <a:pt x="76941" y="51492"/>
                </a:lnTo>
                <a:cubicBezTo>
                  <a:pt x="79232" y="54888"/>
                  <a:pt x="82086" y="57446"/>
                  <a:pt x="85502" y="59164"/>
                </a:cubicBezTo>
                <a:cubicBezTo>
                  <a:pt x="88919" y="60882"/>
                  <a:pt x="92898" y="61742"/>
                  <a:pt x="97440" y="61742"/>
                </a:cubicBezTo>
                <a:cubicBezTo>
                  <a:pt x="100263" y="61742"/>
                  <a:pt x="103577" y="61210"/>
                  <a:pt x="107382" y="60146"/>
                </a:cubicBezTo>
                <a:cubicBezTo>
                  <a:pt x="112210" y="58796"/>
                  <a:pt x="115320" y="57026"/>
                  <a:pt x="116711" y="54837"/>
                </a:cubicBezTo>
                <a:cubicBezTo>
                  <a:pt x="118102" y="52648"/>
                  <a:pt x="119595" y="51554"/>
                  <a:pt x="121191" y="51554"/>
                </a:cubicBezTo>
                <a:cubicBezTo>
                  <a:pt x="122623" y="51554"/>
                  <a:pt x="123902" y="52098"/>
                  <a:pt x="125027" y="53186"/>
                </a:cubicBezTo>
                <a:cubicBezTo>
                  <a:pt x="126152" y="54273"/>
                  <a:pt x="126715" y="55534"/>
                  <a:pt x="126715" y="56970"/>
                </a:cubicBezTo>
                <a:cubicBezTo>
                  <a:pt x="126715" y="61524"/>
                  <a:pt x="123053" y="65443"/>
                  <a:pt x="115729" y="68727"/>
                </a:cubicBezTo>
                <a:cubicBezTo>
                  <a:pt x="109469" y="71517"/>
                  <a:pt x="103372" y="72912"/>
                  <a:pt x="97440" y="72912"/>
                </a:cubicBezTo>
                <a:moveTo>
                  <a:pt x="95782" y="16939"/>
                </a:moveTo>
                <a:cubicBezTo>
                  <a:pt x="90791" y="16939"/>
                  <a:pt x="86638" y="18872"/>
                  <a:pt x="83324" y="22739"/>
                </a:cubicBezTo>
                <a:cubicBezTo>
                  <a:pt x="80009" y="26605"/>
                  <a:pt x="77534" y="32426"/>
                  <a:pt x="75897" y="40200"/>
                </a:cubicBezTo>
                <a:lnTo>
                  <a:pt x="94739" y="31239"/>
                </a:lnTo>
                <a:cubicBezTo>
                  <a:pt x="102145" y="27639"/>
                  <a:pt x="107423" y="24508"/>
                  <a:pt x="110573" y="21849"/>
                </a:cubicBezTo>
                <a:cubicBezTo>
                  <a:pt x="107055" y="18576"/>
                  <a:pt x="102124" y="16939"/>
                  <a:pt x="95782" y="16939"/>
                </a:cubicBezTo>
                <a:close/>
                <a:moveTo>
                  <a:pt x="185658" y="24611"/>
                </a:moveTo>
                <a:cubicBezTo>
                  <a:pt x="185371" y="29725"/>
                  <a:pt x="183325" y="32282"/>
                  <a:pt x="179520" y="32282"/>
                </a:cubicBezTo>
                <a:cubicBezTo>
                  <a:pt x="176002" y="32282"/>
                  <a:pt x="174242" y="30265"/>
                  <a:pt x="174242" y="26231"/>
                </a:cubicBezTo>
                <a:cubicBezTo>
                  <a:pt x="174242" y="25457"/>
                  <a:pt x="174181" y="24030"/>
                  <a:pt x="174058" y="21951"/>
                </a:cubicBezTo>
                <a:lnTo>
                  <a:pt x="173874" y="16816"/>
                </a:lnTo>
                <a:cubicBezTo>
                  <a:pt x="167409" y="17595"/>
                  <a:pt x="162233" y="19420"/>
                  <a:pt x="158346" y="22290"/>
                </a:cubicBezTo>
                <a:cubicBezTo>
                  <a:pt x="154705" y="24956"/>
                  <a:pt x="151677" y="28975"/>
                  <a:pt x="149263" y="34346"/>
                </a:cubicBezTo>
                <a:lnTo>
                  <a:pt x="149386" y="68050"/>
                </a:lnTo>
                <a:cubicBezTo>
                  <a:pt x="149386" y="72191"/>
                  <a:pt x="147361" y="74262"/>
                  <a:pt x="143310" y="74262"/>
                </a:cubicBezTo>
                <a:cubicBezTo>
                  <a:pt x="139709" y="74262"/>
                  <a:pt x="137909" y="72192"/>
                  <a:pt x="137909" y="68052"/>
                </a:cubicBezTo>
                <a:lnTo>
                  <a:pt x="137909" y="24889"/>
                </a:lnTo>
                <a:cubicBezTo>
                  <a:pt x="137909" y="23536"/>
                  <a:pt x="137960" y="21508"/>
                  <a:pt x="138062" y="18803"/>
                </a:cubicBezTo>
                <a:cubicBezTo>
                  <a:pt x="138165" y="16098"/>
                  <a:pt x="138216" y="14069"/>
                  <a:pt x="138216" y="12716"/>
                </a:cubicBezTo>
                <a:cubicBezTo>
                  <a:pt x="138216" y="8576"/>
                  <a:pt x="140016" y="6506"/>
                  <a:pt x="143617" y="6506"/>
                </a:cubicBezTo>
                <a:cubicBezTo>
                  <a:pt x="147627" y="6506"/>
                  <a:pt x="149652" y="9902"/>
                  <a:pt x="149693" y="16694"/>
                </a:cubicBezTo>
                <a:cubicBezTo>
                  <a:pt x="157549" y="9083"/>
                  <a:pt x="166264" y="5278"/>
                  <a:pt x="175838" y="5278"/>
                </a:cubicBezTo>
                <a:cubicBezTo>
                  <a:pt x="179152" y="5278"/>
                  <a:pt x="181627" y="6526"/>
                  <a:pt x="183264" y="9022"/>
                </a:cubicBezTo>
                <a:cubicBezTo>
                  <a:pt x="184901" y="11518"/>
                  <a:pt x="185719" y="15282"/>
                  <a:pt x="185719" y="20315"/>
                </a:cubicBezTo>
                <a:cubicBezTo>
                  <a:pt x="185719" y="22442"/>
                  <a:pt x="185699" y="23874"/>
                  <a:pt x="185658" y="24611"/>
                </a:cubicBezTo>
                <a:close/>
                <a:moveTo>
                  <a:pt x="220978" y="73771"/>
                </a:moveTo>
                <a:cubicBezTo>
                  <a:pt x="214104" y="73771"/>
                  <a:pt x="208191" y="71230"/>
                  <a:pt x="203241" y="66147"/>
                </a:cubicBezTo>
                <a:cubicBezTo>
                  <a:pt x="197717" y="60491"/>
                  <a:pt x="194812" y="52887"/>
                  <a:pt x="194526" y="43335"/>
                </a:cubicBezTo>
                <a:cubicBezTo>
                  <a:pt x="194280" y="34072"/>
                  <a:pt x="196612" y="25915"/>
                  <a:pt x="201522" y="18865"/>
                </a:cubicBezTo>
                <a:cubicBezTo>
                  <a:pt x="207250" y="10543"/>
                  <a:pt x="215229" y="6383"/>
                  <a:pt x="225458" y="6383"/>
                </a:cubicBezTo>
                <a:cubicBezTo>
                  <a:pt x="233641" y="6383"/>
                  <a:pt x="239840" y="10134"/>
                  <a:pt x="244054" y="17635"/>
                </a:cubicBezTo>
                <a:cubicBezTo>
                  <a:pt x="247409" y="23701"/>
                  <a:pt x="249025" y="30997"/>
                  <a:pt x="248903" y="39523"/>
                </a:cubicBezTo>
                <a:cubicBezTo>
                  <a:pt x="248780" y="48622"/>
                  <a:pt x="246407" y="56391"/>
                  <a:pt x="241783" y="62827"/>
                </a:cubicBezTo>
                <a:cubicBezTo>
                  <a:pt x="236546" y="70123"/>
                  <a:pt x="229611" y="73771"/>
                  <a:pt x="220978" y="73771"/>
                </a:cubicBezTo>
                <a:moveTo>
                  <a:pt x="224660" y="18903"/>
                </a:moveTo>
                <a:cubicBezTo>
                  <a:pt x="218645" y="18862"/>
                  <a:pt x="213961" y="21730"/>
                  <a:pt x="210605" y="27507"/>
                </a:cubicBezTo>
                <a:cubicBezTo>
                  <a:pt x="207946" y="32138"/>
                  <a:pt x="206616" y="37424"/>
                  <a:pt x="206616" y="43364"/>
                </a:cubicBezTo>
                <a:cubicBezTo>
                  <a:pt x="206616" y="49306"/>
                  <a:pt x="208232" y="53936"/>
                  <a:pt x="211465" y="57256"/>
                </a:cubicBezTo>
                <a:cubicBezTo>
                  <a:pt x="214165" y="60001"/>
                  <a:pt x="217336" y="61373"/>
                  <a:pt x="220978" y="61373"/>
                </a:cubicBezTo>
                <a:cubicBezTo>
                  <a:pt x="225233" y="61373"/>
                  <a:pt x="228895" y="59816"/>
                  <a:pt x="231963" y="56701"/>
                </a:cubicBezTo>
                <a:cubicBezTo>
                  <a:pt x="235441" y="53261"/>
                  <a:pt x="237282" y="48610"/>
                  <a:pt x="237487" y="42750"/>
                </a:cubicBezTo>
                <a:cubicBezTo>
                  <a:pt x="238060" y="26893"/>
                  <a:pt x="233784" y="18944"/>
                  <a:pt x="224660" y="18903"/>
                </a:cubicBezTo>
                <a:close/>
                <a:moveTo>
                  <a:pt x="297442" y="40875"/>
                </a:moveTo>
                <a:cubicBezTo>
                  <a:pt x="291877" y="41448"/>
                  <a:pt x="281976" y="41734"/>
                  <a:pt x="267737" y="41734"/>
                </a:cubicBezTo>
                <a:cubicBezTo>
                  <a:pt x="264300" y="41734"/>
                  <a:pt x="262582" y="40138"/>
                  <a:pt x="262582" y="36947"/>
                </a:cubicBezTo>
                <a:cubicBezTo>
                  <a:pt x="262582" y="33755"/>
                  <a:pt x="264300" y="32160"/>
                  <a:pt x="267737" y="32160"/>
                </a:cubicBezTo>
                <a:cubicBezTo>
                  <a:pt x="270970" y="32160"/>
                  <a:pt x="275818" y="32016"/>
                  <a:pt x="282283" y="31730"/>
                </a:cubicBezTo>
                <a:cubicBezTo>
                  <a:pt x="288747" y="31444"/>
                  <a:pt x="293596" y="31300"/>
                  <a:pt x="296828" y="31300"/>
                </a:cubicBezTo>
                <a:cubicBezTo>
                  <a:pt x="300470" y="31300"/>
                  <a:pt x="302290" y="32896"/>
                  <a:pt x="302290" y="36088"/>
                </a:cubicBezTo>
                <a:cubicBezTo>
                  <a:pt x="302290" y="38911"/>
                  <a:pt x="300674" y="40506"/>
                  <a:pt x="297442" y="40875"/>
                </a:cubicBezTo>
                <a:close/>
                <a:moveTo>
                  <a:pt x="342756" y="72298"/>
                </a:moveTo>
                <a:cubicBezTo>
                  <a:pt x="338665" y="72298"/>
                  <a:pt x="334164" y="71643"/>
                  <a:pt x="329254" y="70334"/>
                </a:cubicBezTo>
                <a:lnTo>
                  <a:pt x="329131" y="99671"/>
                </a:lnTo>
                <a:cubicBezTo>
                  <a:pt x="329131" y="101471"/>
                  <a:pt x="328569" y="102944"/>
                  <a:pt x="327444" y="104089"/>
                </a:cubicBezTo>
                <a:cubicBezTo>
                  <a:pt x="326318" y="105235"/>
                  <a:pt x="324876" y="105808"/>
                  <a:pt x="323117" y="105808"/>
                </a:cubicBezTo>
                <a:cubicBezTo>
                  <a:pt x="321357" y="105808"/>
                  <a:pt x="319915" y="105234"/>
                  <a:pt x="318790" y="104087"/>
                </a:cubicBezTo>
                <a:cubicBezTo>
                  <a:pt x="317665" y="102941"/>
                  <a:pt x="317102" y="101466"/>
                  <a:pt x="317102" y="99663"/>
                </a:cubicBezTo>
                <a:lnTo>
                  <a:pt x="317286" y="75085"/>
                </a:lnTo>
                <a:lnTo>
                  <a:pt x="317286" y="50568"/>
                </a:lnTo>
                <a:cubicBezTo>
                  <a:pt x="317163" y="41596"/>
                  <a:pt x="316857" y="33424"/>
                  <a:pt x="316366" y="26051"/>
                </a:cubicBezTo>
                <a:lnTo>
                  <a:pt x="315445" y="13577"/>
                </a:lnTo>
                <a:cubicBezTo>
                  <a:pt x="315445" y="10668"/>
                  <a:pt x="315977" y="8210"/>
                  <a:pt x="317041" y="6203"/>
                </a:cubicBezTo>
                <a:cubicBezTo>
                  <a:pt x="318268" y="3786"/>
                  <a:pt x="320048" y="2578"/>
                  <a:pt x="322380" y="2578"/>
                </a:cubicBezTo>
                <a:cubicBezTo>
                  <a:pt x="323976" y="2578"/>
                  <a:pt x="325316" y="3149"/>
                  <a:pt x="326400" y="4290"/>
                </a:cubicBezTo>
                <a:cubicBezTo>
                  <a:pt x="327484" y="5432"/>
                  <a:pt x="328027" y="6825"/>
                  <a:pt x="328027" y="8470"/>
                </a:cubicBezTo>
                <a:cubicBezTo>
                  <a:pt x="328027" y="8838"/>
                  <a:pt x="327965" y="9513"/>
                  <a:pt x="327842" y="10495"/>
                </a:cubicBezTo>
                <a:cubicBezTo>
                  <a:pt x="327638" y="11763"/>
                  <a:pt x="327495" y="12929"/>
                  <a:pt x="327413" y="13993"/>
                </a:cubicBezTo>
                <a:cubicBezTo>
                  <a:pt x="330932" y="11579"/>
                  <a:pt x="334328" y="9769"/>
                  <a:pt x="337601" y="8562"/>
                </a:cubicBezTo>
                <a:cubicBezTo>
                  <a:pt x="340874" y="7355"/>
                  <a:pt x="344004" y="6751"/>
                  <a:pt x="346991" y="6751"/>
                </a:cubicBezTo>
                <a:cubicBezTo>
                  <a:pt x="355379" y="6751"/>
                  <a:pt x="361516" y="10478"/>
                  <a:pt x="365403" y="17931"/>
                </a:cubicBezTo>
                <a:cubicBezTo>
                  <a:pt x="368472" y="23829"/>
                  <a:pt x="370006" y="31631"/>
                  <a:pt x="370006" y="41337"/>
                </a:cubicBezTo>
                <a:cubicBezTo>
                  <a:pt x="370006" y="50182"/>
                  <a:pt x="367633" y="57472"/>
                  <a:pt x="362887" y="63207"/>
                </a:cubicBezTo>
                <a:cubicBezTo>
                  <a:pt x="357854" y="69268"/>
                  <a:pt x="351144" y="72298"/>
                  <a:pt x="342756" y="72298"/>
                </a:cubicBezTo>
                <a:moveTo>
                  <a:pt x="346991" y="19026"/>
                </a:moveTo>
                <a:cubicBezTo>
                  <a:pt x="343227" y="19026"/>
                  <a:pt x="339831" y="19865"/>
                  <a:pt x="336803" y="21542"/>
                </a:cubicBezTo>
                <a:cubicBezTo>
                  <a:pt x="334634" y="22729"/>
                  <a:pt x="331893" y="24897"/>
                  <a:pt x="328579" y="28048"/>
                </a:cubicBezTo>
                <a:cubicBezTo>
                  <a:pt x="329111" y="37336"/>
                  <a:pt x="329377" y="47094"/>
                  <a:pt x="329377" y="57323"/>
                </a:cubicBezTo>
                <a:cubicBezTo>
                  <a:pt x="333837" y="59041"/>
                  <a:pt x="338296" y="59900"/>
                  <a:pt x="342756" y="59900"/>
                </a:cubicBezTo>
                <a:cubicBezTo>
                  <a:pt x="347871" y="59900"/>
                  <a:pt x="351778" y="57998"/>
                  <a:pt x="354479" y="54193"/>
                </a:cubicBezTo>
                <a:cubicBezTo>
                  <a:pt x="356811" y="50879"/>
                  <a:pt x="357977" y="46582"/>
                  <a:pt x="357977" y="41304"/>
                </a:cubicBezTo>
                <a:cubicBezTo>
                  <a:pt x="357977" y="33858"/>
                  <a:pt x="357066" y="28283"/>
                  <a:pt x="355246" y="24580"/>
                </a:cubicBezTo>
                <a:cubicBezTo>
                  <a:pt x="353425" y="20877"/>
                  <a:pt x="350673" y="19026"/>
                  <a:pt x="346991" y="19026"/>
                </a:cubicBezTo>
                <a:close/>
                <a:moveTo>
                  <a:pt x="431641" y="74139"/>
                </a:moveTo>
                <a:cubicBezTo>
                  <a:pt x="430864" y="74139"/>
                  <a:pt x="429452" y="73231"/>
                  <a:pt x="427407" y="71416"/>
                </a:cubicBezTo>
                <a:cubicBezTo>
                  <a:pt x="425565" y="69724"/>
                  <a:pt x="424195" y="68218"/>
                  <a:pt x="423295" y="66897"/>
                </a:cubicBezTo>
                <a:cubicBezTo>
                  <a:pt x="419367" y="69045"/>
                  <a:pt x="415909" y="70666"/>
                  <a:pt x="412922" y="71761"/>
                </a:cubicBezTo>
                <a:cubicBezTo>
                  <a:pt x="409936" y="72855"/>
                  <a:pt x="407440" y="73403"/>
                  <a:pt x="405435" y="73403"/>
                </a:cubicBezTo>
                <a:cubicBezTo>
                  <a:pt x="395861" y="73403"/>
                  <a:pt x="388884" y="70702"/>
                  <a:pt x="384506" y="65301"/>
                </a:cubicBezTo>
                <a:cubicBezTo>
                  <a:pt x="380374" y="60228"/>
                  <a:pt x="378308" y="52454"/>
                  <a:pt x="378308" y="41979"/>
                </a:cubicBezTo>
                <a:cubicBezTo>
                  <a:pt x="378308" y="32078"/>
                  <a:pt x="381714" y="23608"/>
                  <a:pt x="388526" y="16571"/>
                </a:cubicBezTo>
                <a:cubicBezTo>
                  <a:pt x="395339" y="9533"/>
                  <a:pt x="403471" y="6015"/>
                  <a:pt x="412922" y="6015"/>
                </a:cubicBezTo>
                <a:cubicBezTo>
                  <a:pt x="416482" y="6015"/>
                  <a:pt x="420471" y="6935"/>
                  <a:pt x="424890" y="8776"/>
                </a:cubicBezTo>
                <a:cubicBezTo>
                  <a:pt x="430455" y="11068"/>
                  <a:pt x="433237" y="13829"/>
                  <a:pt x="433237" y="17062"/>
                </a:cubicBezTo>
                <a:cubicBezTo>
                  <a:pt x="433237" y="18167"/>
                  <a:pt x="432828" y="19149"/>
                  <a:pt x="432010" y="20008"/>
                </a:cubicBezTo>
                <a:cubicBezTo>
                  <a:pt x="431600" y="21563"/>
                  <a:pt x="431283" y="24120"/>
                  <a:pt x="431058" y="27679"/>
                </a:cubicBezTo>
                <a:cubicBezTo>
                  <a:pt x="430833" y="31239"/>
                  <a:pt x="430700" y="35801"/>
                  <a:pt x="430659" y="41366"/>
                </a:cubicBezTo>
                <a:cubicBezTo>
                  <a:pt x="430618" y="46439"/>
                  <a:pt x="430966" y="50449"/>
                  <a:pt x="431703" y="53395"/>
                </a:cubicBezTo>
                <a:cubicBezTo>
                  <a:pt x="432112" y="55195"/>
                  <a:pt x="433401" y="58796"/>
                  <a:pt x="435569" y="64197"/>
                </a:cubicBezTo>
                <a:cubicBezTo>
                  <a:pt x="435856" y="64933"/>
                  <a:pt x="436326" y="66017"/>
                  <a:pt x="436981" y="67449"/>
                </a:cubicBezTo>
                <a:lnTo>
                  <a:pt x="437349" y="68493"/>
                </a:lnTo>
                <a:cubicBezTo>
                  <a:pt x="437349" y="70129"/>
                  <a:pt x="436776" y="71480"/>
                  <a:pt x="435631" y="72543"/>
                </a:cubicBezTo>
                <a:cubicBezTo>
                  <a:pt x="434485" y="73607"/>
                  <a:pt x="433155" y="74139"/>
                  <a:pt x="431641" y="74139"/>
                </a:cubicBezTo>
                <a:moveTo>
                  <a:pt x="418876" y="31508"/>
                </a:moveTo>
                <a:cubicBezTo>
                  <a:pt x="418876" y="29752"/>
                  <a:pt x="418988" y="27844"/>
                  <a:pt x="419213" y="25785"/>
                </a:cubicBezTo>
                <a:cubicBezTo>
                  <a:pt x="419438" y="23723"/>
                  <a:pt x="419776" y="21530"/>
                  <a:pt x="420226" y="19204"/>
                </a:cubicBezTo>
                <a:cubicBezTo>
                  <a:pt x="418712" y="18428"/>
                  <a:pt x="417413" y="17856"/>
                  <a:pt x="416329" y="17490"/>
                </a:cubicBezTo>
                <a:cubicBezTo>
                  <a:pt x="415244" y="17123"/>
                  <a:pt x="414375" y="16939"/>
                  <a:pt x="413720" y="16939"/>
                </a:cubicBezTo>
                <a:cubicBezTo>
                  <a:pt x="407378" y="16939"/>
                  <a:pt x="401906" y="19520"/>
                  <a:pt x="397303" y="24682"/>
                </a:cubicBezTo>
                <a:cubicBezTo>
                  <a:pt x="392700" y="29843"/>
                  <a:pt x="390398" y="35791"/>
                  <a:pt x="390398" y="42524"/>
                </a:cubicBezTo>
                <a:cubicBezTo>
                  <a:pt x="390398" y="49216"/>
                  <a:pt x="391585" y="54236"/>
                  <a:pt x="393958" y="57582"/>
                </a:cubicBezTo>
                <a:cubicBezTo>
                  <a:pt x="396331" y="60928"/>
                  <a:pt x="399891" y="62601"/>
                  <a:pt x="404637" y="62601"/>
                </a:cubicBezTo>
                <a:cubicBezTo>
                  <a:pt x="408565" y="62601"/>
                  <a:pt x="411900" y="61887"/>
                  <a:pt x="414641" y="60459"/>
                </a:cubicBezTo>
                <a:cubicBezTo>
                  <a:pt x="416114" y="59684"/>
                  <a:pt x="418180" y="58133"/>
                  <a:pt x="420840" y="55808"/>
                </a:cubicBezTo>
                <a:cubicBezTo>
                  <a:pt x="419530" y="44993"/>
                  <a:pt x="418876" y="36893"/>
                  <a:pt x="418876" y="31508"/>
                </a:cubicBezTo>
                <a:close/>
                <a:moveTo>
                  <a:pt x="489379" y="22831"/>
                </a:moveTo>
                <a:cubicBezTo>
                  <a:pt x="487128" y="22831"/>
                  <a:pt x="485553" y="22079"/>
                  <a:pt x="484653" y="20575"/>
                </a:cubicBezTo>
                <a:cubicBezTo>
                  <a:pt x="484039" y="19519"/>
                  <a:pt x="483507" y="17325"/>
                  <a:pt x="483057" y="13993"/>
                </a:cubicBezTo>
                <a:cubicBezTo>
                  <a:pt x="479988" y="14769"/>
                  <a:pt x="475263" y="16199"/>
                  <a:pt x="468880" y="18284"/>
                </a:cubicBezTo>
                <a:cubicBezTo>
                  <a:pt x="462292" y="20900"/>
                  <a:pt x="458978" y="24128"/>
                  <a:pt x="458937" y="27969"/>
                </a:cubicBezTo>
                <a:cubicBezTo>
                  <a:pt x="460165" y="28419"/>
                  <a:pt x="461372" y="28746"/>
                  <a:pt x="462558" y="28951"/>
                </a:cubicBezTo>
                <a:cubicBezTo>
                  <a:pt x="471969" y="30626"/>
                  <a:pt x="478966" y="32935"/>
                  <a:pt x="483548" y="35879"/>
                </a:cubicBezTo>
                <a:cubicBezTo>
                  <a:pt x="490217" y="40171"/>
                  <a:pt x="493552" y="46384"/>
                  <a:pt x="493552" y="54519"/>
                </a:cubicBezTo>
                <a:cubicBezTo>
                  <a:pt x="493552" y="61182"/>
                  <a:pt x="490667" y="66209"/>
                  <a:pt x="484898" y="69601"/>
                </a:cubicBezTo>
                <a:cubicBezTo>
                  <a:pt x="480111" y="72381"/>
                  <a:pt x="474056" y="73771"/>
                  <a:pt x="466732" y="73771"/>
                </a:cubicBezTo>
                <a:cubicBezTo>
                  <a:pt x="461372" y="73771"/>
                  <a:pt x="456257" y="72871"/>
                  <a:pt x="451388" y="71070"/>
                </a:cubicBezTo>
                <a:cubicBezTo>
                  <a:pt x="445087" y="68779"/>
                  <a:pt x="441937" y="65588"/>
                  <a:pt x="441937" y="61496"/>
                </a:cubicBezTo>
                <a:cubicBezTo>
                  <a:pt x="441937" y="59860"/>
                  <a:pt x="442581" y="58428"/>
                  <a:pt x="443870" y="57200"/>
                </a:cubicBezTo>
                <a:cubicBezTo>
                  <a:pt x="445159" y="55973"/>
                  <a:pt x="446622" y="55359"/>
                  <a:pt x="448258" y="55359"/>
                </a:cubicBezTo>
                <a:cubicBezTo>
                  <a:pt x="449527" y="55359"/>
                  <a:pt x="451163" y="56341"/>
                  <a:pt x="453168" y="58305"/>
                </a:cubicBezTo>
                <a:cubicBezTo>
                  <a:pt x="454150" y="59246"/>
                  <a:pt x="456360" y="60023"/>
                  <a:pt x="459797" y="60637"/>
                </a:cubicBezTo>
                <a:cubicBezTo>
                  <a:pt x="462538" y="61128"/>
                  <a:pt x="464850" y="61373"/>
                  <a:pt x="466732" y="61373"/>
                </a:cubicBezTo>
                <a:cubicBezTo>
                  <a:pt x="470169" y="61373"/>
                  <a:pt x="473196" y="60965"/>
                  <a:pt x="475815" y="60148"/>
                </a:cubicBezTo>
                <a:cubicBezTo>
                  <a:pt x="479620" y="58963"/>
                  <a:pt x="481523" y="57083"/>
                  <a:pt x="481523" y="54509"/>
                </a:cubicBezTo>
                <a:cubicBezTo>
                  <a:pt x="481523" y="48951"/>
                  <a:pt x="477636" y="45191"/>
                  <a:pt x="469862" y="43230"/>
                </a:cubicBezTo>
                <a:lnTo>
                  <a:pt x="463479" y="41818"/>
                </a:lnTo>
                <a:cubicBezTo>
                  <a:pt x="458037" y="40631"/>
                  <a:pt x="454171" y="39238"/>
                  <a:pt x="451879" y="37641"/>
                </a:cubicBezTo>
                <a:cubicBezTo>
                  <a:pt x="448565" y="35349"/>
                  <a:pt x="446908" y="31890"/>
                  <a:pt x="446908" y="27265"/>
                </a:cubicBezTo>
                <a:cubicBezTo>
                  <a:pt x="446908" y="18709"/>
                  <a:pt x="450938" y="12608"/>
                  <a:pt x="458999" y="8964"/>
                </a:cubicBezTo>
                <a:cubicBezTo>
                  <a:pt x="461454" y="7860"/>
                  <a:pt x="465382" y="6540"/>
                  <a:pt x="470782" y="5006"/>
                </a:cubicBezTo>
                <a:cubicBezTo>
                  <a:pt x="476183" y="3470"/>
                  <a:pt x="480050" y="2170"/>
                  <a:pt x="482382" y="1105"/>
                </a:cubicBezTo>
                <a:cubicBezTo>
                  <a:pt x="484060" y="368"/>
                  <a:pt x="485880" y="0"/>
                  <a:pt x="487844" y="0"/>
                </a:cubicBezTo>
                <a:cubicBezTo>
                  <a:pt x="489604" y="0"/>
                  <a:pt x="491046" y="573"/>
                  <a:pt x="492171" y="1718"/>
                </a:cubicBezTo>
                <a:cubicBezTo>
                  <a:pt x="493296" y="2864"/>
                  <a:pt x="493859" y="4358"/>
                  <a:pt x="493859" y="6199"/>
                </a:cubicBezTo>
                <a:cubicBezTo>
                  <a:pt x="493859" y="7385"/>
                  <a:pt x="494115" y="9124"/>
                  <a:pt x="494626" y="11415"/>
                </a:cubicBezTo>
                <a:cubicBezTo>
                  <a:pt x="495137" y="13707"/>
                  <a:pt x="495393" y="15446"/>
                  <a:pt x="495393" y="16632"/>
                </a:cubicBezTo>
                <a:cubicBezTo>
                  <a:pt x="495393" y="18473"/>
                  <a:pt x="494831" y="19967"/>
                  <a:pt x="493705" y="21112"/>
                </a:cubicBezTo>
                <a:cubicBezTo>
                  <a:pt x="492580" y="22258"/>
                  <a:pt x="491138" y="22831"/>
                  <a:pt x="489379" y="22831"/>
                </a:cubicBezTo>
                <a:close/>
                <a:moveTo>
                  <a:pt x="550829" y="22831"/>
                </a:moveTo>
                <a:cubicBezTo>
                  <a:pt x="548578" y="22831"/>
                  <a:pt x="547003" y="22079"/>
                  <a:pt x="546103" y="20575"/>
                </a:cubicBezTo>
                <a:cubicBezTo>
                  <a:pt x="545489" y="19519"/>
                  <a:pt x="544957" y="17325"/>
                  <a:pt x="544507" y="13993"/>
                </a:cubicBezTo>
                <a:cubicBezTo>
                  <a:pt x="541438" y="14769"/>
                  <a:pt x="536713" y="16199"/>
                  <a:pt x="530330" y="18284"/>
                </a:cubicBezTo>
                <a:cubicBezTo>
                  <a:pt x="523742" y="20900"/>
                  <a:pt x="520428" y="24128"/>
                  <a:pt x="520387" y="27969"/>
                </a:cubicBezTo>
                <a:cubicBezTo>
                  <a:pt x="521615" y="28419"/>
                  <a:pt x="522822" y="28746"/>
                  <a:pt x="524008" y="28951"/>
                </a:cubicBezTo>
                <a:cubicBezTo>
                  <a:pt x="533419" y="30626"/>
                  <a:pt x="540416" y="32935"/>
                  <a:pt x="544998" y="35879"/>
                </a:cubicBezTo>
                <a:cubicBezTo>
                  <a:pt x="551667" y="40171"/>
                  <a:pt x="555002" y="46384"/>
                  <a:pt x="555002" y="54519"/>
                </a:cubicBezTo>
                <a:cubicBezTo>
                  <a:pt x="555002" y="61182"/>
                  <a:pt x="552117" y="66209"/>
                  <a:pt x="546348" y="69601"/>
                </a:cubicBezTo>
                <a:cubicBezTo>
                  <a:pt x="541561" y="72381"/>
                  <a:pt x="535506" y="73771"/>
                  <a:pt x="528182" y="73771"/>
                </a:cubicBezTo>
                <a:cubicBezTo>
                  <a:pt x="522822" y="73771"/>
                  <a:pt x="517707" y="72871"/>
                  <a:pt x="512838" y="71070"/>
                </a:cubicBezTo>
                <a:cubicBezTo>
                  <a:pt x="506537" y="68779"/>
                  <a:pt x="503387" y="65588"/>
                  <a:pt x="503387" y="61496"/>
                </a:cubicBezTo>
                <a:cubicBezTo>
                  <a:pt x="503387" y="59860"/>
                  <a:pt x="504031" y="58428"/>
                  <a:pt x="505320" y="57200"/>
                </a:cubicBezTo>
                <a:cubicBezTo>
                  <a:pt x="506609" y="55973"/>
                  <a:pt x="508072" y="55359"/>
                  <a:pt x="509708" y="55359"/>
                </a:cubicBezTo>
                <a:cubicBezTo>
                  <a:pt x="510977" y="55359"/>
                  <a:pt x="512613" y="56341"/>
                  <a:pt x="514618" y="58305"/>
                </a:cubicBezTo>
                <a:cubicBezTo>
                  <a:pt x="515600" y="59246"/>
                  <a:pt x="517810" y="60023"/>
                  <a:pt x="521247" y="60637"/>
                </a:cubicBezTo>
                <a:cubicBezTo>
                  <a:pt x="523988" y="61128"/>
                  <a:pt x="526300" y="61373"/>
                  <a:pt x="528182" y="61373"/>
                </a:cubicBezTo>
                <a:cubicBezTo>
                  <a:pt x="531619" y="61373"/>
                  <a:pt x="534646" y="60965"/>
                  <a:pt x="537265" y="60148"/>
                </a:cubicBezTo>
                <a:cubicBezTo>
                  <a:pt x="541070" y="58963"/>
                  <a:pt x="542973" y="57083"/>
                  <a:pt x="542973" y="54509"/>
                </a:cubicBezTo>
                <a:cubicBezTo>
                  <a:pt x="542973" y="48951"/>
                  <a:pt x="539086" y="45191"/>
                  <a:pt x="531312" y="43230"/>
                </a:cubicBezTo>
                <a:lnTo>
                  <a:pt x="524929" y="41818"/>
                </a:lnTo>
                <a:cubicBezTo>
                  <a:pt x="519487" y="40631"/>
                  <a:pt x="515621" y="39238"/>
                  <a:pt x="513329" y="37641"/>
                </a:cubicBezTo>
                <a:cubicBezTo>
                  <a:pt x="510015" y="35349"/>
                  <a:pt x="508358" y="31890"/>
                  <a:pt x="508358" y="27265"/>
                </a:cubicBezTo>
                <a:cubicBezTo>
                  <a:pt x="508358" y="18709"/>
                  <a:pt x="512388" y="12608"/>
                  <a:pt x="520449" y="8964"/>
                </a:cubicBezTo>
                <a:cubicBezTo>
                  <a:pt x="522904" y="7860"/>
                  <a:pt x="526832" y="6540"/>
                  <a:pt x="532232" y="5006"/>
                </a:cubicBezTo>
                <a:cubicBezTo>
                  <a:pt x="537633" y="3470"/>
                  <a:pt x="541500" y="2170"/>
                  <a:pt x="543832" y="1105"/>
                </a:cubicBezTo>
                <a:cubicBezTo>
                  <a:pt x="545510" y="368"/>
                  <a:pt x="547330" y="0"/>
                  <a:pt x="549294" y="0"/>
                </a:cubicBezTo>
                <a:cubicBezTo>
                  <a:pt x="551054" y="0"/>
                  <a:pt x="552496" y="573"/>
                  <a:pt x="553621" y="1718"/>
                </a:cubicBezTo>
                <a:cubicBezTo>
                  <a:pt x="554746" y="2864"/>
                  <a:pt x="555309" y="4358"/>
                  <a:pt x="555309" y="6199"/>
                </a:cubicBezTo>
                <a:cubicBezTo>
                  <a:pt x="555309" y="7385"/>
                  <a:pt x="555565" y="9124"/>
                  <a:pt x="556076" y="11415"/>
                </a:cubicBezTo>
                <a:cubicBezTo>
                  <a:pt x="556587" y="13707"/>
                  <a:pt x="556843" y="15446"/>
                  <a:pt x="556843" y="16632"/>
                </a:cubicBezTo>
                <a:cubicBezTo>
                  <a:pt x="556843" y="18473"/>
                  <a:pt x="556281" y="19967"/>
                  <a:pt x="555155" y="21112"/>
                </a:cubicBezTo>
                <a:cubicBezTo>
                  <a:pt x="554030" y="22258"/>
                  <a:pt x="552588" y="22831"/>
                  <a:pt x="550829" y="228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partial-pass">
            <a:extLst xmlns:a="http://schemas.openxmlformats.org/drawingml/2006/main">
              <a:ext uri="{FF2B5EF4-FFF2-40B4-BE49-F238E27FC236}">
                <a16:creationId xmlns:a16="http://schemas.microsoft.com/office/drawing/2014/main" id="{27282A53-0074-4964-BC19-6EB2ADBD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970" y="876413"/>
            <a:ext cx="677832" cy="134531"/>
          </a:xfrm>
          <a:custGeom xmlns:a="http://schemas.openxmlformats.org/drawingml/2006/main">
            <a:pathLst>
              <a:path w="677832" h="134531">
                <a:moveTo>
                  <a:pt x="27311" y="101021"/>
                </a:moveTo>
                <a:cubicBezTo>
                  <a:pt x="23220" y="101021"/>
                  <a:pt x="18719" y="100366"/>
                  <a:pt x="13809" y="99057"/>
                </a:cubicBezTo>
                <a:lnTo>
                  <a:pt x="13686" y="128393"/>
                </a:lnTo>
                <a:cubicBezTo>
                  <a:pt x="13686" y="130194"/>
                  <a:pt x="13124" y="131667"/>
                  <a:pt x="11999" y="132812"/>
                </a:cubicBezTo>
                <a:cubicBezTo>
                  <a:pt x="10873" y="133958"/>
                  <a:pt x="9431" y="134531"/>
                  <a:pt x="7672" y="134531"/>
                </a:cubicBezTo>
                <a:cubicBezTo>
                  <a:pt x="5912" y="134531"/>
                  <a:pt x="4470" y="133957"/>
                  <a:pt x="3345" y="132810"/>
                </a:cubicBezTo>
                <a:cubicBezTo>
                  <a:pt x="2220" y="131663"/>
                  <a:pt x="1657" y="130188"/>
                  <a:pt x="1657" y="128386"/>
                </a:cubicBezTo>
                <a:lnTo>
                  <a:pt x="1841" y="103807"/>
                </a:lnTo>
                <a:lnTo>
                  <a:pt x="1841" y="79291"/>
                </a:lnTo>
                <a:cubicBezTo>
                  <a:pt x="1718" y="70319"/>
                  <a:pt x="1412" y="62146"/>
                  <a:pt x="921" y="54774"/>
                </a:cubicBezTo>
                <a:lnTo>
                  <a:pt x="0" y="42300"/>
                </a:lnTo>
                <a:cubicBezTo>
                  <a:pt x="0" y="39391"/>
                  <a:pt x="532" y="36933"/>
                  <a:pt x="1596" y="34925"/>
                </a:cubicBezTo>
                <a:cubicBezTo>
                  <a:pt x="2823" y="32509"/>
                  <a:pt x="4603" y="31300"/>
                  <a:pt x="6935" y="31300"/>
                </a:cubicBezTo>
                <a:cubicBezTo>
                  <a:pt x="8531" y="31300"/>
                  <a:pt x="9871" y="31871"/>
                  <a:pt x="10955" y="33013"/>
                </a:cubicBezTo>
                <a:cubicBezTo>
                  <a:pt x="12039" y="34155"/>
                  <a:pt x="12582" y="35548"/>
                  <a:pt x="12582" y="37192"/>
                </a:cubicBezTo>
                <a:cubicBezTo>
                  <a:pt x="12582" y="37561"/>
                  <a:pt x="12520" y="38236"/>
                  <a:pt x="12397" y="39218"/>
                </a:cubicBezTo>
                <a:cubicBezTo>
                  <a:pt x="12193" y="40486"/>
                  <a:pt x="12050" y="41652"/>
                  <a:pt x="11968" y="42716"/>
                </a:cubicBezTo>
                <a:cubicBezTo>
                  <a:pt x="15487" y="40302"/>
                  <a:pt x="18883" y="38491"/>
                  <a:pt x="22156" y="37284"/>
                </a:cubicBezTo>
                <a:cubicBezTo>
                  <a:pt x="25429" y="36077"/>
                  <a:pt x="28559" y="35474"/>
                  <a:pt x="31546" y="35474"/>
                </a:cubicBezTo>
                <a:cubicBezTo>
                  <a:pt x="39934" y="35474"/>
                  <a:pt x="46071" y="39200"/>
                  <a:pt x="49958" y="46653"/>
                </a:cubicBezTo>
                <a:cubicBezTo>
                  <a:pt x="53027" y="52552"/>
                  <a:pt x="54561" y="60354"/>
                  <a:pt x="54561" y="70060"/>
                </a:cubicBezTo>
                <a:cubicBezTo>
                  <a:pt x="54561" y="78905"/>
                  <a:pt x="52188" y="86195"/>
                  <a:pt x="47442" y="91930"/>
                </a:cubicBezTo>
                <a:cubicBezTo>
                  <a:pt x="42409" y="97990"/>
                  <a:pt x="35699" y="101021"/>
                  <a:pt x="27311" y="101021"/>
                </a:cubicBezTo>
                <a:moveTo>
                  <a:pt x="31546" y="47749"/>
                </a:moveTo>
                <a:cubicBezTo>
                  <a:pt x="27782" y="47749"/>
                  <a:pt x="24386" y="48587"/>
                  <a:pt x="21358" y="50265"/>
                </a:cubicBezTo>
                <a:cubicBezTo>
                  <a:pt x="19189" y="51451"/>
                  <a:pt x="16448" y="53620"/>
                  <a:pt x="13134" y="56770"/>
                </a:cubicBezTo>
                <a:cubicBezTo>
                  <a:pt x="13666" y="66058"/>
                  <a:pt x="13932" y="75817"/>
                  <a:pt x="13932" y="86046"/>
                </a:cubicBezTo>
                <a:cubicBezTo>
                  <a:pt x="18392" y="87764"/>
                  <a:pt x="22851" y="88623"/>
                  <a:pt x="27311" y="88623"/>
                </a:cubicBezTo>
                <a:cubicBezTo>
                  <a:pt x="32426" y="88623"/>
                  <a:pt x="36333" y="86721"/>
                  <a:pt x="39034" y="82916"/>
                </a:cubicBezTo>
                <a:cubicBezTo>
                  <a:pt x="41366" y="79601"/>
                  <a:pt x="42532" y="75305"/>
                  <a:pt x="42532" y="70027"/>
                </a:cubicBezTo>
                <a:cubicBezTo>
                  <a:pt x="42532" y="62580"/>
                  <a:pt x="41621" y="57006"/>
                  <a:pt x="39801" y="53303"/>
                </a:cubicBezTo>
                <a:cubicBezTo>
                  <a:pt x="37980" y="49600"/>
                  <a:pt x="35228" y="47749"/>
                  <a:pt x="31546" y="47749"/>
                </a:cubicBezTo>
                <a:close/>
                <a:moveTo>
                  <a:pt x="116196" y="102862"/>
                </a:moveTo>
                <a:cubicBezTo>
                  <a:pt x="115419" y="102862"/>
                  <a:pt x="114007" y="101954"/>
                  <a:pt x="111961" y="100138"/>
                </a:cubicBezTo>
                <a:cubicBezTo>
                  <a:pt x="110120" y="98447"/>
                  <a:pt x="108750" y="96941"/>
                  <a:pt x="107849" y="95620"/>
                </a:cubicBezTo>
                <a:cubicBezTo>
                  <a:pt x="103921" y="97768"/>
                  <a:pt x="100464" y="99389"/>
                  <a:pt x="97477" y="100484"/>
                </a:cubicBezTo>
                <a:cubicBezTo>
                  <a:pt x="94490" y="101578"/>
                  <a:pt x="91995" y="102125"/>
                  <a:pt x="89990" y="102125"/>
                </a:cubicBezTo>
                <a:cubicBezTo>
                  <a:pt x="80415" y="102125"/>
                  <a:pt x="73439" y="99425"/>
                  <a:pt x="69061" y="94024"/>
                </a:cubicBezTo>
                <a:cubicBezTo>
                  <a:pt x="64929" y="88951"/>
                  <a:pt x="62863" y="81177"/>
                  <a:pt x="62863" y="70702"/>
                </a:cubicBezTo>
                <a:cubicBezTo>
                  <a:pt x="62863" y="60801"/>
                  <a:pt x="66269" y="52331"/>
                  <a:pt x="73081" y="45294"/>
                </a:cubicBezTo>
                <a:cubicBezTo>
                  <a:pt x="79894" y="38256"/>
                  <a:pt x="88026" y="34737"/>
                  <a:pt x="97477" y="34737"/>
                </a:cubicBezTo>
                <a:cubicBezTo>
                  <a:pt x="101037" y="34737"/>
                  <a:pt x="105026" y="35658"/>
                  <a:pt x="109445" y="37499"/>
                </a:cubicBezTo>
                <a:cubicBezTo>
                  <a:pt x="115010" y="39790"/>
                  <a:pt x="117792" y="42552"/>
                  <a:pt x="117792" y="45785"/>
                </a:cubicBezTo>
                <a:cubicBezTo>
                  <a:pt x="117792" y="46889"/>
                  <a:pt x="117383" y="47871"/>
                  <a:pt x="116564" y="48731"/>
                </a:cubicBezTo>
                <a:cubicBezTo>
                  <a:pt x="116155" y="50285"/>
                  <a:pt x="115838" y="52843"/>
                  <a:pt x="115613" y="56402"/>
                </a:cubicBezTo>
                <a:cubicBezTo>
                  <a:pt x="115388" y="59962"/>
                  <a:pt x="115255" y="64524"/>
                  <a:pt x="115214" y="70088"/>
                </a:cubicBezTo>
                <a:cubicBezTo>
                  <a:pt x="115173" y="75162"/>
                  <a:pt x="115521" y="79172"/>
                  <a:pt x="116258" y="82118"/>
                </a:cubicBezTo>
                <a:cubicBezTo>
                  <a:pt x="116667" y="83918"/>
                  <a:pt x="117956" y="87519"/>
                  <a:pt x="120124" y="92919"/>
                </a:cubicBezTo>
                <a:cubicBezTo>
                  <a:pt x="120410" y="93656"/>
                  <a:pt x="120881" y="94740"/>
                  <a:pt x="121536" y="96172"/>
                </a:cubicBezTo>
                <a:lnTo>
                  <a:pt x="121904" y="97216"/>
                </a:lnTo>
                <a:cubicBezTo>
                  <a:pt x="121904" y="98852"/>
                  <a:pt x="121331" y="100202"/>
                  <a:pt x="120185" y="101266"/>
                </a:cubicBezTo>
                <a:cubicBezTo>
                  <a:pt x="119040" y="102330"/>
                  <a:pt x="117710" y="102862"/>
                  <a:pt x="116196" y="102862"/>
                </a:cubicBezTo>
                <a:moveTo>
                  <a:pt x="103430" y="60230"/>
                </a:moveTo>
                <a:cubicBezTo>
                  <a:pt x="103430" y="58475"/>
                  <a:pt x="103543" y="56567"/>
                  <a:pt x="103768" y="54507"/>
                </a:cubicBezTo>
                <a:cubicBezTo>
                  <a:pt x="103993" y="52446"/>
                  <a:pt x="104331" y="50253"/>
                  <a:pt x="104781" y="47927"/>
                </a:cubicBezTo>
                <a:cubicBezTo>
                  <a:pt x="103267" y="47151"/>
                  <a:pt x="101968" y="46579"/>
                  <a:pt x="100883" y="46212"/>
                </a:cubicBezTo>
                <a:cubicBezTo>
                  <a:pt x="99799" y="45845"/>
                  <a:pt x="98930" y="45662"/>
                  <a:pt x="98275" y="45662"/>
                </a:cubicBezTo>
                <a:cubicBezTo>
                  <a:pt x="91933" y="45662"/>
                  <a:pt x="86461" y="48243"/>
                  <a:pt x="81858" y="53404"/>
                </a:cubicBezTo>
                <a:cubicBezTo>
                  <a:pt x="77255" y="58566"/>
                  <a:pt x="74953" y="64514"/>
                  <a:pt x="74953" y="71247"/>
                </a:cubicBezTo>
                <a:cubicBezTo>
                  <a:pt x="74953" y="77939"/>
                  <a:pt x="76140" y="82958"/>
                  <a:pt x="78513" y="86305"/>
                </a:cubicBezTo>
                <a:cubicBezTo>
                  <a:pt x="80886" y="89651"/>
                  <a:pt x="84446" y="91324"/>
                  <a:pt x="89192" y="91324"/>
                </a:cubicBezTo>
                <a:cubicBezTo>
                  <a:pt x="93120" y="91324"/>
                  <a:pt x="96454" y="90610"/>
                  <a:pt x="99196" y="89181"/>
                </a:cubicBezTo>
                <a:cubicBezTo>
                  <a:pt x="100669" y="88407"/>
                  <a:pt x="102735" y="86856"/>
                  <a:pt x="105394" y="84530"/>
                </a:cubicBezTo>
                <a:cubicBezTo>
                  <a:pt x="104085" y="73716"/>
                  <a:pt x="103430" y="65616"/>
                  <a:pt x="103430" y="60230"/>
                </a:cubicBezTo>
                <a:close/>
                <a:moveTo>
                  <a:pt x="180255" y="53334"/>
                </a:moveTo>
                <a:cubicBezTo>
                  <a:pt x="179969" y="58448"/>
                  <a:pt x="177923" y="61005"/>
                  <a:pt x="174118" y="61005"/>
                </a:cubicBezTo>
                <a:cubicBezTo>
                  <a:pt x="170599" y="61005"/>
                  <a:pt x="168840" y="58988"/>
                  <a:pt x="168840" y="54954"/>
                </a:cubicBezTo>
                <a:cubicBezTo>
                  <a:pt x="168840" y="54179"/>
                  <a:pt x="168778" y="52752"/>
                  <a:pt x="168656" y="50673"/>
                </a:cubicBezTo>
                <a:lnTo>
                  <a:pt x="168471" y="45539"/>
                </a:lnTo>
                <a:cubicBezTo>
                  <a:pt x="162007" y="46318"/>
                  <a:pt x="156831" y="48142"/>
                  <a:pt x="152944" y="51013"/>
                </a:cubicBezTo>
                <a:cubicBezTo>
                  <a:pt x="149303" y="53679"/>
                  <a:pt x="146275" y="57697"/>
                  <a:pt x="143861" y="63069"/>
                </a:cubicBezTo>
                <a:lnTo>
                  <a:pt x="143983" y="96773"/>
                </a:lnTo>
                <a:cubicBezTo>
                  <a:pt x="143983" y="100914"/>
                  <a:pt x="141958" y="102985"/>
                  <a:pt x="137908" y="102985"/>
                </a:cubicBezTo>
                <a:cubicBezTo>
                  <a:pt x="134307" y="102985"/>
                  <a:pt x="132507" y="100915"/>
                  <a:pt x="132507" y="96774"/>
                </a:cubicBezTo>
                <a:lnTo>
                  <a:pt x="132507" y="53612"/>
                </a:lnTo>
                <a:cubicBezTo>
                  <a:pt x="132507" y="52259"/>
                  <a:pt x="132558" y="50230"/>
                  <a:pt x="132660" y="47526"/>
                </a:cubicBezTo>
                <a:cubicBezTo>
                  <a:pt x="132762" y="44821"/>
                  <a:pt x="132814" y="42791"/>
                  <a:pt x="132814" y="41439"/>
                </a:cubicBezTo>
                <a:cubicBezTo>
                  <a:pt x="132814" y="37298"/>
                  <a:pt x="134614" y="35228"/>
                  <a:pt x="138214" y="35228"/>
                </a:cubicBezTo>
                <a:cubicBezTo>
                  <a:pt x="142224" y="35228"/>
                  <a:pt x="144249" y="38624"/>
                  <a:pt x="144290" y="45416"/>
                </a:cubicBezTo>
                <a:cubicBezTo>
                  <a:pt x="152146" y="37806"/>
                  <a:pt x="160861" y="34001"/>
                  <a:pt x="170435" y="34001"/>
                </a:cubicBezTo>
                <a:cubicBezTo>
                  <a:pt x="173750" y="34001"/>
                  <a:pt x="176225" y="35249"/>
                  <a:pt x="177862" y="37745"/>
                </a:cubicBezTo>
                <a:cubicBezTo>
                  <a:pt x="179498" y="40241"/>
                  <a:pt x="180317" y="44005"/>
                  <a:pt x="180317" y="49037"/>
                </a:cubicBezTo>
                <a:cubicBezTo>
                  <a:pt x="180317" y="51165"/>
                  <a:pt x="180296" y="52597"/>
                  <a:pt x="180255" y="53334"/>
                </a:cubicBezTo>
                <a:close/>
                <a:moveTo>
                  <a:pt x="233619" y="46575"/>
                </a:moveTo>
                <a:cubicBezTo>
                  <a:pt x="232760" y="46575"/>
                  <a:pt x="231747" y="46534"/>
                  <a:pt x="230581" y="46452"/>
                </a:cubicBezTo>
                <a:cubicBezTo>
                  <a:pt x="229415" y="46369"/>
                  <a:pt x="228402" y="46327"/>
                  <a:pt x="227543" y="46327"/>
                </a:cubicBezTo>
                <a:cubicBezTo>
                  <a:pt x="226602" y="46327"/>
                  <a:pt x="223820" y="46637"/>
                  <a:pt x="219196" y="47258"/>
                </a:cubicBezTo>
                <a:lnTo>
                  <a:pt x="220362" y="83489"/>
                </a:lnTo>
                <a:lnTo>
                  <a:pt x="220424" y="86188"/>
                </a:lnTo>
                <a:lnTo>
                  <a:pt x="220485" y="89314"/>
                </a:lnTo>
                <a:cubicBezTo>
                  <a:pt x="220649" y="98264"/>
                  <a:pt x="218500" y="102739"/>
                  <a:pt x="214041" y="102739"/>
                </a:cubicBezTo>
                <a:cubicBezTo>
                  <a:pt x="212404" y="102739"/>
                  <a:pt x="210982" y="102208"/>
                  <a:pt x="209775" y="101145"/>
                </a:cubicBezTo>
                <a:cubicBezTo>
                  <a:pt x="208568" y="100083"/>
                  <a:pt x="207965" y="98754"/>
                  <a:pt x="207965" y="97160"/>
                </a:cubicBezTo>
                <a:cubicBezTo>
                  <a:pt x="207965" y="95608"/>
                  <a:pt x="208026" y="93279"/>
                  <a:pt x="208149" y="90173"/>
                </a:cubicBezTo>
                <a:cubicBezTo>
                  <a:pt x="208272" y="87066"/>
                  <a:pt x="208333" y="84736"/>
                  <a:pt x="208333" y="83182"/>
                </a:cubicBezTo>
                <a:lnTo>
                  <a:pt x="207105" y="47380"/>
                </a:lnTo>
                <a:cubicBezTo>
                  <a:pt x="204119" y="47258"/>
                  <a:pt x="199577" y="46908"/>
                  <a:pt x="193481" y="46331"/>
                </a:cubicBezTo>
                <a:cubicBezTo>
                  <a:pt x="189839" y="45838"/>
                  <a:pt x="188018" y="43803"/>
                  <a:pt x="188018" y="40226"/>
                </a:cubicBezTo>
                <a:cubicBezTo>
                  <a:pt x="188018" y="38417"/>
                  <a:pt x="188571" y="36917"/>
                  <a:pt x="189675" y="35727"/>
                </a:cubicBezTo>
                <a:cubicBezTo>
                  <a:pt x="190780" y="34535"/>
                  <a:pt x="192192" y="33940"/>
                  <a:pt x="193910" y="33940"/>
                </a:cubicBezTo>
                <a:lnTo>
                  <a:pt x="206799" y="34983"/>
                </a:lnTo>
                <a:cubicBezTo>
                  <a:pt x="206799" y="32890"/>
                  <a:pt x="206707" y="30090"/>
                  <a:pt x="206522" y="26582"/>
                </a:cubicBezTo>
                <a:cubicBezTo>
                  <a:pt x="206338" y="23074"/>
                  <a:pt x="206246" y="20540"/>
                  <a:pt x="206246" y="18982"/>
                </a:cubicBezTo>
                <a:cubicBezTo>
                  <a:pt x="206246" y="17258"/>
                  <a:pt x="206840" y="15832"/>
                  <a:pt x="208026" y="14705"/>
                </a:cubicBezTo>
                <a:cubicBezTo>
                  <a:pt x="209213" y="13576"/>
                  <a:pt x="210665" y="13011"/>
                  <a:pt x="212384" y="13011"/>
                </a:cubicBezTo>
                <a:cubicBezTo>
                  <a:pt x="216066" y="13011"/>
                  <a:pt x="218214" y="16018"/>
                  <a:pt x="218828" y="22033"/>
                </a:cubicBezTo>
                <a:cubicBezTo>
                  <a:pt x="218951" y="23547"/>
                  <a:pt x="219012" y="25368"/>
                  <a:pt x="219012" y="27495"/>
                </a:cubicBezTo>
                <a:lnTo>
                  <a:pt x="218889" y="31055"/>
                </a:lnTo>
                <a:lnTo>
                  <a:pt x="218828" y="34860"/>
                </a:lnTo>
                <a:cubicBezTo>
                  <a:pt x="223901" y="34205"/>
                  <a:pt x="226806" y="33878"/>
                  <a:pt x="227543" y="33878"/>
                </a:cubicBezTo>
                <a:cubicBezTo>
                  <a:pt x="231798" y="33878"/>
                  <a:pt x="234580" y="34083"/>
                  <a:pt x="235890" y="34492"/>
                </a:cubicBezTo>
                <a:cubicBezTo>
                  <a:pt x="238385" y="35315"/>
                  <a:pt x="239633" y="37256"/>
                  <a:pt x="239633" y="40315"/>
                </a:cubicBezTo>
                <a:cubicBezTo>
                  <a:pt x="239633" y="42133"/>
                  <a:pt x="239071" y="43631"/>
                  <a:pt x="237946" y="44808"/>
                </a:cubicBezTo>
                <a:cubicBezTo>
                  <a:pt x="236820" y="45986"/>
                  <a:pt x="235378" y="46575"/>
                  <a:pt x="233619" y="46575"/>
                </a:cubicBezTo>
                <a:close/>
                <a:moveTo>
                  <a:pt x="263637" y="21112"/>
                </a:moveTo>
                <a:cubicBezTo>
                  <a:pt x="261673" y="21112"/>
                  <a:pt x="259975" y="20417"/>
                  <a:pt x="258543" y="19026"/>
                </a:cubicBezTo>
                <a:cubicBezTo>
                  <a:pt x="257111" y="17635"/>
                  <a:pt x="256395" y="15957"/>
                  <a:pt x="256395" y="13993"/>
                </a:cubicBezTo>
                <a:cubicBezTo>
                  <a:pt x="256395" y="12029"/>
                  <a:pt x="257111" y="10352"/>
                  <a:pt x="258543" y="8961"/>
                </a:cubicBezTo>
                <a:cubicBezTo>
                  <a:pt x="259975" y="7569"/>
                  <a:pt x="261673" y="6874"/>
                  <a:pt x="263637" y="6874"/>
                </a:cubicBezTo>
                <a:cubicBezTo>
                  <a:pt x="265601" y="6874"/>
                  <a:pt x="267289" y="7569"/>
                  <a:pt x="268701" y="8961"/>
                </a:cubicBezTo>
                <a:cubicBezTo>
                  <a:pt x="270112" y="10352"/>
                  <a:pt x="270818" y="12029"/>
                  <a:pt x="270818" y="13993"/>
                </a:cubicBezTo>
                <a:cubicBezTo>
                  <a:pt x="270818" y="15957"/>
                  <a:pt x="270112" y="17635"/>
                  <a:pt x="268701" y="19026"/>
                </a:cubicBezTo>
                <a:cubicBezTo>
                  <a:pt x="267289" y="20417"/>
                  <a:pt x="265601" y="21112"/>
                  <a:pt x="263637" y="21112"/>
                </a:cubicBezTo>
                <a:moveTo>
                  <a:pt x="266399" y="70982"/>
                </a:moveTo>
                <a:cubicBezTo>
                  <a:pt x="266399" y="73440"/>
                  <a:pt x="266471" y="77116"/>
                  <a:pt x="266614" y="82010"/>
                </a:cubicBezTo>
                <a:cubicBezTo>
                  <a:pt x="266757" y="86904"/>
                  <a:pt x="266829" y="90579"/>
                  <a:pt x="266829" y="93036"/>
                </a:cubicBezTo>
                <a:cubicBezTo>
                  <a:pt x="266829" y="94838"/>
                  <a:pt x="266276" y="96312"/>
                  <a:pt x="265172" y="97459"/>
                </a:cubicBezTo>
                <a:cubicBezTo>
                  <a:pt x="264067" y="98606"/>
                  <a:pt x="262614" y="99180"/>
                  <a:pt x="260814" y="99180"/>
                </a:cubicBezTo>
                <a:cubicBezTo>
                  <a:pt x="259055" y="99180"/>
                  <a:pt x="257613" y="98606"/>
                  <a:pt x="256487" y="97459"/>
                </a:cubicBezTo>
                <a:cubicBezTo>
                  <a:pt x="255362" y="96312"/>
                  <a:pt x="254800" y="94838"/>
                  <a:pt x="254800" y="93036"/>
                </a:cubicBezTo>
                <a:cubicBezTo>
                  <a:pt x="254800" y="90579"/>
                  <a:pt x="254728" y="86904"/>
                  <a:pt x="254585" y="82010"/>
                </a:cubicBezTo>
                <a:cubicBezTo>
                  <a:pt x="254442" y="77116"/>
                  <a:pt x="254370" y="73440"/>
                  <a:pt x="254370" y="70982"/>
                </a:cubicBezTo>
                <a:cubicBezTo>
                  <a:pt x="254370" y="67132"/>
                  <a:pt x="254575" y="62331"/>
                  <a:pt x="254984" y="56577"/>
                </a:cubicBezTo>
                <a:cubicBezTo>
                  <a:pt x="255393" y="50822"/>
                  <a:pt x="255597" y="46019"/>
                  <a:pt x="255597" y="42169"/>
                </a:cubicBezTo>
                <a:cubicBezTo>
                  <a:pt x="255597" y="40327"/>
                  <a:pt x="256160" y="38832"/>
                  <a:pt x="257285" y="37685"/>
                </a:cubicBezTo>
                <a:cubicBezTo>
                  <a:pt x="258410" y="36538"/>
                  <a:pt x="259853" y="35965"/>
                  <a:pt x="261612" y="35965"/>
                </a:cubicBezTo>
                <a:cubicBezTo>
                  <a:pt x="263371" y="35965"/>
                  <a:pt x="264814" y="36538"/>
                  <a:pt x="265939" y="37685"/>
                </a:cubicBezTo>
                <a:cubicBezTo>
                  <a:pt x="267064" y="38832"/>
                  <a:pt x="267627" y="40327"/>
                  <a:pt x="267627" y="42169"/>
                </a:cubicBezTo>
                <a:cubicBezTo>
                  <a:pt x="267627" y="46019"/>
                  <a:pt x="267422" y="50822"/>
                  <a:pt x="267013" y="56577"/>
                </a:cubicBezTo>
                <a:cubicBezTo>
                  <a:pt x="266604" y="62331"/>
                  <a:pt x="266399" y="67132"/>
                  <a:pt x="266399" y="70982"/>
                </a:cubicBezTo>
                <a:close/>
                <a:moveTo>
                  <a:pt x="334762" y="102862"/>
                </a:moveTo>
                <a:cubicBezTo>
                  <a:pt x="333985" y="102862"/>
                  <a:pt x="332573" y="101954"/>
                  <a:pt x="330528" y="100138"/>
                </a:cubicBezTo>
                <a:cubicBezTo>
                  <a:pt x="328686" y="98447"/>
                  <a:pt x="327316" y="96941"/>
                  <a:pt x="326416" y="95620"/>
                </a:cubicBezTo>
                <a:cubicBezTo>
                  <a:pt x="322488" y="97768"/>
                  <a:pt x="319030" y="99389"/>
                  <a:pt x="316044" y="100484"/>
                </a:cubicBezTo>
                <a:cubicBezTo>
                  <a:pt x="313057" y="101578"/>
                  <a:pt x="310561" y="102125"/>
                  <a:pt x="308556" y="102125"/>
                </a:cubicBezTo>
                <a:cubicBezTo>
                  <a:pt x="298982" y="102125"/>
                  <a:pt x="292006" y="99425"/>
                  <a:pt x="287628" y="94024"/>
                </a:cubicBezTo>
                <a:cubicBezTo>
                  <a:pt x="283495" y="88951"/>
                  <a:pt x="281429" y="81177"/>
                  <a:pt x="281429" y="70702"/>
                </a:cubicBezTo>
                <a:cubicBezTo>
                  <a:pt x="281429" y="60801"/>
                  <a:pt x="284835" y="52331"/>
                  <a:pt x="291648" y="45294"/>
                </a:cubicBezTo>
                <a:cubicBezTo>
                  <a:pt x="298460" y="38256"/>
                  <a:pt x="306592" y="34737"/>
                  <a:pt x="316044" y="34737"/>
                </a:cubicBezTo>
                <a:cubicBezTo>
                  <a:pt x="319603" y="34737"/>
                  <a:pt x="323592" y="35658"/>
                  <a:pt x="328011" y="37499"/>
                </a:cubicBezTo>
                <a:cubicBezTo>
                  <a:pt x="333576" y="39790"/>
                  <a:pt x="336358" y="42552"/>
                  <a:pt x="336358" y="45785"/>
                </a:cubicBezTo>
                <a:cubicBezTo>
                  <a:pt x="336358" y="46889"/>
                  <a:pt x="335949" y="47871"/>
                  <a:pt x="335131" y="48731"/>
                </a:cubicBezTo>
                <a:cubicBezTo>
                  <a:pt x="334721" y="50285"/>
                  <a:pt x="334404" y="52843"/>
                  <a:pt x="334179" y="56402"/>
                </a:cubicBezTo>
                <a:cubicBezTo>
                  <a:pt x="333954" y="59962"/>
                  <a:pt x="333821" y="64524"/>
                  <a:pt x="333780" y="70088"/>
                </a:cubicBezTo>
                <a:cubicBezTo>
                  <a:pt x="333740" y="75162"/>
                  <a:pt x="334087" y="79172"/>
                  <a:pt x="334824" y="82118"/>
                </a:cubicBezTo>
                <a:cubicBezTo>
                  <a:pt x="335233" y="83918"/>
                  <a:pt x="336522" y="87519"/>
                  <a:pt x="338690" y="92919"/>
                </a:cubicBezTo>
                <a:cubicBezTo>
                  <a:pt x="338977" y="93656"/>
                  <a:pt x="339447" y="94740"/>
                  <a:pt x="340102" y="96172"/>
                </a:cubicBezTo>
                <a:lnTo>
                  <a:pt x="340470" y="97216"/>
                </a:lnTo>
                <a:cubicBezTo>
                  <a:pt x="340470" y="98852"/>
                  <a:pt x="339897" y="100202"/>
                  <a:pt x="338752" y="101266"/>
                </a:cubicBezTo>
                <a:cubicBezTo>
                  <a:pt x="337606" y="102330"/>
                  <a:pt x="336276" y="102862"/>
                  <a:pt x="334762" y="102862"/>
                </a:cubicBezTo>
                <a:moveTo>
                  <a:pt x="321997" y="60230"/>
                </a:moveTo>
                <a:cubicBezTo>
                  <a:pt x="321997" y="58475"/>
                  <a:pt x="322109" y="56567"/>
                  <a:pt x="322334" y="54507"/>
                </a:cubicBezTo>
                <a:cubicBezTo>
                  <a:pt x="322559" y="52446"/>
                  <a:pt x="322897" y="50253"/>
                  <a:pt x="323347" y="47927"/>
                </a:cubicBezTo>
                <a:cubicBezTo>
                  <a:pt x="321833" y="47151"/>
                  <a:pt x="320534" y="46579"/>
                  <a:pt x="319450" y="46212"/>
                </a:cubicBezTo>
                <a:cubicBezTo>
                  <a:pt x="318365" y="45845"/>
                  <a:pt x="317496" y="45662"/>
                  <a:pt x="316841" y="45662"/>
                </a:cubicBezTo>
                <a:cubicBezTo>
                  <a:pt x="310499" y="45662"/>
                  <a:pt x="305027" y="48243"/>
                  <a:pt x="300424" y="53404"/>
                </a:cubicBezTo>
                <a:cubicBezTo>
                  <a:pt x="295821" y="58566"/>
                  <a:pt x="293519" y="64514"/>
                  <a:pt x="293519" y="71247"/>
                </a:cubicBezTo>
                <a:cubicBezTo>
                  <a:pt x="293519" y="77939"/>
                  <a:pt x="294706" y="82958"/>
                  <a:pt x="297079" y="86305"/>
                </a:cubicBezTo>
                <a:cubicBezTo>
                  <a:pt x="299452" y="89651"/>
                  <a:pt x="303012" y="91324"/>
                  <a:pt x="307758" y="91324"/>
                </a:cubicBezTo>
                <a:cubicBezTo>
                  <a:pt x="311686" y="91324"/>
                  <a:pt x="315021" y="90610"/>
                  <a:pt x="317762" y="89181"/>
                </a:cubicBezTo>
                <a:cubicBezTo>
                  <a:pt x="319235" y="88407"/>
                  <a:pt x="321301" y="86856"/>
                  <a:pt x="323961" y="84530"/>
                </a:cubicBezTo>
                <a:cubicBezTo>
                  <a:pt x="322651" y="73716"/>
                  <a:pt x="321997" y="65616"/>
                  <a:pt x="321997" y="60230"/>
                </a:cubicBezTo>
                <a:close/>
                <a:moveTo>
                  <a:pt x="366661" y="50572"/>
                </a:moveTo>
                <a:lnTo>
                  <a:pt x="365741" y="81111"/>
                </a:lnTo>
                <a:cubicBezTo>
                  <a:pt x="365741" y="84347"/>
                  <a:pt x="365577" y="89099"/>
                  <a:pt x="365250" y="95367"/>
                </a:cubicBezTo>
                <a:cubicBezTo>
                  <a:pt x="364840" y="99463"/>
                  <a:pt x="362836" y="101512"/>
                  <a:pt x="359235" y="101512"/>
                </a:cubicBezTo>
                <a:cubicBezTo>
                  <a:pt x="355225" y="101512"/>
                  <a:pt x="353220" y="99422"/>
                  <a:pt x="353220" y="95244"/>
                </a:cubicBezTo>
                <a:cubicBezTo>
                  <a:pt x="353220" y="90287"/>
                  <a:pt x="353445" y="82841"/>
                  <a:pt x="353896" y="72908"/>
                </a:cubicBezTo>
                <a:cubicBezTo>
                  <a:pt x="354346" y="62974"/>
                  <a:pt x="354571" y="55529"/>
                  <a:pt x="354571" y="50572"/>
                </a:cubicBezTo>
                <a:cubicBezTo>
                  <a:pt x="354571" y="44099"/>
                  <a:pt x="354673" y="36695"/>
                  <a:pt x="354877" y="28358"/>
                </a:cubicBezTo>
                <a:cubicBezTo>
                  <a:pt x="355082" y="20022"/>
                  <a:pt x="355184" y="12617"/>
                  <a:pt x="355184" y="6145"/>
                </a:cubicBezTo>
                <a:cubicBezTo>
                  <a:pt x="355184" y="2048"/>
                  <a:pt x="357189" y="0"/>
                  <a:pt x="361199" y="0"/>
                </a:cubicBezTo>
                <a:cubicBezTo>
                  <a:pt x="365250" y="0"/>
                  <a:pt x="367275" y="2048"/>
                  <a:pt x="367275" y="6145"/>
                </a:cubicBezTo>
                <a:cubicBezTo>
                  <a:pt x="367275" y="12617"/>
                  <a:pt x="367173" y="20022"/>
                  <a:pt x="366968" y="28358"/>
                </a:cubicBezTo>
                <a:cubicBezTo>
                  <a:pt x="366763" y="36695"/>
                  <a:pt x="366661" y="44099"/>
                  <a:pt x="366661" y="50572"/>
                </a:cubicBezTo>
                <a:close/>
                <a:moveTo>
                  <a:pt x="418431" y="69598"/>
                </a:moveTo>
                <a:cubicBezTo>
                  <a:pt x="412866" y="70170"/>
                  <a:pt x="402965" y="70457"/>
                  <a:pt x="388726" y="70457"/>
                </a:cubicBezTo>
                <a:cubicBezTo>
                  <a:pt x="385289" y="70457"/>
                  <a:pt x="383571" y="68861"/>
                  <a:pt x="383571" y="65670"/>
                </a:cubicBezTo>
                <a:cubicBezTo>
                  <a:pt x="383571" y="62478"/>
                  <a:pt x="385289" y="60882"/>
                  <a:pt x="388726" y="60882"/>
                </a:cubicBezTo>
                <a:cubicBezTo>
                  <a:pt x="391958" y="60882"/>
                  <a:pt x="396807" y="60739"/>
                  <a:pt x="403272" y="60453"/>
                </a:cubicBezTo>
                <a:cubicBezTo>
                  <a:pt x="409736" y="60166"/>
                  <a:pt x="414585" y="60023"/>
                  <a:pt x="417817" y="60023"/>
                </a:cubicBezTo>
                <a:cubicBezTo>
                  <a:pt x="421459" y="60023"/>
                  <a:pt x="423279" y="61619"/>
                  <a:pt x="423279" y="64810"/>
                </a:cubicBezTo>
                <a:cubicBezTo>
                  <a:pt x="423279" y="67634"/>
                  <a:pt x="421663" y="69229"/>
                  <a:pt x="418431" y="69598"/>
                </a:cubicBezTo>
                <a:close/>
                <a:moveTo>
                  <a:pt x="463745" y="101021"/>
                </a:moveTo>
                <a:cubicBezTo>
                  <a:pt x="459653" y="101021"/>
                  <a:pt x="455153" y="100366"/>
                  <a:pt x="450243" y="99057"/>
                </a:cubicBezTo>
                <a:lnTo>
                  <a:pt x="450120" y="128393"/>
                </a:lnTo>
                <a:cubicBezTo>
                  <a:pt x="450120" y="130194"/>
                  <a:pt x="449557" y="131667"/>
                  <a:pt x="448432" y="132812"/>
                </a:cubicBezTo>
                <a:cubicBezTo>
                  <a:pt x="447307" y="133958"/>
                  <a:pt x="445865" y="134531"/>
                  <a:pt x="444105" y="134531"/>
                </a:cubicBezTo>
                <a:cubicBezTo>
                  <a:pt x="442346" y="134531"/>
                  <a:pt x="440904" y="133957"/>
                  <a:pt x="439779" y="132810"/>
                </a:cubicBezTo>
                <a:cubicBezTo>
                  <a:pt x="438653" y="131663"/>
                  <a:pt x="438091" y="130188"/>
                  <a:pt x="438091" y="128386"/>
                </a:cubicBezTo>
                <a:lnTo>
                  <a:pt x="438275" y="103807"/>
                </a:lnTo>
                <a:lnTo>
                  <a:pt x="438275" y="79291"/>
                </a:lnTo>
                <a:cubicBezTo>
                  <a:pt x="438152" y="70319"/>
                  <a:pt x="437845" y="62146"/>
                  <a:pt x="437354" y="54774"/>
                </a:cubicBezTo>
                <a:lnTo>
                  <a:pt x="436434" y="42300"/>
                </a:lnTo>
                <a:cubicBezTo>
                  <a:pt x="436434" y="39391"/>
                  <a:pt x="436966" y="36933"/>
                  <a:pt x="438029" y="34925"/>
                </a:cubicBezTo>
                <a:cubicBezTo>
                  <a:pt x="439257" y="32509"/>
                  <a:pt x="441037" y="31300"/>
                  <a:pt x="443369" y="31300"/>
                </a:cubicBezTo>
                <a:cubicBezTo>
                  <a:pt x="444965" y="31300"/>
                  <a:pt x="446305" y="31871"/>
                  <a:pt x="447389" y="33013"/>
                </a:cubicBezTo>
                <a:cubicBezTo>
                  <a:pt x="448473" y="34155"/>
                  <a:pt x="449015" y="35548"/>
                  <a:pt x="449015" y="37192"/>
                </a:cubicBezTo>
                <a:cubicBezTo>
                  <a:pt x="449015" y="37561"/>
                  <a:pt x="448954" y="38236"/>
                  <a:pt x="448831" y="39218"/>
                </a:cubicBezTo>
                <a:cubicBezTo>
                  <a:pt x="448627" y="40486"/>
                  <a:pt x="448483" y="41652"/>
                  <a:pt x="448402" y="42716"/>
                </a:cubicBezTo>
                <a:cubicBezTo>
                  <a:pt x="451920" y="40302"/>
                  <a:pt x="455316" y="38491"/>
                  <a:pt x="458590" y="37284"/>
                </a:cubicBezTo>
                <a:cubicBezTo>
                  <a:pt x="461863" y="36077"/>
                  <a:pt x="464993" y="35474"/>
                  <a:pt x="467980" y="35474"/>
                </a:cubicBezTo>
                <a:cubicBezTo>
                  <a:pt x="476367" y="35474"/>
                  <a:pt x="482505" y="39200"/>
                  <a:pt x="486392" y="46653"/>
                </a:cubicBezTo>
                <a:cubicBezTo>
                  <a:pt x="489460" y="52552"/>
                  <a:pt x="490995" y="60354"/>
                  <a:pt x="490995" y="70060"/>
                </a:cubicBezTo>
                <a:cubicBezTo>
                  <a:pt x="490995" y="78905"/>
                  <a:pt x="488622" y="86195"/>
                  <a:pt x="483875" y="91930"/>
                </a:cubicBezTo>
                <a:cubicBezTo>
                  <a:pt x="478843" y="97990"/>
                  <a:pt x="472133" y="101021"/>
                  <a:pt x="463745" y="101021"/>
                </a:cubicBezTo>
                <a:moveTo>
                  <a:pt x="467980" y="47749"/>
                </a:moveTo>
                <a:cubicBezTo>
                  <a:pt x="464215" y="47749"/>
                  <a:pt x="460819" y="48587"/>
                  <a:pt x="457792" y="50265"/>
                </a:cubicBezTo>
                <a:cubicBezTo>
                  <a:pt x="455623" y="51451"/>
                  <a:pt x="452882" y="53620"/>
                  <a:pt x="449568" y="56770"/>
                </a:cubicBezTo>
                <a:cubicBezTo>
                  <a:pt x="450100" y="66058"/>
                  <a:pt x="450365" y="75817"/>
                  <a:pt x="450365" y="86046"/>
                </a:cubicBezTo>
                <a:cubicBezTo>
                  <a:pt x="454825" y="87764"/>
                  <a:pt x="459285" y="88623"/>
                  <a:pt x="463745" y="88623"/>
                </a:cubicBezTo>
                <a:cubicBezTo>
                  <a:pt x="468859" y="88623"/>
                  <a:pt x="472767" y="86721"/>
                  <a:pt x="475467" y="82916"/>
                </a:cubicBezTo>
                <a:cubicBezTo>
                  <a:pt x="477799" y="79601"/>
                  <a:pt x="478965" y="75305"/>
                  <a:pt x="478965" y="70027"/>
                </a:cubicBezTo>
                <a:cubicBezTo>
                  <a:pt x="478965" y="62580"/>
                  <a:pt x="478055" y="57006"/>
                  <a:pt x="476234" y="53303"/>
                </a:cubicBezTo>
                <a:cubicBezTo>
                  <a:pt x="474414" y="49600"/>
                  <a:pt x="471662" y="47749"/>
                  <a:pt x="467980" y="47749"/>
                </a:cubicBezTo>
                <a:close/>
                <a:moveTo>
                  <a:pt x="552630" y="102862"/>
                </a:moveTo>
                <a:cubicBezTo>
                  <a:pt x="551853" y="102862"/>
                  <a:pt x="550441" y="101954"/>
                  <a:pt x="548395" y="100138"/>
                </a:cubicBezTo>
                <a:cubicBezTo>
                  <a:pt x="546554" y="98447"/>
                  <a:pt x="545184" y="96941"/>
                  <a:pt x="544283" y="95620"/>
                </a:cubicBezTo>
                <a:cubicBezTo>
                  <a:pt x="540356" y="97768"/>
                  <a:pt x="536898" y="99389"/>
                  <a:pt x="533911" y="100484"/>
                </a:cubicBezTo>
                <a:cubicBezTo>
                  <a:pt x="530924" y="101578"/>
                  <a:pt x="528429" y="102125"/>
                  <a:pt x="526424" y="102125"/>
                </a:cubicBezTo>
                <a:cubicBezTo>
                  <a:pt x="516849" y="102125"/>
                  <a:pt x="509873" y="99425"/>
                  <a:pt x="505495" y="94024"/>
                </a:cubicBezTo>
                <a:cubicBezTo>
                  <a:pt x="501363" y="88951"/>
                  <a:pt x="499297" y="81177"/>
                  <a:pt x="499297" y="70702"/>
                </a:cubicBezTo>
                <a:cubicBezTo>
                  <a:pt x="499297" y="60801"/>
                  <a:pt x="502703" y="52331"/>
                  <a:pt x="509515" y="45294"/>
                </a:cubicBezTo>
                <a:cubicBezTo>
                  <a:pt x="516328" y="38256"/>
                  <a:pt x="524460" y="34737"/>
                  <a:pt x="533911" y="34737"/>
                </a:cubicBezTo>
                <a:cubicBezTo>
                  <a:pt x="537471" y="34737"/>
                  <a:pt x="541460" y="35658"/>
                  <a:pt x="545879" y="37499"/>
                </a:cubicBezTo>
                <a:cubicBezTo>
                  <a:pt x="551444" y="39790"/>
                  <a:pt x="554226" y="42552"/>
                  <a:pt x="554226" y="45785"/>
                </a:cubicBezTo>
                <a:cubicBezTo>
                  <a:pt x="554226" y="46889"/>
                  <a:pt x="553817" y="47871"/>
                  <a:pt x="552998" y="48731"/>
                </a:cubicBezTo>
                <a:cubicBezTo>
                  <a:pt x="552589" y="50285"/>
                  <a:pt x="552272" y="52843"/>
                  <a:pt x="552047" y="56402"/>
                </a:cubicBezTo>
                <a:cubicBezTo>
                  <a:pt x="551822" y="59962"/>
                  <a:pt x="551689" y="64524"/>
                  <a:pt x="551648" y="70088"/>
                </a:cubicBezTo>
                <a:cubicBezTo>
                  <a:pt x="551607" y="75162"/>
                  <a:pt x="551955" y="79172"/>
                  <a:pt x="552692" y="82118"/>
                </a:cubicBezTo>
                <a:cubicBezTo>
                  <a:pt x="553101" y="83918"/>
                  <a:pt x="554390" y="87519"/>
                  <a:pt x="556558" y="92919"/>
                </a:cubicBezTo>
                <a:cubicBezTo>
                  <a:pt x="556845" y="93656"/>
                  <a:pt x="557315" y="94740"/>
                  <a:pt x="557970" y="96172"/>
                </a:cubicBezTo>
                <a:lnTo>
                  <a:pt x="558338" y="97216"/>
                </a:lnTo>
                <a:cubicBezTo>
                  <a:pt x="558338" y="98852"/>
                  <a:pt x="557765" y="100202"/>
                  <a:pt x="556619" y="101266"/>
                </a:cubicBezTo>
                <a:cubicBezTo>
                  <a:pt x="555474" y="102330"/>
                  <a:pt x="554144" y="102862"/>
                  <a:pt x="552630" y="102862"/>
                </a:cubicBezTo>
                <a:moveTo>
                  <a:pt x="539865" y="60230"/>
                </a:moveTo>
                <a:cubicBezTo>
                  <a:pt x="539865" y="58475"/>
                  <a:pt x="539977" y="56567"/>
                  <a:pt x="540202" y="54507"/>
                </a:cubicBezTo>
                <a:cubicBezTo>
                  <a:pt x="540427" y="52446"/>
                  <a:pt x="540765" y="50253"/>
                  <a:pt x="541215" y="47927"/>
                </a:cubicBezTo>
                <a:cubicBezTo>
                  <a:pt x="539701" y="47151"/>
                  <a:pt x="538402" y="46579"/>
                  <a:pt x="537318" y="46212"/>
                </a:cubicBezTo>
                <a:cubicBezTo>
                  <a:pt x="536233" y="45845"/>
                  <a:pt x="535364" y="45662"/>
                  <a:pt x="534709" y="45662"/>
                </a:cubicBezTo>
                <a:cubicBezTo>
                  <a:pt x="528367" y="45662"/>
                  <a:pt x="522895" y="48243"/>
                  <a:pt x="518292" y="53404"/>
                </a:cubicBezTo>
                <a:cubicBezTo>
                  <a:pt x="513689" y="58566"/>
                  <a:pt x="511387" y="64514"/>
                  <a:pt x="511387" y="71247"/>
                </a:cubicBezTo>
                <a:cubicBezTo>
                  <a:pt x="511387" y="77939"/>
                  <a:pt x="512574" y="82958"/>
                  <a:pt x="514947" y="86305"/>
                </a:cubicBezTo>
                <a:cubicBezTo>
                  <a:pt x="517320" y="89651"/>
                  <a:pt x="520880" y="91324"/>
                  <a:pt x="525626" y="91324"/>
                </a:cubicBezTo>
                <a:cubicBezTo>
                  <a:pt x="529554" y="91324"/>
                  <a:pt x="532888" y="90610"/>
                  <a:pt x="535630" y="89181"/>
                </a:cubicBezTo>
                <a:cubicBezTo>
                  <a:pt x="537103" y="88407"/>
                  <a:pt x="539169" y="86856"/>
                  <a:pt x="541828" y="84530"/>
                </a:cubicBezTo>
                <a:cubicBezTo>
                  <a:pt x="540519" y="73716"/>
                  <a:pt x="539865" y="65616"/>
                  <a:pt x="539865" y="60230"/>
                </a:cubicBezTo>
                <a:close/>
                <a:moveTo>
                  <a:pt x="610367" y="51554"/>
                </a:moveTo>
                <a:cubicBezTo>
                  <a:pt x="608117" y="51554"/>
                  <a:pt x="606542" y="50802"/>
                  <a:pt x="605641" y="49298"/>
                </a:cubicBezTo>
                <a:cubicBezTo>
                  <a:pt x="605028" y="48242"/>
                  <a:pt x="604496" y="46048"/>
                  <a:pt x="604046" y="42716"/>
                </a:cubicBezTo>
                <a:cubicBezTo>
                  <a:pt x="600977" y="43492"/>
                  <a:pt x="596251" y="44922"/>
                  <a:pt x="589868" y="47006"/>
                </a:cubicBezTo>
                <a:cubicBezTo>
                  <a:pt x="583281" y="49622"/>
                  <a:pt x="579967" y="52851"/>
                  <a:pt x="579926" y="56692"/>
                </a:cubicBezTo>
                <a:cubicBezTo>
                  <a:pt x="581153" y="57142"/>
                  <a:pt x="582360" y="57469"/>
                  <a:pt x="583547" y="57674"/>
                </a:cubicBezTo>
                <a:cubicBezTo>
                  <a:pt x="592958" y="59349"/>
                  <a:pt x="599954" y="61658"/>
                  <a:pt x="604537" y="64601"/>
                </a:cubicBezTo>
                <a:cubicBezTo>
                  <a:pt x="611206" y="68894"/>
                  <a:pt x="614541" y="75107"/>
                  <a:pt x="614541" y="83242"/>
                </a:cubicBezTo>
                <a:cubicBezTo>
                  <a:pt x="614541" y="89904"/>
                  <a:pt x="611656" y="94932"/>
                  <a:pt x="605887" y="98324"/>
                </a:cubicBezTo>
                <a:cubicBezTo>
                  <a:pt x="601100" y="101104"/>
                  <a:pt x="595044" y="102494"/>
                  <a:pt x="587720" y="102494"/>
                </a:cubicBezTo>
                <a:cubicBezTo>
                  <a:pt x="582360" y="102494"/>
                  <a:pt x="577246" y="101594"/>
                  <a:pt x="572377" y="99793"/>
                </a:cubicBezTo>
                <a:cubicBezTo>
                  <a:pt x="566076" y="97502"/>
                  <a:pt x="562926" y="94311"/>
                  <a:pt x="562926" y="90219"/>
                </a:cubicBezTo>
                <a:cubicBezTo>
                  <a:pt x="562926" y="88582"/>
                  <a:pt x="563570" y="87150"/>
                  <a:pt x="564859" y="85923"/>
                </a:cubicBezTo>
                <a:cubicBezTo>
                  <a:pt x="566148" y="84695"/>
                  <a:pt x="567610" y="84082"/>
                  <a:pt x="569247" y="84082"/>
                </a:cubicBezTo>
                <a:cubicBezTo>
                  <a:pt x="570515" y="84082"/>
                  <a:pt x="572152" y="85064"/>
                  <a:pt x="574157" y="87028"/>
                </a:cubicBezTo>
                <a:cubicBezTo>
                  <a:pt x="575139" y="87969"/>
                  <a:pt x="577348" y="88746"/>
                  <a:pt x="580785" y="89360"/>
                </a:cubicBezTo>
                <a:cubicBezTo>
                  <a:pt x="583527" y="89851"/>
                  <a:pt x="585838" y="90096"/>
                  <a:pt x="587720" y="90096"/>
                </a:cubicBezTo>
                <a:cubicBezTo>
                  <a:pt x="591157" y="90096"/>
                  <a:pt x="594185" y="89688"/>
                  <a:pt x="596804" y="88871"/>
                </a:cubicBezTo>
                <a:cubicBezTo>
                  <a:pt x="600609" y="87685"/>
                  <a:pt x="602511" y="85806"/>
                  <a:pt x="602511" y="83232"/>
                </a:cubicBezTo>
                <a:cubicBezTo>
                  <a:pt x="602511" y="77674"/>
                  <a:pt x="598624" y="73914"/>
                  <a:pt x="590850" y="71953"/>
                </a:cubicBezTo>
                <a:lnTo>
                  <a:pt x="584468" y="70541"/>
                </a:lnTo>
                <a:cubicBezTo>
                  <a:pt x="579026" y="69353"/>
                  <a:pt x="575159" y="67961"/>
                  <a:pt x="572868" y="66364"/>
                </a:cubicBezTo>
                <a:cubicBezTo>
                  <a:pt x="569554" y="64071"/>
                  <a:pt x="567897" y="60613"/>
                  <a:pt x="567897" y="55988"/>
                </a:cubicBezTo>
                <a:cubicBezTo>
                  <a:pt x="567897" y="47431"/>
                  <a:pt x="571927" y="41331"/>
                  <a:pt x="579987" y="37687"/>
                </a:cubicBezTo>
                <a:cubicBezTo>
                  <a:pt x="582442" y="36582"/>
                  <a:pt x="586370" y="35263"/>
                  <a:pt x="591771" y="33729"/>
                </a:cubicBezTo>
                <a:cubicBezTo>
                  <a:pt x="597172" y="32193"/>
                  <a:pt x="601038" y="30893"/>
                  <a:pt x="603371" y="29828"/>
                </a:cubicBezTo>
                <a:cubicBezTo>
                  <a:pt x="605048" y="29091"/>
                  <a:pt x="606869" y="28723"/>
                  <a:pt x="608833" y="28723"/>
                </a:cubicBezTo>
                <a:cubicBezTo>
                  <a:pt x="610592" y="28723"/>
                  <a:pt x="612035" y="29296"/>
                  <a:pt x="613160" y="30441"/>
                </a:cubicBezTo>
                <a:cubicBezTo>
                  <a:pt x="614285" y="31587"/>
                  <a:pt x="614847" y="33080"/>
                  <a:pt x="614847" y="34921"/>
                </a:cubicBezTo>
                <a:cubicBezTo>
                  <a:pt x="614847" y="36108"/>
                  <a:pt x="615103" y="37847"/>
                  <a:pt x="615615" y="40138"/>
                </a:cubicBezTo>
                <a:cubicBezTo>
                  <a:pt x="616126" y="42430"/>
                  <a:pt x="616382" y="44168"/>
                  <a:pt x="616382" y="45355"/>
                </a:cubicBezTo>
                <a:cubicBezTo>
                  <a:pt x="616382" y="47196"/>
                  <a:pt x="615819" y="48690"/>
                  <a:pt x="614694" y="49835"/>
                </a:cubicBezTo>
                <a:cubicBezTo>
                  <a:pt x="613569" y="50981"/>
                  <a:pt x="612127" y="51554"/>
                  <a:pt x="610367" y="51554"/>
                </a:cubicBezTo>
                <a:close/>
                <a:moveTo>
                  <a:pt x="671817" y="51554"/>
                </a:moveTo>
                <a:cubicBezTo>
                  <a:pt x="669567" y="51554"/>
                  <a:pt x="667992" y="50802"/>
                  <a:pt x="667092" y="49298"/>
                </a:cubicBezTo>
                <a:cubicBezTo>
                  <a:pt x="666478" y="48242"/>
                  <a:pt x="665946" y="46048"/>
                  <a:pt x="665496" y="42716"/>
                </a:cubicBezTo>
                <a:cubicBezTo>
                  <a:pt x="662427" y="43492"/>
                  <a:pt x="657702" y="44922"/>
                  <a:pt x="651319" y="47006"/>
                </a:cubicBezTo>
                <a:cubicBezTo>
                  <a:pt x="644731" y="49622"/>
                  <a:pt x="641417" y="52851"/>
                  <a:pt x="641376" y="56692"/>
                </a:cubicBezTo>
                <a:cubicBezTo>
                  <a:pt x="642604" y="57142"/>
                  <a:pt x="643811" y="57469"/>
                  <a:pt x="644997" y="57674"/>
                </a:cubicBezTo>
                <a:cubicBezTo>
                  <a:pt x="654408" y="59349"/>
                  <a:pt x="661404" y="61658"/>
                  <a:pt x="665987" y="64601"/>
                </a:cubicBezTo>
                <a:cubicBezTo>
                  <a:pt x="672656" y="68894"/>
                  <a:pt x="675991" y="75107"/>
                  <a:pt x="675991" y="83242"/>
                </a:cubicBezTo>
                <a:cubicBezTo>
                  <a:pt x="675991" y="89904"/>
                  <a:pt x="673106" y="94932"/>
                  <a:pt x="667337" y="98324"/>
                </a:cubicBezTo>
                <a:cubicBezTo>
                  <a:pt x="662550" y="101104"/>
                  <a:pt x="656495" y="102494"/>
                  <a:pt x="649171" y="102494"/>
                </a:cubicBezTo>
                <a:cubicBezTo>
                  <a:pt x="643811" y="102494"/>
                  <a:pt x="638696" y="101594"/>
                  <a:pt x="633827" y="99793"/>
                </a:cubicBezTo>
                <a:cubicBezTo>
                  <a:pt x="627526" y="97502"/>
                  <a:pt x="624376" y="94311"/>
                  <a:pt x="624376" y="90219"/>
                </a:cubicBezTo>
                <a:cubicBezTo>
                  <a:pt x="624376" y="88582"/>
                  <a:pt x="625020" y="87150"/>
                  <a:pt x="626309" y="85923"/>
                </a:cubicBezTo>
                <a:cubicBezTo>
                  <a:pt x="627598" y="84695"/>
                  <a:pt x="629061" y="84082"/>
                  <a:pt x="630697" y="84082"/>
                </a:cubicBezTo>
                <a:cubicBezTo>
                  <a:pt x="631966" y="84082"/>
                  <a:pt x="633602" y="85064"/>
                  <a:pt x="635607" y="87028"/>
                </a:cubicBezTo>
                <a:cubicBezTo>
                  <a:pt x="636589" y="87969"/>
                  <a:pt x="638799" y="88746"/>
                  <a:pt x="642235" y="89360"/>
                </a:cubicBezTo>
                <a:cubicBezTo>
                  <a:pt x="644977" y="89851"/>
                  <a:pt x="647289" y="90096"/>
                  <a:pt x="649171" y="90096"/>
                </a:cubicBezTo>
                <a:cubicBezTo>
                  <a:pt x="652608" y="90096"/>
                  <a:pt x="655635" y="89688"/>
                  <a:pt x="658254" y="88871"/>
                </a:cubicBezTo>
                <a:cubicBezTo>
                  <a:pt x="662059" y="87685"/>
                  <a:pt x="663962" y="85806"/>
                  <a:pt x="663962" y="83232"/>
                </a:cubicBezTo>
                <a:cubicBezTo>
                  <a:pt x="663962" y="77674"/>
                  <a:pt x="660075" y="73914"/>
                  <a:pt x="652301" y="71953"/>
                </a:cubicBezTo>
                <a:lnTo>
                  <a:pt x="645918" y="70541"/>
                </a:lnTo>
                <a:cubicBezTo>
                  <a:pt x="640476" y="69353"/>
                  <a:pt x="636610" y="67961"/>
                  <a:pt x="634318" y="66364"/>
                </a:cubicBezTo>
                <a:cubicBezTo>
                  <a:pt x="631004" y="64071"/>
                  <a:pt x="629347" y="60613"/>
                  <a:pt x="629347" y="55988"/>
                </a:cubicBezTo>
                <a:cubicBezTo>
                  <a:pt x="629347" y="47431"/>
                  <a:pt x="633377" y="41331"/>
                  <a:pt x="641438" y="37687"/>
                </a:cubicBezTo>
                <a:cubicBezTo>
                  <a:pt x="643893" y="36582"/>
                  <a:pt x="647820" y="35263"/>
                  <a:pt x="653221" y="33729"/>
                </a:cubicBezTo>
                <a:cubicBezTo>
                  <a:pt x="658622" y="32193"/>
                  <a:pt x="662489" y="30893"/>
                  <a:pt x="664821" y="29828"/>
                </a:cubicBezTo>
                <a:cubicBezTo>
                  <a:pt x="666498" y="29091"/>
                  <a:pt x="668319" y="28723"/>
                  <a:pt x="670283" y="28723"/>
                </a:cubicBezTo>
                <a:cubicBezTo>
                  <a:pt x="672043" y="28723"/>
                  <a:pt x="673485" y="29296"/>
                  <a:pt x="674610" y="30441"/>
                </a:cubicBezTo>
                <a:cubicBezTo>
                  <a:pt x="675735" y="31587"/>
                  <a:pt x="676298" y="33080"/>
                  <a:pt x="676298" y="34921"/>
                </a:cubicBezTo>
                <a:cubicBezTo>
                  <a:pt x="676298" y="36108"/>
                  <a:pt x="676553" y="37847"/>
                  <a:pt x="677065" y="40138"/>
                </a:cubicBezTo>
                <a:cubicBezTo>
                  <a:pt x="677576" y="42430"/>
                  <a:pt x="677832" y="44168"/>
                  <a:pt x="677832" y="45355"/>
                </a:cubicBezTo>
                <a:cubicBezTo>
                  <a:pt x="677832" y="47196"/>
                  <a:pt x="677269" y="48690"/>
                  <a:pt x="676144" y="49835"/>
                </a:cubicBezTo>
                <a:cubicBezTo>
                  <a:pt x="675019" y="50981"/>
                  <a:pt x="673577" y="51554"/>
                  <a:pt x="671817" y="515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all-pass">
            <a:extLst xmlns:a="http://schemas.openxmlformats.org/drawingml/2006/main">
              <a:ext uri="{FF2B5EF4-FFF2-40B4-BE49-F238E27FC236}">
                <a16:creationId xmlns:a16="http://schemas.microsoft.com/office/drawing/2014/main" id="{83BE3E8D-8902-4185-B869-1D1F2AD0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037" y="1172490"/>
            <a:ext cx="430620" cy="134531"/>
          </a:xfrm>
          <a:custGeom xmlns:a="http://schemas.openxmlformats.org/drawingml/2006/main">
            <a:pathLst>
              <a:path w="430620" h="134531">
                <a:moveTo>
                  <a:pt x="53334" y="102862"/>
                </a:moveTo>
                <a:cubicBezTo>
                  <a:pt x="52556" y="102862"/>
                  <a:pt x="51145" y="101954"/>
                  <a:pt x="49099" y="100138"/>
                </a:cubicBezTo>
                <a:cubicBezTo>
                  <a:pt x="47258" y="98447"/>
                  <a:pt x="45887" y="96941"/>
                  <a:pt x="44987" y="95620"/>
                </a:cubicBezTo>
                <a:cubicBezTo>
                  <a:pt x="41059" y="97768"/>
                  <a:pt x="37601" y="99389"/>
                  <a:pt x="34615" y="100484"/>
                </a:cubicBezTo>
                <a:cubicBezTo>
                  <a:pt x="31628" y="101578"/>
                  <a:pt x="29132" y="102125"/>
                  <a:pt x="27127" y="102125"/>
                </a:cubicBezTo>
                <a:cubicBezTo>
                  <a:pt x="17553" y="102125"/>
                  <a:pt x="10577" y="99425"/>
                  <a:pt x="6199" y="94024"/>
                </a:cubicBezTo>
                <a:cubicBezTo>
                  <a:pt x="2066" y="88951"/>
                  <a:pt x="0" y="81177"/>
                  <a:pt x="0" y="70702"/>
                </a:cubicBezTo>
                <a:cubicBezTo>
                  <a:pt x="0" y="60801"/>
                  <a:pt x="3406" y="52331"/>
                  <a:pt x="10219" y="45294"/>
                </a:cubicBezTo>
                <a:cubicBezTo>
                  <a:pt x="17031" y="38256"/>
                  <a:pt x="25163" y="34737"/>
                  <a:pt x="34615" y="34737"/>
                </a:cubicBezTo>
                <a:cubicBezTo>
                  <a:pt x="38174" y="34737"/>
                  <a:pt x="42164" y="35658"/>
                  <a:pt x="46582" y="37499"/>
                </a:cubicBezTo>
                <a:cubicBezTo>
                  <a:pt x="52147" y="39790"/>
                  <a:pt x="54929" y="42552"/>
                  <a:pt x="54929" y="45785"/>
                </a:cubicBezTo>
                <a:cubicBezTo>
                  <a:pt x="54929" y="46889"/>
                  <a:pt x="54520" y="47871"/>
                  <a:pt x="53702" y="48731"/>
                </a:cubicBezTo>
                <a:cubicBezTo>
                  <a:pt x="53293" y="50285"/>
                  <a:pt x="52976" y="52843"/>
                  <a:pt x="52750" y="56402"/>
                </a:cubicBezTo>
                <a:cubicBezTo>
                  <a:pt x="52525" y="59962"/>
                  <a:pt x="52392" y="64524"/>
                  <a:pt x="52352" y="70088"/>
                </a:cubicBezTo>
                <a:cubicBezTo>
                  <a:pt x="52311" y="75162"/>
                  <a:pt x="52658" y="79172"/>
                  <a:pt x="53395" y="82118"/>
                </a:cubicBezTo>
                <a:cubicBezTo>
                  <a:pt x="53804" y="83918"/>
                  <a:pt x="55093" y="87519"/>
                  <a:pt x="57261" y="92919"/>
                </a:cubicBezTo>
                <a:cubicBezTo>
                  <a:pt x="57548" y="93656"/>
                  <a:pt x="58018" y="94740"/>
                  <a:pt x="58673" y="96172"/>
                </a:cubicBezTo>
                <a:lnTo>
                  <a:pt x="59041" y="97216"/>
                </a:lnTo>
                <a:cubicBezTo>
                  <a:pt x="59041" y="98852"/>
                  <a:pt x="58468" y="100202"/>
                  <a:pt x="57323" y="101266"/>
                </a:cubicBezTo>
                <a:cubicBezTo>
                  <a:pt x="56177" y="102330"/>
                  <a:pt x="54847" y="102862"/>
                  <a:pt x="53334" y="102862"/>
                </a:cubicBezTo>
                <a:moveTo>
                  <a:pt x="40568" y="60230"/>
                </a:moveTo>
                <a:cubicBezTo>
                  <a:pt x="40568" y="58475"/>
                  <a:pt x="40680" y="56567"/>
                  <a:pt x="40905" y="54507"/>
                </a:cubicBezTo>
                <a:cubicBezTo>
                  <a:pt x="41130" y="52446"/>
                  <a:pt x="41468" y="50253"/>
                  <a:pt x="41918" y="47927"/>
                </a:cubicBezTo>
                <a:cubicBezTo>
                  <a:pt x="40404" y="47151"/>
                  <a:pt x="39105" y="46579"/>
                  <a:pt x="38021" y="46212"/>
                </a:cubicBezTo>
                <a:cubicBezTo>
                  <a:pt x="36937" y="45845"/>
                  <a:pt x="36067" y="45662"/>
                  <a:pt x="35412" y="45662"/>
                </a:cubicBezTo>
                <a:cubicBezTo>
                  <a:pt x="29071" y="45662"/>
                  <a:pt x="23598" y="48243"/>
                  <a:pt x="18995" y="53404"/>
                </a:cubicBezTo>
                <a:cubicBezTo>
                  <a:pt x="14392" y="58566"/>
                  <a:pt x="12091" y="64514"/>
                  <a:pt x="12091" y="71247"/>
                </a:cubicBezTo>
                <a:cubicBezTo>
                  <a:pt x="12091" y="77939"/>
                  <a:pt x="13277" y="82958"/>
                  <a:pt x="15650" y="86305"/>
                </a:cubicBezTo>
                <a:cubicBezTo>
                  <a:pt x="18023" y="89651"/>
                  <a:pt x="21583" y="91324"/>
                  <a:pt x="26329" y="91324"/>
                </a:cubicBezTo>
                <a:cubicBezTo>
                  <a:pt x="30257" y="91324"/>
                  <a:pt x="33592" y="90610"/>
                  <a:pt x="36333" y="89181"/>
                </a:cubicBezTo>
                <a:cubicBezTo>
                  <a:pt x="37806" y="88407"/>
                  <a:pt x="39872" y="86856"/>
                  <a:pt x="42532" y="84530"/>
                </a:cubicBezTo>
                <a:cubicBezTo>
                  <a:pt x="41223" y="73716"/>
                  <a:pt x="40568" y="65616"/>
                  <a:pt x="40568" y="60230"/>
                </a:cubicBezTo>
                <a:close/>
                <a:moveTo>
                  <a:pt x="85233" y="50572"/>
                </a:moveTo>
                <a:lnTo>
                  <a:pt x="84312" y="81111"/>
                </a:lnTo>
                <a:cubicBezTo>
                  <a:pt x="84312" y="84347"/>
                  <a:pt x="84149" y="89099"/>
                  <a:pt x="83821" y="95367"/>
                </a:cubicBezTo>
                <a:cubicBezTo>
                  <a:pt x="83412" y="99463"/>
                  <a:pt x="81407" y="101512"/>
                  <a:pt x="77807" y="101512"/>
                </a:cubicBezTo>
                <a:cubicBezTo>
                  <a:pt x="73797" y="101512"/>
                  <a:pt x="71792" y="99422"/>
                  <a:pt x="71792" y="95244"/>
                </a:cubicBezTo>
                <a:cubicBezTo>
                  <a:pt x="71792" y="90287"/>
                  <a:pt x="72017" y="82841"/>
                  <a:pt x="72467" y="72908"/>
                </a:cubicBezTo>
                <a:cubicBezTo>
                  <a:pt x="72917" y="62974"/>
                  <a:pt x="73142" y="55529"/>
                  <a:pt x="73142" y="50572"/>
                </a:cubicBezTo>
                <a:cubicBezTo>
                  <a:pt x="73142" y="44099"/>
                  <a:pt x="73245" y="36695"/>
                  <a:pt x="73449" y="28358"/>
                </a:cubicBezTo>
                <a:cubicBezTo>
                  <a:pt x="73654" y="20022"/>
                  <a:pt x="73756" y="12617"/>
                  <a:pt x="73756" y="6145"/>
                </a:cubicBezTo>
                <a:cubicBezTo>
                  <a:pt x="73756" y="2048"/>
                  <a:pt x="75761" y="0"/>
                  <a:pt x="79771" y="0"/>
                </a:cubicBezTo>
                <a:cubicBezTo>
                  <a:pt x="83821" y="0"/>
                  <a:pt x="85847" y="2048"/>
                  <a:pt x="85847" y="6145"/>
                </a:cubicBezTo>
                <a:cubicBezTo>
                  <a:pt x="85847" y="12617"/>
                  <a:pt x="85744" y="20022"/>
                  <a:pt x="85540" y="28358"/>
                </a:cubicBezTo>
                <a:cubicBezTo>
                  <a:pt x="85335" y="36695"/>
                  <a:pt x="85233" y="44099"/>
                  <a:pt x="85233" y="50572"/>
                </a:cubicBezTo>
                <a:close/>
                <a:moveTo>
                  <a:pt x="119449" y="50572"/>
                </a:moveTo>
                <a:lnTo>
                  <a:pt x="118529" y="81111"/>
                </a:lnTo>
                <a:cubicBezTo>
                  <a:pt x="118529" y="84347"/>
                  <a:pt x="118365" y="89099"/>
                  <a:pt x="118038" y="95367"/>
                </a:cubicBezTo>
                <a:cubicBezTo>
                  <a:pt x="117628" y="99463"/>
                  <a:pt x="115624" y="101512"/>
                  <a:pt x="112023" y="101512"/>
                </a:cubicBezTo>
                <a:cubicBezTo>
                  <a:pt x="108013" y="101512"/>
                  <a:pt x="106008" y="99422"/>
                  <a:pt x="106008" y="95244"/>
                </a:cubicBezTo>
                <a:cubicBezTo>
                  <a:pt x="106008" y="90287"/>
                  <a:pt x="106233" y="82841"/>
                  <a:pt x="106683" y="72908"/>
                </a:cubicBezTo>
                <a:cubicBezTo>
                  <a:pt x="107134" y="62974"/>
                  <a:pt x="107359" y="55529"/>
                  <a:pt x="107359" y="50572"/>
                </a:cubicBezTo>
                <a:cubicBezTo>
                  <a:pt x="107359" y="44099"/>
                  <a:pt x="107461" y="36695"/>
                  <a:pt x="107665" y="28358"/>
                </a:cubicBezTo>
                <a:cubicBezTo>
                  <a:pt x="107870" y="20022"/>
                  <a:pt x="107972" y="12617"/>
                  <a:pt x="107972" y="6145"/>
                </a:cubicBezTo>
                <a:cubicBezTo>
                  <a:pt x="107972" y="2048"/>
                  <a:pt x="109977" y="0"/>
                  <a:pt x="113987" y="0"/>
                </a:cubicBezTo>
                <a:cubicBezTo>
                  <a:pt x="118038" y="0"/>
                  <a:pt x="120063" y="2048"/>
                  <a:pt x="120063" y="6145"/>
                </a:cubicBezTo>
                <a:cubicBezTo>
                  <a:pt x="120063" y="12617"/>
                  <a:pt x="119961" y="20022"/>
                  <a:pt x="119756" y="28358"/>
                </a:cubicBezTo>
                <a:cubicBezTo>
                  <a:pt x="119551" y="36695"/>
                  <a:pt x="119449" y="44099"/>
                  <a:pt x="119449" y="50572"/>
                </a:cubicBezTo>
                <a:close/>
                <a:moveTo>
                  <a:pt x="171219" y="69598"/>
                </a:moveTo>
                <a:cubicBezTo>
                  <a:pt x="165654" y="70170"/>
                  <a:pt x="155752" y="70457"/>
                  <a:pt x="141514" y="70457"/>
                </a:cubicBezTo>
                <a:cubicBezTo>
                  <a:pt x="138077" y="70457"/>
                  <a:pt x="136358" y="68861"/>
                  <a:pt x="136358" y="65670"/>
                </a:cubicBezTo>
                <a:cubicBezTo>
                  <a:pt x="136358" y="62478"/>
                  <a:pt x="138077" y="60882"/>
                  <a:pt x="141514" y="60882"/>
                </a:cubicBezTo>
                <a:cubicBezTo>
                  <a:pt x="144746" y="60882"/>
                  <a:pt x="149595" y="60739"/>
                  <a:pt x="156059" y="60453"/>
                </a:cubicBezTo>
                <a:cubicBezTo>
                  <a:pt x="162524" y="60166"/>
                  <a:pt x="167372" y="60023"/>
                  <a:pt x="170605" y="60023"/>
                </a:cubicBezTo>
                <a:cubicBezTo>
                  <a:pt x="174246" y="60023"/>
                  <a:pt x="176067" y="61619"/>
                  <a:pt x="176067" y="64810"/>
                </a:cubicBezTo>
                <a:cubicBezTo>
                  <a:pt x="176067" y="67634"/>
                  <a:pt x="174451" y="69229"/>
                  <a:pt x="171219" y="69598"/>
                </a:cubicBezTo>
                <a:close/>
                <a:moveTo>
                  <a:pt x="216532" y="101021"/>
                </a:moveTo>
                <a:cubicBezTo>
                  <a:pt x="212441" y="101021"/>
                  <a:pt x="207940" y="100366"/>
                  <a:pt x="203030" y="99057"/>
                </a:cubicBezTo>
                <a:lnTo>
                  <a:pt x="202907" y="128393"/>
                </a:lnTo>
                <a:cubicBezTo>
                  <a:pt x="202907" y="130194"/>
                  <a:pt x="202345" y="131667"/>
                  <a:pt x="201220" y="132812"/>
                </a:cubicBezTo>
                <a:cubicBezTo>
                  <a:pt x="200094" y="133958"/>
                  <a:pt x="198652" y="134531"/>
                  <a:pt x="196893" y="134531"/>
                </a:cubicBezTo>
                <a:cubicBezTo>
                  <a:pt x="195133" y="134531"/>
                  <a:pt x="193691" y="133957"/>
                  <a:pt x="192566" y="132810"/>
                </a:cubicBezTo>
                <a:cubicBezTo>
                  <a:pt x="191441" y="131663"/>
                  <a:pt x="190878" y="130188"/>
                  <a:pt x="190878" y="128386"/>
                </a:cubicBezTo>
                <a:lnTo>
                  <a:pt x="191062" y="103807"/>
                </a:lnTo>
                <a:lnTo>
                  <a:pt x="191062" y="79291"/>
                </a:lnTo>
                <a:cubicBezTo>
                  <a:pt x="190940" y="70319"/>
                  <a:pt x="190633" y="62146"/>
                  <a:pt x="190142" y="54774"/>
                </a:cubicBezTo>
                <a:lnTo>
                  <a:pt x="189221" y="42300"/>
                </a:lnTo>
                <a:cubicBezTo>
                  <a:pt x="189221" y="39391"/>
                  <a:pt x="189753" y="36933"/>
                  <a:pt x="190817" y="34925"/>
                </a:cubicBezTo>
                <a:cubicBezTo>
                  <a:pt x="192044" y="32509"/>
                  <a:pt x="193824" y="31300"/>
                  <a:pt x="196156" y="31300"/>
                </a:cubicBezTo>
                <a:cubicBezTo>
                  <a:pt x="197752" y="31300"/>
                  <a:pt x="199092" y="31871"/>
                  <a:pt x="200176" y="33013"/>
                </a:cubicBezTo>
                <a:cubicBezTo>
                  <a:pt x="201261" y="34155"/>
                  <a:pt x="201803" y="35548"/>
                  <a:pt x="201803" y="37192"/>
                </a:cubicBezTo>
                <a:cubicBezTo>
                  <a:pt x="201803" y="37561"/>
                  <a:pt x="201741" y="38236"/>
                  <a:pt x="201619" y="39218"/>
                </a:cubicBezTo>
                <a:cubicBezTo>
                  <a:pt x="201414" y="40486"/>
                  <a:pt x="201271" y="41652"/>
                  <a:pt x="201189" y="42716"/>
                </a:cubicBezTo>
                <a:cubicBezTo>
                  <a:pt x="204708" y="40302"/>
                  <a:pt x="208104" y="38491"/>
                  <a:pt x="211377" y="37284"/>
                </a:cubicBezTo>
                <a:cubicBezTo>
                  <a:pt x="214650" y="36077"/>
                  <a:pt x="217780" y="35474"/>
                  <a:pt x="220767" y="35474"/>
                </a:cubicBezTo>
                <a:cubicBezTo>
                  <a:pt x="229155" y="35474"/>
                  <a:pt x="235292" y="39200"/>
                  <a:pt x="239179" y="46653"/>
                </a:cubicBezTo>
                <a:cubicBezTo>
                  <a:pt x="242248" y="52552"/>
                  <a:pt x="243782" y="60354"/>
                  <a:pt x="243782" y="70060"/>
                </a:cubicBezTo>
                <a:cubicBezTo>
                  <a:pt x="243782" y="78905"/>
                  <a:pt x="241409" y="86195"/>
                  <a:pt x="236663" y="91930"/>
                </a:cubicBezTo>
                <a:cubicBezTo>
                  <a:pt x="231630" y="97990"/>
                  <a:pt x="224920" y="101021"/>
                  <a:pt x="216532" y="101021"/>
                </a:cubicBezTo>
                <a:moveTo>
                  <a:pt x="220767" y="47749"/>
                </a:moveTo>
                <a:cubicBezTo>
                  <a:pt x="217003" y="47749"/>
                  <a:pt x="213607" y="48587"/>
                  <a:pt x="210579" y="50265"/>
                </a:cubicBezTo>
                <a:cubicBezTo>
                  <a:pt x="208411" y="51451"/>
                  <a:pt x="205669" y="53620"/>
                  <a:pt x="202355" y="56770"/>
                </a:cubicBezTo>
                <a:cubicBezTo>
                  <a:pt x="202887" y="66058"/>
                  <a:pt x="203153" y="75817"/>
                  <a:pt x="203153" y="86046"/>
                </a:cubicBezTo>
                <a:cubicBezTo>
                  <a:pt x="207613" y="87764"/>
                  <a:pt x="212072" y="88623"/>
                  <a:pt x="216532" y="88623"/>
                </a:cubicBezTo>
                <a:cubicBezTo>
                  <a:pt x="221647" y="88623"/>
                  <a:pt x="225554" y="86721"/>
                  <a:pt x="228255" y="82916"/>
                </a:cubicBezTo>
                <a:cubicBezTo>
                  <a:pt x="230587" y="79601"/>
                  <a:pt x="231753" y="75305"/>
                  <a:pt x="231753" y="70027"/>
                </a:cubicBezTo>
                <a:cubicBezTo>
                  <a:pt x="231753" y="62580"/>
                  <a:pt x="230843" y="57006"/>
                  <a:pt x="229022" y="53303"/>
                </a:cubicBezTo>
                <a:cubicBezTo>
                  <a:pt x="227201" y="49600"/>
                  <a:pt x="224449" y="47749"/>
                  <a:pt x="220767" y="47749"/>
                </a:cubicBezTo>
                <a:close/>
                <a:moveTo>
                  <a:pt x="305418" y="102862"/>
                </a:moveTo>
                <a:cubicBezTo>
                  <a:pt x="304640" y="102862"/>
                  <a:pt x="303229" y="101954"/>
                  <a:pt x="301183" y="100138"/>
                </a:cubicBezTo>
                <a:cubicBezTo>
                  <a:pt x="299342" y="98447"/>
                  <a:pt x="297971" y="96941"/>
                  <a:pt x="297071" y="95620"/>
                </a:cubicBezTo>
                <a:cubicBezTo>
                  <a:pt x="293143" y="97768"/>
                  <a:pt x="289686" y="99389"/>
                  <a:pt x="286699" y="100484"/>
                </a:cubicBezTo>
                <a:cubicBezTo>
                  <a:pt x="283712" y="101578"/>
                  <a:pt x="281216" y="102125"/>
                  <a:pt x="279211" y="102125"/>
                </a:cubicBezTo>
                <a:cubicBezTo>
                  <a:pt x="269637" y="102125"/>
                  <a:pt x="262661" y="99425"/>
                  <a:pt x="258283" y="94024"/>
                </a:cubicBezTo>
                <a:cubicBezTo>
                  <a:pt x="254150" y="88951"/>
                  <a:pt x="252084" y="81177"/>
                  <a:pt x="252084" y="70702"/>
                </a:cubicBezTo>
                <a:cubicBezTo>
                  <a:pt x="252084" y="60801"/>
                  <a:pt x="255490" y="52331"/>
                  <a:pt x="262303" y="45294"/>
                </a:cubicBezTo>
                <a:cubicBezTo>
                  <a:pt x="269115" y="38256"/>
                  <a:pt x="277247" y="34737"/>
                  <a:pt x="286699" y="34737"/>
                </a:cubicBezTo>
                <a:cubicBezTo>
                  <a:pt x="290258" y="34737"/>
                  <a:pt x="294248" y="35658"/>
                  <a:pt x="298667" y="37499"/>
                </a:cubicBezTo>
                <a:cubicBezTo>
                  <a:pt x="304231" y="39790"/>
                  <a:pt x="307013" y="42552"/>
                  <a:pt x="307013" y="45785"/>
                </a:cubicBezTo>
                <a:cubicBezTo>
                  <a:pt x="307013" y="46889"/>
                  <a:pt x="306604" y="47871"/>
                  <a:pt x="305786" y="48731"/>
                </a:cubicBezTo>
                <a:cubicBezTo>
                  <a:pt x="305377" y="50285"/>
                  <a:pt x="305060" y="52843"/>
                  <a:pt x="304835" y="56402"/>
                </a:cubicBezTo>
                <a:cubicBezTo>
                  <a:pt x="304610" y="59962"/>
                  <a:pt x="304477" y="64524"/>
                  <a:pt x="304436" y="70088"/>
                </a:cubicBezTo>
                <a:cubicBezTo>
                  <a:pt x="304395" y="75162"/>
                  <a:pt x="304743" y="79172"/>
                  <a:pt x="305479" y="82118"/>
                </a:cubicBezTo>
                <a:cubicBezTo>
                  <a:pt x="305888" y="83918"/>
                  <a:pt x="307177" y="87519"/>
                  <a:pt x="309346" y="92919"/>
                </a:cubicBezTo>
                <a:cubicBezTo>
                  <a:pt x="309632" y="93656"/>
                  <a:pt x="310102" y="94740"/>
                  <a:pt x="310757" y="96172"/>
                </a:cubicBezTo>
                <a:lnTo>
                  <a:pt x="311125" y="97216"/>
                </a:lnTo>
                <a:cubicBezTo>
                  <a:pt x="311125" y="98852"/>
                  <a:pt x="310553" y="100202"/>
                  <a:pt x="309407" y="101266"/>
                </a:cubicBezTo>
                <a:cubicBezTo>
                  <a:pt x="308261" y="102330"/>
                  <a:pt x="306931" y="102862"/>
                  <a:pt x="305418" y="102862"/>
                </a:cubicBezTo>
                <a:moveTo>
                  <a:pt x="292652" y="60230"/>
                </a:moveTo>
                <a:cubicBezTo>
                  <a:pt x="292652" y="58475"/>
                  <a:pt x="292764" y="56567"/>
                  <a:pt x="292989" y="54507"/>
                </a:cubicBezTo>
                <a:cubicBezTo>
                  <a:pt x="293215" y="52446"/>
                  <a:pt x="293552" y="50253"/>
                  <a:pt x="294002" y="47927"/>
                </a:cubicBezTo>
                <a:cubicBezTo>
                  <a:pt x="292488" y="47151"/>
                  <a:pt x="291189" y="46579"/>
                  <a:pt x="290105" y="46212"/>
                </a:cubicBezTo>
                <a:cubicBezTo>
                  <a:pt x="289021" y="45845"/>
                  <a:pt x="288151" y="45662"/>
                  <a:pt x="287497" y="45662"/>
                </a:cubicBezTo>
                <a:cubicBezTo>
                  <a:pt x="281155" y="45662"/>
                  <a:pt x="275682" y="48243"/>
                  <a:pt x="271079" y="53404"/>
                </a:cubicBezTo>
                <a:cubicBezTo>
                  <a:pt x="266476" y="58566"/>
                  <a:pt x="264175" y="64514"/>
                  <a:pt x="264175" y="71247"/>
                </a:cubicBezTo>
                <a:cubicBezTo>
                  <a:pt x="264175" y="77939"/>
                  <a:pt x="265361" y="82958"/>
                  <a:pt x="267734" y="86305"/>
                </a:cubicBezTo>
                <a:cubicBezTo>
                  <a:pt x="270107" y="89651"/>
                  <a:pt x="273667" y="91324"/>
                  <a:pt x="278413" y="91324"/>
                </a:cubicBezTo>
                <a:cubicBezTo>
                  <a:pt x="282341" y="91324"/>
                  <a:pt x="285676" y="90610"/>
                  <a:pt x="288417" y="89181"/>
                </a:cubicBezTo>
                <a:cubicBezTo>
                  <a:pt x="289890" y="88407"/>
                  <a:pt x="291956" y="86856"/>
                  <a:pt x="294616" y="84530"/>
                </a:cubicBezTo>
                <a:cubicBezTo>
                  <a:pt x="293307" y="73716"/>
                  <a:pt x="292652" y="65616"/>
                  <a:pt x="292652" y="60230"/>
                </a:cubicBezTo>
                <a:close/>
                <a:moveTo>
                  <a:pt x="363155" y="51554"/>
                </a:moveTo>
                <a:cubicBezTo>
                  <a:pt x="360905" y="51554"/>
                  <a:pt x="359330" y="50802"/>
                  <a:pt x="358429" y="49298"/>
                </a:cubicBezTo>
                <a:cubicBezTo>
                  <a:pt x="357816" y="48242"/>
                  <a:pt x="357284" y="46048"/>
                  <a:pt x="356834" y="42716"/>
                </a:cubicBezTo>
                <a:cubicBezTo>
                  <a:pt x="353765" y="43492"/>
                  <a:pt x="349039" y="44922"/>
                  <a:pt x="342656" y="47006"/>
                </a:cubicBezTo>
                <a:cubicBezTo>
                  <a:pt x="336069" y="49622"/>
                  <a:pt x="332755" y="52851"/>
                  <a:pt x="332714" y="56692"/>
                </a:cubicBezTo>
                <a:cubicBezTo>
                  <a:pt x="333941" y="57142"/>
                  <a:pt x="335148" y="57469"/>
                  <a:pt x="336335" y="57674"/>
                </a:cubicBezTo>
                <a:cubicBezTo>
                  <a:pt x="345746" y="59349"/>
                  <a:pt x="352742" y="61658"/>
                  <a:pt x="357325" y="64601"/>
                </a:cubicBezTo>
                <a:cubicBezTo>
                  <a:pt x="363994" y="68894"/>
                  <a:pt x="367329" y="75107"/>
                  <a:pt x="367329" y="83242"/>
                </a:cubicBezTo>
                <a:cubicBezTo>
                  <a:pt x="367329" y="89904"/>
                  <a:pt x="364444" y="94932"/>
                  <a:pt x="358675" y="98324"/>
                </a:cubicBezTo>
                <a:cubicBezTo>
                  <a:pt x="353888" y="101104"/>
                  <a:pt x="347832" y="102494"/>
                  <a:pt x="340508" y="102494"/>
                </a:cubicBezTo>
                <a:cubicBezTo>
                  <a:pt x="335148" y="102494"/>
                  <a:pt x="330034" y="101594"/>
                  <a:pt x="325165" y="99793"/>
                </a:cubicBezTo>
                <a:cubicBezTo>
                  <a:pt x="318864" y="97502"/>
                  <a:pt x="315714" y="94311"/>
                  <a:pt x="315714" y="90219"/>
                </a:cubicBezTo>
                <a:cubicBezTo>
                  <a:pt x="315714" y="88582"/>
                  <a:pt x="316358" y="87150"/>
                  <a:pt x="317647" y="85923"/>
                </a:cubicBezTo>
                <a:cubicBezTo>
                  <a:pt x="318936" y="84695"/>
                  <a:pt x="320398" y="84082"/>
                  <a:pt x="322035" y="84082"/>
                </a:cubicBezTo>
                <a:cubicBezTo>
                  <a:pt x="323303" y="84082"/>
                  <a:pt x="324940" y="85064"/>
                  <a:pt x="326945" y="87028"/>
                </a:cubicBezTo>
                <a:cubicBezTo>
                  <a:pt x="327927" y="87969"/>
                  <a:pt x="330136" y="88746"/>
                  <a:pt x="333573" y="89360"/>
                </a:cubicBezTo>
                <a:cubicBezTo>
                  <a:pt x="336315" y="89851"/>
                  <a:pt x="338626" y="90096"/>
                  <a:pt x="340508" y="90096"/>
                </a:cubicBezTo>
                <a:cubicBezTo>
                  <a:pt x="343945" y="90096"/>
                  <a:pt x="346973" y="89688"/>
                  <a:pt x="349592" y="88871"/>
                </a:cubicBezTo>
                <a:cubicBezTo>
                  <a:pt x="353397" y="87685"/>
                  <a:pt x="355299" y="85806"/>
                  <a:pt x="355299" y="83232"/>
                </a:cubicBezTo>
                <a:cubicBezTo>
                  <a:pt x="355299" y="77674"/>
                  <a:pt x="351412" y="73914"/>
                  <a:pt x="343638" y="71953"/>
                </a:cubicBezTo>
                <a:lnTo>
                  <a:pt x="337256" y="70541"/>
                </a:lnTo>
                <a:cubicBezTo>
                  <a:pt x="331814" y="69353"/>
                  <a:pt x="327947" y="67961"/>
                  <a:pt x="325656" y="66364"/>
                </a:cubicBezTo>
                <a:cubicBezTo>
                  <a:pt x="322342" y="64071"/>
                  <a:pt x="320685" y="60613"/>
                  <a:pt x="320685" y="55988"/>
                </a:cubicBezTo>
                <a:cubicBezTo>
                  <a:pt x="320685" y="47431"/>
                  <a:pt x="324715" y="41331"/>
                  <a:pt x="332775" y="37687"/>
                </a:cubicBezTo>
                <a:cubicBezTo>
                  <a:pt x="335230" y="36582"/>
                  <a:pt x="339158" y="35263"/>
                  <a:pt x="344559" y="33729"/>
                </a:cubicBezTo>
                <a:cubicBezTo>
                  <a:pt x="349960" y="32193"/>
                  <a:pt x="353826" y="30893"/>
                  <a:pt x="356159" y="29828"/>
                </a:cubicBezTo>
                <a:cubicBezTo>
                  <a:pt x="357836" y="29091"/>
                  <a:pt x="359657" y="28723"/>
                  <a:pt x="361621" y="28723"/>
                </a:cubicBezTo>
                <a:cubicBezTo>
                  <a:pt x="363380" y="28723"/>
                  <a:pt x="364823" y="29296"/>
                  <a:pt x="365948" y="30441"/>
                </a:cubicBezTo>
                <a:cubicBezTo>
                  <a:pt x="367073" y="31587"/>
                  <a:pt x="367635" y="33080"/>
                  <a:pt x="367635" y="34921"/>
                </a:cubicBezTo>
                <a:cubicBezTo>
                  <a:pt x="367635" y="36108"/>
                  <a:pt x="367891" y="37847"/>
                  <a:pt x="368403" y="40138"/>
                </a:cubicBezTo>
                <a:cubicBezTo>
                  <a:pt x="368914" y="42430"/>
                  <a:pt x="369170" y="44168"/>
                  <a:pt x="369170" y="45355"/>
                </a:cubicBezTo>
                <a:cubicBezTo>
                  <a:pt x="369170" y="47196"/>
                  <a:pt x="368607" y="48690"/>
                  <a:pt x="367482" y="49835"/>
                </a:cubicBezTo>
                <a:cubicBezTo>
                  <a:pt x="366357" y="50981"/>
                  <a:pt x="364915" y="51554"/>
                  <a:pt x="363155" y="51554"/>
                </a:cubicBezTo>
                <a:close/>
                <a:moveTo>
                  <a:pt x="424605" y="51554"/>
                </a:moveTo>
                <a:cubicBezTo>
                  <a:pt x="422355" y="51554"/>
                  <a:pt x="420780" y="50802"/>
                  <a:pt x="419879" y="49298"/>
                </a:cubicBezTo>
                <a:cubicBezTo>
                  <a:pt x="419266" y="48242"/>
                  <a:pt x="418734" y="46048"/>
                  <a:pt x="418284" y="42716"/>
                </a:cubicBezTo>
                <a:cubicBezTo>
                  <a:pt x="415215" y="43492"/>
                  <a:pt x="410489" y="44922"/>
                  <a:pt x="404106" y="47006"/>
                </a:cubicBezTo>
                <a:cubicBezTo>
                  <a:pt x="397519" y="49622"/>
                  <a:pt x="394205" y="52851"/>
                  <a:pt x="394164" y="56692"/>
                </a:cubicBezTo>
                <a:cubicBezTo>
                  <a:pt x="395391" y="57142"/>
                  <a:pt x="396598" y="57469"/>
                  <a:pt x="397785" y="57674"/>
                </a:cubicBezTo>
                <a:cubicBezTo>
                  <a:pt x="407196" y="59349"/>
                  <a:pt x="414192" y="61658"/>
                  <a:pt x="418775" y="64601"/>
                </a:cubicBezTo>
                <a:cubicBezTo>
                  <a:pt x="425444" y="68894"/>
                  <a:pt x="428779" y="75107"/>
                  <a:pt x="428779" y="83242"/>
                </a:cubicBezTo>
                <a:cubicBezTo>
                  <a:pt x="428779" y="89904"/>
                  <a:pt x="425894" y="94932"/>
                  <a:pt x="420125" y="98324"/>
                </a:cubicBezTo>
                <a:cubicBezTo>
                  <a:pt x="415338" y="101104"/>
                  <a:pt x="409282" y="102494"/>
                  <a:pt x="401958" y="102494"/>
                </a:cubicBezTo>
                <a:cubicBezTo>
                  <a:pt x="396598" y="102494"/>
                  <a:pt x="391484" y="101594"/>
                  <a:pt x="386615" y="99793"/>
                </a:cubicBezTo>
                <a:cubicBezTo>
                  <a:pt x="380314" y="97502"/>
                  <a:pt x="377163" y="94311"/>
                  <a:pt x="377163" y="90219"/>
                </a:cubicBezTo>
                <a:cubicBezTo>
                  <a:pt x="377163" y="88582"/>
                  <a:pt x="377808" y="87150"/>
                  <a:pt x="379097" y="85923"/>
                </a:cubicBezTo>
                <a:cubicBezTo>
                  <a:pt x="380386" y="84695"/>
                  <a:pt x="381848" y="84082"/>
                  <a:pt x="383485" y="84082"/>
                </a:cubicBezTo>
                <a:cubicBezTo>
                  <a:pt x="384753" y="84082"/>
                  <a:pt x="386390" y="85064"/>
                  <a:pt x="388395" y="87028"/>
                </a:cubicBezTo>
                <a:cubicBezTo>
                  <a:pt x="389377" y="87969"/>
                  <a:pt x="391586" y="88746"/>
                  <a:pt x="395023" y="89360"/>
                </a:cubicBezTo>
                <a:cubicBezTo>
                  <a:pt x="397765" y="89851"/>
                  <a:pt x="400076" y="90096"/>
                  <a:pt x="401958" y="90096"/>
                </a:cubicBezTo>
                <a:cubicBezTo>
                  <a:pt x="405395" y="90096"/>
                  <a:pt x="408423" y="89688"/>
                  <a:pt x="411042" y="88871"/>
                </a:cubicBezTo>
                <a:cubicBezTo>
                  <a:pt x="414847" y="87685"/>
                  <a:pt x="416749" y="85806"/>
                  <a:pt x="416749" y="83232"/>
                </a:cubicBezTo>
                <a:cubicBezTo>
                  <a:pt x="416749" y="77674"/>
                  <a:pt x="412862" y="73914"/>
                  <a:pt x="405088" y="71953"/>
                </a:cubicBezTo>
                <a:lnTo>
                  <a:pt x="398706" y="70541"/>
                </a:lnTo>
                <a:cubicBezTo>
                  <a:pt x="393264" y="69353"/>
                  <a:pt x="389397" y="67961"/>
                  <a:pt x="387106" y="66364"/>
                </a:cubicBezTo>
                <a:cubicBezTo>
                  <a:pt x="383792" y="64071"/>
                  <a:pt x="382135" y="60613"/>
                  <a:pt x="382135" y="55988"/>
                </a:cubicBezTo>
                <a:cubicBezTo>
                  <a:pt x="382135" y="47431"/>
                  <a:pt x="386165" y="41331"/>
                  <a:pt x="394225" y="37687"/>
                </a:cubicBezTo>
                <a:cubicBezTo>
                  <a:pt x="396680" y="36582"/>
                  <a:pt x="400608" y="35263"/>
                  <a:pt x="406009" y="33729"/>
                </a:cubicBezTo>
                <a:cubicBezTo>
                  <a:pt x="411410" y="32193"/>
                  <a:pt x="415276" y="30893"/>
                  <a:pt x="417609" y="29828"/>
                </a:cubicBezTo>
                <a:cubicBezTo>
                  <a:pt x="419286" y="29091"/>
                  <a:pt x="421107" y="28723"/>
                  <a:pt x="423071" y="28723"/>
                </a:cubicBezTo>
                <a:cubicBezTo>
                  <a:pt x="424830" y="28723"/>
                  <a:pt x="426272" y="29296"/>
                  <a:pt x="427398" y="30441"/>
                </a:cubicBezTo>
                <a:cubicBezTo>
                  <a:pt x="428523" y="31587"/>
                  <a:pt x="429085" y="33080"/>
                  <a:pt x="429085" y="34921"/>
                </a:cubicBezTo>
                <a:cubicBezTo>
                  <a:pt x="429085" y="36108"/>
                  <a:pt x="429341" y="37847"/>
                  <a:pt x="429853" y="40138"/>
                </a:cubicBezTo>
                <a:cubicBezTo>
                  <a:pt x="430364" y="42430"/>
                  <a:pt x="430620" y="44168"/>
                  <a:pt x="430620" y="45355"/>
                </a:cubicBezTo>
                <a:cubicBezTo>
                  <a:pt x="430620" y="47196"/>
                  <a:pt x="430057" y="48690"/>
                  <a:pt x="428932" y="49835"/>
                </a:cubicBezTo>
                <a:cubicBezTo>
                  <a:pt x="427807" y="50981"/>
                  <a:pt x="426365" y="51554"/>
                  <a:pt x="424605" y="515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95317A-CCC9-4BFC-B52F-1AF3E893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763" y="1119785"/>
            <a:ext cx="791167" cy="118682"/>
          </a:xfrm>
          <a:custGeom xmlns:a="http://schemas.openxmlformats.org/drawingml/2006/main">
            <a:pathLst>
              <a:path w="791167" h="118682">
                <a:moveTo>
                  <a:pt x="679300" y="100694"/>
                </a:moveTo>
                <a:lnTo>
                  <a:pt x="677708" y="102663"/>
                </a:lnTo>
                <a:lnTo>
                  <a:pt x="676632" y="104954"/>
                </a:lnTo>
                <a:lnTo>
                  <a:pt x="676144" y="107425"/>
                </a:lnTo>
                <a:lnTo>
                  <a:pt x="676255" y="109953"/>
                </a:lnTo>
                <a:lnTo>
                  <a:pt x="676968" y="112369"/>
                </a:lnTo>
                <a:lnTo>
                  <a:pt x="678239" y="114548"/>
                </a:lnTo>
                <a:lnTo>
                  <a:pt x="679998" y="116364"/>
                </a:lnTo>
                <a:lnTo>
                  <a:pt x="682135" y="117704"/>
                </a:lnTo>
                <a:lnTo>
                  <a:pt x="684537" y="118500"/>
                </a:lnTo>
                <a:lnTo>
                  <a:pt x="687051" y="118682"/>
                </a:lnTo>
                <a:lnTo>
                  <a:pt x="689537" y="118263"/>
                </a:lnTo>
                <a:lnTo>
                  <a:pt x="691855" y="117271"/>
                </a:lnTo>
                <a:lnTo>
                  <a:pt x="791167" y="59341"/>
                </a:lnTo>
                <a:lnTo>
                  <a:pt x="691855" y="1411"/>
                </a:lnTo>
                <a:lnTo>
                  <a:pt x="689537" y="419"/>
                </a:lnTo>
                <a:lnTo>
                  <a:pt x="687051" y="0"/>
                </a:lnTo>
                <a:lnTo>
                  <a:pt x="684537" y="182"/>
                </a:lnTo>
                <a:lnTo>
                  <a:pt x="682135" y="978"/>
                </a:lnTo>
                <a:lnTo>
                  <a:pt x="679998" y="2318"/>
                </a:lnTo>
                <a:lnTo>
                  <a:pt x="678239" y="4134"/>
                </a:lnTo>
                <a:lnTo>
                  <a:pt x="676968" y="6313"/>
                </a:lnTo>
                <a:lnTo>
                  <a:pt x="676255" y="8729"/>
                </a:lnTo>
                <a:lnTo>
                  <a:pt x="676144" y="11256"/>
                </a:lnTo>
                <a:lnTo>
                  <a:pt x="676632" y="13728"/>
                </a:lnTo>
                <a:lnTo>
                  <a:pt x="677708" y="16019"/>
                </a:lnTo>
                <a:lnTo>
                  <a:pt x="679300" y="17988"/>
                </a:lnTo>
                <a:lnTo>
                  <a:pt x="681311" y="19510"/>
                </a:lnTo>
                <a:lnTo>
                  <a:pt x="731636" y="48867"/>
                </a:lnTo>
                <a:lnTo>
                  <a:pt x="0" y="48867"/>
                </a:lnTo>
                <a:lnTo>
                  <a:pt x="0" y="69815"/>
                </a:lnTo>
                <a:lnTo>
                  <a:pt x="731636" y="69815"/>
                </a:lnTo>
                <a:lnTo>
                  <a:pt x="681311" y="99172"/>
                </a:lnTo>
                <a:lnTo>
                  <a:pt x="679300" y="100694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EDFB0-543A-4FD7-926F-7B333659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668" y="775527"/>
            <a:ext cx="752062" cy="118682"/>
          </a:xfrm>
          <a:custGeom xmlns:a="http://schemas.openxmlformats.org/drawingml/2006/main">
            <a:pathLst>
              <a:path w="752062" h="118682">
                <a:moveTo>
                  <a:pt x="0" y="69815"/>
                </a:moveTo>
                <a:lnTo>
                  <a:pt x="692532" y="69815"/>
                </a:lnTo>
                <a:lnTo>
                  <a:pt x="642207" y="99172"/>
                </a:lnTo>
                <a:lnTo>
                  <a:pt x="640196" y="100694"/>
                </a:lnTo>
                <a:lnTo>
                  <a:pt x="638603" y="102663"/>
                </a:lnTo>
                <a:lnTo>
                  <a:pt x="637528" y="104954"/>
                </a:lnTo>
                <a:lnTo>
                  <a:pt x="637039" y="107425"/>
                </a:lnTo>
                <a:lnTo>
                  <a:pt x="637151" y="109953"/>
                </a:lnTo>
                <a:lnTo>
                  <a:pt x="637863" y="112369"/>
                </a:lnTo>
                <a:lnTo>
                  <a:pt x="639134" y="114548"/>
                </a:lnTo>
                <a:lnTo>
                  <a:pt x="640894" y="116364"/>
                </a:lnTo>
                <a:lnTo>
                  <a:pt x="643031" y="117704"/>
                </a:lnTo>
                <a:lnTo>
                  <a:pt x="645433" y="118500"/>
                </a:lnTo>
                <a:lnTo>
                  <a:pt x="647947" y="118682"/>
                </a:lnTo>
                <a:lnTo>
                  <a:pt x="650433" y="118263"/>
                </a:lnTo>
                <a:lnTo>
                  <a:pt x="652751" y="117271"/>
                </a:lnTo>
                <a:lnTo>
                  <a:pt x="752062" y="59341"/>
                </a:lnTo>
                <a:lnTo>
                  <a:pt x="652751" y="1411"/>
                </a:lnTo>
                <a:lnTo>
                  <a:pt x="650433" y="419"/>
                </a:lnTo>
                <a:lnTo>
                  <a:pt x="647947" y="0"/>
                </a:lnTo>
                <a:lnTo>
                  <a:pt x="645433" y="182"/>
                </a:lnTo>
                <a:lnTo>
                  <a:pt x="643031" y="978"/>
                </a:lnTo>
                <a:lnTo>
                  <a:pt x="640894" y="2318"/>
                </a:lnTo>
                <a:lnTo>
                  <a:pt x="639134" y="4134"/>
                </a:lnTo>
                <a:lnTo>
                  <a:pt x="637863" y="6313"/>
                </a:lnTo>
                <a:lnTo>
                  <a:pt x="637151" y="8729"/>
                </a:lnTo>
                <a:lnTo>
                  <a:pt x="637039" y="11256"/>
                </a:lnTo>
                <a:lnTo>
                  <a:pt x="637528" y="13728"/>
                </a:lnTo>
                <a:lnTo>
                  <a:pt x="638603" y="16019"/>
                </a:lnTo>
                <a:lnTo>
                  <a:pt x="640196" y="17988"/>
                </a:lnTo>
                <a:lnTo>
                  <a:pt x="642207" y="19510"/>
                </a:lnTo>
                <a:lnTo>
                  <a:pt x="692532" y="48867"/>
                </a:lnTo>
                <a:lnTo>
                  <a:pt x="0" y="48867"/>
                </a:lnTo>
                <a:lnTo>
                  <a:pt x="0" y="69815"/>
                </a:lnTo>
                <a:close/>
              </a:path>
            </a:pathLst>
          </a:custGeom>
          <a:solidFill xmlns:a="http://schemas.openxmlformats.org/drawingml/2006/main">
            <a:srgbClr val="E5AC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selective">
            <a:extLst xmlns:a="http://schemas.openxmlformats.org/drawingml/2006/main">
              <a:ext uri="{FF2B5EF4-FFF2-40B4-BE49-F238E27FC236}">
                <a16:creationId xmlns:a16="http://schemas.microsoft.com/office/drawing/2014/main" id="{141D14DA-98E8-460C-8AE5-F501B7A5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93" y="868732"/>
            <a:ext cx="517842" cy="102739"/>
          </a:xfrm>
          <a:custGeom xmlns:a="http://schemas.openxmlformats.org/drawingml/2006/main">
            <a:pathLst>
              <a:path w="517842" h="102739">
                <a:moveTo>
                  <a:pt x="47442" y="51554"/>
                </a:moveTo>
                <a:cubicBezTo>
                  <a:pt x="45191" y="51554"/>
                  <a:pt x="43616" y="50802"/>
                  <a:pt x="42716" y="49298"/>
                </a:cubicBezTo>
                <a:cubicBezTo>
                  <a:pt x="42102" y="48242"/>
                  <a:pt x="41570" y="46048"/>
                  <a:pt x="41120" y="42716"/>
                </a:cubicBezTo>
                <a:cubicBezTo>
                  <a:pt x="38052" y="43492"/>
                  <a:pt x="33326" y="44922"/>
                  <a:pt x="26943" y="47006"/>
                </a:cubicBezTo>
                <a:cubicBezTo>
                  <a:pt x="20356" y="49622"/>
                  <a:pt x="17041" y="52851"/>
                  <a:pt x="17000" y="56692"/>
                </a:cubicBezTo>
                <a:cubicBezTo>
                  <a:pt x="18228" y="57142"/>
                  <a:pt x="19435" y="57469"/>
                  <a:pt x="20621" y="57674"/>
                </a:cubicBezTo>
                <a:cubicBezTo>
                  <a:pt x="30032" y="59349"/>
                  <a:pt x="37029" y="61658"/>
                  <a:pt x="41611" y="64601"/>
                </a:cubicBezTo>
                <a:cubicBezTo>
                  <a:pt x="48280" y="68894"/>
                  <a:pt x="51615" y="75107"/>
                  <a:pt x="51615" y="83242"/>
                </a:cubicBezTo>
                <a:cubicBezTo>
                  <a:pt x="51615" y="89904"/>
                  <a:pt x="48731" y="94932"/>
                  <a:pt x="42961" y="98324"/>
                </a:cubicBezTo>
                <a:cubicBezTo>
                  <a:pt x="38174" y="101104"/>
                  <a:pt x="32119" y="102494"/>
                  <a:pt x="24795" y="102494"/>
                </a:cubicBezTo>
                <a:cubicBezTo>
                  <a:pt x="19435" y="102494"/>
                  <a:pt x="14320" y="101594"/>
                  <a:pt x="9452" y="99793"/>
                </a:cubicBezTo>
                <a:cubicBezTo>
                  <a:pt x="3151" y="97502"/>
                  <a:pt x="0" y="94311"/>
                  <a:pt x="0" y="90219"/>
                </a:cubicBezTo>
                <a:cubicBezTo>
                  <a:pt x="0" y="88582"/>
                  <a:pt x="644" y="87150"/>
                  <a:pt x="1933" y="85923"/>
                </a:cubicBezTo>
                <a:cubicBezTo>
                  <a:pt x="3222" y="84695"/>
                  <a:pt x="4685" y="84082"/>
                  <a:pt x="6321" y="84082"/>
                </a:cubicBezTo>
                <a:cubicBezTo>
                  <a:pt x="7590" y="84082"/>
                  <a:pt x="9226" y="85064"/>
                  <a:pt x="11231" y="87028"/>
                </a:cubicBezTo>
                <a:cubicBezTo>
                  <a:pt x="12213" y="87969"/>
                  <a:pt x="14423" y="88746"/>
                  <a:pt x="17860" y="89360"/>
                </a:cubicBezTo>
                <a:cubicBezTo>
                  <a:pt x="20601" y="89851"/>
                  <a:pt x="22913" y="90096"/>
                  <a:pt x="24795" y="90096"/>
                </a:cubicBezTo>
                <a:cubicBezTo>
                  <a:pt x="28232" y="90096"/>
                  <a:pt x="31260" y="89688"/>
                  <a:pt x="33878" y="88871"/>
                </a:cubicBezTo>
                <a:cubicBezTo>
                  <a:pt x="37683" y="87685"/>
                  <a:pt x="39586" y="85806"/>
                  <a:pt x="39586" y="83232"/>
                </a:cubicBezTo>
                <a:cubicBezTo>
                  <a:pt x="39586" y="77674"/>
                  <a:pt x="35699" y="73914"/>
                  <a:pt x="27925" y="71953"/>
                </a:cubicBezTo>
                <a:lnTo>
                  <a:pt x="21542" y="70541"/>
                </a:lnTo>
                <a:cubicBezTo>
                  <a:pt x="16100" y="69353"/>
                  <a:pt x="12234" y="67961"/>
                  <a:pt x="9943" y="66364"/>
                </a:cubicBezTo>
                <a:cubicBezTo>
                  <a:pt x="6628" y="64071"/>
                  <a:pt x="4971" y="60613"/>
                  <a:pt x="4971" y="55988"/>
                </a:cubicBezTo>
                <a:cubicBezTo>
                  <a:pt x="4971" y="47431"/>
                  <a:pt x="9001" y="41331"/>
                  <a:pt x="17062" y="37687"/>
                </a:cubicBezTo>
                <a:cubicBezTo>
                  <a:pt x="19517" y="36582"/>
                  <a:pt x="23445" y="35263"/>
                  <a:pt x="28846" y="33729"/>
                </a:cubicBezTo>
                <a:cubicBezTo>
                  <a:pt x="34246" y="32193"/>
                  <a:pt x="38113" y="30893"/>
                  <a:pt x="40445" y="29828"/>
                </a:cubicBezTo>
                <a:cubicBezTo>
                  <a:pt x="42123" y="29091"/>
                  <a:pt x="43943" y="28723"/>
                  <a:pt x="45907" y="28723"/>
                </a:cubicBezTo>
                <a:cubicBezTo>
                  <a:pt x="47667" y="28723"/>
                  <a:pt x="49109" y="29296"/>
                  <a:pt x="50234" y="30441"/>
                </a:cubicBezTo>
                <a:cubicBezTo>
                  <a:pt x="51359" y="31587"/>
                  <a:pt x="51922" y="33080"/>
                  <a:pt x="51922" y="34921"/>
                </a:cubicBezTo>
                <a:cubicBezTo>
                  <a:pt x="51922" y="36108"/>
                  <a:pt x="52178" y="37847"/>
                  <a:pt x="52689" y="40138"/>
                </a:cubicBezTo>
                <a:cubicBezTo>
                  <a:pt x="53201" y="42430"/>
                  <a:pt x="53456" y="44168"/>
                  <a:pt x="53456" y="45355"/>
                </a:cubicBezTo>
                <a:cubicBezTo>
                  <a:pt x="53456" y="47196"/>
                  <a:pt x="52894" y="48690"/>
                  <a:pt x="51769" y="49835"/>
                </a:cubicBezTo>
                <a:cubicBezTo>
                  <a:pt x="50643" y="50981"/>
                  <a:pt x="49201" y="51554"/>
                  <a:pt x="47442" y="51554"/>
                </a:cubicBezTo>
                <a:close/>
                <a:moveTo>
                  <a:pt x="96125" y="101634"/>
                </a:moveTo>
                <a:cubicBezTo>
                  <a:pt x="86878" y="101634"/>
                  <a:pt x="79391" y="99321"/>
                  <a:pt x="73663" y="94693"/>
                </a:cubicBezTo>
                <a:cubicBezTo>
                  <a:pt x="67403" y="89574"/>
                  <a:pt x="64273" y="82407"/>
                  <a:pt x="64273" y="73192"/>
                </a:cubicBezTo>
                <a:cubicBezTo>
                  <a:pt x="64273" y="62545"/>
                  <a:pt x="66850" y="53617"/>
                  <a:pt x="72006" y="46410"/>
                </a:cubicBezTo>
                <a:cubicBezTo>
                  <a:pt x="77611" y="38546"/>
                  <a:pt x="85099" y="34615"/>
                  <a:pt x="94468" y="34615"/>
                </a:cubicBezTo>
                <a:cubicBezTo>
                  <a:pt x="101260" y="34615"/>
                  <a:pt x="106804" y="35760"/>
                  <a:pt x="111101" y="38052"/>
                </a:cubicBezTo>
                <a:cubicBezTo>
                  <a:pt x="116379" y="40875"/>
                  <a:pt x="119018" y="45212"/>
                  <a:pt x="119018" y="51063"/>
                </a:cubicBezTo>
                <a:cubicBezTo>
                  <a:pt x="119018" y="55154"/>
                  <a:pt x="116706" y="58878"/>
                  <a:pt x="112083" y="62233"/>
                </a:cubicBezTo>
                <a:cubicBezTo>
                  <a:pt x="110037" y="63706"/>
                  <a:pt x="105700" y="65997"/>
                  <a:pt x="99071" y="69107"/>
                </a:cubicBezTo>
                <a:lnTo>
                  <a:pt x="75627" y="80215"/>
                </a:lnTo>
                <a:cubicBezTo>
                  <a:pt x="77918" y="83611"/>
                  <a:pt x="80772" y="86168"/>
                  <a:pt x="84188" y="87887"/>
                </a:cubicBezTo>
                <a:cubicBezTo>
                  <a:pt x="87605" y="89605"/>
                  <a:pt x="91584" y="90464"/>
                  <a:pt x="96125" y="90464"/>
                </a:cubicBezTo>
                <a:cubicBezTo>
                  <a:pt x="98949" y="90464"/>
                  <a:pt x="102263" y="89933"/>
                  <a:pt x="106068" y="88869"/>
                </a:cubicBezTo>
                <a:cubicBezTo>
                  <a:pt x="110896" y="87519"/>
                  <a:pt x="114006" y="85749"/>
                  <a:pt x="115397" y="83560"/>
                </a:cubicBezTo>
                <a:cubicBezTo>
                  <a:pt x="116788" y="81371"/>
                  <a:pt x="118281" y="80276"/>
                  <a:pt x="119877" y="80276"/>
                </a:cubicBezTo>
                <a:cubicBezTo>
                  <a:pt x="121309" y="80276"/>
                  <a:pt x="122588" y="80821"/>
                  <a:pt x="123713" y="81909"/>
                </a:cubicBezTo>
                <a:cubicBezTo>
                  <a:pt x="124838" y="82995"/>
                  <a:pt x="125401" y="84257"/>
                  <a:pt x="125401" y="85693"/>
                </a:cubicBezTo>
                <a:cubicBezTo>
                  <a:pt x="125401" y="90247"/>
                  <a:pt x="121739" y="94166"/>
                  <a:pt x="114415" y="97450"/>
                </a:cubicBezTo>
                <a:cubicBezTo>
                  <a:pt x="108155" y="100239"/>
                  <a:pt x="102058" y="101634"/>
                  <a:pt x="96125" y="101634"/>
                </a:cubicBezTo>
                <a:moveTo>
                  <a:pt x="94468" y="45662"/>
                </a:moveTo>
                <a:cubicBezTo>
                  <a:pt x="89477" y="45662"/>
                  <a:pt x="85324" y="47595"/>
                  <a:pt x="82010" y="51462"/>
                </a:cubicBezTo>
                <a:cubicBezTo>
                  <a:pt x="78695" y="55328"/>
                  <a:pt x="76220" y="61148"/>
                  <a:pt x="74583" y="68922"/>
                </a:cubicBezTo>
                <a:lnTo>
                  <a:pt x="93425" y="59962"/>
                </a:lnTo>
                <a:cubicBezTo>
                  <a:pt x="100831" y="56361"/>
                  <a:pt x="106109" y="53231"/>
                  <a:pt x="109259" y="50572"/>
                </a:cubicBezTo>
                <a:cubicBezTo>
                  <a:pt x="105741" y="47298"/>
                  <a:pt x="100810" y="45662"/>
                  <a:pt x="94468" y="45662"/>
                </a:cubicBezTo>
                <a:close/>
                <a:moveTo>
                  <a:pt x="152184" y="50572"/>
                </a:moveTo>
                <a:lnTo>
                  <a:pt x="151264" y="81111"/>
                </a:lnTo>
                <a:cubicBezTo>
                  <a:pt x="151264" y="84347"/>
                  <a:pt x="151100" y="89099"/>
                  <a:pt x="150773" y="95367"/>
                </a:cubicBezTo>
                <a:cubicBezTo>
                  <a:pt x="150364" y="99463"/>
                  <a:pt x="148359" y="101512"/>
                  <a:pt x="144758" y="101512"/>
                </a:cubicBezTo>
                <a:cubicBezTo>
                  <a:pt x="140748" y="101512"/>
                  <a:pt x="138744" y="99422"/>
                  <a:pt x="138744" y="95244"/>
                </a:cubicBezTo>
                <a:cubicBezTo>
                  <a:pt x="138744" y="90287"/>
                  <a:pt x="138969" y="82841"/>
                  <a:pt x="139419" y="72908"/>
                </a:cubicBezTo>
                <a:cubicBezTo>
                  <a:pt x="139869" y="62974"/>
                  <a:pt x="140094" y="55529"/>
                  <a:pt x="140094" y="50572"/>
                </a:cubicBezTo>
                <a:cubicBezTo>
                  <a:pt x="140094" y="44099"/>
                  <a:pt x="140196" y="36695"/>
                  <a:pt x="140401" y="28358"/>
                </a:cubicBezTo>
                <a:cubicBezTo>
                  <a:pt x="140605" y="20022"/>
                  <a:pt x="140708" y="12617"/>
                  <a:pt x="140708" y="6145"/>
                </a:cubicBezTo>
                <a:cubicBezTo>
                  <a:pt x="140708" y="2048"/>
                  <a:pt x="142712" y="0"/>
                  <a:pt x="146722" y="0"/>
                </a:cubicBezTo>
                <a:cubicBezTo>
                  <a:pt x="150773" y="0"/>
                  <a:pt x="152798" y="2048"/>
                  <a:pt x="152798" y="6145"/>
                </a:cubicBezTo>
                <a:cubicBezTo>
                  <a:pt x="152798" y="12617"/>
                  <a:pt x="152696" y="20022"/>
                  <a:pt x="152491" y="28358"/>
                </a:cubicBezTo>
                <a:cubicBezTo>
                  <a:pt x="152287" y="36695"/>
                  <a:pt x="152184" y="44099"/>
                  <a:pt x="152184" y="50572"/>
                </a:cubicBezTo>
                <a:close/>
                <a:moveTo>
                  <a:pt x="199473" y="101634"/>
                </a:moveTo>
                <a:cubicBezTo>
                  <a:pt x="190227" y="101634"/>
                  <a:pt x="182739" y="99321"/>
                  <a:pt x="177011" y="94693"/>
                </a:cubicBezTo>
                <a:cubicBezTo>
                  <a:pt x="170751" y="89574"/>
                  <a:pt x="167621" y="82407"/>
                  <a:pt x="167621" y="73192"/>
                </a:cubicBezTo>
                <a:cubicBezTo>
                  <a:pt x="167621" y="62545"/>
                  <a:pt x="170198" y="53617"/>
                  <a:pt x="175354" y="46410"/>
                </a:cubicBezTo>
                <a:cubicBezTo>
                  <a:pt x="180959" y="38546"/>
                  <a:pt x="188447" y="34615"/>
                  <a:pt x="197816" y="34615"/>
                </a:cubicBezTo>
                <a:cubicBezTo>
                  <a:pt x="204608" y="34615"/>
                  <a:pt x="210152" y="35760"/>
                  <a:pt x="214449" y="38052"/>
                </a:cubicBezTo>
                <a:cubicBezTo>
                  <a:pt x="219727" y="40875"/>
                  <a:pt x="222366" y="45212"/>
                  <a:pt x="222366" y="51063"/>
                </a:cubicBezTo>
                <a:cubicBezTo>
                  <a:pt x="222366" y="55154"/>
                  <a:pt x="220054" y="58878"/>
                  <a:pt x="215431" y="62233"/>
                </a:cubicBezTo>
                <a:cubicBezTo>
                  <a:pt x="213385" y="63706"/>
                  <a:pt x="209048" y="65997"/>
                  <a:pt x="202419" y="69107"/>
                </a:cubicBezTo>
                <a:lnTo>
                  <a:pt x="178975" y="80215"/>
                </a:lnTo>
                <a:cubicBezTo>
                  <a:pt x="181266" y="83611"/>
                  <a:pt x="184120" y="86168"/>
                  <a:pt x="187536" y="87887"/>
                </a:cubicBezTo>
                <a:cubicBezTo>
                  <a:pt x="190953" y="89605"/>
                  <a:pt x="194932" y="90464"/>
                  <a:pt x="199473" y="90464"/>
                </a:cubicBezTo>
                <a:cubicBezTo>
                  <a:pt x="202297" y="90464"/>
                  <a:pt x="205611" y="89933"/>
                  <a:pt x="209416" y="88869"/>
                </a:cubicBezTo>
                <a:cubicBezTo>
                  <a:pt x="214244" y="87519"/>
                  <a:pt x="217354" y="85749"/>
                  <a:pt x="218745" y="83560"/>
                </a:cubicBezTo>
                <a:cubicBezTo>
                  <a:pt x="220136" y="81371"/>
                  <a:pt x="221629" y="80276"/>
                  <a:pt x="223225" y="80276"/>
                </a:cubicBezTo>
                <a:cubicBezTo>
                  <a:pt x="224657" y="80276"/>
                  <a:pt x="225936" y="80821"/>
                  <a:pt x="227061" y="81909"/>
                </a:cubicBezTo>
                <a:cubicBezTo>
                  <a:pt x="228186" y="82995"/>
                  <a:pt x="228749" y="84257"/>
                  <a:pt x="228749" y="85693"/>
                </a:cubicBezTo>
                <a:cubicBezTo>
                  <a:pt x="228749" y="90247"/>
                  <a:pt x="225087" y="94166"/>
                  <a:pt x="217763" y="97450"/>
                </a:cubicBezTo>
                <a:cubicBezTo>
                  <a:pt x="211503" y="100239"/>
                  <a:pt x="205406" y="101634"/>
                  <a:pt x="199473" y="101634"/>
                </a:cubicBezTo>
                <a:moveTo>
                  <a:pt x="197816" y="45662"/>
                </a:moveTo>
                <a:cubicBezTo>
                  <a:pt x="192825" y="45662"/>
                  <a:pt x="188672" y="47595"/>
                  <a:pt x="185358" y="51462"/>
                </a:cubicBezTo>
                <a:cubicBezTo>
                  <a:pt x="182043" y="55328"/>
                  <a:pt x="179568" y="61148"/>
                  <a:pt x="177931" y="68922"/>
                </a:cubicBezTo>
                <a:lnTo>
                  <a:pt x="196773" y="59962"/>
                </a:lnTo>
                <a:cubicBezTo>
                  <a:pt x="204179" y="56361"/>
                  <a:pt x="209457" y="53231"/>
                  <a:pt x="212607" y="50572"/>
                </a:cubicBezTo>
                <a:cubicBezTo>
                  <a:pt x="209089" y="47298"/>
                  <a:pt x="204158" y="45662"/>
                  <a:pt x="197816" y="45662"/>
                </a:cubicBezTo>
                <a:close/>
                <a:moveTo>
                  <a:pt x="267684" y="102739"/>
                </a:moveTo>
                <a:cubicBezTo>
                  <a:pt x="259296" y="102739"/>
                  <a:pt x="252300" y="100198"/>
                  <a:pt x="246694" y="95115"/>
                </a:cubicBezTo>
                <a:cubicBezTo>
                  <a:pt x="240802" y="89787"/>
                  <a:pt x="237856" y="82758"/>
                  <a:pt x="237856" y="74026"/>
                </a:cubicBezTo>
                <a:cubicBezTo>
                  <a:pt x="237856" y="65706"/>
                  <a:pt x="240618" y="57120"/>
                  <a:pt x="246142" y="48266"/>
                </a:cubicBezTo>
                <a:cubicBezTo>
                  <a:pt x="252279" y="38429"/>
                  <a:pt x="259194" y="33510"/>
                  <a:pt x="266886" y="33510"/>
                </a:cubicBezTo>
                <a:cubicBezTo>
                  <a:pt x="270896" y="33510"/>
                  <a:pt x="275376" y="34454"/>
                  <a:pt x="280327" y="36343"/>
                </a:cubicBezTo>
                <a:cubicBezTo>
                  <a:pt x="286587" y="38766"/>
                  <a:pt x="289717" y="41722"/>
                  <a:pt x="289717" y="45211"/>
                </a:cubicBezTo>
                <a:cubicBezTo>
                  <a:pt x="289717" y="46771"/>
                  <a:pt x="289205" y="48157"/>
                  <a:pt x="288183" y="49369"/>
                </a:cubicBezTo>
                <a:cubicBezTo>
                  <a:pt x="287160" y="50580"/>
                  <a:pt x="285891" y="51185"/>
                  <a:pt x="284377" y="51185"/>
                </a:cubicBezTo>
                <a:cubicBezTo>
                  <a:pt x="283191" y="51185"/>
                  <a:pt x="282158" y="50824"/>
                  <a:pt x="281278" y="50102"/>
                </a:cubicBezTo>
                <a:cubicBezTo>
                  <a:pt x="280398" y="49378"/>
                  <a:pt x="279549" y="48665"/>
                  <a:pt x="278731" y="47961"/>
                </a:cubicBezTo>
                <a:cubicBezTo>
                  <a:pt x="276317" y="46019"/>
                  <a:pt x="272369" y="45048"/>
                  <a:pt x="266886" y="45048"/>
                </a:cubicBezTo>
                <a:cubicBezTo>
                  <a:pt x="262713" y="45048"/>
                  <a:pt x="258580" y="48782"/>
                  <a:pt x="254488" y="56249"/>
                </a:cubicBezTo>
                <a:cubicBezTo>
                  <a:pt x="250765" y="63100"/>
                  <a:pt x="248904" y="69027"/>
                  <a:pt x="248904" y="74032"/>
                </a:cubicBezTo>
                <a:cubicBezTo>
                  <a:pt x="248904" y="79447"/>
                  <a:pt x="250745" y="83713"/>
                  <a:pt x="254427" y="86832"/>
                </a:cubicBezTo>
                <a:cubicBezTo>
                  <a:pt x="257864" y="89745"/>
                  <a:pt x="262283" y="91201"/>
                  <a:pt x="267684" y="91201"/>
                </a:cubicBezTo>
                <a:cubicBezTo>
                  <a:pt x="270139" y="91201"/>
                  <a:pt x="272757" y="90546"/>
                  <a:pt x="275540" y="89237"/>
                </a:cubicBezTo>
                <a:lnTo>
                  <a:pt x="282659" y="85432"/>
                </a:lnTo>
                <a:cubicBezTo>
                  <a:pt x="283886" y="84777"/>
                  <a:pt x="284766" y="84450"/>
                  <a:pt x="285298" y="84450"/>
                </a:cubicBezTo>
                <a:cubicBezTo>
                  <a:pt x="286812" y="84450"/>
                  <a:pt x="288121" y="85053"/>
                  <a:pt x="289226" y="86260"/>
                </a:cubicBezTo>
                <a:cubicBezTo>
                  <a:pt x="290331" y="87467"/>
                  <a:pt x="290883" y="88848"/>
                  <a:pt x="290883" y="90403"/>
                </a:cubicBezTo>
                <a:cubicBezTo>
                  <a:pt x="290883" y="93390"/>
                  <a:pt x="287732" y="96275"/>
                  <a:pt x="281431" y="99057"/>
                </a:cubicBezTo>
                <a:cubicBezTo>
                  <a:pt x="275908" y="101512"/>
                  <a:pt x="271325" y="102739"/>
                  <a:pt x="267684" y="102739"/>
                </a:cubicBezTo>
                <a:close/>
                <a:moveTo>
                  <a:pt x="345245" y="46575"/>
                </a:moveTo>
                <a:cubicBezTo>
                  <a:pt x="344386" y="46575"/>
                  <a:pt x="343373" y="46534"/>
                  <a:pt x="342207" y="46452"/>
                </a:cubicBezTo>
                <a:cubicBezTo>
                  <a:pt x="341041" y="46369"/>
                  <a:pt x="340028" y="46327"/>
                  <a:pt x="339169" y="46327"/>
                </a:cubicBezTo>
                <a:cubicBezTo>
                  <a:pt x="338228" y="46327"/>
                  <a:pt x="335446" y="46637"/>
                  <a:pt x="330822" y="47258"/>
                </a:cubicBezTo>
                <a:lnTo>
                  <a:pt x="331988" y="83489"/>
                </a:lnTo>
                <a:lnTo>
                  <a:pt x="332050" y="86188"/>
                </a:lnTo>
                <a:lnTo>
                  <a:pt x="332111" y="89314"/>
                </a:lnTo>
                <a:cubicBezTo>
                  <a:pt x="332275" y="98264"/>
                  <a:pt x="330127" y="102739"/>
                  <a:pt x="325667" y="102739"/>
                </a:cubicBezTo>
                <a:cubicBezTo>
                  <a:pt x="324030" y="102739"/>
                  <a:pt x="322608" y="102208"/>
                  <a:pt x="321401" y="101145"/>
                </a:cubicBezTo>
                <a:cubicBezTo>
                  <a:pt x="320194" y="100083"/>
                  <a:pt x="319591" y="98754"/>
                  <a:pt x="319591" y="97160"/>
                </a:cubicBezTo>
                <a:cubicBezTo>
                  <a:pt x="319591" y="95608"/>
                  <a:pt x="319652" y="93279"/>
                  <a:pt x="319775" y="90173"/>
                </a:cubicBezTo>
                <a:cubicBezTo>
                  <a:pt x="319898" y="87066"/>
                  <a:pt x="319959" y="84736"/>
                  <a:pt x="319959" y="83182"/>
                </a:cubicBezTo>
                <a:lnTo>
                  <a:pt x="318732" y="47380"/>
                </a:lnTo>
                <a:cubicBezTo>
                  <a:pt x="315745" y="47258"/>
                  <a:pt x="311203" y="46908"/>
                  <a:pt x="305107" y="46331"/>
                </a:cubicBezTo>
                <a:cubicBezTo>
                  <a:pt x="301465" y="45838"/>
                  <a:pt x="299645" y="43803"/>
                  <a:pt x="299645" y="40226"/>
                </a:cubicBezTo>
                <a:cubicBezTo>
                  <a:pt x="299645" y="38417"/>
                  <a:pt x="300197" y="36917"/>
                  <a:pt x="301302" y="35727"/>
                </a:cubicBezTo>
                <a:cubicBezTo>
                  <a:pt x="302406" y="34535"/>
                  <a:pt x="303818" y="33940"/>
                  <a:pt x="305536" y="33940"/>
                </a:cubicBezTo>
                <a:lnTo>
                  <a:pt x="318425" y="34983"/>
                </a:lnTo>
                <a:cubicBezTo>
                  <a:pt x="318425" y="32890"/>
                  <a:pt x="318333" y="30090"/>
                  <a:pt x="318149" y="26582"/>
                </a:cubicBezTo>
                <a:cubicBezTo>
                  <a:pt x="317964" y="23074"/>
                  <a:pt x="317872" y="20540"/>
                  <a:pt x="317872" y="18982"/>
                </a:cubicBezTo>
                <a:cubicBezTo>
                  <a:pt x="317872" y="17258"/>
                  <a:pt x="318466" y="15832"/>
                  <a:pt x="319652" y="14705"/>
                </a:cubicBezTo>
                <a:cubicBezTo>
                  <a:pt x="320839" y="13576"/>
                  <a:pt x="322291" y="13011"/>
                  <a:pt x="324010" y="13011"/>
                </a:cubicBezTo>
                <a:cubicBezTo>
                  <a:pt x="327692" y="13011"/>
                  <a:pt x="329840" y="16018"/>
                  <a:pt x="330454" y="22033"/>
                </a:cubicBezTo>
                <a:cubicBezTo>
                  <a:pt x="330577" y="23547"/>
                  <a:pt x="330638" y="25368"/>
                  <a:pt x="330638" y="27495"/>
                </a:cubicBezTo>
                <a:lnTo>
                  <a:pt x="330515" y="31055"/>
                </a:lnTo>
                <a:lnTo>
                  <a:pt x="330454" y="34860"/>
                </a:lnTo>
                <a:cubicBezTo>
                  <a:pt x="335528" y="34205"/>
                  <a:pt x="338433" y="33878"/>
                  <a:pt x="339169" y="33878"/>
                </a:cubicBezTo>
                <a:cubicBezTo>
                  <a:pt x="343424" y="33878"/>
                  <a:pt x="346207" y="34083"/>
                  <a:pt x="347516" y="34492"/>
                </a:cubicBezTo>
                <a:cubicBezTo>
                  <a:pt x="350012" y="35315"/>
                  <a:pt x="351260" y="37256"/>
                  <a:pt x="351260" y="40315"/>
                </a:cubicBezTo>
                <a:cubicBezTo>
                  <a:pt x="351260" y="42133"/>
                  <a:pt x="350697" y="43631"/>
                  <a:pt x="349572" y="44808"/>
                </a:cubicBezTo>
                <a:cubicBezTo>
                  <a:pt x="348447" y="45986"/>
                  <a:pt x="347004" y="46575"/>
                  <a:pt x="345245" y="46575"/>
                </a:cubicBezTo>
                <a:close/>
                <a:moveTo>
                  <a:pt x="375263" y="21112"/>
                </a:moveTo>
                <a:cubicBezTo>
                  <a:pt x="373299" y="21112"/>
                  <a:pt x="371601" y="20417"/>
                  <a:pt x="370169" y="19026"/>
                </a:cubicBezTo>
                <a:cubicBezTo>
                  <a:pt x="368737" y="17635"/>
                  <a:pt x="368021" y="15957"/>
                  <a:pt x="368021" y="13993"/>
                </a:cubicBezTo>
                <a:cubicBezTo>
                  <a:pt x="368021" y="12029"/>
                  <a:pt x="368737" y="10352"/>
                  <a:pt x="370169" y="8961"/>
                </a:cubicBezTo>
                <a:cubicBezTo>
                  <a:pt x="371601" y="7569"/>
                  <a:pt x="373299" y="6874"/>
                  <a:pt x="375263" y="6874"/>
                </a:cubicBezTo>
                <a:cubicBezTo>
                  <a:pt x="377227" y="6874"/>
                  <a:pt x="378915" y="7569"/>
                  <a:pt x="380327" y="8961"/>
                </a:cubicBezTo>
                <a:cubicBezTo>
                  <a:pt x="381738" y="10352"/>
                  <a:pt x="382444" y="12029"/>
                  <a:pt x="382444" y="13993"/>
                </a:cubicBezTo>
                <a:cubicBezTo>
                  <a:pt x="382444" y="15957"/>
                  <a:pt x="381738" y="17635"/>
                  <a:pt x="380327" y="19026"/>
                </a:cubicBezTo>
                <a:cubicBezTo>
                  <a:pt x="378915" y="20417"/>
                  <a:pt x="377227" y="21112"/>
                  <a:pt x="375263" y="21112"/>
                </a:cubicBezTo>
                <a:moveTo>
                  <a:pt x="378025" y="70982"/>
                </a:moveTo>
                <a:cubicBezTo>
                  <a:pt x="378025" y="73440"/>
                  <a:pt x="378097" y="77116"/>
                  <a:pt x="378240" y="82010"/>
                </a:cubicBezTo>
                <a:cubicBezTo>
                  <a:pt x="378383" y="86904"/>
                  <a:pt x="378455" y="90579"/>
                  <a:pt x="378455" y="93036"/>
                </a:cubicBezTo>
                <a:cubicBezTo>
                  <a:pt x="378455" y="94838"/>
                  <a:pt x="377902" y="96312"/>
                  <a:pt x="376798" y="97459"/>
                </a:cubicBezTo>
                <a:cubicBezTo>
                  <a:pt x="375693" y="98606"/>
                  <a:pt x="374240" y="99180"/>
                  <a:pt x="372440" y="99180"/>
                </a:cubicBezTo>
                <a:cubicBezTo>
                  <a:pt x="370681" y="99180"/>
                  <a:pt x="369239" y="98606"/>
                  <a:pt x="368113" y="97459"/>
                </a:cubicBezTo>
                <a:cubicBezTo>
                  <a:pt x="366988" y="96312"/>
                  <a:pt x="366426" y="94838"/>
                  <a:pt x="366426" y="93036"/>
                </a:cubicBezTo>
                <a:cubicBezTo>
                  <a:pt x="366426" y="90579"/>
                  <a:pt x="366354" y="86904"/>
                  <a:pt x="366211" y="82010"/>
                </a:cubicBezTo>
                <a:cubicBezTo>
                  <a:pt x="366068" y="77116"/>
                  <a:pt x="365996" y="73440"/>
                  <a:pt x="365996" y="70982"/>
                </a:cubicBezTo>
                <a:cubicBezTo>
                  <a:pt x="365996" y="67132"/>
                  <a:pt x="366201" y="62331"/>
                  <a:pt x="366610" y="56577"/>
                </a:cubicBezTo>
                <a:cubicBezTo>
                  <a:pt x="367019" y="50822"/>
                  <a:pt x="367223" y="46019"/>
                  <a:pt x="367223" y="42169"/>
                </a:cubicBezTo>
                <a:cubicBezTo>
                  <a:pt x="367223" y="40327"/>
                  <a:pt x="367786" y="38832"/>
                  <a:pt x="368911" y="37685"/>
                </a:cubicBezTo>
                <a:cubicBezTo>
                  <a:pt x="370036" y="36538"/>
                  <a:pt x="371479" y="35965"/>
                  <a:pt x="373238" y="35965"/>
                </a:cubicBezTo>
                <a:cubicBezTo>
                  <a:pt x="374997" y="35965"/>
                  <a:pt x="376440" y="36538"/>
                  <a:pt x="377565" y="37685"/>
                </a:cubicBezTo>
                <a:cubicBezTo>
                  <a:pt x="378690" y="38832"/>
                  <a:pt x="379253" y="40327"/>
                  <a:pt x="379253" y="42169"/>
                </a:cubicBezTo>
                <a:cubicBezTo>
                  <a:pt x="379253" y="46019"/>
                  <a:pt x="379048" y="50822"/>
                  <a:pt x="378639" y="56577"/>
                </a:cubicBezTo>
                <a:cubicBezTo>
                  <a:pt x="378230" y="62331"/>
                  <a:pt x="378025" y="67132"/>
                  <a:pt x="378025" y="70982"/>
                </a:cubicBezTo>
                <a:close/>
                <a:moveTo>
                  <a:pt x="426749" y="95620"/>
                </a:moveTo>
                <a:cubicBezTo>
                  <a:pt x="426626" y="99384"/>
                  <a:pt x="424765" y="101266"/>
                  <a:pt x="421164" y="101266"/>
                </a:cubicBezTo>
                <a:cubicBezTo>
                  <a:pt x="418177" y="101266"/>
                  <a:pt x="416009" y="99507"/>
                  <a:pt x="414659" y="95988"/>
                </a:cubicBezTo>
                <a:lnTo>
                  <a:pt x="405268" y="71070"/>
                </a:lnTo>
                <a:lnTo>
                  <a:pt x="394344" y="42900"/>
                </a:lnTo>
                <a:cubicBezTo>
                  <a:pt x="393935" y="41836"/>
                  <a:pt x="393730" y="40895"/>
                  <a:pt x="393730" y="40077"/>
                </a:cubicBezTo>
                <a:cubicBezTo>
                  <a:pt x="393730" y="38399"/>
                  <a:pt x="394364" y="36967"/>
                  <a:pt x="395633" y="35781"/>
                </a:cubicBezTo>
                <a:cubicBezTo>
                  <a:pt x="396901" y="34594"/>
                  <a:pt x="398374" y="34001"/>
                  <a:pt x="400052" y="34001"/>
                </a:cubicBezTo>
                <a:cubicBezTo>
                  <a:pt x="402507" y="34001"/>
                  <a:pt x="404266" y="35249"/>
                  <a:pt x="405330" y="37745"/>
                </a:cubicBezTo>
                <a:lnTo>
                  <a:pt x="420919" y="80645"/>
                </a:lnTo>
                <a:cubicBezTo>
                  <a:pt x="423987" y="74098"/>
                  <a:pt x="427854" y="64606"/>
                  <a:pt x="432518" y="52167"/>
                </a:cubicBezTo>
                <a:cubicBezTo>
                  <a:pt x="433623" y="48894"/>
                  <a:pt x="435362" y="44271"/>
                  <a:pt x="437735" y="38297"/>
                </a:cubicBezTo>
                <a:cubicBezTo>
                  <a:pt x="439003" y="35678"/>
                  <a:pt x="440804" y="34369"/>
                  <a:pt x="443136" y="34369"/>
                </a:cubicBezTo>
                <a:cubicBezTo>
                  <a:pt x="444813" y="34369"/>
                  <a:pt x="446286" y="34962"/>
                  <a:pt x="447555" y="36149"/>
                </a:cubicBezTo>
                <a:cubicBezTo>
                  <a:pt x="448823" y="37336"/>
                  <a:pt x="449457" y="38747"/>
                  <a:pt x="449457" y="40384"/>
                </a:cubicBezTo>
                <a:cubicBezTo>
                  <a:pt x="449457" y="41939"/>
                  <a:pt x="446082" y="50694"/>
                  <a:pt x="439331" y="66652"/>
                </a:cubicBezTo>
                <a:lnTo>
                  <a:pt x="426749" y="95620"/>
                </a:lnTo>
                <a:close/>
                <a:moveTo>
                  <a:pt x="488567" y="101634"/>
                </a:moveTo>
                <a:cubicBezTo>
                  <a:pt x="479320" y="101634"/>
                  <a:pt x="471833" y="99321"/>
                  <a:pt x="466104" y="94693"/>
                </a:cubicBezTo>
                <a:cubicBezTo>
                  <a:pt x="459844" y="89574"/>
                  <a:pt x="456714" y="82407"/>
                  <a:pt x="456714" y="73192"/>
                </a:cubicBezTo>
                <a:cubicBezTo>
                  <a:pt x="456714" y="62545"/>
                  <a:pt x="459292" y="53617"/>
                  <a:pt x="464447" y="46410"/>
                </a:cubicBezTo>
                <a:cubicBezTo>
                  <a:pt x="470053" y="38546"/>
                  <a:pt x="477540" y="34615"/>
                  <a:pt x="486910" y="34615"/>
                </a:cubicBezTo>
                <a:cubicBezTo>
                  <a:pt x="493702" y="34615"/>
                  <a:pt x="499246" y="35760"/>
                  <a:pt x="503542" y="38052"/>
                </a:cubicBezTo>
                <a:cubicBezTo>
                  <a:pt x="508820" y="40875"/>
                  <a:pt x="511459" y="45212"/>
                  <a:pt x="511459" y="51063"/>
                </a:cubicBezTo>
                <a:cubicBezTo>
                  <a:pt x="511459" y="55154"/>
                  <a:pt x="509148" y="58878"/>
                  <a:pt x="504524" y="62233"/>
                </a:cubicBezTo>
                <a:cubicBezTo>
                  <a:pt x="502478" y="63706"/>
                  <a:pt x="498141" y="65997"/>
                  <a:pt x="491513" y="69107"/>
                </a:cubicBezTo>
                <a:lnTo>
                  <a:pt x="468068" y="80215"/>
                </a:lnTo>
                <a:cubicBezTo>
                  <a:pt x="470360" y="83611"/>
                  <a:pt x="473213" y="86168"/>
                  <a:pt x="476630" y="87887"/>
                </a:cubicBezTo>
                <a:cubicBezTo>
                  <a:pt x="480046" y="89605"/>
                  <a:pt x="484025" y="90464"/>
                  <a:pt x="488567" y="90464"/>
                </a:cubicBezTo>
                <a:cubicBezTo>
                  <a:pt x="491390" y="90464"/>
                  <a:pt x="494704" y="89933"/>
                  <a:pt x="498510" y="88869"/>
                </a:cubicBezTo>
                <a:cubicBezTo>
                  <a:pt x="503338" y="87519"/>
                  <a:pt x="506447" y="85749"/>
                  <a:pt x="507838" y="83560"/>
                </a:cubicBezTo>
                <a:cubicBezTo>
                  <a:pt x="509229" y="81371"/>
                  <a:pt x="510723" y="80276"/>
                  <a:pt x="512319" y="80276"/>
                </a:cubicBezTo>
                <a:cubicBezTo>
                  <a:pt x="513751" y="80276"/>
                  <a:pt x="515029" y="80821"/>
                  <a:pt x="516154" y="81909"/>
                </a:cubicBezTo>
                <a:cubicBezTo>
                  <a:pt x="517280" y="82995"/>
                  <a:pt x="517842" y="84257"/>
                  <a:pt x="517842" y="85693"/>
                </a:cubicBezTo>
                <a:cubicBezTo>
                  <a:pt x="517842" y="90247"/>
                  <a:pt x="514180" y="94166"/>
                  <a:pt x="506856" y="97450"/>
                </a:cubicBezTo>
                <a:cubicBezTo>
                  <a:pt x="500596" y="100239"/>
                  <a:pt x="494500" y="101634"/>
                  <a:pt x="488567" y="101634"/>
                </a:cubicBezTo>
                <a:moveTo>
                  <a:pt x="486910" y="45662"/>
                </a:moveTo>
                <a:cubicBezTo>
                  <a:pt x="481918" y="45662"/>
                  <a:pt x="477765" y="47595"/>
                  <a:pt x="474451" y="51462"/>
                </a:cubicBezTo>
                <a:cubicBezTo>
                  <a:pt x="471137" y="55328"/>
                  <a:pt x="468662" y="61148"/>
                  <a:pt x="467025" y="68922"/>
                </a:cubicBezTo>
                <a:lnTo>
                  <a:pt x="485867" y="59962"/>
                </a:lnTo>
                <a:cubicBezTo>
                  <a:pt x="493272" y="56361"/>
                  <a:pt x="498550" y="53231"/>
                  <a:pt x="501701" y="50572"/>
                </a:cubicBezTo>
                <a:cubicBezTo>
                  <a:pt x="498182" y="47298"/>
                  <a:pt x="493252" y="45662"/>
                  <a:pt x="486910" y="45662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sampling">
            <a:extLst xmlns:a="http://schemas.openxmlformats.org/drawingml/2006/main">
              <a:ext uri="{FF2B5EF4-FFF2-40B4-BE49-F238E27FC236}">
                <a16:creationId xmlns:a16="http://schemas.microsoft.com/office/drawing/2014/main" id="{343B4594-5473-45B5-981E-A605EB13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93" y="1004201"/>
            <a:ext cx="484732" cy="134531"/>
          </a:xfrm>
          <a:custGeom xmlns:a="http://schemas.openxmlformats.org/drawingml/2006/main">
            <a:pathLst>
              <a:path w="484732" h="134531">
                <a:moveTo>
                  <a:pt x="47442" y="51554"/>
                </a:moveTo>
                <a:cubicBezTo>
                  <a:pt x="45191" y="51554"/>
                  <a:pt x="43616" y="50802"/>
                  <a:pt x="42716" y="49298"/>
                </a:cubicBezTo>
                <a:cubicBezTo>
                  <a:pt x="42102" y="48242"/>
                  <a:pt x="41570" y="46048"/>
                  <a:pt x="41120" y="42716"/>
                </a:cubicBezTo>
                <a:cubicBezTo>
                  <a:pt x="38052" y="43492"/>
                  <a:pt x="33326" y="44922"/>
                  <a:pt x="26943" y="47006"/>
                </a:cubicBezTo>
                <a:cubicBezTo>
                  <a:pt x="20356" y="49622"/>
                  <a:pt x="17041" y="52851"/>
                  <a:pt x="17000" y="56692"/>
                </a:cubicBezTo>
                <a:cubicBezTo>
                  <a:pt x="18228" y="57142"/>
                  <a:pt x="19435" y="57469"/>
                  <a:pt x="20621" y="57674"/>
                </a:cubicBezTo>
                <a:cubicBezTo>
                  <a:pt x="30032" y="59349"/>
                  <a:pt x="37029" y="61658"/>
                  <a:pt x="41611" y="64601"/>
                </a:cubicBezTo>
                <a:cubicBezTo>
                  <a:pt x="48280" y="68894"/>
                  <a:pt x="51615" y="75107"/>
                  <a:pt x="51615" y="83242"/>
                </a:cubicBezTo>
                <a:cubicBezTo>
                  <a:pt x="51615" y="89904"/>
                  <a:pt x="48731" y="94932"/>
                  <a:pt x="42961" y="98324"/>
                </a:cubicBezTo>
                <a:cubicBezTo>
                  <a:pt x="38174" y="101104"/>
                  <a:pt x="32119" y="102494"/>
                  <a:pt x="24795" y="102494"/>
                </a:cubicBezTo>
                <a:cubicBezTo>
                  <a:pt x="19435" y="102494"/>
                  <a:pt x="14320" y="101594"/>
                  <a:pt x="9452" y="99793"/>
                </a:cubicBezTo>
                <a:cubicBezTo>
                  <a:pt x="3151" y="97502"/>
                  <a:pt x="0" y="94311"/>
                  <a:pt x="0" y="90219"/>
                </a:cubicBezTo>
                <a:cubicBezTo>
                  <a:pt x="0" y="88582"/>
                  <a:pt x="644" y="87150"/>
                  <a:pt x="1933" y="85923"/>
                </a:cubicBezTo>
                <a:cubicBezTo>
                  <a:pt x="3222" y="84695"/>
                  <a:pt x="4685" y="84082"/>
                  <a:pt x="6321" y="84082"/>
                </a:cubicBezTo>
                <a:cubicBezTo>
                  <a:pt x="7590" y="84082"/>
                  <a:pt x="9226" y="85064"/>
                  <a:pt x="11231" y="87028"/>
                </a:cubicBezTo>
                <a:cubicBezTo>
                  <a:pt x="12213" y="87969"/>
                  <a:pt x="14423" y="88746"/>
                  <a:pt x="17860" y="89360"/>
                </a:cubicBezTo>
                <a:cubicBezTo>
                  <a:pt x="20601" y="89851"/>
                  <a:pt x="22913" y="90096"/>
                  <a:pt x="24795" y="90096"/>
                </a:cubicBezTo>
                <a:cubicBezTo>
                  <a:pt x="28232" y="90096"/>
                  <a:pt x="31260" y="89688"/>
                  <a:pt x="33878" y="88871"/>
                </a:cubicBezTo>
                <a:cubicBezTo>
                  <a:pt x="37683" y="87685"/>
                  <a:pt x="39586" y="85806"/>
                  <a:pt x="39586" y="83232"/>
                </a:cubicBezTo>
                <a:cubicBezTo>
                  <a:pt x="39586" y="77674"/>
                  <a:pt x="35699" y="73914"/>
                  <a:pt x="27925" y="71953"/>
                </a:cubicBezTo>
                <a:lnTo>
                  <a:pt x="21542" y="70541"/>
                </a:lnTo>
                <a:cubicBezTo>
                  <a:pt x="16100" y="69353"/>
                  <a:pt x="12234" y="67961"/>
                  <a:pt x="9943" y="66364"/>
                </a:cubicBezTo>
                <a:cubicBezTo>
                  <a:pt x="6628" y="64071"/>
                  <a:pt x="4971" y="60613"/>
                  <a:pt x="4971" y="55988"/>
                </a:cubicBezTo>
                <a:cubicBezTo>
                  <a:pt x="4971" y="47431"/>
                  <a:pt x="9001" y="41331"/>
                  <a:pt x="17062" y="37687"/>
                </a:cubicBezTo>
                <a:cubicBezTo>
                  <a:pt x="19517" y="36582"/>
                  <a:pt x="23445" y="35263"/>
                  <a:pt x="28846" y="33729"/>
                </a:cubicBezTo>
                <a:cubicBezTo>
                  <a:pt x="34246" y="32193"/>
                  <a:pt x="38113" y="30893"/>
                  <a:pt x="40445" y="29828"/>
                </a:cubicBezTo>
                <a:cubicBezTo>
                  <a:pt x="42123" y="29091"/>
                  <a:pt x="43943" y="28723"/>
                  <a:pt x="45907" y="28723"/>
                </a:cubicBezTo>
                <a:cubicBezTo>
                  <a:pt x="47667" y="28723"/>
                  <a:pt x="49109" y="29296"/>
                  <a:pt x="50234" y="30441"/>
                </a:cubicBezTo>
                <a:cubicBezTo>
                  <a:pt x="51359" y="31587"/>
                  <a:pt x="51922" y="33080"/>
                  <a:pt x="51922" y="34921"/>
                </a:cubicBezTo>
                <a:cubicBezTo>
                  <a:pt x="51922" y="36108"/>
                  <a:pt x="52178" y="37847"/>
                  <a:pt x="52689" y="40138"/>
                </a:cubicBezTo>
                <a:cubicBezTo>
                  <a:pt x="53201" y="42430"/>
                  <a:pt x="53456" y="44168"/>
                  <a:pt x="53456" y="45355"/>
                </a:cubicBezTo>
                <a:cubicBezTo>
                  <a:pt x="53456" y="47196"/>
                  <a:pt x="52894" y="48690"/>
                  <a:pt x="51769" y="49835"/>
                </a:cubicBezTo>
                <a:cubicBezTo>
                  <a:pt x="50643" y="50981"/>
                  <a:pt x="49201" y="51554"/>
                  <a:pt x="47442" y="51554"/>
                </a:cubicBezTo>
                <a:close/>
                <a:moveTo>
                  <a:pt x="115397" y="102862"/>
                </a:moveTo>
                <a:cubicBezTo>
                  <a:pt x="114619" y="102862"/>
                  <a:pt x="113208" y="101954"/>
                  <a:pt x="111162" y="100138"/>
                </a:cubicBezTo>
                <a:cubicBezTo>
                  <a:pt x="109321" y="98447"/>
                  <a:pt x="107950" y="96941"/>
                  <a:pt x="107050" y="95620"/>
                </a:cubicBezTo>
                <a:cubicBezTo>
                  <a:pt x="103122" y="97768"/>
                  <a:pt x="99665" y="99389"/>
                  <a:pt x="96678" y="100484"/>
                </a:cubicBezTo>
                <a:cubicBezTo>
                  <a:pt x="93691" y="101578"/>
                  <a:pt x="91195" y="102125"/>
                  <a:pt x="89190" y="102125"/>
                </a:cubicBezTo>
                <a:cubicBezTo>
                  <a:pt x="79616" y="102125"/>
                  <a:pt x="72640" y="99425"/>
                  <a:pt x="68262" y="94024"/>
                </a:cubicBezTo>
                <a:cubicBezTo>
                  <a:pt x="64129" y="88951"/>
                  <a:pt x="62063" y="81177"/>
                  <a:pt x="62063" y="70702"/>
                </a:cubicBezTo>
                <a:cubicBezTo>
                  <a:pt x="62063" y="60801"/>
                  <a:pt x="65469" y="52331"/>
                  <a:pt x="72282" y="45294"/>
                </a:cubicBezTo>
                <a:cubicBezTo>
                  <a:pt x="79094" y="38256"/>
                  <a:pt x="87226" y="34737"/>
                  <a:pt x="96678" y="34737"/>
                </a:cubicBezTo>
                <a:cubicBezTo>
                  <a:pt x="100237" y="34737"/>
                  <a:pt x="104227" y="35658"/>
                  <a:pt x="108646" y="37499"/>
                </a:cubicBezTo>
                <a:cubicBezTo>
                  <a:pt x="114210" y="39790"/>
                  <a:pt x="116992" y="42552"/>
                  <a:pt x="116992" y="45785"/>
                </a:cubicBezTo>
                <a:cubicBezTo>
                  <a:pt x="116992" y="46889"/>
                  <a:pt x="116583" y="47871"/>
                  <a:pt x="115765" y="48731"/>
                </a:cubicBezTo>
                <a:cubicBezTo>
                  <a:pt x="115356" y="50285"/>
                  <a:pt x="115039" y="52843"/>
                  <a:pt x="114814" y="56402"/>
                </a:cubicBezTo>
                <a:cubicBezTo>
                  <a:pt x="114589" y="59962"/>
                  <a:pt x="114456" y="64524"/>
                  <a:pt x="114415" y="70088"/>
                </a:cubicBezTo>
                <a:cubicBezTo>
                  <a:pt x="114374" y="75162"/>
                  <a:pt x="114722" y="79172"/>
                  <a:pt x="115458" y="82118"/>
                </a:cubicBezTo>
                <a:cubicBezTo>
                  <a:pt x="115867" y="83918"/>
                  <a:pt x="117156" y="87519"/>
                  <a:pt x="119325" y="92919"/>
                </a:cubicBezTo>
                <a:cubicBezTo>
                  <a:pt x="119611" y="93656"/>
                  <a:pt x="120082" y="94740"/>
                  <a:pt x="120736" y="96172"/>
                </a:cubicBezTo>
                <a:lnTo>
                  <a:pt x="121104" y="97216"/>
                </a:lnTo>
                <a:cubicBezTo>
                  <a:pt x="121104" y="98852"/>
                  <a:pt x="120532" y="100202"/>
                  <a:pt x="119386" y="101266"/>
                </a:cubicBezTo>
                <a:cubicBezTo>
                  <a:pt x="118240" y="102330"/>
                  <a:pt x="116911" y="102862"/>
                  <a:pt x="115397" y="102862"/>
                </a:cubicBezTo>
                <a:moveTo>
                  <a:pt x="102631" y="60230"/>
                </a:moveTo>
                <a:cubicBezTo>
                  <a:pt x="102631" y="58475"/>
                  <a:pt x="102744" y="56567"/>
                  <a:pt x="102969" y="54507"/>
                </a:cubicBezTo>
                <a:cubicBezTo>
                  <a:pt x="103194" y="52446"/>
                  <a:pt x="103531" y="50253"/>
                  <a:pt x="103981" y="47927"/>
                </a:cubicBezTo>
                <a:cubicBezTo>
                  <a:pt x="102467" y="47151"/>
                  <a:pt x="101168" y="46579"/>
                  <a:pt x="100084" y="46212"/>
                </a:cubicBezTo>
                <a:cubicBezTo>
                  <a:pt x="99000" y="45845"/>
                  <a:pt x="98130" y="45662"/>
                  <a:pt x="97476" y="45662"/>
                </a:cubicBezTo>
                <a:cubicBezTo>
                  <a:pt x="91134" y="45662"/>
                  <a:pt x="85661" y="48243"/>
                  <a:pt x="81058" y="53404"/>
                </a:cubicBezTo>
                <a:cubicBezTo>
                  <a:pt x="76455" y="58566"/>
                  <a:pt x="74154" y="64514"/>
                  <a:pt x="74154" y="71247"/>
                </a:cubicBezTo>
                <a:cubicBezTo>
                  <a:pt x="74154" y="77939"/>
                  <a:pt x="75340" y="82958"/>
                  <a:pt x="77713" y="86305"/>
                </a:cubicBezTo>
                <a:cubicBezTo>
                  <a:pt x="80086" y="89651"/>
                  <a:pt x="83646" y="91324"/>
                  <a:pt x="88392" y="91324"/>
                </a:cubicBezTo>
                <a:cubicBezTo>
                  <a:pt x="92320" y="91324"/>
                  <a:pt x="95655" y="90610"/>
                  <a:pt x="98396" y="89181"/>
                </a:cubicBezTo>
                <a:cubicBezTo>
                  <a:pt x="99869" y="88407"/>
                  <a:pt x="101935" y="86856"/>
                  <a:pt x="104595" y="84530"/>
                </a:cubicBezTo>
                <a:cubicBezTo>
                  <a:pt x="103286" y="73716"/>
                  <a:pt x="102631" y="65616"/>
                  <a:pt x="102631" y="60230"/>
                </a:cubicBezTo>
                <a:close/>
                <a:moveTo>
                  <a:pt x="209651" y="103967"/>
                </a:moveTo>
                <a:cubicBezTo>
                  <a:pt x="206296" y="103967"/>
                  <a:pt x="204332" y="102183"/>
                  <a:pt x="203760" y="98616"/>
                </a:cubicBezTo>
                <a:cubicBezTo>
                  <a:pt x="203023" y="94105"/>
                  <a:pt x="202287" y="87749"/>
                  <a:pt x="201550" y="79550"/>
                </a:cubicBezTo>
                <a:lnTo>
                  <a:pt x="199463" y="60482"/>
                </a:lnTo>
                <a:cubicBezTo>
                  <a:pt x="199054" y="57653"/>
                  <a:pt x="198359" y="54886"/>
                  <a:pt x="197377" y="52179"/>
                </a:cubicBezTo>
                <a:cubicBezTo>
                  <a:pt x="195986" y="48489"/>
                  <a:pt x="194472" y="46644"/>
                  <a:pt x="192835" y="46644"/>
                </a:cubicBezTo>
                <a:cubicBezTo>
                  <a:pt x="191321" y="46644"/>
                  <a:pt x="188498" y="47934"/>
                  <a:pt x="184366" y="50514"/>
                </a:cubicBezTo>
                <a:cubicBezTo>
                  <a:pt x="180438" y="52890"/>
                  <a:pt x="177860" y="54794"/>
                  <a:pt x="176633" y="56228"/>
                </a:cubicBezTo>
                <a:cubicBezTo>
                  <a:pt x="176592" y="60078"/>
                  <a:pt x="176694" y="63927"/>
                  <a:pt x="176939" y="67777"/>
                </a:cubicBezTo>
                <a:lnTo>
                  <a:pt x="178781" y="84181"/>
                </a:lnTo>
                <a:cubicBezTo>
                  <a:pt x="179558" y="90652"/>
                  <a:pt x="179947" y="95998"/>
                  <a:pt x="179947" y="100217"/>
                </a:cubicBezTo>
                <a:cubicBezTo>
                  <a:pt x="179947" y="102019"/>
                  <a:pt x="179384" y="103503"/>
                  <a:pt x="178259" y="104671"/>
                </a:cubicBezTo>
                <a:cubicBezTo>
                  <a:pt x="177134" y="105838"/>
                  <a:pt x="175691" y="106422"/>
                  <a:pt x="173932" y="106422"/>
                </a:cubicBezTo>
                <a:cubicBezTo>
                  <a:pt x="172173" y="106422"/>
                  <a:pt x="170730" y="105838"/>
                  <a:pt x="169605" y="104671"/>
                </a:cubicBezTo>
                <a:cubicBezTo>
                  <a:pt x="168480" y="103503"/>
                  <a:pt x="167918" y="102019"/>
                  <a:pt x="167918" y="100217"/>
                </a:cubicBezTo>
                <a:cubicBezTo>
                  <a:pt x="167918" y="95261"/>
                  <a:pt x="167416" y="87940"/>
                  <a:pt x="166414" y="78253"/>
                </a:cubicBezTo>
                <a:cubicBezTo>
                  <a:pt x="165411" y="68566"/>
                  <a:pt x="164910" y="61245"/>
                  <a:pt x="164910" y="56289"/>
                </a:cubicBezTo>
                <a:cubicBezTo>
                  <a:pt x="164910" y="51948"/>
                  <a:pt x="164296" y="48569"/>
                  <a:pt x="163069" y="46153"/>
                </a:cubicBezTo>
                <a:cubicBezTo>
                  <a:pt x="160205" y="47465"/>
                  <a:pt x="157300" y="49597"/>
                  <a:pt x="154354" y="52549"/>
                </a:cubicBezTo>
                <a:lnTo>
                  <a:pt x="147112" y="60670"/>
                </a:lnTo>
                <a:cubicBezTo>
                  <a:pt x="146457" y="61653"/>
                  <a:pt x="145414" y="62944"/>
                  <a:pt x="143982" y="64544"/>
                </a:cubicBezTo>
                <a:cubicBezTo>
                  <a:pt x="143982" y="67004"/>
                  <a:pt x="143757" y="70633"/>
                  <a:pt x="143307" y="75432"/>
                </a:cubicBezTo>
                <a:cubicBezTo>
                  <a:pt x="142857" y="80229"/>
                  <a:pt x="142632" y="83776"/>
                  <a:pt x="142632" y="86072"/>
                </a:cubicBezTo>
                <a:cubicBezTo>
                  <a:pt x="142632" y="87302"/>
                  <a:pt x="142826" y="89025"/>
                  <a:pt x="143215" y="91239"/>
                </a:cubicBezTo>
                <a:cubicBezTo>
                  <a:pt x="143603" y="93453"/>
                  <a:pt x="143798" y="95052"/>
                  <a:pt x="143798" y="96036"/>
                </a:cubicBezTo>
                <a:cubicBezTo>
                  <a:pt x="143798" y="97717"/>
                  <a:pt x="143174" y="99132"/>
                  <a:pt x="141926" y="100280"/>
                </a:cubicBezTo>
                <a:cubicBezTo>
                  <a:pt x="140678" y="101429"/>
                  <a:pt x="139215" y="102003"/>
                  <a:pt x="137538" y="102003"/>
                </a:cubicBezTo>
                <a:cubicBezTo>
                  <a:pt x="132914" y="102003"/>
                  <a:pt x="130602" y="96741"/>
                  <a:pt x="130602" y="86216"/>
                </a:cubicBezTo>
                <a:cubicBezTo>
                  <a:pt x="130602" y="83759"/>
                  <a:pt x="130827" y="80094"/>
                  <a:pt x="131278" y="75221"/>
                </a:cubicBezTo>
                <a:cubicBezTo>
                  <a:pt x="131728" y="70348"/>
                  <a:pt x="131953" y="66683"/>
                  <a:pt x="131953" y="64225"/>
                </a:cubicBezTo>
                <a:cubicBezTo>
                  <a:pt x="131953" y="62056"/>
                  <a:pt x="131758" y="58800"/>
                  <a:pt x="131370" y="54459"/>
                </a:cubicBezTo>
                <a:cubicBezTo>
                  <a:pt x="130981" y="50118"/>
                  <a:pt x="130787" y="46842"/>
                  <a:pt x="130787" y="44630"/>
                </a:cubicBezTo>
                <a:cubicBezTo>
                  <a:pt x="130787" y="35334"/>
                  <a:pt x="132873" y="30687"/>
                  <a:pt x="137047" y="30687"/>
                </a:cubicBezTo>
                <a:cubicBezTo>
                  <a:pt x="138642" y="30687"/>
                  <a:pt x="140105" y="31372"/>
                  <a:pt x="141435" y="32743"/>
                </a:cubicBezTo>
                <a:cubicBezTo>
                  <a:pt x="142765" y="34113"/>
                  <a:pt x="143429" y="35617"/>
                  <a:pt x="143429" y="37254"/>
                </a:cubicBezTo>
                <a:cubicBezTo>
                  <a:pt x="143429" y="38031"/>
                  <a:pt x="143327" y="39238"/>
                  <a:pt x="143123" y="40875"/>
                </a:cubicBezTo>
                <a:cubicBezTo>
                  <a:pt x="142918" y="42511"/>
                  <a:pt x="142816" y="43759"/>
                  <a:pt x="142816" y="44619"/>
                </a:cubicBezTo>
                <a:lnTo>
                  <a:pt x="142939" y="51063"/>
                </a:lnTo>
                <a:cubicBezTo>
                  <a:pt x="145066" y="46685"/>
                  <a:pt x="148196" y="42726"/>
                  <a:pt x="152329" y="39187"/>
                </a:cubicBezTo>
                <a:cubicBezTo>
                  <a:pt x="156461" y="35648"/>
                  <a:pt x="159980" y="33878"/>
                  <a:pt x="162885" y="33878"/>
                </a:cubicBezTo>
                <a:cubicBezTo>
                  <a:pt x="169309" y="33878"/>
                  <a:pt x="173728" y="37070"/>
                  <a:pt x="176142" y="43452"/>
                </a:cubicBezTo>
                <a:cubicBezTo>
                  <a:pt x="178392" y="40466"/>
                  <a:pt x="181072" y="38225"/>
                  <a:pt x="184181" y="36732"/>
                </a:cubicBezTo>
                <a:cubicBezTo>
                  <a:pt x="187291" y="35239"/>
                  <a:pt x="190851" y="34492"/>
                  <a:pt x="194860" y="34492"/>
                </a:cubicBezTo>
                <a:cubicBezTo>
                  <a:pt x="201693" y="34492"/>
                  <a:pt x="206358" y="38181"/>
                  <a:pt x="208854" y="45558"/>
                </a:cubicBezTo>
                <a:cubicBezTo>
                  <a:pt x="209345" y="47034"/>
                  <a:pt x="210183" y="52793"/>
                  <a:pt x="211370" y="62835"/>
                </a:cubicBezTo>
                <a:cubicBezTo>
                  <a:pt x="212516" y="69885"/>
                  <a:pt x="213989" y="81629"/>
                  <a:pt x="215789" y="98065"/>
                </a:cubicBezTo>
                <a:cubicBezTo>
                  <a:pt x="215912" y="99704"/>
                  <a:pt x="215359" y="101097"/>
                  <a:pt x="214132" y="102244"/>
                </a:cubicBezTo>
                <a:cubicBezTo>
                  <a:pt x="212904" y="103393"/>
                  <a:pt x="211411" y="103967"/>
                  <a:pt x="209651" y="103967"/>
                </a:cubicBezTo>
                <a:close/>
                <a:moveTo>
                  <a:pt x="255552" y="101021"/>
                </a:moveTo>
                <a:cubicBezTo>
                  <a:pt x="251461" y="101021"/>
                  <a:pt x="246960" y="100366"/>
                  <a:pt x="242050" y="99057"/>
                </a:cubicBezTo>
                <a:lnTo>
                  <a:pt x="241927" y="128393"/>
                </a:lnTo>
                <a:cubicBezTo>
                  <a:pt x="241927" y="130194"/>
                  <a:pt x="241365" y="131667"/>
                  <a:pt x="240240" y="132812"/>
                </a:cubicBezTo>
                <a:cubicBezTo>
                  <a:pt x="239114" y="133958"/>
                  <a:pt x="237672" y="134531"/>
                  <a:pt x="235913" y="134531"/>
                </a:cubicBezTo>
                <a:cubicBezTo>
                  <a:pt x="234153" y="134531"/>
                  <a:pt x="232711" y="133957"/>
                  <a:pt x="231586" y="132810"/>
                </a:cubicBezTo>
                <a:cubicBezTo>
                  <a:pt x="230461" y="131663"/>
                  <a:pt x="229898" y="130188"/>
                  <a:pt x="229898" y="128386"/>
                </a:cubicBezTo>
                <a:lnTo>
                  <a:pt x="230082" y="103807"/>
                </a:lnTo>
                <a:lnTo>
                  <a:pt x="230082" y="79291"/>
                </a:lnTo>
                <a:cubicBezTo>
                  <a:pt x="229960" y="70319"/>
                  <a:pt x="229653" y="62146"/>
                  <a:pt x="229162" y="54774"/>
                </a:cubicBezTo>
                <a:lnTo>
                  <a:pt x="228241" y="42300"/>
                </a:lnTo>
                <a:cubicBezTo>
                  <a:pt x="228241" y="39391"/>
                  <a:pt x="228773" y="36933"/>
                  <a:pt x="229837" y="34925"/>
                </a:cubicBezTo>
                <a:cubicBezTo>
                  <a:pt x="231064" y="32509"/>
                  <a:pt x="232844" y="31300"/>
                  <a:pt x="235176" y="31300"/>
                </a:cubicBezTo>
                <a:cubicBezTo>
                  <a:pt x="236772" y="31300"/>
                  <a:pt x="238112" y="31871"/>
                  <a:pt x="239196" y="33013"/>
                </a:cubicBezTo>
                <a:cubicBezTo>
                  <a:pt x="240280" y="34155"/>
                  <a:pt x="240823" y="35548"/>
                  <a:pt x="240823" y="37192"/>
                </a:cubicBezTo>
                <a:cubicBezTo>
                  <a:pt x="240823" y="37561"/>
                  <a:pt x="240761" y="38236"/>
                  <a:pt x="240638" y="39218"/>
                </a:cubicBezTo>
                <a:cubicBezTo>
                  <a:pt x="240434" y="40486"/>
                  <a:pt x="240291" y="41652"/>
                  <a:pt x="240209" y="42716"/>
                </a:cubicBezTo>
                <a:cubicBezTo>
                  <a:pt x="243728" y="40302"/>
                  <a:pt x="247124" y="38491"/>
                  <a:pt x="250397" y="37284"/>
                </a:cubicBezTo>
                <a:cubicBezTo>
                  <a:pt x="253670" y="36077"/>
                  <a:pt x="256800" y="35474"/>
                  <a:pt x="259787" y="35474"/>
                </a:cubicBezTo>
                <a:cubicBezTo>
                  <a:pt x="268175" y="35474"/>
                  <a:pt x="274312" y="39200"/>
                  <a:pt x="278199" y="46653"/>
                </a:cubicBezTo>
                <a:cubicBezTo>
                  <a:pt x="281268" y="52552"/>
                  <a:pt x="282802" y="60354"/>
                  <a:pt x="282802" y="70060"/>
                </a:cubicBezTo>
                <a:cubicBezTo>
                  <a:pt x="282802" y="78905"/>
                  <a:pt x="280429" y="86195"/>
                  <a:pt x="275683" y="91930"/>
                </a:cubicBezTo>
                <a:cubicBezTo>
                  <a:pt x="270650" y="97990"/>
                  <a:pt x="263940" y="101021"/>
                  <a:pt x="255552" y="101021"/>
                </a:cubicBezTo>
                <a:moveTo>
                  <a:pt x="259787" y="47749"/>
                </a:moveTo>
                <a:cubicBezTo>
                  <a:pt x="256023" y="47749"/>
                  <a:pt x="252627" y="48587"/>
                  <a:pt x="249599" y="50265"/>
                </a:cubicBezTo>
                <a:cubicBezTo>
                  <a:pt x="247430" y="51451"/>
                  <a:pt x="244689" y="53620"/>
                  <a:pt x="241375" y="56770"/>
                </a:cubicBezTo>
                <a:cubicBezTo>
                  <a:pt x="241907" y="66058"/>
                  <a:pt x="242173" y="75817"/>
                  <a:pt x="242173" y="86046"/>
                </a:cubicBezTo>
                <a:cubicBezTo>
                  <a:pt x="246633" y="87764"/>
                  <a:pt x="251092" y="88623"/>
                  <a:pt x="255552" y="88623"/>
                </a:cubicBezTo>
                <a:cubicBezTo>
                  <a:pt x="260667" y="88623"/>
                  <a:pt x="264574" y="86721"/>
                  <a:pt x="267275" y="82916"/>
                </a:cubicBezTo>
                <a:cubicBezTo>
                  <a:pt x="269607" y="79601"/>
                  <a:pt x="270773" y="75305"/>
                  <a:pt x="270773" y="70027"/>
                </a:cubicBezTo>
                <a:cubicBezTo>
                  <a:pt x="270773" y="62580"/>
                  <a:pt x="269862" y="57006"/>
                  <a:pt x="268042" y="53303"/>
                </a:cubicBezTo>
                <a:cubicBezTo>
                  <a:pt x="266221" y="49600"/>
                  <a:pt x="263469" y="47749"/>
                  <a:pt x="259787" y="47749"/>
                </a:cubicBezTo>
                <a:close/>
                <a:moveTo>
                  <a:pt x="312093" y="50572"/>
                </a:moveTo>
                <a:lnTo>
                  <a:pt x="311173" y="81111"/>
                </a:lnTo>
                <a:cubicBezTo>
                  <a:pt x="311173" y="84347"/>
                  <a:pt x="311009" y="89099"/>
                  <a:pt x="310682" y="95367"/>
                </a:cubicBezTo>
                <a:cubicBezTo>
                  <a:pt x="310273" y="99463"/>
                  <a:pt x="308268" y="101512"/>
                  <a:pt x="304667" y="101512"/>
                </a:cubicBezTo>
                <a:cubicBezTo>
                  <a:pt x="300658" y="101512"/>
                  <a:pt x="298653" y="99422"/>
                  <a:pt x="298653" y="95244"/>
                </a:cubicBezTo>
                <a:cubicBezTo>
                  <a:pt x="298653" y="90287"/>
                  <a:pt x="298878" y="82841"/>
                  <a:pt x="299328" y="72908"/>
                </a:cubicBezTo>
                <a:cubicBezTo>
                  <a:pt x="299778" y="62974"/>
                  <a:pt x="300003" y="55529"/>
                  <a:pt x="300003" y="50572"/>
                </a:cubicBezTo>
                <a:cubicBezTo>
                  <a:pt x="300003" y="44099"/>
                  <a:pt x="300105" y="36695"/>
                  <a:pt x="300310" y="28358"/>
                </a:cubicBezTo>
                <a:cubicBezTo>
                  <a:pt x="300514" y="20022"/>
                  <a:pt x="300617" y="12617"/>
                  <a:pt x="300617" y="6145"/>
                </a:cubicBezTo>
                <a:cubicBezTo>
                  <a:pt x="300617" y="2048"/>
                  <a:pt x="302622" y="0"/>
                  <a:pt x="306631" y="0"/>
                </a:cubicBezTo>
                <a:cubicBezTo>
                  <a:pt x="310682" y="0"/>
                  <a:pt x="312707" y="2048"/>
                  <a:pt x="312707" y="6145"/>
                </a:cubicBezTo>
                <a:cubicBezTo>
                  <a:pt x="312707" y="12617"/>
                  <a:pt x="312605" y="20022"/>
                  <a:pt x="312400" y="28358"/>
                </a:cubicBezTo>
                <a:cubicBezTo>
                  <a:pt x="312196" y="36695"/>
                  <a:pt x="312093" y="44099"/>
                  <a:pt x="312093" y="50572"/>
                </a:cubicBezTo>
                <a:close/>
                <a:moveTo>
                  <a:pt x="342444" y="21112"/>
                </a:moveTo>
                <a:cubicBezTo>
                  <a:pt x="340480" y="21112"/>
                  <a:pt x="338782" y="20417"/>
                  <a:pt x="337350" y="19026"/>
                </a:cubicBezTo>
                <a:cubicBezTo>
                  <a:pt x="335917" y="17635"/>
                  <a:pt x="335201" y="15957"/>
                  <a:pt x="335201" y="13993"/>
                </a:cubicBezTo>
                <a:cubicBezTo>
                  <a:pt x="335201" y="12029"/>
                  <a:pt x="335917" y="10352"/>
                  <a:pt x="337350" y="8961"/>
                </a:cubicBezTo>
                <a:cubicBezTo>
                  <a:pt x="338782" y="7569"/>
                  <a:pt x="340480" y="6874"/>
                  <a:pt x="342444" y="6874"/>
                </a:cubicBezTo>
                <a:cubicBezTo>
                  <a:pt x="344407" y="6874"/>
                  <a:pt x="346095" y="7569"/>
                  <a:pt x="347507" y="8961"/>
                </a:cubicBezTo>
                <a:cubicBezTo>
                  <a:pt x="348918" y="10352"/>
                  <a:pt x="349624" y="12029"/>
                  <a:pt x="349624" y="13993"/>
                </a:cubicBezTo>
                <a:cubicBezTo>
                  <a:pt x="349624" y="15957"/>
                  <a:pt x="348918" y="17635"/>
                  <a:pt x="347507" y="19026"/>
                </a:cubicBezTo>
                <a:cubicBezTo>
                  <a:pt x="346095" y="20417"/>
                  <a:pt x="344407" y="21112"/>
                  <a:pt x="342444" y="21112"/>
                </a:cubicBezTo>
                <a:moveTo>
                  <a:pt x="345205" y="70982"/>
                </a:moveTo>
                <a:cubicBezTo>
                  <a:pt x="345205" y="73440"/>
                  <a:pt x="345277" y="77116"/>
                  <a:pt x="345420" y="82010"/>
                </a:cubicBezTo>
                <a:cubicBezTo>
                  <a:pt x="345563" y="86904"/>
                  <a:pt x="345635" y="90579"/>
                  <a:pt x="345635" y="93036"/>
                </a:cubicBezTo>
                <a:cubicBezTo>
                  <a:pt x="345635" y="94838"/>
                  <a:pt x="345083" y="96312"/>
                  <a:pt x="343978" y="97459"/>
                </a:cubicBezTo>
                <a:cubicBezTo>
                  <a:pt x="342873" y="98606"/>
                  <a:pt x="341421" y="99180"/>
                  <a:pt x="339620" y="99180"/>
                </a:cubicBezTo>
                <a:cubicBezTo>
                  <a:pt x="337861" y="99180"/>
                  <a:pt x="336419" y="98606"/>
                  <a:pt x="335294" y="97459"/>
                </a:cubicBezTo>
                <a:cubicBezTo>
                  <a:pt x="334168" y="96312"/>
                  <a:pt x="333606" y="94838"/>
                  <a:pt x="333606" y="93036"/>
                </a:cubicBezTo>
                <a:cubicBezTo>
                  <a:pt x="333606" y="90579"/>
                  <a:pt x="333534" y="86904"/>
                  <a:pt x="333391" y="82010"/>
                </a:cubicBezTo>
                <a:cubicBezTo>
                  <a:pt x="333248" y="77116"/>
                  <a:pt x="333176" y="73440"/>
                  <a:pt x="333176" y="70982"/>
                </a:cubicBezTo>
                <a:cubicBezTo>
                  <a:pt x="333176" y="67132"/>
                  <a:pt x="333381" y="62331"/>
                  <a:pt x="333790" y="56577"/>
                </a:cubicBezTo>
                <a:cubicBezTo>
                  <a:pt x="334199" y="50822"/>
                  <a:pt x="334404" y="46019"/>
                  <a:pt x="334404" y="42169"/>
                </a:cubicBezTo>
                <a:cubicBezTo>
                  <a:pt x="334404" y="40327"/>
                  <a:pt x="334966" y="38832"/>
                  <a:pt x="336091" y="37685"/>
                </a:cubicBezTo>
                <a:cubicBezTo>
                  <a:pt x="337217" y="36538"/>
                  <a:pt x="338659" y="35965"/>
                  <a:pt x="340418" y="35965"/>
                </a:cubicBezTo>
                <a:cubicBezTo>
                  <a:pt x="342178" y="35965"/>
                  <a:pt x="343620" y="36538"/>
                  <a:pt x="344745" y="37685"/>
                </a:cubicBezTo>
                <a:cubicBezTo>
                  <a:pt x="345870" y="38832"/>
                  <a:pt x="346433" y="40327"/>
                  <a:pt x="346433" y="42169"/>
                </a:cubicBezTo>
                <a:cubicBezTo>
                  <a:pt x="346433" y="46019"/>
                  <a:pt x="346228" y="50822"/>
                  <a:pt x="345819" y="56577"/>
                </a:cubicBezTo>
                <a:cubicBezTo>
                  <a:pt x="345410" y="62331"/>
                  <a:pt x="345205" y="67132"/>
                  <a:pt x="345205" y="70982"/>
                </a:cubicBezTo>
                <a:close/>
                <a:moveTo>
                  <a:pt x="412709" y="103230"/>
                </a:moveTo>
                <a:cubicBezTo>
                  <a:pt x="409191" y="103230"/>
                  <a:pt x="407206" y="101303"/>
                  <a:pt x="406756" y="97450"/>
                </a:cubicBezTo>
                <a:lnTo>
                  <a:pt x="405038" y="83980"/>
                </a:lnTo>
                <a:cubicBezTo>
                  <a:pt x="404465" y="79183"/>
                  <a:pt x="404178" y="74693"/>
                  <a:pt x="404178" y="70510"/>
                </a:cubicBezTo>
                <a:cubicBezTo>
                  <a:pt x="404178" y="69362"/>
                  <a:pt x="404250" y="67415"/>
                  <a:pt x="404393" y="64668"/>
                </a:cubicBezTo>
                <a:cubicBezTo>
                  <a:pt x="404536" y="61921"/>
                  <a:pt x="404608" y="59973"/>
                  <a:pt x="404608" y="58825"/>
                </a:cubicBezTo>
                <a:cubicBezTo>
                  <a:pt x="404608" y="49968"/>
                  <a:pt x="402971" y="45539"/>
                  <a:pt x="399698" y="45539"/>
                </a:cubicBezTo>
                <a:cubicBezTo>
                  <a:pt x="395116" y="45539"/>
                  <a:pt x="390738" y="48263"/>
                  <a:pt x="386564" y="53711"/>
                </a:cubicBezTo>
                <a:cubicBezTo>
                  <a:pt x="382800" y="58667"/>
                  <a:pt x="379854" y="64934"/>
                  <a:pt x="377726" y="72511"/>
                </a:cubicBezTo>
                <a:cubicBezTo>
                  <a:pt x="377645" y="74109"/>
                  <a:pt x="377460" y="76117"/>
                  <a:pt x="377174" y="78533"/>
                </a:cubicBezTo>
                <a:cubicBezTo>
                  <a:pt x="376929" y="80581"/>
                  <a:pt x="376806" y="82568"/>
                  <a:pt x="376806" y="84492"/>
                </a:cubicBezTo>
                <a:cubicBezTo>
                  <a:pt x="376806" y="85721"/>
                  <a:pt x="376929" y="87564"/>
                  <a:pt x="377174" y="90021"/>
                </a:cubicBezTo>
                <a:cubicBezTo>
                  <a:pt x="377420" y="92479"/>
                  <a:pt x="377542" y="94322"/>
                  <a:pt x="377542" y="95551"/>
                </a:cubicBezTo>
                <a:cubicBezTo>
                  <a:pt x="377542" y="97395"/>
                  <a:pt x="376980" y="98890"/>
                  <a:pt x="375855" y="100037"/>
                </a:cubicBezTo>
                <a:cubicBezTo>
                  <a:pt x="374729" y="101184"/>
                  <a:pt x="373287" y="101757"/>
                  <a:pt x="371528" y="101757"/>
                </a:cubicBezTo>
                <a:cubicBezTo>
                  <a:pt x="369727" y="101757"/>
                  <a:pt x="368275" y="101183"/>
                  <a:pt x="367170" y="100035"/>
                </a:cubicBezTo>
                <a:cubicBezTo>
                  <a:pt x="366065" y="98888"/>
                  <a:pt x="365513" y="97392"/>
                  <a:pt x="365513" y="95547"/>
                </a:cubicBezTo>
                <a:cubicBezTo>
                  <a:pt x="365513" y="94318"/>
                  <a:pt x="365380" y="92474"/>
                  <a:pt x="365114" y="90016"/>
                </a:cubicBezTo>
                <a:cubicBezTo>
                  <a:pt x="364848" y="87556"/>
                  <a:pt x="364715" y="85711"/>
                  <a:pt x="364715" y="84481"/>
                </a:cubicBezTo>
                <a:cubicBezTo>
                  <a:pt x="364715" y="80259"/>
                  <a:pt x="365012" y="74408"/>
                  <a:pt x="365605" y="66928"/>
                </a:cubicBezTo>
                <a:cubicBezTo>
                  <a:pt x="366198" y="59448"/>
                  <a:pt x="366495" y="53597"/>
                  <a:pt x="366495" y="49375"/>
                </a:cubicBezTo>
                <a:cubicBezTo>
                  <a:pt x="366495" y="48063"/>
                  <a:pt x="366423" y="46116"/>
                  <a:pt x="366280" y="43535"/>
                </a:cubicBezTo>
                <a:cubicBezTo>
                  <a:pt x="366137" y="40952"/>
                  <a:pt x="366065" y="39005"/>
                  <a:pt x="366065" y="37695"/>
                </a:cubicBezTo>
                <a:cubicBezTo>
                  <a:pt x="366065" y="35932"/>
                  <a:pt x="366648" y="34487"/>
                  <a:pt x="367815" y="33360"/>
                </a:cubicBezTo>
                <a:cubicBezTo>
                  <a:pt x="368981" y="32233"/>
                  <a:pt x="370423" y="31669"/>
                  <a:pt x="372141" y="31669"/>
                </a:cubicBezTo>
                <a:cubicBezTo>
                  <a:pt x="375906" y="31669"/>
                  <a:pt x="377972" y="34339"/>
                  <a:pt x="378340" y="39680"/>
                </a:cubicBezTo>
                <a:lnTo>
                  <a:pt x="378524" y="46889"/>
                </a:lnTo>
                <a:cubicBezTo>
                  <a:pt x="385398" y="37724"/>
                  <a:pt x="392456" y="33142"/>
                  <a:pt x="399698" y="33142"/>
                </a:cubicBezTo>
                <a:cubicBezTo>
                  <a:pt x="406245" y="33142"/>
                  <a:pt x="410807" y="36031"/>
                  <a:pt x="413384" y="41811"/>
                </a:cubicBezTo>
                <a:cubicBezTo>
                  <a:pt x="415144" y="45663"/>
                  <a:pt x="416105" y="51361"/>
                  <a:pt x="416269" y="58903"/>
                </a:cubicBezTo>
                <a:lnTo>
                  <a:pt x="416269" y="65111"/>
                </a:lnTo>
                <a:lnTo>
                  <a:pt x="416208" y="70829"/>
                </a:lnTo>
                <a:cubicBezTo>
                  <a:pt x="416208" y="74231"/>
                  <a:pt x="416647" y="78628"/>
                  <a:pt x="417527" y="84018"/>
                </a:cubicBezTo>
                <a:cubicBezTo>
                  <a:pt x="418407" y="89408"/>
                  <a:pt x="418847" y="93782"/>
                  <a:pt x="418847" y="97143"/>
                </a:cubicBezTo>
                <a:cubicBezTo>
                  <a:pt x="418847" y="98947"/>
                  <a:pt x="418264" y="100412"/>
                  <a:pt x="417097" y="101539"/>
                </a:cubicBezTo>
                <a:cubicBezTo>
                  <a:pt x="415931" y="102666"/>
                  <a:pt x="414469" y="103230"/>
                  <a:pt x="412709" y="103230"/>
                </a:cubicBezTo>
                <a:close/>
                <a:moveTo>
                  <a:pt x="481786" y="72359"/>
                </a:moveTo>
                <a:lnTo>
                  <a:pt x="480375" y="92981"/>
                </a:lnTo>
                <a:cubicBezTo>
                  <a:pt x="480129" y="101164"/>
                  <a:pt x="479290" y="107854"/>
                  <a:pt x="477858" y="113050"/>
                </a:cubicBezTo>
                <a:cubicBezTo>
                  <a:pt x="476017" y="119678"/>
                  <a:pt x="473071" y="124568"/>
                  <a:pt x="469020" y="127718"/>
                </a:cubicBezTo>
                <a:cubicBezTo>
                  <a:pt x="464111" y="131523"/>
                  <a:pt x="457012" y="133426"/>
                  <a:pt x="447724" y="133426"/>
                </a:cubicBezTo>
                <a:cubicBezTo>
                  <a:pt x="442282" y="133426"/>
                  <a:pt x="437720" y="133058"/>
                  <a:pt x="434038" y="132321"/>
                </a:cubicBezTo>
                <a:cubicBezTo>
                  <a:pt x="428882" y="131298"/>
                  <a:pt x="426304" y="129171"/>
                  <a:pt x="426304" y="125938"/>
                </a:cubicBezTo>
                <a:cubicBezTo>
                  <a:pt x="426304" y="122297"/>
                  <a:pt x="428084" y="120476"/>
                  <a:pt x="431644" y="120476"/>
                </a:cubicBezTo>
                <a:cubicBezTo>
                  <a:pt x="433117" y="120476"/>
                  <a:pt x="435572" y="120834"/>
                  <a:pt x="439009" y="121550"/>
                </a:cubicBezTo>
                <a:cubicBezTo>
                  <a:pt x="442446" y="122266"/>
                  <a:pt x="446251" y="122583"/>
                  <a:pt x="450424" y="122501"/>
                </a:cubicBezTo>
                <a:cubicBezTo>
                  <a:pt x="458280" y="122371"/>
                  <a:pt x="463701" y="118342"/>
                  <a:pt x="466688" y="110415"/>
                </a:cubicBezTo>
                <a:cubicBezTo>
                  <a:pt x="468652" y="105129"/>
                  <a:pt x="469696" y="97006"/>
                  <a:pt x="469818" y="86046"/>
                </a:cubicBezTo>
                <a:cubicBezTo>
                  <a:pt x="467609" y="90833"/>
                  <a:pt x="464980" y="94423"/>
                  <a:pt x="461932" y="96817"/>
                </a:cubicBezTo>
                <a:cubicBezTo>
                  <a:pt x="458884" y="99210"/>
                  <a:pt x="455396" y="100407"/>
                  <a:pt x="451468" y="100407"/>
                </a:cubicBezTo>
                <a:cubicBezTo>
                  <a:pt x="444062" y="100407"/>
                  <a:pt x="438037" y="97878"/>
                  <a:pt x="433393" y="92820"/>
                </a:cubicBezTo>
                <a:cubicBezTo>
                  <a:pt x="428749" y="87761"/>
                  <a:pt x="426427" y="81198"/>
                  <a:pt x="426427" y="73130"/>
                </a:cubicBezTo>
                <a:cubicBezTo>
                  <a:pt x="426427" y="62073"/>
                  <a:pt x="429598" y="53165"/>
                  <a:pt x="435940" y="46408"/>
                </a:cubicBezTo>
                <a:cubicBezTo>
                  <a:pt x="442487" y="39446"/>
                  <a:pt x="451406" y="35965"/>
                  <a:pt x="462699" y="35965"/>
                </a:cubicBezTo>
                <a:cubicBezTo>
                  <a:pt x="466504" y="35965"/>
                  <a:pt x="469696" y="36456"/>
                  <a:pt x="472273" y="37438"/>
                </a:cubicBezTo>
                <a:cubicBezTo>
                  <a:pt x="474851" y="38420"/>
                  <a:pt x="476815" y="39893"/>
                  <a:pt x="478165" y="41857"/>
                </a:cubicBezTo>
                <a:cubicBezTo>
                  <a:pt x="482543" y="41979"/>
                  <a:pt x="484732" y="44414"/>
                  <a:pt x="484732" y="49160"/>
                </a:cubicBezTo>
                <a:cubicBezTo>
                  <a:pt x="484732" y="52065"/>
                  <a:pt x="484302" y="55952"/>
                  <a:pt x="483443" y="60821"/>
                </a:cubicBezTo>
                <a:cubicBezTo>
                  <a:pt x="482502" y="66467"/>
                  <a:pt x="481950" y="70314"/>
                  <a:pt x="481786" y="72359"/>
                </a:cubicBezTo>
                <a:moveTo>
                  <a:pt x="462085" y="48240"/>
                </a:moveTo>
                <a:cubicBezTo>
                  <a:pt x="454311" y="48240"/>
                  <a:pt x="448297" y="50652"/>
                  <a:pt x="444041" y="55478"/>
                </a:cubicBezTo>
                <a:cubicBezTo>
                  <a:pt x="440236" y="59824"/>
                  <a:pt x="438334" y="65349"/>
                  <a:pt x="438334" y="72054"/>
                </a:cubicBezTo>
                <a:cubicBezTo>
                  <a:pt x="438334" y="77395"/>
                  <a:pt x="439459" y="81410"/>
                  <a:pt x="441709" y="84099"/>
                </a:cubicBezTo>
                <a:cubicBezTo>
                  <a:pt x="443960" y="86788"/>
                  <a:pt x="447335" y="88132"/>
                  <a:pt x="451836" y="88132"/>
                </a:cubicBezTo>
                <a:cubicBezTo>
                  <a:pt x="455968" y="88132"/>
                  <a:pt x="459978" y="86033"/>
                  <a:pt x="463865" y="81834"/>
                </a:cubicBezTo>
                <a:cubicBezTo>
                  <a:pt x="467384" y="77966"/>
                  <a:pt x="469389" y="74135"/>
                  <a:pt x="469880" y="70342"/>
                </a:cubicBezTo>
                <a:cubicBezTo>
                  <a:pt x="470739" y="66363"/>
                  <a:pt x="471659" y="60119"/>
                  <a:pt x="472641" y="51609"/>
                </a:cubicBezTo>
                <a:cubicBezTo>
                  <a:pt x="471005" y="50468"/>
                  <a:pt x="469307" y="49620"/>
                  <a:pt x="467547" y="49068"/>
                </a:cubicBezTo>
                <a:cubicBezTo>
                  <a:pt x="465788" y="48516"/>
                  <a:pt x="463967" y="48240"/>
                  <a:pt x="462085" y="48240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positiveset">
            <a:extLst xmlns:a="http://schemas.openxmlformats.org/drawingml/2006/main">
              <a:ext uri="{FF2B5EF4-FFF2-40B4-BE49-F238E27FC236}">
                <a16:creationId xmlns:a16="http://schemas.microsoft.com/office/drawing/2014/main" id="{812B582B-B5F3-4E1A-B7EC-64C8C597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099" y="1108209"/>
            <a:ext cx="744012" cy="141132"/>
          </a:xfrm>
          <a:custGeom xmlns:a="http://schemas.openxmlformats.org/drawingml/2006/main">
            <a:pathLst>
              <a:path w="744012" h="141132">
                <a:moveTo>
                  <a:pt x="30194" y="104085"/>
                </a:moveTo>
                <a:cubicBezTo>
                  <a:pt x="25671" y="104085"/>
                  <a:pt x="20695" y="103361"/>
                  <a:pt x="15267" y="101913"/>
                </a:cubicBezTo>
                <a:lnTo>
                  <a:pt x="15131" y="134346"/>
                </a:lnTo>
                <a:cubicBezTo>
                  <a:pt x="15131" y="136337"/>
                  <a:pt x="14509" y="137965"/>
                  <a:pt x="13265" y="139232"/>
                </a:cubicBezTo>
                <a:cubicBezTo>
                  <a:pt x="12021" y="140498"/>
                  <a:pt x="10427" y="141132"/>
                  <a:pt x="8481" y="141132"/>
                </a:cubicBezTo>
                <a:cubicBezTo>
                  <a:pt x="6536" y="141132"/>
                  <a:pt x="4942" y="140498"/>
                  <a:pt x="3698" y="139230"/>
                </a:cubicBezTo>
                <a:cubicBezTo>
                  <a:pt x="2454" y="137962"/>
                  <a:pt x="1832" y="136331"/>
                  <a:pt x="1832" y="134338"/>
                </a:cubicBezTo>
                <a:lnTo>
                  <a:pt x="2036" y="107166"/>
                </a:lnTo>
                <a:lnTo>
                  <a:pt x="2036" y="80061"/>
                </a:lnTo>
                <a:cubicBezTo>
                  <a:pt x="1900" y="70142"/>
                  <a:pt x="1561" y="61107"/>
                  <a:pt x="1018" y="52956"/>
                </a:cubicBezTo>
                <a:lnTo>
                  <a:pt x="0" y="39165"/>
                </a:lnTo>
                <a:cubicBezTo>
                  <a:pt x="0" y="35949"/>
                  <a:pt x="588" y="33232"/>
                  <a:pt x="1764" y="31012"/>
                </a:cubicBezTo>
                <a:cubicBezTo>
                  <a:pt x="3121" y="28341"/>
                  <a:pt x="5089" y="27005"/>
                  <a:pt x="7667" y="27005"/>
                </a:cubicBezTo>
                <a:cubicBezTo>
                  <a:pt x="9431" y="27005"/>
                  <a:pt x="10913" y="27636"/>
                  <a:pt x="12112" y="28898"/>
                </a:cubicBezTo>
                <a:cubicBezTo>
                  <a:pt x="13310" y="30161"/>
                  <a:pt x="13910" y="31701"/>
                  <a:pt x="13910" y="33519"/>
                </a:cubicBezTo>
                <a:cubicBezTo>
                  <a:pt x="13910" y="33926"/>
                  <a:pt x="13842" y="34672"/>
                  <a:pt x="13706" y="35758"/>
                </a:cubicBezTo>
                <a:cubicBezTo>
                  <a:pt x="13480" y="37160"/>
                  <a:pt x="13322" y="38449"/>
                  <a:pt x="13231" y="39625"/>
                </a:cubicBezTo>
                <a:cubicBezTo>
                  <a:pt x="17121" y="36957"/>
                  <a:pt x="20876" y="34955"/>
                  <a:pt x="24494" y="33621"/>
                </a:cubicBezTo>
                <a:cubicBezTo>
                  <a:pt x="28113" y="32286"/>
                  <a:pt x="31574" y="31619"/>
                  <a:pt x="34876" y="31619"/>
                </a:cubicBezTo>
                <a:cubicBezTo>
                  <a:pt x="44149" y="31619"/>
                  <a:pt x="50934" y="35739"/>
                  <a:pt x="55231" y="43979"/>
                </a:cubicBezTo>
                <a:cubicBezTo>
                  <a:pt x="58624" y="50499"/>
                  <a:pt x="60320" y="59125"/>
                  <a:pt x="60320" y="69856"/>
                </a:cubicBezTo>
                <a:cubicBezTo>
                  <a:pt x="60320" y="79635"/>
                  <a:pt x="57697" y="87694"/>
                  <a:pt x="52449" y="94034"/>
                </a:cubicBezTo>
                <a:cubicBezTo>
                  <a:pt x="46886" y="100734"/>
                  <a:pt x="39467" y="104085"/>
                  <a:pt x="30194" y="104085"/>
                </a:cubicBezTo>
                <a:moveTo>
                  <a:pt x="34876" y="45189"/>
                </a:moveTo>
                <a:cubicBezTo>
                  <a:pt x="30714" y="45189"/>
                  <a:pt x="26960" y="46117"/>
                  <a:pt x="23612" y="47971"/>
                </a:cubicBezTo>
                <a:cubicBezTo>
                  <a:pt x="21215" y="49283"/>
                  <a:pt x="18184" y="51680"/>
                  <a:pt x="14520" y="55163"/>
                </a:cubicBezTo>
                <a:cubicBezTo>
                  <a:pt x="15108" y="65432"/>
                  <a:pt x="15402" y="76220"/>
                  <a:pt x="15402" y="87529"/>
                </a:cubicBezTo>
                <a:cubicBezTo>
                  <a:pt x="20333" y="89429"/>
                  <a:pt x="25263" y="90379"/>
                  <a:pt x="30194" y="90379"/>
                </a:cubicBezTo>
                <a:cubicBezTo>
                  <a:pt x="35848" y="90379"/>
                  <a:pt x="40168" y="88275"/>
                  <a:pt x="43154" y="84068"/>
                </a:cubicBezTo>
                <a:cubicBezTo>
                  <a:pt x="45732" y="80404"/>
                  <a:pt x="47021" y="75655"/>
                  <a:pt x="47021" y="69819"/>
                </a:cubicBezTo>
                <a:cubicBezTo>
                  <a:pt x="47021" y="61587"/>
                  <a:pt x="46015" y="55424"/>
                  <a:pt x="44002" y="51330"/>
                </a:cubicBezTo>
                <a:cubicBezTo>
                  <a:pt x="41989" y="47236"/>
                  <a:pt x="38947" y="45189"/>
                  <a:pt x="34876" y="45189"/>
                </a:cubicBezTo>
                <a:close/>
                <a:moveTo>
                  <a:pt x="101519" y="105713"/>
                </a:moveTo>
                <a:cubicBezTo>
                  <a:pt x="93919" y="105713"/>
                  <a:pt x="87383" y="102904"/>
                  <a:pt x="81910" y="97285"/>
                </a:cubicBezTo>
                <a:cubicBezTo>
                  <a:pt x="75803" y="91031"/>
                  <a:pt x="72591" y="82624"/>
                  <a:pt x="72275" y="72065"/>
                </a:cubicBezTo>
                <a:cubicBezTo>
                  <a:pt x="72003" y="61824"/>
                  <a:pt x="74582" y="52806"/>
                  <a:pt x="80010" y="45011"/>
                </a:cubicBezTo>
                <a:cubicBezTo>
                  <a:pt x="86343" y="35812"/>
                  <a:pt x="95163" y="31212"/>
                  <a:pt x="106472" y="31212"/>
                </a:cubicBezTo>
                <a:cubicBezTo>
                  <a:pt x="115519" y="31212"/>
                  <a:pt x="122372" y="35359"/>
                  <a:pt x="127031" y="43652"/>
                </a:cubicBezTo>
                <a:cubicBezTo>
                  <a:pt x="130740" y="50358"/>
                  <a:pt x="132527" y="58424"/>
                  <a:pt x="132391" y="67850"/>
                </a:cubicBezTo>
                <a:cubicBezTo>
                  <a:pt x="132256" y="77910"/>
                  <a:pt x="129632" y="86498"/>
                  <a:pt x="124521" y="93614"/>
                </a:cubicBezTo>
                <a:cubicBezTo>
                  <a:pt x="118731" y="101680"/>
                  <a:pt x="111063" y="105713"/>
                  <a:pt x="101519" y="105713"/>
                </a:cubicBezTo>
                <a:moveTo>
                  <a:pt x="105590" y="45054"/>
                </a:moveTo>
                <a:cubicBezTo>
                  <a:pt x="98940" y="45008"/>
                  <a:pt x="93761" y="48179"/>
                  <a:pt x="90052" y="54566"/>
                </a:cubicBezTo>
                <a:cubicBezTo>
                  <a:pt x="87112" y="59686"/>
                  <a:pt x="85641" y="65529"/>
                  <a:pt x="85641" y="72097"/>
                </a:cubicBezTo>
                <a:cubicBezTo>
                  <a:pt x="85641" y="78666"/>
                  <a:pt x="87428" y="83785"/>
                  <a:pt x="91002" y="87455"/>
                </a:cubicBezTo>
                <a:cubicBezTo>
                  <a:pt x="93987" y="90490"/>
                  <a:pt x="97493" y="92007"/>
                  <a:pt x="101519" y="92007"/>
                </a:cubicBezTo>
                <a:cubicBezTo>
                  <a:pt x="106223" y="92007"/>
                  <a:pt x="110272" y="90285"/>
                  <a:pt x="113664" y="86842"/>
                </a:cubicBezTo>
                <a:cubicBezTo>
                  <a:pt x="117509" y="83038"/>
                  <a:pt x="119545" y="77897"/>
                  <a:pt x="119771" y="71418"/>
                </a:cubicBezTo>
                <a:cubicBezTo>
                  <a:pt x="120404" y="53887"/>
                  <a:pt x="115677" y="45099"/>
                  <a:pt x="105590" y="45054"/>
                </a:cubicBezTo>
                <a:close/>
                <a:moveTo>
                  <a:pt x="195195" y="49396"/>
                </a:moveTo>
                <a:cubicBezTo>
                  <a:pt x="192708" y="49396"/>
                  <a:pt x="190966" y="48565"/>
                  <a:pt x="189971" y="46903"/>
                </a:cubicBezTo>
                <a:cubicBezTo>
                  <a:pt x="189292" y="45735"/>
                  <a:pt x="188704" y="43309"/>
                  <a:pt x="188207" y="39625"/>
                </a:cubicBezTo>
                <a:cubicBezTo>
                  <a:pt x="184814" y="40483"/>
                  <a:pt x="179590" y="42065"/>
                  <a:pt x="172533" y="44369"/>
                </a:cubicBezTo>
                <a:cubicBezTo>
                  <a:pt x="165250" y="47261"/>
                  <a:pt x="161586" y="50830"/>
                  <a:pt x="161541" y="55077"/>
                </a:cubicBezTo>
                <a:cubicBezTo>
                  <a:pt x="162898" y="55574"/>
                  <a:pt x="164232" y="55936"/>
                  <a:pt x="165544" y="56162"/>
                </a:cubicBezTo>
                <a:cubicBezTo>
                  <a:pt x="175948" y="58014"/>
                  <a:pt x="183683" y="60567"/>
                  <a:pt x="188750" y="63821"/>
                </a:cubicBezTo>
                <a:cubicBezTo>
                  <a:pt x="196123" y="68566"/>
                  <a:pt x="199809" y="75436"/>
                  <a:pt x="199809" y="84429"/>
                </a:cubicBezTo>
                <a:cubicBezTo>
                  <a:pt x="199809" y="91795"/>
                  <a:pt x="196620" y="97353"/>
                  <a:pt x="190242" y="101103"/>
                </a:cubicBezTo>
                <a:cubicBezTo>
                  <a:pt x="184950" y="104176"/>
                  <a:pt x="178255" y="105713"/>
                  <a:pt x="170158" y="105713"/>
                </a:cubicBezTo>
                <a:cubicBezTo>
                  <a:pt x="164232" y="105713"/>
                  <a:pt x="158578" y="104718"/>
                  <a:pt x="153195" y="102728"/>
                </a:cubicBezTo>
                <a:cubicBezTo>
                  <a:pt x="146229" y="100194"/>
                  <a:pt x="142746" y="96666"/>
                  <a:pt x="142746" y="92143"/>
                </a:cubicBezTo>
                <a:cubicBezTo>
                  <a:pt x="142746" y="90333"/>
                  <a:pt x="143459" y="88750"/>
                  <a:pt x="144883" y="87393"/>
                </a:cubicBezTo>
                <a:cubicBezTo>
                  <a:pt x="146308" y="86036"/>
                  <a:pt x="147925" y="85358"/>
                  <a:pt x="149735" y="85358"/>
                </a:cubicBezTo>
                <a:cubicBezTo>
                  <a:pt x="151137" y="85358"/>
                  <a:pt x="152946" y="86443"/>
                  <a:pt x="155163" y="88614"/>
                </a:cubicBezTo>
                <a:cubicBezTo>
                  <a:pt x="156249" y="89655"/>
                  <a:pt x="158691" y="90514"/>
                  <a:pt x="162491" y="91193"/>
                </a:cubicBezTo>
                <a:cubicBezTo>
                  <a:pt x="165522" y="91736"/>
                  <a:pt x="168077" y="92007"/>
                  <a:pt x="170158" y="92007"/>
                </a:cubicBezTo>
                <a:cubicBezTo>
                  <a:pt x="173958" y="92007"/>
                  <a:pt x="177305" y="91555"/>
                  <a:pt x="180200" y="90652"/>
                </a:cubicBezTo>
                <a:cubicBezTo>
                  <a:pt x="184407" y="89342"/>
                  <a:pt x="186510" y="87264"/>
                  <a:pt x="186510" y="84418"/>
                </a:cubicBezTo>
                <a:cubicBezTo>
                  <a:pt x="186510" y="78273"/>
                  <a:pt x="182213" y="74117"/>
                  <a:pt x="173619" y="71948"/>
                </a:cubicBezTo>
                <a:lnTo>
                  <a:pt x="166562" y="70388"/>
                </a:lnTo>
                <a:cubicBezTo>
                  <a:pt x="160546" y="69075"/>
                  <a:pt x="156271" y="67535"/>
                  <a:pt x="153738" y="65770"/>
                </a:cubicBezTo>
                <a:cubicBezTo>
                  <a:pt x="150074" y="63235"/>
                  <a:pt x="148242" y="59411"/>
                  <a:pt x="148242" y="54298"/>
                </a:cubicBezTo>
                <a:cubicBezTo>
                  <a:pt x="148242" y="44839"/>
                  <a:pt x="152698" y="38095"/>
                  <a:pt x="161609" y="34066"/>
                </a:cubicBezTo>
                <a:cubicBezTo>
                  <a:pt x="164323" y="32844"/>
                  <a:pt x="168665" y="31386"/>
                  <a:pt x="174636" y="29689"/>
                </a:cubicBezTo>
                <a:cubicBezTo>
                  <a:pt x="180607" y="27992"/>
                  <a:pt x="184882" y="26554"/>
                  <a:pt x="187460" y="25377"/>
                </a:cubicBezTo>
                <a:cubicBezTo>
                  <a:pt x="189315" y="24562"/>
                  <a:pt x="191328" y="24155"/>
                  <a:pt x="193499" y="24155"/>
                </a:cubicBezTo>
                <a:cubicBezTo>
                  <a:pt x="195444" y="24155"/>
                  <a:pt x="197039" y="24789"/>
                  <a:pt x="198283" y="26055"/>
                </a:cubicBezTo>
                <a:cubicBezTo>
                  <a:pt x="199527" y="27322"/>
                  <a:pt x="200149" y="28973"/>
                  <a:pt x="200149" y="31008"/>
                </a:cubicBezTo>
                <a:cubicBezTo>
                  <a:pt x="200149" y="32320"/>
                  <a:pt x="200431" y="34243"/>
                  <a:pt x="200997" y="36776"/>
                </a:cubicBezTo>
                <a:cubicBezTo>
                  <a:pt x="201562" y="39309"/>
                  <a:pt x="201845" y="41231"/>
                  <a:pt x="201845" y="42543"/>
                </a:cubicBezTo>
                <a:cubicBezTo>
                  <a:pt x="201845" y="44579"/>
                  <a:pt x="201223" y="46230"/>
                  <a:pt x="199979" y="47496"/>
                </a:cubicBezTo>
                <a:cubicBezTo>
                  <a:pt x="198735" y="48763"/>
                  <a:pt x="197141" y="49396"/>
                  <a:pt x="195195" y="49396"/>
                </a:cubicBezTo>
                <a:close/>
                <a:moveTo>
                  <a:pt x="230090" y="15742"/>
                </a:moveTo>
                <a:cubicBezTo>
                  <a:pt x="227918" y="15742"/>
                  <a:pt x="226041" y="14973"/>
                  <a:pt x="224458" y="13435"/>
                </a:cubicBezTo>
                <a:cubicBezTo>
                  <a:pt x="222875" y="11897"/>
                  <a:pt x="222083" y="10042"/>
                  <a:pt x="222083" y="7871"/>
                </a:cubicBezTo>
                <a:cubicBezTo>
                  <a:pt x="222083" y="5700"/>
                  <a:pt x="222875" y="3845"/>
                  <a:pt x="224458" y="2307"/>
                </a:cubicBezTo>
                <a:cubicBezTo>
                  <a:pt x="226041" y="769"/>
                  <a:pt x="227918" y="0"/>
                  <a:pt x="230090" y="0"/>
                </a:cubicBezTo>
                <a:cubicBezTo>
                  <a:pt x="232261" y="0"/>
                  <a:pt x="234127" y="769"/>
                  <a:pt x="235687" y="2307"/>
                </a:cubicBezTo>
                <a:cubicBezTo>
                  <a:pt x="237248" y="3845"/>
                  <a:pt x="238028" y="5700"/>
                  <a:pt x="238028" y="7871"/>
                </a:cubicBezTo>
                <a:cubicBezTo>
                  <a:pt x="238028" y="10042"/>
                  <a:pt x="237248" y="11897"/>
                  <a:pt x="235687" y="13435"/>
                </a:cubicBezTo>
                <a:cubicBezTo>
                  <a:pt x="234127" y="14973"/>
                  <a:pt x="232261" y="15742"/>
                  <a:pt x="230090" y="15742"/>
                </a:cubicBezTo>
                <a:moveTo>
                  <a:pt x="233143" y="70875"/>
                </a:moveTo>
                <a:cubicBezTo>
                  <a:pt x="233143" y="73592"/>
                  <a:pt x="233222" y="77656"/>
                  <a:pt x="233381" y="83068"/>
                </a:cubicBezTo>
                <a:cubicBezTo>
                  <a:pt x="233539" y="88477"/>
                  <a:pt x="233618" y="92541"/>
                  <a:pt x="233618" y="95258"/>
                </a:cubicBezTo>
                <a:cubicBezTo>
                  <a:pt x="233618" y="97249"/>
                  <a:pt x="233007" y="98879"/>
                  <a:pt x="231786" y="100147"/>
                </a:cubicBezTo>
                <a:cubicBezTo>
                  <a:pt x="230565" y="101415"/>
                  <a:pt x="228959" y="102049"/>
                  <a:pt x="226969" y="102049"/>
                </a:cubicBezTo>
                <a:cubicBezTo>
                  <a:pt x="225023" y="102049"/>
                  <a:pt x="223429" y="101415"/>
                  <a:pt x="222185" y="100147"/>
                </a:cubicBezTo>
                <a:cubicBezTo>
                  <a:pt x="220941" y="98879"/>
                  <a:pt x="220319" y="97249"/>
                  <a:pt x="220319" y="95258"/>
                </a:cubicBezTo>
                <a:cubicBezTo>
                  <a:pt x="220319" y="92541"/>
                  <a:pt x="220240" y="88477"/>
                  <a:pt x="220082" y="83068"/>
                </a:cubicBezTo>
                <a:cubicBezTo>
                  <a:pt x="219923" y="77656"/>
                  <a:pt x="219844" y="73592"/>
                  <a:pt x="219844" y="70875"/>
                </a:cubicBezTo>
                <a:cubicBezTo>
                  <a:pt x="219844" y="66619"/>
                  <a:pt x="220070" y="61310"/>
                  <a:pt x="220523" y="54949"/>
                </a:cubicBezTo>
                <a:cubicBezTo>
                  <a:pt x="220975" y="48587"/>
                  <a:pt x="221201" y="43277"/>
                  <a:pt x="221201" y="39021"/>
                </a:cubicBezTo>
                <a:cubicBezTo>
                  <a:pt x="221201" y="36984"/>
                  <a:pt x="221823" y="35332"/>
                  <a:pt x="223067" y="34064"/>
                </a:cubicBezTo>
                <a:cubicBezTo>
                  <a:pt x="224311" y="32796"/>
                  <a:pt x="225905" y="32162"/>
                  <a:pt x="227851" y="32162"/>
                </a:cubicBezTo>
                <a:cubicBezTo>
                  <a:pt x="229796" y="32162"/>
                  <a:pt x="231390" y="32796"/>
                  <a:pt x="232634" y="34064"/>
                </a:cubicBezTo>
                <a:cubicBezTo>
                  <a:pt x="233878" y="35332"/>
                  <a:pt x="234500" y="36984"/>
                  <a:pt x="234500" y="39021"/>
                </a:cubicBezTo>
                <a:cubicBezTo>
                  <a:pt x="234500" y="43277"/>
                  <a:pt x="234274" y="48587"/>
                  <a:pt x="233822" y="54949"/>
                </a:cubicBezTo>
                <a:cubicBezTo>
                  <a:pt x="233369" y="61310"/>
                  <a:pt x="233143" y="66619"/>
                  <a:pt x="233143" y="70875"/>
                </a:cubicBezTo>
                <a:close/>
                <a:moveTo>
                  <a:pt x="301627" y="43892"/>
                </a:moveTo>
                <a:cubicBezTo>
                  <a:pt x="300677" y="43892"/>
                  <a:pt x="299558" y="43846"/>
                  <a:pt x="298268" y="43756"/>
                </a:cubicBezTo>
                <a:cubicBezTo>
                  <a:pt x="296979" y="43664"/>
                  <a:pt x="295860" y="43618"/>
                  <a:pt x="294910" y="43618"/>
                </a:cubicBezTo>
                <a:cubicBezTo>
                  <a:pt x="293869" y="43618"/>
                  <a:pt x="290793" y="43961"/>
                  <a:pt x="285682" y="44646"/>
                </a:cubicBezTo>
                <a:lnTo>
                  <a:pt x="286971" y="84702"/>
                </a:lnTo>
                <a:lnTo>
                  <a:pt x="287039" y="87686"/>
                </a:lnTo>
                <a:lnTo>
                  <a:pt x="287107" y="91142"/>
                </a:lnTo>
                <a:cubicBezTo>
                  <a:pt x="287288" y="101037"/>
                  <a:pt x="284913" y="105984"/>
                  <a:pt x="279982" y="105984"/>
                </a:cubicBezTo>
                <a:cubicBezTo>
                  <a:pt x="278173" y="105984"/>
                  <a:pt x="276601" y="105397"/>
                  <a:pt x="275267" y="104222"/>
                </a:cubicBezTo>
                <a:cubicBezTo>
                  <a:pt x="273932" y="103048"/>
                  <a:pt x="273265" y="101579"/>
                  <a:pt x="273265" y="99816"/>
                </a:cubicBezTo>
                <a:cubicBezTo>
                  <a:pt x="273265" y="98100"/>
                  <a:pt x="273333" y="95525"/>
                  <a:pt x="273469" y="92092"/>
                </a:cubicBezTo>
                <a:cubicBezTo>
                  <a:pt x="273604" y="88657"/>
                  <a:pt x="273672" y="86081"/>
                  <a:pt x="273672" y="84363"/>
                </a:cubicBezTo>
                <a:lnTo>
                  <a:pt x="272315" y="44782"/>
                </a:lnTo>
                <a:cubicBezTo>
                  <a:pt x="269013" y="44646"/>
                  <a:pt x="263992" y="44260"/>
                  <a:pt x="257252" y="43622"/>
                </a:cubicBezTo>
                <a:cubicBezTo>
                  <a:pt x="253226" y="43077"/>
                  <a:pt x="251213" y="40827"/>
                  <a:pt x="251213" y="36873"/>
                </a:cubicBezTo>
                <a:cubicBezTo>
                  <a:pt x="251213" y="34873"/>
                  <a:pt x="251824" y="33215"/>
                  <a:pt x="253045" y="31899"/>
                </a:cubicBezTo>
                <a:cubicBezTo>
                  <a:pt x="254267" y="30581"/>
                  <a:pt x="255827" y="29923"/>
                  <a:pt x="257727" y="29923"/>
                </a:cubicBezTo>
                <a:lnTo>
                  <a:pt x="271976" y="31076"/>
                </a:lnTo>
                <a:cubicBezTo>
                  <a:pt x="271976" y="28762"/>
                  <a:pt x="271874" y="25666"/>
                  <a:pt x="271671" y="21789"/>
                </a:cubicBezTo>
                <a:cubicBezTo>
                  <a:pt x="271467" y="17910"/>
                  <a:pt x="271365" y="15109"/>
                  <a:pt x="271365" y="13386"/>
                </a:cubicBezTo>
                <a:cubicBezTo>
                  <a:pt x="271365" y="11480"/>
                  <a:pt x="272021" y="9904"/>
                  <a:pt x="273333" y="8657"/>
                </a:cubicBezTo>
                <a:cubicBezTo>
                  <a:pt x="274645" y="7409"/>
                  <a:pt x="276251" y="6785"/>
                  <a:pt x="278150" y="6785"/>
                </a:cubicBezTo>
                <a:cubicBezTo>
                  <a:pt x="282222" y="6785"/>
                  <a:pt x="284596" y="10110"/>
                  <a:pt x="285275" y="16759"/>
                </a:cubicBezTo>
                <a:cubicBezTo>
                  <a:pt x="285411" y="18433"/>
                  <a:pt x="285478" y="20446"/>
                  <a:pt x="285478" y="22798"/>
                </a:cubicBezTo>
                <a:lnTo>
                  <a:pt x="285343" y="26734"/>
                </a:lnTo>
                <a:lnTo>
                  <a:pt x="285275" y="30940"/>
                </a:lnTo>
                <a:cubicBezTo>
                  <a:pt x="290884" y="30217"/>
                  <a:pt x="294096" y="29855"/>
                  <a:pt x="294910" y="29855"/>
                </a:cubicBezTo>
                <a:cubicBezTo>
                  <a:pt x="299614" y="29855"/>
                  <a:pt x="302690" y="30081"/>
                  <a:pt x="304138" y="30533"/>
                </a:cubicBezTo>
                <a:cubicBezTo>
                  <a:pt x="306897" y="31444"/>
                  <a:pt x="308277" y="33589"/>
                  <a:pt x="308277" y="36971"/>
                </a:cubicBezTo>
                <a:cubicBezTo>
                  <a:pt x="308277" y="38981"/>
                  <a:pt x="307655" y="40637"/>
                  <a:pt x="306411" y="41939"/>
                </a:cubicBezTo>
                <a:cubicBezTo>
                  <a:pt x="305167" y="43241"/>
                  <a:pt x="303572" y="43892"/>
                  <a:pt x="301627" y="43892"/>
                </a:cubicBezTo>
                <a:close/>
                <a:moveTo>
                  <a:pt x="334834" y="15742"/>
                </a:moveTo>
                <a:cubicBezTo>
                  <a:pt x="332662" y="15742"/>
                  <a:pt x="330785" y="14973"/>
                  <a:pt x="329202" y="13435"/>
                </a:cubicBezTo>
                <a:cubicBezTo>
                  <a:pt x="327619" y="11897"/>
                  <a:pt x="326827" y="10042"/>
                  <a:pt x="326827" y="7871"/>
                </a:cubicBezTo>
                <a:cubicBezTo>
                  <a:pt x="326827" y="5700"/>
                  <a:pt x="327619" y="3845"/>
                  <a:pt x="329202" y="2307"/>
                </a:cubicBezTo>
                <a:cubicBezTo>
                  <a:pt x="330785" y="769"/>
                  <a:pt x="332662" y="0"/>
                  <a:pt x="334834" y="0"/>
                </a:cubicBezTo>
                <a:cubicBezTo>
                  <a:pt x="337005" y="0"/>
                  <a:pt x="338871" y="769"/>
                  <a:pt x="340431" y="2307"/>
                </a:cubicBezTo>
                <a:cubicBezTo>
                  <a:pt x="341992" y="3845"/>
                  <a:pt x="342772" y="5700"/>
                  <a:pt x="342772" y="7871"/>
                </a:cubicBezTo>
                <a:cubicBezTo>
                  <a:pt x="342772" y="10042"/>
                  <a:pt x="341992" y="11897"/>
                  <a:pt x="340431" y="13435"/>
                </a:cubicBezTo>
                <a:cubicBezTo>
                  <a:pt x="338871" y="14973"/>
                  <a:pt x="337005" y="15742"/>
                  <a:pt x="334834" y="15742"/>
                </a:cubicBezTo>
                <a:moveTo>
                  <a:pt x="337887" y="70875"/>
                </a:moveTo>
                <a:cubicBezTo>
                  <a:pt x="337887" y="73592"/>
                  <a:pt x="337966" y="77656"/>
                  <a:pt x="338124" y="83068"/>
                </a:cubicBezTo>
                <a:cubicBezTo>
                  <a:pt x="338283" y="88477"/>
                  <a:pt x="338362" y="92541"/>
                  <a:pt x="338362" y="95258"/>
                </a:cubicBezTo>
                <a:cubicBezTo>
                  <a:pt x="338362" y="97249"/>
                  <a:pt x="337751" y="98879"/>
                  <a:pt x="336530" y="100147"/>
                </a:cubicBezTo>
                <a:cubicBezTo>
                  <a:pt x="335309" y="101415"/>
                  <a:pt x="333703" y="102049"/>
                  <a:pt x="331712" y="102049"/>
                </a:cubicBezTo>
                <a:cubicBezTo>
                  <a:pt x="329767" y="102049"/>
                  <a:pt x="328173" y="101415"/>
                  <a:pt x="326929" y="100147"/>
                </a:cubicBezTo>
                <a:cubicBezTo>
                  <a:pt x="325685" y="98879"/>
                  <a:pt x="325063" y="97249"/>
                  <a:pt x="325063" y="95258"/>
                </a:cubicBezTo>
                <a:cubicBezTo>
                  <a:pt x="325063" y="92541"/>
                  <a:pt x="324984" y="88477"/>
                  <a:pt x="324826" y="83068"/>
                </a:cubicBezTo>
                <a:cubicBezTo>
                  <a:pt x="324667" y="77656"/>
                  <a:pt x="324588" y="73592"/>
                  <a:pt x="324588" y="70875"/>
                </a:cubicBezTo>
                <a:cubicBezTo>
                  <a:pt x="324588" y="66619"/>
                  <a:pt x="324814" y="61310"/>
                  <a:pt x="325267" y="54949"/>
                </a:cubicBezTo>
                <a:cubicBezTo>
                  <a:pt x="325719" y="48587"/>
                  <a:pt x="325945" y="43277"/>
                  <a:pt x="325945" y="39021"/>
                </a:cubicBezTo>
                <a:cubicBezTo>
                  <a:pt x="325945" y="36984"/>
                  <a:pt x="326567" y="35332"/>
                  <a:pt x="327811" y="34064"/>
                </a:cubicBezTo>
                <a:cubicBezTo>
                  <a:pt x="329055" y="32796"/>
                  <a:pt x="330649" y="32162"/>
                  <a:pt x="332595" y="32162"/>
                </a:cubicBezTo>
                <a:cubicBezTo>
                  <a:pt x="334540" y="32162"/>
                  <a:pt x="336134" y="32796"/>
                  <a:pt x="337378" y="34064"/>
                </a:cubicBezTo>
                <a:cubicBezTo>
                  <a:pt x="338622" y="35332"/>
                  <a:pt x="339244" y="36984"/>
                  <a:pt x="339244" y="39021"/>
                </a:cubicBezTo>
                <a:cubicBezTo>
                  <a:pt x="339244" y="43277"/>
                  <a:pt x="339018" y="48587"/>
                  <a:pt x="338565" y="54949"/>
                </a:cubicBezTo>
                <a:cubicBezTo>
                  <a:pt x="338113" y="61310"/>
                  <a:pt x="337887" y="66619"/>
                  <a:pt x="337887" y="70875"/>
                </a:cubicBezTo>
                <a:close/>
                <a:moveTo>
                  <a:pt x="392258" y="98114"/>
                </a:moveTo>
                <a:cubicBezTo>
                  <a:pt x="392122" y="102275"/>
                  <a:pt x="390064" y="104356"/>
                  <a:pt x="386083" y="104356"/>
                </a:cubicBezTo>
                <a:cubicBezTo>
                  <a:pt x="382781" y="104356"/>
                  <a:pt x="380384" y="102411"/>
                  <a:pt x="378891" y="98521"/>
                </a:cubicBezTo>
                <a:lnTo>
                  <a:pt x="368510" y="70973"/>
                </a:lnTo>
                <a:lnTo>
                  <a:pt x="356432" y="39829"/>
                </a:lnTo>
                <a:cubicBezTo>
                  <a:pt x="355980" y="38653"/>
                  <a:pt x="355753" y="37612"/>
                  <a:pt x="355753" y="36708"/>
                </a:cubicBezTo>
                <a:cubicBezTo>
                  <a:pt x="355753" y="34853"/>
                  <a:pt x="356455" y="33270"/>
                  <a:pt x="357857" y="31958"/>
                </a:cubicBezTo>
                <a:cubicBezTo>
                  <a:pt x="359259" y="30646"/>
                  <a:pt x="360888" y="29990"/>
                  <a:pt x="362742" y="29990"/>
                </a:cubicBezTo>
                <a:cubicBezTo>
                  <a:pt x="365456" y="29990"/>
                  <a:pt x="367401" y="31370"/>
                  <a:pt x="368577" y="34129"/>
                </a:cubicBezTo>
                <a:lnTo>
                  <a:pt x="385812" y="81558"/>
                </a:lnTo>
                <a:cubicBezTo>
                  <a:pt x="389204" y="74320"/>
                  <a:pt x="393479" y="63826"/>
                  <a:pt x="398636" y="50075"/>
                </a:cubicBezTo>
                <a:cubicBezTo>
                  <a:pt x="399857" y="46456"/>
                  <a:pt x="401780" y="41344"/>
                  <a:pt x="404403" y="34740"/>
                </a:cubicBezTo>
                <a:cubicBezTo>
                  <a:pt x="405805" y="31845"/>
                  <a:pt x="407796" y="30398"/>
                  <a:pt x="410374" y="30398"/>
                </a:cubicBezTo>
                <a:cubicBezTo>
                  <a:pt x="412229" y="30398"/>
                  <a:pt x="413857" y="31053"/>
                  <a:pt x="415259" y="32365"/>
                </a:cubicBezTo>
                <a:cubicBezTo>
                  <a:pt x="416662" y="33677"/>
                  <a:pt x="417363" y="35238"/>
                  <a:pt x="417363" y="37047"/>
                </a:cubicBezTo>
                <a:cubicBezTo>
                  <a:pt x="417363" y="38766"/>
                  <a:pt x="413631" y="48446"/>
                  <a:pt x="406167" y="66088"/>
                </a:cubicBezTo>
                <a:lnTo>
                  <a:pt x="392258" y="98114"/>
                </a:lnTo>
                <a:close/>
                <a:moveTo>
                  <a:pt x="460400" y="104763"/>
                </a:moveTo>
                <a:cubicBezTo>
                  <a:pt x="450177" y="104763"/>
                  <a:pt x="441899" y="102205"/>
                  <a:pt x="435566" y="97090"/>
                </a:cubicBezTo>
                <a:cubicBezTo>
                  <a:pt x="428645" y="91430"/>
                  <a:pt x="425185" y="83506"/>
                  <a:pt x="425185" y="73318"/>
                </a:cubicBezTo>
                <a:cubicBezTo>
                  <a:pt x="425185" y="61547"/>
                  <a:pt x="428035" y="51678"/>
                  <a:pt x="433734" y="43709"/>
                </a:cubicBezTo>
                <a:cubicBezTo>
                  <a:pt x="439931" y="35016"/>
                  <a:pt x="448209" y="30669"/>
                  <a:pt x="458568" y="30669"/>
                </a:cubicBezTo>
                <a:cubicBezTo>
                  <a:pt x="466077" y="30669"/>
                  <a:pt x="472206" y="31936"/>
                  <a:pt x="476956" y="34469"/>
                </a:cubicBezTo>
                <a:cubicBezTo>
                  <a:pt x="482791" y="37590"/>
                  <a:pt x="485709" y="42385"/>
                  <a:pt x="485709" y="48853"/>
                </a:cubicBezTo>
                <a:cubicBezTo>
                  <a:pt x="485709" y="53377"/>
                  <a:pt x="483153" y="57493"/>
                  <a:pt x="478041" y="61202"/>
                </a:cubicBezTo>
                <a:cubicBezTo>
                  <a:pt x="475780" y="62831"/>
                  <a:pt x="470985" y="65364"/>
                  <a:pt x="463657" y="68802"/>
                </a:cubicBezTo>
                <a:lnTo>
                  <a:pt x="437737" y="81083"/>
                </a:lnTo>
                <a:cubicBezTo>
                  <a:pt x="440270" y="84837"/>
                  <a:pt x="443426" y="87664"/>
                  <a:pt x="447203" y="89564"/>
                </a:cubicBezTo>
                <a:cubicBezTo>
                  <a:pt x="450980" y="91464"/>
                  <a:pt x="455379" y="92414"/>
                  <a:pt x="460400" y="92414"/>
                </a:cubicBezTo>
                <a:cubicBezTo>
                  <a:pt x="463521" y="92414"/>
                  <a:pt x="467185" y="91826"/>
                  <a:pt x="471392" y="90650"/>
                </a:cubicBezTo>
                <a:cubicBezTo>
                  <a:pt x="476729" y="89157"/>
                  <a:pt x="480167" y="87201"/>
                  <a:pt x="481705" y="84781"/>
                </a:cubicBezTo>
                <a:cubicBezTo>
                  <a:pt x="483243" y="82361"/>
                  <a:pt x="484894" y="81151"/>
                  <a:pt x="486658" y="81151"/>
                </a:cubicBezTo>
                <a:cubicBezTo>
                  <a:pt x="488242" y="81151"/>
                  <a:pt x="489655" y="81752"/>
                  <a:pt x="490899" y="82955"/>
                </a:cubicBezTo>
                <a:cubicBezTo>
                  <a:pt x="492143" y="84157"/>
                  <a:pt x="492765" y="85551"/>
                  <a:pt x="492765" y="87139"/>
                </a:cubicBezTo>
                <a:cubicBezTo>
                  <a:pt x="492765" y="92174"/>
                  <a:pt x="488717" y="96506"/>
                  <a:pt x="480620" y="100136"/>
                </a:cubicBezTo>
                <a:cubicBezTo>
                  <a:pt x="473699" y="103221"/>
                  <a:pt x="466959" y="104763"/>
                  <a:pt x="460400" y="104763"/>
                </a:cubicBezTo>
                <a:moveTo>
                  <a:pt x="458568" y="42882"/>
                </a:moveTo>
                <a:cubicBezTo>
                  <a:pt x="453049" y="42882"/>
                  <a:pt x="448458" y="45020"/>
                  <a:pt x="444794" y="49294"/>
                </a:cubicBezTo>
                <a:cubicBezTo>
                  <a:pt x="441130" y="53569"/>
                  <a:pt x="438393" y="60004"/>
                  <a:pt x="436584" y="68598"/>
                </a:cubicBezTo>
                <a:lnTo>
                  <a:pt x="457414" y="58692"/>
                </a:lnTo>
                <a:cubicBezTo>
                  <a:pt x="465602" y="54711"/>
                  <a:pt x="471437" y="51251"/>
                  <a:pt x="474920" y="48310"/>
                </a:cubicBezTo>
                <a:cubicBezTo>
                  <a:pt x="471030" y="44692"/>
                  <a:pt x="465579" y="42882"/>
                  <a:pt x="458568" y="42882"/>
                </a:cubicBezTo>
                <a:close/>
                <a:moveTo>
                  <a:pt x="593223" y="49396"/>
                </a:moveTo>
                <a:cubicBezTo>
                  <a:pt x="590735" y="49396"/>
                  <a:pt x="588993" y="48565"/>
                  <a:pt x="587998" y="46903"/>
                </a:cubicBezTo>
                <a:cubicBezTo>
                  <a:pt x="587320" y="45735"/>
                  <a:pt x="586732" y="43309"/>
                  <a:pt x="586234" y="39625"/>
                </a:cubicBezTo>
                <a:cubicBezTo>
                  <a:pt x="582841" y="40483"/>
                  <a:pt x="577617" y="42065"/>
                  <a:pt x="570560" y="44369"/>
                </a:cubicBezTo>
                <a:cubicBezTo>
                  <a:pt x="563277" y="47261"/>
                  <a:pt x="559613" y="50830"/>
                  <a:pt x="559568" y="55077"/>
                </a:cubicBezTo>
                <a:cubicBezTo>
                  <a:pt x="560925" y="55574"/>
                  <a:pt x="562260" y="55936"/>
                  <a:pt x="563571" y="56162"/>
                </a:cubicBezTo>
                <a:cubicBezTo>
                  <a:pt x="573975" y="58014"/>
                  <a:pt x="581710" y="60567"/>
                  <a:pt x="586777" y="63821"/>
                </a:cubicBezTo>
                <a:cubicBezTo>
                  <a:pt x="594150" y="68566"/>
                  <a:pt x="597837" y="75436"/>
                  <a:pt x="597837" y="84429"/>
                </a:cubicBezTo>
                <a:cubicBezTo>
                  <a:pt x="597837" y="91795"/>
                  <a:pt x="594648" y="97353"/>
                  <a:pt x="588269" y="101103"/>
                </a:cubicBezTo>
                <a:cubicBezTo>
                  <a:pt x="582977" y="104176"/>
                  <a:pt x="576282" y="105713"/>
                  <a:pt x="568185" y="105713"/>
                </a:cubicBezTo>
                <a:cubicBezTo>
                  <a:pt x="562260" y="105713"/>
                  <a:pt x="556605" y="104718"/>
                  <a:pt x="551222" y="102728"/>
                </a:cubicBezTo>
                <a:cubicBezTo>
                  <a:pt x="544256" y="100194"/>
                  <a:pt x="540773" y="96666"/>
                  <a:pt x="540773" y="92143"/>
                </a:cubicBezTo>
                <a:cubicBezTo>
                  <a:pt x="540773" y="90333"/>
                  <a:pt x="541486" y="88750"/>
                  <a:pt x="542911" y="87393"/>
                </a:cubicBezTo>
                <a:cubicBezTo>
                  <a:pt x="544335" y="86036"/>
                  <a:pt x="545953" y="85358"/>
                  <a:pt x="547762" y="85358"/>
                </a:cubicBezTo>
                <a:cubicBezTo>
                  <a:pt x="549164" y="85358"/>
                  <a:pt x="550974" y="86443"/>
                  <a:pt x="553190" y="88614"/>
                </a:cubicBezTo>
                <a:cubicBezTo>
                  <a:pt x="554276" y="89655"/>
                  <a:pt x="556718" y="90514"/>
                  <a:pt x="560518" y="91193"/>
                </a:cubicBezTo>
                <a:cubicBezTo>
                  <a:pt x="563549" y="91736"/>
                  <a:pt x="566105" y="92007"/>
                  <a:pt x="568185" y="92007"/>
                </a:cubicBezTo>
                <a:cubicBezTo>
                  <a:pt x="571985" y="92007"/>
                  <a:pt x="575332" y="91555"/>
                  <a:pt x="578227" y="90652"/>
                </a:cubicBezTo>
                <a:cubicBezTo>
                  <a:pt x="582434" y="89342"/>
                  <a:pt x="584538" y="87264"/>
                  <a:pt x="584538" y="84418"/>
                </a:cubicBezTo>
                <a:cubicBezTo>
                  <a:pt x="584538" y="78273"/>
                  <a:pt x="580240" y="74117"/>
                  <a:pt x="571646" y="71948"/>
                </a:cubicBezTo>
                <a:lnTo>
                  <a:pt x="564589" y="70388"/>
                </a:lnTo>
                <a:cubicBezTo>
                  <a:pt x="558573" y="69075"/>
                  <a:pt x="554298" y="67535"/>
                  <a:pt x="551765" y="65770"/>
                </a:cubicBezTo>
                <a:cubicBezTo>
                  <a:pt x="548101" y="63235"/>
                  <a:pt x="546269" y="59411"/>
                  <a:pt x="546269" y="54298"/>
                </a:cubicBezTo>
                <a:cubicBezTo>
                  <a:pt x="546269" y="44839"/>
                  <a:pt x="550725" y="38095"/>
                  <a:pt x="559636" y="34066"/>
                </a:cubicBezTo>
                <a:cubicBezTo>
                  <a:pt x="562350" y="32844"/>
                  <a:pt x="566693" y="31386"/>
                  <a:pt x="572664" y="29689"/>
                </a:cubicBezTo>
                <a:cubicBezTo>
                  <a:pt x="578635" y="27992"/>
                  <a:pt x="582909" y="26554"/>
                  <a:pt x="585488" y="25377"/>
                </a:cubicBezTo>
                <a:cubicBezTo>
                  <a:pt x="587342" y="24562"/>
                  <a:pt x="589355" y="24155"/>
                  <a:pt x="591526" y="24155"/>
                </a:cubicBezTo>
                <a:cubicBezTo>
                  <a:pt x="593471" y="24155"/>
                  <a:pt x="595066" y="24789"/>
                  <a:pt x="596310" y="26055"/>
                </a:cubicBezTo>
                <a:cubicBezTo>
                  <a:pt x="597554" y="27322"/>
                  <a:pt x="598176" y="28973"/>
                  <a:pt x="598176" y="31008"/>
                </a:cubicBezTo>
                <a:cubicBezTo>
                  <a:pt x="598176" y="32320"/>
                  <a:pt x="598459" y="34243"/>
                  <a:pt x="599024" y="36776"/>
                </a:cubicBezTo>
                <a:cubicBezTo>
                  <a:pt x="599589" y="39309"/>
                  <a:pt x="599872" y="41231"/>
                  <a:pt x="599872" y="42543"/>
                </a:cubicBezTo>
                <a:cubicBezTo>
                  <a:pt x="599872" y="44579"/>
                  <a:pt x="599250" y="46230"/>
                  <a:pt x="598006" y="47496"/>
                </a:cubicBezTo>
                <a:cubicBezTo>
                  <a:pt x="596762" y="48763"/>
                  <a:pt x="595168" y="49396"/>
                  <a:pt x="593223" y="49396"/>
                </a:cubicBezTo>
                <a:close/>
                <a:moveTo>
                  <a:pt x="646844" y="104763"/>
                </a:moveTo>
                <a:cubicBezTo>
                  <a:pt x="636621" y="104763"/>
                  <a:pt x="628343" y="102205"/>
                  <a:pt x="622010" y="97090"/>
                </a:cubicBezTo>
                <a:cubicBezTo>
                  <a:pt x="615089" y="91430"/>
                  <a:pt x="611629" y="83506"/>
                  <a:pt x="611629" y="73318"/>
                </a:cubicBezTo>
                <a:cubicBezTo>
                  <a:pt x="611629" y="61547"/>
                  <a:pt x="614479" y="51678"/>
                  <a:pt x="620178" y="43709"/>
                </a:cubicBezTo>
                <a:cubicBezTo>
                  <a:pt x="626375" y="35016"/>
                  <a:pt x="634653" y="30669"/>
                  <a:pt x="645012" y="30669"/>
                </a:cubicBezTo>
                <a:cubicBezTo>
                  <a:pt x="652521" y="30669"/>
                  <a:pt x="658650" y="31936"/>
                  <a:pt x="663400" y="34469"/>
                </a:cubicBezTo>
                <a:cubicBezTo>
                  <a:pt x="669235" y="37590"/>
                  <a:pt x="672153" y="42385"/>
                  <a:pt x="672153" y="48853"/>
                </a:cubicBezTo>
                <a:cubicBezTo>
                  <a:pt x="672153" y="53377"/>
                  <a:pt x="669597" y="57493"/>
                  <a:pt x="664485" y="61202"/>
                </a:cubicBezTo>
                <a:cubicBezTo>
                  <a:pt x="662224" y="62831"/>
                  <a:pt x="657429" y="65364"/>
                  <a:pt x="650101" y="68802"/>
                </a:cubicBezTo>
                <a:lnTo>
                  <a:pt x="624181" y="81083"/>
                </a:lnTo>
                <a:cubicBezTo>
                  <a:pt x="626715" y="84837"/>
                  <a:pt x="629870" y="87664"/>
                  <a:pt x="633647" y="89564"/>
                </a:cubicBezTo>
                <a:cubicBezTo>
                  <a:pt x="637424" y="91464"/>
                  <a:pt x="641823" y="92414"/>
                  <a:pt x="646844" y="92414"/>
                </a:cubicBezTo>
                <a:cubicBezTo>
                  <a:pt x="649965" y="92414"/>
                  <a:pt x="653629" y="91826"/>
                  <a:pt x="657836" y="90650"/>
                </a:cubicBezTo>
                <a:cubicBezTo>
                  <a:pt x="663174" y="89157"/>
                  <a:pt x="666611" y="87201"/>
                  <a:pt x="668149" y="84781"/>
                </a:cubicBezTo>
                <a:cubicBezTo>
                  <a:pt x="669687" y="82361"/>
                  <a:pt x="671338" y="81151"/>
                  <a:pt x="673103" y="81151"/>
                </a:cubicBezTo>
                <a:cubicBezTo>
                  <a:pt x="674686" y="81151"/>
                  <a:pt x="676099" y="81752"/>
                  <a:pt x="677343" y="82955"/>
                </a:cubicBezTo>
                <a:cubicBezTo>
                  <a:pt x="678587" y="84157"/>
                  <a:pt x="679209" y="85551"/>
                  <a:pt x="679209" y="87139"/>
                </a:cubicBezTo>
                <a:cubicBezTo>
                  <a:pt x="679209" y="92174"/>
                  <a:pt x="675161" y="96506"/>
                  <a:pt x="667064" y="100136"/>
                </a:cubicBezTo>
                <a:cubicBezTo>
                  <a:pt x="660143" y="103221"/>
                  <a:pt x="653403" y="104763"/>
                  <a:pt x="646844" y="104763"/>
                </a:cubicBezTo>
                <a:moveTo>
                  <a:pt x="645012" y="42882"/>
                </a:moveTo>
                <a:cubicBezTo>
                  <a:pt x="639493" y="42882"/>
                  <a:pt x="634902" y="45020"/>
                  <a:pt x="631238" y="49294"/>
                </a:cubicBezTo>
                <a:cubicBezTo>
                  <a:pt x="627574" y="53569"/>
                  <a:pt x="624837" y="60004"/>
                  <a:pt x="623028" y="68598"/>
                </a:cubicBezTo>
                <a:lnTo>
                  <a:pt x="643858" y="58692"/>
                </a:lnTo>
                <a:cubicBezTo>
                  <a:pt x="652046" y="54711"/>
                  <a:pt x="657881" y="51251"/>
                  <a:pt x="661364" y="48310"/>
                </a:cubicBezTo>
                <a:cubicBezTo>
                  <a:pt x="657474" y="44692"/>
                  <a:pt x="652023" y="42882"/>
                  <a:pt x="645012" y="42882"/>
                </a:cubicBezTo>
                <a:close/>
                <a:moveTo>
                  <a:pt x="737362" y="43892"/>
                </a:moveTo>
                <a:cubicBezTo>
                  <a:pt x="736413" y="43892"/>
                  <a:pt x="735293" y="43846"/>
                  <a:pt x="734004" y="43756"/>
                </a:cubicBezTo>
                <a:cubicBezTo>
                  <a:pt x="732715" y="43664"/>
                  <a:pt x="731595" y="43618"/>
                  <a:pt x="730645" y="43618"/>
                </a:cubicBezTo>
                <a:cubicBezTo>
                  <a:pt x="729605" y="43618"/>
                  <a:pt x="726529" y="43961"/>
                  <a:pt x="721417" y="44646"/>
                </a:cubicBezTo>
                <a:lnTo>
                  <a:pt x="722706" y="84702"/>
                </a:lnTo>
                <a:lnTo>
                  <a:pt x="722774" y="87686"/>
                </a:lnTo>
                <a:lnTo>
                  <a:pt x="722842" y="91142"/>
                </a:lnTo>
                <a:cubicBezTo>
                  <a:pt x="723023" y="101037"/>
                  <a:pt x="720648" y="105984"/>
                  <a:pt x="715718" y="105984"/>
                </a:cubicBezTo>
                <a:cubicBezTo>
                  <a:pt x="713908" y="105984"/>
                  <a:pt x="712336" y="105397"/>
                  <a:pt x="711002" y="104222"/>
                </a:cubicBezTo>
                <a:cubicBezTo>
                  <a:pt x="709668" y="103048"/>
                  <a:pt x="709000" y="101579"/>
                  <a:pt x="709000" y="99816"/>
                </a:cubicBezTo>
                <a:cubicBezTo>
                  <a:pt x="709000" y="98100"/>
                  <a:pt x="709068" y="95525"/>
                  <a:pt x="709204" y="92092"/>
                </a:cubicBezTo>
                <a:cubicBezTo>
                  <a:pt x="709340" y="88657"/>
                  <a:pt x="709408" y="86081"/>
                  <a:pt x="709408" y="84363"/>
                </a:cubicBezTo>
                <a:lnTo>
                  <a:pt x="708051" y="44782"/>
                </a:lnTo>
                <a:cubicBezTo>
                  <a:pt x="704748" y="44646"/>
                  <a:pt x="699727" y="44260"/>
                  <a:pt x="692987" y="43622"/>
                </a:cubicBezTo>
                <a:cubicBezTo>
                  <a:pt x="688962" y="43077"/>
                  <a:pt x="686949" y="40827"/>
                  <a:pt x="686949" y="36873"/>
                </a:cubicBezTo>
                <a:cubicBezTo>
                  <a:pt x="686949" y="34873"/>
                  <a:pt x="687559" y="33215"/>
                  <a:pt x="688781" y="31899"/>
                </a:cubicBezTo>
                <a:cubicBezTo>
                  <a:pt x="690002" y="30581"/>
                  <a:pt x="691563" y="29923"/>
                  <a:pt x="693462" y="29923"/>
                </a:cubicBezTo>
                <a:lnTo>
                  <a:pt x="707711" y="31076"/>
                </a:lnTo>
                <a:cubicBezTo>
                  <a:pt x="707711" y="28762"/>
                  <a:pt x="707609" y="25666"/>
                  <a:pt x="707406" y="21789"/>
                </a:cubicBezTo>
                <a:cubicBezTo>
                  <a:pt x="707202" y="17910"/>
                  <a:pt x="707101" y="15109"/>
                  <a:pt x="707101" y="13386"/>
                </a:cubicBezTo>
                <a:cubicBezTo>
                  <a:pt x="707101" y="11480"/>
                  <a:pt x="707756" y="9904"/>
                  <a:pt x="709068" y="8657"/>
                </a:cubicBezTo>
                <a:cubicBezTo>
                  <a:pt x="710380" y="7409"/>
                  <a:pt x="711986" y="6785"/>
                  <a:pt x="713886" y="6785"/>
                </a:cubicBezTo>
                <a:cubicBezTo>
                  <a:pt x="717957" y="6785"/>
                  <a:pt x="720332" y="10110"/>
                  <a:pt x="721010" y="16759"/>
                </a:cubicBezTo>
                <a:cubicBezTo>
                  <a:pt x="721146" y="18433"/>
                  <a:pt x="721214" y="20446"/>
                  <a:pt x="721214" y="22798"/>
                </a:cubicBezTo>
                <a:lnTo>
                  <a:pt x="721078" y="26734"/>
                </a:lnTo>
                <a:lnTo>
                  <a:pt x="721010" y="30940"/>
                </a:lnTo>
                <a:cubicBezTo>
                  <a:pt x="726619" y="30217"/>
                  <a:pt x="729831" y="29855"/>
                  <a:pt x="730645" y="29855"/>
                </a:cubicBezTo>
                <a:cubicBezTo>
                  <a:pt x="735350" y="29855"/>
                  <a:pt x="738425" y="30081"/>
                  <a:pt x="739873" y="30533"/>
                </a:cubicBezTo>
                <a:cubicBezTo>
                  <a:pt x="742632" y="31444"/>
                  <a:pt x="744012" y="33589"/>
                  <a:pt x="744012" y="36971"/>
                </a:cubicBezTo>
                <a:cubicBezTo>
                  <a:pt x="744012" y="38981"/>
                  <a:pt x="743390" y="40637"/>
                  <a:pt x="742146" y="41939"/>
                </a:cubicBezTo>
                <a:cubicBezTo>
                  <a:pt x="740902" y="43241"/>
                  <a:pt x="739308" y="43892"/>
                  <a:pt x="737362" y="438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negativeset">
            <a:extLst xmlns:a="http://schemas.openxmlformats.org/drawingml/2006/main">
              <a:ext uri="{FF2B5EF4-FFF2-40B4-BE49-F238E27FC236}">
                <a16:creationId xmlns:a16="http://schemas.microsoft.com/office/drawing/2014/main" id="{9833A110-09FA-414B-B308-4A57DC48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920" y="756968"/>
            <a:ext cx="784173" cy="139910"/>
          </a:xfrm>
          <a:custGeom xmlns:a="http://schemas.openxmlformats.org/drawingml/2006/main">
            <a:pathLst>
              <a:path w="784173" h="139910">
                <a:moveTo>
                  <a:pt x="53060" y="106527"/>
                </a:moveTo>
                <a:cubicBezTo>
                  <a:pt x="49170" y="106527"/>
                  <a:pt x="46976" y="104397"/>
                  <a:pt x="46478" y="100136"/>
                </a:cubicBezTo>
                <a:lnTo>
                  <a:pt x="44579" y="85245"/>
                </a:lnTo>
                <a:cubicBezTo>
                  <a:pt x="43945" y="79941"/>
                  <a:pt x="43629" y="74978"/>
                  <a:pt x="43629" y="70354"/>
                </a:cubicBezTo>
                <a:cubicBezTo>
                  <a:pt x="43629" y="69084"/>
                  <a:pt x="43708" y="66932"/>
                  <a:pt x="43866" y="63895"/>
                </a:cubicBezTo>
                <a:cubicBezTo>
                  <a:pt x="44024" y="60857"/>
                  <a:pt x="44104" y="58704"/>
                  <a:pt x="44104" y="57434"/>
                </a:cubicBezTo>
                <a:cubicBezTo>
                  <a:pt x="44104" y="47643"/>
                  <a:pt x="42294" y="42747"/>
                  <a:pt x="38676" y="42747"/>
                </a:cubicBezTo>
                <a:cubicBezTo>
                  <a:pt x="33609" y="42747"/>
                  <a:pt x="28769" y="45758"/>
                  <a:pt x="24155" y="51781"/>
                </a:cubicBezTo>
                <a:cubicBezTo>
                  <a:pt x="19994" y="57261"/>
                  <a:pt x="16737" y="64188"/>
                  <a:pt x="14385" y="72565"/>
                </a:cubicBezTo>
                <a:cubicBezTo>
                  <a:pt x="14294" y="74332"/>
                  <a:pt x="14091" y="76552"/>
                  <a:pt x="13774" y="79223"/>
                </a:cubicBezTo>
                <a:cubicBezTo>
                  <a:pt x="13503" y="81488"/>
                  <a:pt x="13367" y="83684"/>
                  <a:pt x="13367" y="85811"/>
                </a:cubicBezTo>
                <a:cubicBezTo>
                  <a:pt x="13367" y="87170"/>
                  <a:pt x="13503" y="89207"/>
                  <a:pt x="13774" y="91924"/>
                </a:cubicBezTo>
                <a:cubicBezTo>
                  <a:pt x="14045" y="94641"/>
                  <a:pt x="14181" y="96679"/>
                  <a:pt x="14181" y="98037"/>
                </a:cubicBezTo>
                <a:cubicBezTo>
                  <a:pt x="14181" y="100076"/>
                  <a:pt x="13559" y="101729"/>
                  <a:pt x="12315" y="102997"/>
                </a:cubicBezTo>
                <a:cubicBezTo>
                  <a:pt x="11071" y="104265"/>
                  <a:pt x="9477" y="104899"/>
                  <a:pt x="7532" y="104899"/>
                </a:cubicBezTo>
                <a:cubicBezTo>
                  <a:pt x="5541" y="104899"/>
                  <a:pt x="3935" y="104264"/>
                  <a:pt x="2714" y="102995"/>
                </a:cubicBezTo>
                <a:cubicBezTo>
                  <a:pt x="1493" y="101727"/>
                  <a:pt x="882" y="100073"/>
                  <a:pt x="882" y="98033"/>
                </a:cubicBezTo>
                <a:cubicBezTo>
                  <a:pt x="882" y="96675"/>
                  <a:pt x="735" y="94636"/>
                  <a:pt x="441" y="91918"/>
                </a:cubicBezTo>
                <a:cubicBezTo>
                  <a:pt x="147" y="89198"/>
                  <a:pt x="0" y="87158"/>
                  <a:pt x="0" y="85799"/>
                </a:cubicBezTo>
                <a:cubicBezTo>
                  <a:pt x="0" y="81131"/>
                  <a:pt x="328" y="74662"/>
                  <a:pt x="984" y="66393"/>
                </a:cubicBezTo>
                <a:cubicBezTo>
                  <a:pt x="1640" y="58124"/>
                  <a:pt x="1968" y="51655"/>
                  <a:pt x="1968" y="46987"/>
                </a:cubicBezTo>
                <a:cubicBezTo>
                  <a:pt x="1968" y="45537"/>
                  <a:pt x="1889" y="43385"/>
                  <a:pt x="1730" y="40531"/>
                </a:cubicBezTo>
                <a:cubicBezTo>
                  <a:pt x="1572" y="37675"/>
                  <a:pt x="1493" y="35523"/>
                  <a:pt x="1493" y="34074"/>
                </a:cubicBezTo>
                <a:cubicBezTo>
                  <a:pt x="1493" y="32125"/>
                  <a:pt x="2137" y="30528"/>
                  <a:pt x="3427" y="29282"/>
                </a:cubicBezTo>
                <a:cubicBezTo>
                  <a:pt x="4716" y="28036"/>
                  <a:pt x="6310" y="27412"/>
                  <a:pt x="8210" y="27412"/>
                </a:cubicBezTo>
                <a:cubicBezTo>
                  <a:pt x="12372" y="27412"/>
                  <a:pt x="14656" y="30364"/>
                  <a:pt x="15063" y="36269"/>
                </a:cubicBezTo>
                <a:lnTo>
                  <a:pt x="15267" y="44239"/>
                </a:lnTo>
                <a:cubicBezTo>
                  <a:pt x="22866" y="34107"/>
                  <a:pt x="30669" y="29041"/>
                  <a:pt x="38676" y="29041"/>
                </a:cubicBezTo>
                <a:cubicBezTo>
                  <a:pt x="45913" y="29041"/>
                  <a:pt x="50957" y="32235"/>
                  <a:pt x="53806" y="38625"/>
                </a:cubicBezTo>
                <a:cubicBezTo>
                  <a:pt x="55752" y="42884"/>
                  <a:pt x="56815" y="49183"/>
                  <a:pt x="56995" y="57521"/>
                </a:cubicBezTo>
                <a:lnTo>
                  <a:pt x="56995" y="64385"/>
                </a:lnTo>
                <a:lnTo>
                  <a:pt x="56928" y="70706"/>
                </a:lnTo>
                <a:cubicBezTo>
                  <a:pt x="56928" y="74467"/>
                  <a:pt x="57414" y="79328"/>
                  <a:pt x="58386" y="85288"/>
                </a:cubicBezTo>
                <a:cubicBezTo>
                  <a:pt x="59359" y="91246"/>
                  <a:pt x="59845" y="96082"/>
                  <a:pt x="59845" y="99797"/>
                </a:cubicBezTo>
                <a:cubicBezTo>
                  <a:pt x="59845" y="101792"/>
                  <a:pt x="59201" y="103412"/>
                  <a:pt x="57911" y="104657"/>
                </a:cubicBezTo>
                <a:cubicBezTo>
                  <a:pt x="56622" y="105904"/>
                  <a:pt x="55005" y="106527"/>
                  <a:pt x="53060" y="106527"/>
                </a:cubicBezTo>
                <a:close/>
                <a:moveTo>
                  <a:pt x="106025" y="104763"/>
                </a:moveTo>
                <a:cubicBezTo>
                  <a:pt x="95802" y="104763"/>
                  <a:pt x="87525" y="102205"/>
                  <a:pt x="81192" y="97090"/>
                </a:cubicBezTo>
                <a:cubicBezTo>
                  <a:pt x="74271" y="91430"/>
                  <a:pt x="70810" y="83506"/>
                  <a:pt x="70810" y="73318"/>
                </a:cubicBezTo>
                <a:cubicBezTo>
                  <a:pt x="70810" y="61547"/>
                  <a:pt x="73660" y="51678"/>
                  <a:pt x="79360" y="43709"/>
                </a:cubicBezTo>
                <a:cubicBezTo>
                  <a:pt x="85557" y="35016"/>
                  <a:pt x="93835" y="30669"/>
                  <a:pt x="104193" y="30669"/>
                </a:cubicBezTo>
                <a:cubicBezTo>
                  <a:pt x="111702" y="30669"/>
                  <a:pt x="117832" y="31936"/>
                  <a:pt x="122581" y="34469"/>
                </a:cubicBezTo>
                <a:cubicBezTo>
                  <a:pt x="128417" y="37590"/>
                  <a:pt x="131334" y="42385"/>
                  <a:pt x="131334" y="48853"/>
                </a:cubicBezTo>
                <a:cubicBezTo>
                  <a:pt x="131334" y="53377"/>
                  <a:pt x="128778" y="57493"/>
                  <a:pt x="123667" y="61202"/>
                </a:cubicBezTo>
                <a:cubicBezTo>
                  <a:pt x="121405" y="62831"/>
                  <a:pt x="116610" y="65364"/>
                  <a:pt x="109282" y="68802"/>
                </a:cubicBezTo>
                <a:lnTo>
                  <a:pt x="83363" y="81083"/>
                </a:lnTo>
                <a:cubicBezTo>
                  <a:pt x="85896" y="84837"/>
                  <a:pt x="89051" y="87664"/>
                  <a:pt x="92828" y="89564"/>
                </a:cubicBezTo>
                <a:cubicBezTo>
                  <a:pt x="96605" y="91464"/>
                  <a:pt x="101004" y="92414"/>
                  <a:pt x="106025" y="92414"/>
                </a:cubicBezTo>
                <a:cubicBezTo>
                  <a:pt x="109147" y="92414"/>
                  <a:pt x="112811" y="91826"/>
                  <a:pt x="117017" y="90650"/>
                </a:cubicBezTo>
                <a:cubicBezTo>
                  <a:pt x="122355" y="89157"/>
                  <a:pt x="125793" y="87201"/>
                  <a:pt x="127331" y="84781"/>
                </a:cubicBezTo>
                <a:cubicBezTo>
                  <a:pt x="128869" y="82361"/>
                  <a:pt x="130520" y="81151"/>
                  <a:pt x="132284" y="81151"/>
                </a:cubicBezTo>
                <a:cubicBezTo>
                  <a:pt x="133867" y="81151"/>
                  <a:pt x="135281" y="81752"/>
                  <a:pt x="136525" y="82955"/>
                </a:cubicBezTo>
                <a:cubicBezTo>
                  <a:pt x="137769" y="84157"/>
                  <a:pt x="138391" y="85551"/>
                  <a:pt x="138391" y="87139"/>
                </a:cubicBezTo>
                <a:cubicBezTo>
                  <a:pt x="138391" y="92174"/>
                  <a:pt x="134342" y="96506"/>
                  <a:pt x="126245" y="100136"/>
                </a:cubicBezTo>
                <a:cubicBezTo>
                  <a:pt x="119324" y="103221"/>
                  <a:pt x="112584" y="104763"/>
                  <a:pt x="106025" y="104763"/>
                </a:cubicBezTo>
                <a:moveTo>
                  <a:pt x="104193" y="42882"/>
                </a:moveTo>
                <a:cubicBezTo>
                  <a:pt x="98675" y="42882"/>
                  <a:pt x="94084" y="45020"/>
                  <a:pt x="90420" y="49294"/>
                </a:cubicBezTo>
                <a:cubicBezTo>
                  <a:pt x="86756" y="53569"/>
                  <a:pt x="84019" y="60004"/>
                  <a:pt x="82209" y="68598"/>
                </a:cubicBezTo>
                <a:lnTo>
                  <a:pt x="103040" y="58692"/>
                </a:lnTo>
                <a:cubicBezTo>
                  <a:pt x="111227" y="54711"/>
                  <a:pt x="117063" y="51251"/>
                  <a:pt x="120546" y="48310"/>
                </a:cubicBezTo>
                <a:cubicBezTo>
                  <a:pt x="116656" y="44692"/>
                  <a:pt x="111205" y="42882"/>
                  <a:pt x="104193" y="42882"/>
                </a:cubicBezTo>
                <a:close/>
                <a:moveTo>
                  <a:pt x="206993" y="72398"/>
                </a:moveTo>
                <a:lnTo>
                  <a:pt x="205433" y="95196"/>
                </a:lnTo>
                <a:cubicBezTo>
                  <a:pt x="205161" y="104243"/>
                  <a:pt x="204234" y="111639"/>
                  <a:pt x="202651" y="117384"/>
                </a:cubicBezTo>
                <a:cubicBezTo>
                  <a:pt x="200615" y="124712"/>
                  <a:pt x="197358" y="130117"/>
                  <a:pt x="192880" y="133600"/>
                </a:cubicBezTo>
                <a:cubicBezTo>
                  <a:pt x="187452" y="137807"/>
                  <a:pt x="179604" y="139910"/>
                  <a:pt x="169335" y="139910"/>
                </a:cubicBezTo>
                <a:cubicBezTo>
                  <a:pt x="163319" y="139910"/>
                  <a:pt x="158276" y="139503"/>
                  <a:pt x="154204" y="138689"/>
                </a:cubicBezTo>
                <a:cubicBezTo>
                  <a:pt x="148505" y="137558"/>
                  <a:pt x="145655" y="135206"/>
                  <a:pt x="145655" y="131632"/>
                </a:cubicBezTo>
                <a:cubicBezTo>
                  <a:pt x="145655" y="127607"/>
                  <a:pt x="147623" y="125594"/>
                  <a:pt x="151558" y="125594"/>
                </a:cubicBezTo>
                <a:cubicBezTo>
                  <a:pt x="153187" y="125594"/>
                  <a:pt x="155901" y="125989"/>
                  <a:pt x="159700" y="126781"/>
                </a:cubicBezTo>
                <a:cubicBezTo>
                  <a:pt x="163500" y="127573"/>
                  <a:pt x="167707" y="127923"/>
                  <a:pt x="172321" y="127833"/>
                </a:cubicBezTo>
                <a:cubicBezTo>
                  <a:pt x="181006" y="127689"/>
                  <a:pt x="186999" y="123234"/>
                  <a:pt x="190302" y="114470"/>
                </a:cubicBezTo>
                <a:cubicBezTo>
                  <a:pt x="192473" y="108626"/>
                  <a:pt x="193626" y="99646"/>
                  <a:pt x="193762" y="87529"/>
                </a:cubicBezTo>
                <a:cubicBezTo>
                  <a:pt x="191319" y="92821"/>
                  <a:pt x="188413" y="96791"/>
                  <a:pt x="185043" y="99437"/>
                </a:cubicBezTo>
                <a:cubicBezTo>
                  <a:pt x="181673" y="102083"/>
                  <a:pt x="177817" y="103406"/>
                  <a:pt x="173474" y="103406"/>
                </a:cubicBezTo>
                <a:cubicBezTo>
                  <a:pt x="165287" y="103406"/>
                  <a:pt x="158626" y="100610"/>
                  <a:pt x="153492" y="95018"/>
                </a:cubicBezTo>
                <a:cubicBezTo>
                  <a:pt x="148358" y="89426"/>
                  <a:pt x="145791" y="82170"/>
                  <a:pt x="145791" y="73250"/>
                </a:cubicBezTo>
                <a:cubicBezTo>
                  <a:pt x="145791" y="61026"/>
                  <a:pt x="149296" y="51178"/>
                  <a:pt x="156308" y="43707"/>
                </a:cubicBezTo>
                <a:cubicBezTo>
                  <a:pt x="163545" y="36010"/>
                  <a:pt x="173406" y="32162"/>
                  <a:pt x="185891" y="32162"/>
                </a:cubicBezTo>
                <a:cubicBezTo>
                  <a:pt x="190098" y="32162"/>
                  <a:pt x="193626" y="32705"/>
                  <a:pt x="196476" y="33790"/>
                </a:cubicBezTo>
                <a:cubicBezTo>
                  <a:pt x="199326" y="34876"/>
                  <a:pt x="201497" y="36504"/>
                  <a:pt x="202990" y="38676"/>
                </a:cubicBezTo>
                <a:cubicBezTo>
                  <a:pt x="207830" y="38811"/>
                  <a:pt x="210250" y="41503"/>
                  <a:pt x="210250" y="46750"/>
                </a:cubicBezTo>
                <a:cubicBezTo>
                  <a:pt x="210250" y="49962"/>
                  <a:pt x="209775" y="54259"/>
                  <a:pt x="208825" y="59642"/>
                </a:cubicBezTo>
                <a:cubicBezTo>
                  <a:pt x="207785" y="65884"/>
                  <a:pt x="207174" y="70136"/>
                  <a:pt x="206993" y="72398"/>
                </a:cubicBezTo>
                <a:moveTo>
                  <a:pt x="185213" y="45732"/>
                </a:moveTo>
                <a:cubicBezTo>
                  <a:pt x="176618" y="45732"/>
                  <a:pt x="169969" y="48400"/>
                  <a:pt x="165264" y="53734"/>
                </a:cubicBezTo>
                <a:cubicBezTo>
                  <a:pt x="161057" y="58539"/>
                  <a:pt x="158954" y="64648"/>
                  <a:pt x="158954" y="72061"/>
                </a:cubicBezTo>
                <a:cubicBezTo>
                  <a:pt x="158954" y="77965"/>
                  <a:pt x="160198" y="82404"/>
                  <a:pt x="162686" y="85377"/>
                </a:cubicBezTo>
                <a:cubicBezTo>
                  <a:pt x="165174" y="88349"/>
                  <a:pt x="168906" y="89836"/>
                  <a:pt x="173881" y="89836"/>
                </a:cubicBezTo>
                <a:cubicBezTo>
                  <a:pt x="178450" y="89836"/>
                  <a:pt x="182883" y="87515"/>
                  <a:pt x="187180" y="82872"/>
                </a:cubicBezTo>
                <a:cubicBezTo>
                  <a:pt x="191071" y="78596"/>
                  <a:pt x="193287" y="74361"/>
                  <a:pt x="193830" y="70167"/>
                </a:cubicBezTo>
                <a:cubicBezTo>
                  <a:pt x="194780" y="65768"/>
                  <a:pt x="195798" y="58865"/>
                  <a:pt x="196883" y="49458"/>
                </a:cubicBezTo>
                <a:cubicBezTo>
                  <a:pt x="195074" y="48195"/>
                  <a:pt x="193197" y="47259"/>
                  <a:pt x="191252" y="46648"/>
                </a:cubicBezTo>
                <a:cubicBezTo>
                  <a:pt x="189306" y="46037"/>
                  <a:pt x="187293" y="45732"/>
                  <a:pt x="185213" y="45732"/>
                </a:cubicBezTo>
                <a:close/>
                <a:moveTo>
                  <a:pt x="278162" y="106120"/>
                </a:moveTo>
                <a:cubicBezTo>
                  <a:pt x="277303" y="106120"/>
                  <a:pt x="275742" y="105117"/>
                  <a:pt x="273480" y="103109"/>
                </a:cubicBezTo>
                <a:cubicBezTo>
                  <a:pt x="271445" y="101239"/>
                  <a:pt x="269929" y="99574"/>
                  <a:pt x="268934" y="98114"/>
                </a:cubicBezTo>
                <a:cubicBezTo>
                  <a:pt x="264592" y="100488"/>
                  <a:pt x="260769" y="102281"/>
                  <a:pt x="257467" y="103491"/>
                </a:cubicBezTo>
                <a:cubicBezTo>
                  <a:pt x="254165" y="104701"/>
                  <a:pt x="251406" y="105306"/>
                  <a:pt x="249189" y="105306"/>
                </a:cubicBezTo>
                <a:cubicBezTo>
                  <a:pt x="238604" y="105306"/>
                  <a:pt x="230892" y="102320"/>
                  <a:pt x="226052" y="96350"/>
                </a:cubicBezTo>
                <a:cubicBezTo>
                  <a:pt x="221483" y="90740"/>
                  <a:pt x="219199" y="82146"/>
                  <a:pt x="219199" y="70566"/>
                </a:cubicBezTo>
                <a:cubicBezTo>
                  <a:pt x="219199" y="59619"/>
                  <a:pt x="222965" y="50256"/>
                  <a:pt x="230496" y="42475"/>
                </a:cubicBezTo>
                <a:cubicBezTo>
                  <a:pt x="238028" y="34695"/>
                  <a:pt x="247018" y="30805"/>
                  <a:pt x="257467" y="30805"/>
                </a:cubicBezTo>
                <a:cubicBezTo>
                  <a:pt x="261403" y="30805"/>
                  <a:pt x="265813" y="31822"/>
                  <a:pt x="270698" y="33858"/>
                </a:cubicBezTo>
                <a:cubicBezTo>
                  <a:pt x="276850" y="36391"/>
                  <a:pt x="279926" y="39444"/>
                  <a:pt x="279926" y="43018"/>
                </a:cubicBezTo>
                <a:cubicBezTo>
                  <a:pt x="279926" y="44239"/>
                  <a:pt x="279474" y="45325"/>
                  <a:pt x="278569" y="46275"/>
                </a:cubicBezTo>
                <a:cubicBezTo>
                  <a:pt x="278117" y="47994"/>
                  <a:pt x="277766" y="50821"/>
                  <a:pt x="277517" y="54756"/>
                </a:cubicBezTo>
                <a:cubicBezTo>
                  <a:pt x="277269" y="58692"/>
                  <a:pt x="277122" y="63735"/>
                  <a:pt x="277076" y="69887"/>
                </a:cubicBezTo>
                <a:cubicBezTo>
                  <a:pt x="277031" y="75496"/>
                  <a:pt x="277416" y="79929"/>
                  <a:pt x="278230" y="83186"/>
                </a:cubicBezTo>
                <a:cubicBezTo>
                  <a:pt x="278682" y="85177"/>
                  <a:pt x="280107" y="89157"/>
                  <a:pt x="282505" y="95128"/>
                </a:cubicBezTo>
                <a:cubicBezTo>
                  <a:pt x="282821" y="95942"/>
                  <a:pt x="283341" y="97141"/>
                  <a:pt x="284065" y="98724"/>
                </a:cubicBezTo>
                <a:lnTo>
                  <a:pt x="284472" y="99878"/>
                </a:lnTo>
                <a:cubicBezTo>
                  <a:pt x="284472" y="101687"/>
                  <a:pt x="283839" y="103180"/>
                  <a:pt x="282572" y="104356"/>
                </a:cubicBezTo>
                <a:cubicBezTo>
                  <a:pt x="281306" y="105532"/>
                  <a:pt x="279836" y="106120"/>
                  <a:pt x="278162" y="106120"/>
                </a:cubicBezTo>
                <a:moveTo>
                  <a:pt x="264049" y="58989"/>
                </a:moveTo>
                <a:cubicBezTo>
                  <a:pt x="264049" y="57048"/>
                  <a:pt x="264173" y="54939"/>
                  <a:pt x="264422" y="52661"/>
                </a:cubicBezTo>
                <a:cubicBezTo>
                  <a:pt x="264671" y="50383"/>
                  <a:pt x="265044" y="47958"/>
                  <a:pt x="265542" y="45386"/>
                </a:cubicBezTo>
                <a:cubicBezTo>
                  <a:pt x="263868" y="44528"/>
                  <a:pt x="262432" y="43897"/>
                  <a:pt x="261233" y="43491"/>
                </a:cubicBezTo>
                <a:cubicBezTo>
                  <a:pt x="260034" y="43085"/>
                  <a:pt x="259073" y="42882"/>
                  <a:pt x="258349" y="42882"/>
                </a:cubicBezTo>
                <a:cubicBezTo>
                  <a:pt x="251338" y="42882"/>
                  <a:pt x="245288" y="45736"/>
                  <a:pt x="240199" y="51442"/>
                </a:cubicBezTo>
                <a:cubicBezTo>
                  <a:pt x="235110" y="57149"/>
                  <a:pt x="232566" y="63724"/>
                  <a:pt x="232566" y="71168"/>
                </a:cubicBezTo>
                <a:cubicBezTo>
                  <a:pt x="232566" y="78567"/>
                  <a:pt x="233877" y="84116"/>
                  <a:pt x="236501" y="87815"/>
                </a:cubicBezTo>
                <a:cubicBezTo>
                  <a:pt x="239125" y="91514"/>
                  <a:pt x="243060" y="93364"/>
                  <a:pt x="248307" y="93364"/>
                </a:cubicBezTo>
                <a:cubicBezTo>
                  <a:pt x="252650" y="93364"/>
                  <a:pt x="256336" y="92575"/>
                  <a:pt x="259367" y="90996"/>
                </a:cubicBezTo>
                <a:cubicBezTo>
                  <a:pt x="260996" y="90139"/>
                  <a:pt x="263280" y="88425"/>
                  <a:pt x="266220" y="85854"/>
                </a:cubicBezTo>
                <a:cubicBezTo>
                  <a:pt x="264773" y="73898"/>
                  <a:pt x="264049" y="64943"/>
                  <a:pt x="264049" y="58989"/>
                </a:cubicBezTo>
                <a:close/>
                <a:moveTo>
                  <a:pt x="341789" y="43892"/>
                </a:moveTo>
                <a:cubicBezTo>
                  <a:pt x="340839" y="43892"/>
                  <a:pt x="339719" y="43846"/>
                  <a:pt x="338430" y="43756"/>
                </a:cubicBezTo>
                <a:cubicBezTo>
                  <a:pt x="337141" y="43664"/>
                  <a:pt x="336021" y="43618"/>
                  <a:pt x="335071" y="43618"/>
                </a:cubicBezTo>
                <a:cubicBezTo>
                  <a:pt x="334031" y="43618"/>
                  <a:pt x="330955" y="43961"/>
                  <a:pt x="325844" y="44646"/>
                </a:cubicBezTo>
                <a:lnTo>
                  <a:pt x="327133" y="84702"/>
                </a:lnTo>
                <a:lnTo>
                  <a:pt x="327201" y="87686"/>
                </a:lnTo>
                <a:lnTo>
                  <a:pt x="327268" y="91142"/>
                </a:lnTo>
                <a:cubicBezTo>
                  <a:pt x="327449" y="101037"/>
                  <a:pt x="325075" y="105984"/>
                  <a:pt x="320144" y="105984"/>
                </a:cubicBezTo>
                <a:cubicBezTo>
                  <a:pt x="318335" y="105984"/>
                  <a:pt x="316763" y="105397"/>
                  <a:pt x="315428" y="104222"/>
                </a:cubicBezTo>
                <a:cubicBezTo>
                  <a:pt x="314094" y="103048"/>
                  <a:pt x="313427" y="101579"/>
                  <a:pt x="313427" y="99816"/>
                </a:cubicBezTo>
                <a:cubicBezTo>
                  <a:pt x="313427" y="98100"/>
                  <a:pt x="313494" y="95525"/>
                  <a:pt x="313630" y="92092"/>
                </a:cubicBezTo>
                <a:cubicBezTo>
                  <a:pt x="313766" y="88657"/>
                  <a:pt x="313834" y="86081"/>
                  <a:pt x="313834" y="84363"/>
                </a:cubicBezTo>
                <a:lnTo>
                  <a:pt x="312477" y="44782"/>
                </a:lnTo>
                <a:cubicBezTo>
                  <a:pt x="309175" y="44646"/>
                  <a:pt x="304154" y="44260"/>
                  <a:pt x="297414" y="43622"/>
                </a:cubicBezTo>
                <a:cubicBezTo>
                  <a:pt x="293388" y="43077"/>
                  <a:pt x="291375" y="40827"/>
                  <a:pt x="291375" y="36873"/>
                </a:cubicBezTo>
                <a:cubicBezTo>
                  <a:pt x="291375" y="34873"/>
                  <a:pt x="291985" y="33215"/>
                  <a:pt x="293207" y="31899"/>
                </a:cubicBezTo>
                <a:cubicBezTo>
                  <a:pt x="294428" y="30581"/>
                  <a:pt x="295989" y="29923"/>
                  <a:pt x="297889" y="29923"/>
                </a:cubicBezTo>
                <a:lnTo>
                  <a:pt x="312137" y="31076"/>
                </a:lnTo>
                <a:cubicBezTo>
                  <a:pt x="312137" y="28762"/>
                  <a:pt x="312036" y="25666"/>
                  <a:pt x="311832" y="21789"/>
                </a:cubicBezTo>
                <a:cubicBezTo>
                  <a:pt x="311629" y="17910"/>
                  <a:pt x="311527" y="15109"/>
                  <a:pt x="311527" y="13386"/>
                </a:cubicBezTo>
                <a:cubicBezTo>
                  <a:pt x="311527" y="11480"/>
                  <a:pt x="312183" y="9904"/>
                  <a:pt x="313494" y="8657"/>
                </a:cubicBezTo>
                <a:cubicBezTo>
                  <a:pt x="314806" y="7409"/>
                  <a:pt x="316412" y="6785"/>
                  <a:pt x="318312" y="6785"/>
                </a:cubicBezTo>
                <a:cubicBezTo>
                  <a:pt x="322383" y="6785"/>
                  <a:pt x="324758" y="10110"/>
                  <a:pt x="325436" y="16759"/>
                </a:cubicBezTo>
                <a:cubicBezTo>
                  <a:pt x="325572" y="18433"/>
                  <a:pt x="325640" y="20446"/>
                  <a:pt x="325640" y="22798"/>
                </a:cubicBezTo>
                <a:lnTo>
                  <a:pt x="325504" y="26734"/>
                </a:lnTo>
                <a:lnTo>
                  <a:pt x="325436" y="30940"/>
                </a:lnTo>
                <a:cubicBezTo>
                  <a:pt x="331045" y="30217"/>
                  <a:pt x="334257" y="29855"/>
                  <a:pt x="335071" y="29855"/>
                </a:cubicBezTo>
                <a:cubicBezTo>
                  <a:pt x="339776" y="29855"/>
                  <a:pt x="342852" y="30081"/>
                  <a:pt x="344299" y="30533"/>
                </a:cubicBezTo>
                <a:cubicBezTo>
                  <a:pt x="347058" y="31444"/>
                  <a:pt x="348438" y="33589"/>
                  <a:pt x="348438" y="36971"/>
                </a:cubicBezTo>
                <a:cubicBezTo>
                  <a:pt x="348438" y="38981"/>
                  <a:pt x="347816" y="40637"/>
                  <a:pt x="346572" y="41939"/>
                </a:cubicBezTo>
                <a:cubicBezTo>
                  <a:pt x="345328" y="43241"/>
                  <a:pt x="343734" y="43892"/>
                  <a:pt x="341789" y="43892"/>
                </a:cubicBezTo>
                <a:close/>
                <a:moveTo>
                  <a:pt x="374995" y="15742"/>
                </a:moveTo>
                <a:cubicBezTo>
                  <a:pt x="372824" y="15742"/>
                  <a:pt x="370947" y="14973"/>
                  <a:pt x="369363" y="13435"/>
                </a:cubicBezTo>
                <a:cubicBezTo>
                  <a:pt x="367780" y="11897"/>
                  <a:pt x="366989" y="10042"/>
                  <a:pt x="366989" y="7871"/>
                </a:cubicBezTo>
                <a:cubicBezTo>
                  <a:pt x="366989" y="5700"/>
                  <a:pt x="367780" y="3845"/>
                  <a:pt x="369363" y="2307"/>
                </a:cubicBezTo>
                <a:cubicBezTo>
                  <a:pt x="370947" y="769"/>
                  <a:pt x="372824" y="0"/>
                  <a:pt x="374995" y="0"/>
                </a:cubicBezTo>
                <a:cubicBezTo>
                  <a:pt x="377166" y="0"/>
                  <a:pt x="379032" y="769"/>
                  <a:pt x="380593" y="2307"/>
                </a:cubicBezTo>
                <a:cubicBezTo>
                  <a:pt x="382154" y="3845"/>
                  <a:pt x="382934" y="5700"/>
                  <a:pt x="382934" y="7871"/>
                </a:cubicBezTo>
                <a:cubicBezTo>
                  <a:pt x="382934" y="10042"/>
                  <a:pt x="382154" y="11897"/>
                  <a:pt x="380593" y="13435"/>
                </a:cubicBezTo>
                <a:cubicBezTo>
                  <a:pt x="379032" y="14973"/>
                  <a:pt x="377166" y="15742"/>
                  <a:pt x="374995" y="15742"/>
                </a:cubicBezTo>
                <a:moveTo>
                  <a:pt x="378048" y="70875"/>
                </a:moveTo>
                <a:cubicBezTo>
                  <a:pt x="378048" y="73592"/>
                  <a:pt x="378128" y="77656"/>
                  <a:pt x="378286" y="83068"/>
                </a:cubicBezTo>
                <a:cubicBezTo>
                  <a:pt x="378444" y="88477"/>
                  <a:pt x="378523" y="92541"/>
                  <a:pt x="378523" y="95258"/>
                </a:cubicBezTo>
                <a:cubicBezTo>
                  <a:pt x="378523" y="97249"/>
                  <a:pt x="377913" y="98879"/>
                  <a:pt x="376691" y="100147"/>
                </a:cubicBezTo>
                <a:cubicBezTo>
                  <a:pt x="375470" y="101415"/>
                  <a:pt x="373864" y="102049"/>
                  <a:pt x="371874" y="102049"/>
                </a:cubicBezTo>
                <a:cubicBezTo>
                  <a:pt x="369929" y="102049"/>
                  <a:pt x="368334" y="101415"/>
                  <a:pt x="367090" y="100147"/>
                </a:cubicBezTo>
                <a:cubicBezTo>
                  <a:pt x="365846" y="98879"/>
                  <a:pt x="365225" y="97249"/>
                  <a:pt x="365225" y="95258"/>
                </a:cubicBezTo>
                <a:cubicBezTo>
                  <a:pt x="365225" y="92541"/>
                  <a:pt x="365145" y="88477"/>
                  <a:pt x="364987" y="83068"/>
                </a:cubicBezTo>
                <a:cubicBezTo>
                  <a:pt x="364829" y="77656"/>
                  <a:pt x="364750" y="73592"/>
                  <a:pt x="364750" y="70875"/>
                </a:cubicBezTo>
                <a:cubicBezTo>
                  <a:pt x="364750" y="66619"/>
                  <a:pt x="364976" y="61310"/>
                  <a:pt x="365428" y="54949"/>
                </a:cubicBezTo>
                <a:cubicBezTo>
                  <a:pt x="365880" y="48587"/>
                  <a:pt x="366107" y="43277"/>
                  <a:pt x="366107" y="39021"/>
                </a:cubicBezTo>
                <a:cubicBezTo>
                  <a:pt x="366107" y="36984"/>
                  <a:pt x="366729" y="35332"/>
                  <a:pt x="367972" y="34064"/>
                </a:cubicBezTo>
                <a:cubicBezTo>
                  <a:pt x="369216" y="32796"/>
                  <a:pt x="370811" y="32162"/>
                  <a:pt x="372756" y="32162"/>
                </a:cubicBezTo>
                <a:cubicBezTo>
                  <a:pt x="374701" y="32162"/>
                  <a:pt x="376296" y="32796"/>
                  <a:pt x="377540" y="34064"/>
                </a:cubicBezTo>
                <a:cubicBezTo>
                  <a:pt x="378784" y="35332"/>
                  <a:pt x="379406" y="36984"/>
                  <a:pt x="379406" y="39021"/>
                </a:cubicBezTo>
                <a:cubicBezTo>
                  <a:pt x="379406" y="43277"/>
                  <a:pt x="379179" y="48587"/>
                  <a:pt x="378727" y="54949"/>
                </a:cubicBezTo>
                <a:cubicBezTo>
                  <a:pt x="378275" y="61310"/>
                  <a:pt x="378048" y="66619"/>
                  <a:pt x="378048" y="70875"/>
                </a:cubicBezTo>
                <a:close/>
                <a:moveTo>
                  <a:pt x="432419" y="98114"/>
                </a:moveTo>
                <a:cubicBezTo>
                  <a:pt x="432284" y="102275"/>
                  <a:pt x="430226" y="104356"/>
                  <a:pt x="426245" y="104356"/>
                </a:cubicBezTo>
                <a:cubicBezTo>
                  <a:pt x="422943" y="104356"/>
                  <a:pt x="420545" y="102411"/>
                  <a:pt x="419053" y="98521"/>
                </a:cubicBezTo>
                <a:lnTo>
                  <a:pt x="408671" y="70973"/>
                </a:lnTo>
                <a:lnTo>
                  <a:pt x="396594" y="39829"/>
                </a:lnTo>
                <a:cubicBezTo>
                  <a:pt x="396141" y="38653"/>
                  <a:pt x="395915" y="37612"/>
                  <a:pt x="395915" y="36708"/>
                </a:cubicBezTo>
                <a:cubicBezTo>
                  <a:pt x="395915" y="34853"/>
                  <a:pt x="396616" y="33270"/>
                  <a:pt x="398019" y="31958"/>
                </a:cubicBezTo>
                <a:cubicBezTo>
                  <a:pt x="399421" y="30646"/>
                  <a:pt x="401049" y="29990"/>
                  <a:pt x="402904" y="29990"/>
                </a:cubicBezTo>
                <a:cubicBezTo>
                  <a:pt x="405618" y="29990"/>
                  <a:pt x="407563" y="31370"/>
                  <a:pt x="408739" y="34129"/>
                </a:cubicBezTo>
                <a:lnTo>
                  <a:pt x="425974" y="81558"/>
                </a:lnTo>
                <a:cubicBezTo>
                  <a:pt x="429366" y="74320"/>
                  <a:pt x="433641" y="63826"/>
                  <a:pt x="438798" y="50075"/>
                </a:cubicBezTo>
                <a:cubicBezTo>
                  <a:pt x="440019" y="46456"/>
                  <a:pt x="441941" y="41344"/>
                  <a:pt x="444565" y="34740"/>
                </a:cubicBezTo>
                <a:cubicBezTo>
                  <a:pt x="445967" y="31845"/>
                  <a:pt x="447958" y="30398"/>
                  <a:pt x="450536" y="30398"/>
                </a:cubicBezTo>
                <a:cubicBezTo>
                  <a:pt x="452390" y="30398"/>
                  <a:pt x="454019" y="31053"/>
                  <a:pt x="455421" y="32365"/>
                </a:cubicBezTo>
                <a:cubicBezTo>
                  <a:pt x="456823" y="33677"/>
                  <a:pt x="457525" y="35238"/>
                  <a:pt x="457525" y="37047"/>
                </a:cubicBezTo>
                <a:cubicBezTo>
                  <a:pt x="457525" y="38766"/>
                  <a:pt x="453793" y="48446"/>
                  <a:pt x="446329" y="66088"/>
                </a:cubicBezTo>
                <a:lnTo>
                  <a:pt x="432419" y="98114"/>
                </a:lnTo>
                <a:close/>
                <a:moveTo>
                  <a:pt x="500561" y="104763"/>
                </a:moveTo>
                <a:cubicBezTo>
                  <a:pt x="490338" y="104763"/>
                  <a:pt x="482060" y="102205"/>
                  <a:pt x="475728" y="97090"/>
                </a:cubicBezTo>
                <a:cubicBezTo>
                  <a:pt x="468807" y="91430"/>
                  <a:pt x="465346" y="83506"/>
                  <a:pt x="465346" y="73318"/>
                </a:cubicBezTo>
                <a:cubicBezTo>
                  <a:pt x="465346" y="61547"/>
                  <a:pt x="468196" y="51678"/>
                  <a:pt x="473896" y="43709"/>
                </a:cubicBezTo>
                <a:cubicBezTo>
                  <a:pt x="480093" y="35016"/>
                  <a:pt x="488371" y="30669"/>
                  <a:pt x="498729" y="30669"/>
                </a:cubicBezTo>
                <a:cubicBezTo>
                  <a:pt x="506238" y="30669"/>
                  <a:pt x="512368" y="31936"/>
                  <a:pt x="517117" y="34469"/>
                </a:cubicBezTo>
                <a:cubicBezTo>
                  <a:pt x="522952" y="37590"/>
                  <a:pt x="525870" y="42385"/>
                  <a:pt x="525870" y="48853"/>
                </a:cubicBezTo>
                <a:cubicBezTo>
                  <a:pt x="525870" y="53377"/>
                  <a:pt x="523314" y="57493"/>
                  <a:pt x="518203" y="61202"/>
                </a:cubicBezTo>
                <a:cubicBezTo>
                  <a:pt x="515941" y="62831"/>
                  <a:pt x="511146" y="65364"/>
                  <a:pt x="503818" y="68802"/>
                </a:cubicBezTo>
                <a:lnTo>
                  <a:pt x="477899" y="81083"/>
                </a:lnTo>
                <a:cubicBezTo>
                  <a:pt x="480432" y="84837"/>
                  <a:pt x="483587" y="87664"/>
                  <a:pt x="487364" y="89564"/>
                </a:cubicBezTo>
                <a:cubicBezTo>
                  <a:pt x="491141" y="91464"/>
                  <a:pt x="495540" y="92414"/>
                  <a:pt x="500561" y="92414"/>
                </a:cubicBezTo>
                <a:cubicBezTo>
                  <a:pt x="503682" y="92414"/>
                  <a:pt x="507346" y="91826"/>
                  <a:pt x="511553" y="90650"/>
                </a:cubicBezTo>
                <a:cubicBezTo>
                  <a:pt x="516891" y="89157"/>
                  <a:pt x="520329" y="87201"/>
                  <a:pt x="521867" y="84781"/>
                </a:cubicBezTo>
                <a:cubicBezTo>
                  <a:pt x="523405" y="82361"/>
                  <a:pt x="525056" y="81151"/>
                  <a:pt x="526820" y="81151"/>
                </a:cubicBezTo>
                <a:cubicBezTo>
                  <a:pt x="528403" y="81151"/>
                  <a:pt x="529817" y="81752"/>
                  <a:pt x="531061" y="82955"/>
                </a:cubicBezTo>
                <a:cubicBezTo>
                  <a:pt x="532305" y="84157"/>
                  <a:pt x="532927" y="85551"/>
                  <a:pt x="532927" y="87139"/>
                </a:cubicBezTo>
                <a:cubicBezTo>
                  <a:pt x="532927" y="92174"/>
                  <a:pt x="528878" y="96506"/>
                  <a:pt x="520781" y="100136"/>
                </a:cubicBezTo>
                <a:cubicBezTo>
                  <a:pt x="513860" y="103221"/>
                  <a:pt x="507120" y="104763"/>
                  <a:pt x="500561" y="104763"/>
                </a:cubicBezTo>
                <a:moveTo>
                  <a:pt x="498729" y="42882"/>
                </a:moveTo>
                <a:cubicBezTo>
                  <a:pt x="493211" y="42882"/>
                  <a:pt x="488619" y="45020"/>
                  <a:pt x="484955" y="49294"/>
                </a:cubicBezTo>
                <a:cubicBezTo>
                  <a:pt x="481291" y="53569"/>
                  <a:pt x="478555" y="60004"/>
                  <a:pt x="476745" y="68598"/>
                </a:cubicBezTo>
                <a:lnTo>
                  <a:pt x="497576" y="58692"/>
                </a:lnTo>
                <a:cubicBezTo>
                  <a:pt x="505763" y="54711"/>
                  <a:pt x="511599" y="51251"/>
                  <a:pt x="515082" y="48310"/>
                </a:cubicBezTo>
                <a:cubicBezTo>
                  <a:pt x="511191" y="44692"/>
                  <a:pt x="505741" y="42882"/>
                  <a:pt x="498729" y="42882"/>
                </a:cubicBezTo>
                <a:close/>
                <a:moveTo>
                  <a:pt x="633384" y="49396"/>
                </a:moveTo>
                <a:cubicBezTo>
                  <a:pt x="630896" y="49396"/>
                  <a:pt x="629155" y="48565"/>
                  <a:pt x="628160" y="46903"/>
                </a:cubicBezTo>
                <a:cubicBezTo>
                  <a:pt x="627481" y="45735"/>
                  <a:pt x="626893" y="43309"/>
                  <a:pt x="626395" y="39625"/>
                </a:cubicBezTo>
                <a:cubicBezTo>
                  <a:pt x="623003" y="40483"/>
                  <a:pt x="617778" y="42065"/>
                  <a:pt x="610722" y="44369"/>
                </a:cubicBezTo>
                <a:cubicBezTo>
                  <a:pt x="603439" y="47261"/>
                  <a:pt x="599775" y="50830"/>
                  <a:pt x="599730" y="55077"/>
                </a:cubicBezTo>
                <a:cubicBezTo>
                  <a:pt x="601087" y="55574"/>
                  <a:pt x="602421" y="55936"/>
                  <a:pt x="603733" y="56162"/>
                </a:cubicBezTo>
                <a:cubicBezTo>
                  <a:pt x="614137" y="58014"/>
                  <a:pt x="621872" y="60567"/>
                  <a:pt x="626938" y="63821"/>
                </a:cubicBezTo>
                <a:cubicBezTo>
                  <a:pt x="634311" y="68566"/>
                  <a:pt x="637998" y="75436"/>
                  <a:pt x="637998" y="84429"/>
                </a:cubicBezTo>
                <a:cubicBezTo>
                  <a:pt x="637998" y="91795"/>
                  <a:pt x="634809" y="97353"/>
                  <a:pt x="628431" y="101103"/>
                </a:cubicBezTo>
                <a:cubicBezTo>
                  <a:pt x="623139" y="104176"/>
                  <a:pt x="616444" y="105713"/>
                  <a:pt x="608347" y="105713"/>
                </a:cubicBezTo>
                <a:cubicBezTo>
                  <a:pt x="602421" y="105713"/>
                  <a:pt x="596767" y="104718"/>
                  <a:pt x="591384" y="102728"/>
                </a:cubicBezTo>
                <a:cubicBezTo>
                  <a:pt x="584418" y="100194"/>
                  <a:pt x="580935" y="96666"/>
                  <a:pt x="580935" y="92143"/>
                </a:cubicBezTo>
                <a:cubicBezTo>
                  <a:pt x="580935" y="90333"/>
                  <a:pt x="581647" y="88750"/>
                  <a:pt x="583072" y="87393"/>
                </a:cubicBezTo>
                <a:cubicBezTo>
                  <a:pt x="584497" y="86036"/>
                  <a:pt x="586114" y="85358"/>
                  <a:pt x="587923" y="85358"/>
                </a:cubicBezTo>
                <a:cubicBezTo>
                  <a:pt x="589326" y="85358"/>
                  <a:pt x="591135" y="86443"/>
                  <a:pt x="593352" y="88614"/>
                </a:cubicBezTo>
                <a:cubicBezTo>
                  <a:pt x="594437" y="89655"/>
                  <a:pt x="596880" y="90514"/>
                  <a:pt x="600680" y="91193"/>
                </a:cubicBezTo>
                <a:cubicBezTo>
                  <a:pt x="603710" y="91736"/>
                  <a:pt x="606266" y="92007"/>
                  <a:pt x="608347" y="92007"/>
                </a:cubicBezTo>
                <a:cubicBezTo>
                  <a:pt x="612147" y="92007"/>
                  <a:pt x="615494" y="91555"/>
                  <a:pt x="618389" y="90652"/>
                </a:cubicBezTo>
                <a:cubicBezTo>
                  <a:pt x="622596" y="89342"/>
                  <a:pt x="624699" y="87264"/>
                  <a:pt x="624699" y="84418"/>
                </a:cubicBezTo>
                <a:cubicBezTo>
                  <a:pt x="624699" y="78273"/>
                  <a:pt x="620402" y="74117"/>
                  <a:pt x="611807" y="71948"/>
                </a:cubicBezTo>
                <a:lnTo>
                  <a:pt x="604751" y="70388"/>
                </a:lnTo>
                <a:cubicBezTo>
                  <a:pt x="598735" y="69075"/>
                  <a:pt x="594460" y="67535"/>
                  <a:pt x="591927" y="65770"/>
                </a:cubicBezTo>
                <a:cubicBezTo>
                  <a:pt x="588263" y="63235"/>
                  <a:pt x="586431" y="59411"/>
                  <a:pt x="586431" y="54298"/>
                </a:cubicBezTo>
                <a:cubicBezTo>
                  <a:pt x="586431" y="44839"/>
                  <a:pt x="590886" y="38095"/>
                  <a:pt x="599798" y="34066"/>
                </a:cubicBezTo>
                <a:cubicBezTo>
                  <a:pt x="602512" y="32844"/>
                  <a:pt x="606854" y="31386"/>
                  <a:pt x="612825" y="29689"/>
                </a:cubicBezTo>
                <a:cubicBezTo>
                  <a:pt x="618796" y="27992"/>
                  <a:pt x="623071" y="26554"/>
                  <a:pt x="625649" y="25377"/>
                </a:cubicBezTo>
                <a:cubicBezTo>
                  <a:pt x="627504" y="24562"/>
                  <a:pt x="629517" y="24155"/>
                  <a:pt x="631688" y="24155"/>
                </a:cubicBezTo>
                <a:cubicBezTo>
                  <a:pt x="633633" y="24155"/>
                  <a:pt x="635227" y="24789"/>
                  <a:pt x="636471" y="26055"/>
                </a:cubicBezTo>
                <a:cubicBezTo>
                  <a:pt x="637715" y="27322"/>
                  <a:pt x="638337" y="28973"/>
                  <a:pt x="638337" y="31008"/>
                </a:cubicBezTo>
                <a:cubicBezTo>
                  <a:pt x="638337" y="32320"/>
                  <a:pt x="638620" y="34243"/>
                  <a:pt x="639186" y="36776"/>
                </a:cubicBezTo>
                <a:cubicBezTo>
                  <a:pt x="639751" y="39309"/>
                  <a:pt x="640034" y="41231"/>
                  <a:pt x="640034" y="42543"/>
                </a:cubicBezTo>
                <a:cubicBezTo>
                  <a:pt x="640034" y="44579"/>
                  <a:pt x="639412" y="46230"/>
                  <a:pt x="638168" y="47496"/>
                </a:cubicBezTo>
                <a:cubicBezTo>
                  <a:pt x="636924" y="48763"/>
                  <a:pt x="635329" y="49396"/>
                  <a:pt x="633384" y="49396"/>
                </a:cubicBezTo>
                <a:close/>
                <a:moveTo>
                  <a:pt x="687005" y="104763"/>
                </a:moveTo>
                <a:cubicBezTo>
                  <a:pt x="676782" y="104763"/>
                  <a:pt x="668505" y="102205"/>
                  <a:pt x="662172" y="97090"/>
                </a:cubicBezTo>
                <a:cubicBezTo>
                  <a:pt x="655251" y="91430"/>
                  <a:pt x="651790" y="83506"/>
                  <a:pt x="651790" y="73318"/>
                </a:cubicBezTo>
                <a:cubicBezTo>
                  <a:pt x="651790" y="61547"/>
                  <a:pt x="654640" y="51678"/>
                  <a:pt x="660340" y="43709"/>
                </a:cubicBezTo>
                <a:cubicBezTo>
                  <a:pt x="666537" y="35016"/>
                  <a:pt x="674815" y="30669"/>
                  <a:pt x="685173" y="30669"/>
                </a:cubicBezTo>
                <a:cubicBezTo>
                  <a:pt x="692682" y="30669"/>
                  <a:pt x="698812" y="31936"/>
                  <a:pt x="703561" y="34469"/>
                </a:cubicBezTo>
                <a:cubicBezTo>
                  <a:pt x="709397" y="37590"/>
                  <a:pt x="712314" y="42385"/>
                  <a:pt x="712314" y="48853"/>
                </a:cubicBezTo>
                <a:cubicBezTo>
                  <a:pt x="712314" y="53377"/>
                  <a:pt x="709758" y="57493"/>
                  <a:pt x="704647" y="61202"/>
                </a:cubicBezTo>
                <a:cubicBezTo>
                  <a:pt x="702385" y="62831"/>
                  <a:pt x="697590" y="65364"/>
                  <a:pt x="690262" y="68802"/>
                </a:cubicBezTo>
                <a:lnTo>
                  <a:pt x="664343" y="81083"/>
                </a:lnTo>
                <a:cubicBezTo>
                  <a:pt x="666876" y="84837"/>
                  <a:pt x="670031" y="87664"/>
                  <a:pt x="673808" y="89564"/>
                </a:cubicBezTo>
                <a:cubicBezTo>
                  <a:pt x="677585" y="91464"/>
                  <a:pt x="681984" y="92414"/>
                  <a:pt x="687005" y="92414"/>
                </a:cubicBezTo>
                <a:cubicBezTo>
                  <a:pt x="690127" y="92414"/>
                  <a:pt x="693791" y="91826"/>
                  <a:pt x="697997" y="90650"/>
                </a:cubicBezTo>
                <a:cubicBezTo>
                  <a:pt x="703335" y="89157"/>
                  <a:pt x="706773" y="87201"/>
                  <a:pt x="708311" y="84781"/>
                </a:cubicBezTo>
                <a:cubicBezTo>
                  <a:pt x="709849" y="82361"/>
                  <a:pt x="711500" y="81151"/>
                  <a:pt x="713264" y="81151"/>
                </a:cubicBezTo>
                <a:cubicBezTo>
                  <a:pt x="714847" y="81151"/>
                  <a:pt x="716261" y="81752"/>
                  <a:pt x="717505" y="82955"/>
                </a:cubicBezTo>
                <a:cubicBezTo>
                  <a:pt x="718749" y="84157"/>
                  <a:pt x="719371" y="85551"/>
                  <a:pt x="719371" y="87139"/>
                </a:cubicBezTo>
                <a:cubicBezTo>
                  <a:pt x="719371" y="92174"/>
                  <a:pt x="715322" y="96506"/>
                  <a:pt x="707225" y="100136"/>
                </a:cubicBezTo>
                <a:cubicBezTo>
                  <a:pt x="700304" y="103221"/>
                  <a:pt x="693564" y="104763"/>
                  <a:pt x="687005" y="104763"/>
                </a:cubicBezTo>
                <a:moveTo>
                  <a:pt x="685173" y="42882"/>
                </a:moveTo>
                <a:cubicBezTo>
                  <a:pt x="679655" y="42882"/>
                  <a:pt x="675064" y="45020"/>
                  <a:pt x="671400" y="49294"/>
                </a:cubicBezTo>
                <a:cubicBezTo>
                  <a:pt x="667736" y="53569"/>
                  <a:pt x="664999" y="60004"/>
                  <a:pt x="663190" y="68598"/>
                </a:cubicBezTo>
                <a:lnTo>
                  <a:pt x="684020" y="58692"/>
                </a:lnTo>
                <a:cubicBezTo>
                  <a:pt x="692207" y="54711"/>
                  <a:pt x="698043" y="51251"/>
                  <a:pt x="701526" y="48310"/>
                </a:cubicBezTo>
                <a:cubicBezTo>
                  <a:pt x="697636" y="44692"/>
                  <a:pt x="692185" y="42882"/>
                  <a:pt x="685173" y="42882"/>
                </a:cubicBezTo>
                <a:close/>
                <a:moveTo>
                  <a:pt x="777524" y="43892"/>
                </a:moveTo>
                <a:cubicBezTo>
                  <a:pt x="776574" y="43892"/>
                  <a:pt x="775455" y="43846"/>
                  <a:pt x="774165" y="43756"/>
                </a:cubicBezTo>
                <a:cubicBezTo>
                  <a:pt x="772876" y="43664"/>
                  <a:pt x="771757" y="43618"/>
                  <a:pt x="770807" y="43618"/>
                </a:cubicBezTo>
                <a:cubicBezTo>
                  <a:pt x="769766" y="43618"/>
                  <a:pt x="766690" y="43961"/>
                  <a:pt x="761579" y="44646"/>
                </a:cubicBezTo>
                <a:lnTo>
                  <a:pt x="762868" y="84702"/>
                </a:lnTo>
                <a:lnTo>
                  <a:pt x="762936" y="87686"/>
                </a:lnTo>
                <a:lnTo>
                  <a:pt x="763004" y="91142"/>
                </a:lnTo>
                <a:cubicBezTo>
                  <a:pt x="763185" y="101037"/>
                  <a:pt x="760810" y="105984"/>
                  <a:pt x="755879" y="105984"/>
                </a:cubicBezTo>
                <a:cubicBezTo>
                  <a:pt x="754070" y="105984"/>
                  <a:pt x="752498" y="105397"/>
                  <a:pt x="751164" y="104222"/>
                </a:cubicBezTo>
                <a:cubicBezTo>
                  <a:pt x="749829" y="103048"/>
                  <a:pt x="749162" y="101579"/>
                  <a:pt x="749162" y="99816"/>
                </a:cubicBezTo>
                <a:cubicBezTo>
                  <a:pt x="749162" y="98100"/>
                  <a:pt x="749230" y="95525"/>
                  <a:pt x="749366" y="92092"/>
                </a:cubicBezTo>
                <a:cubicBezTo>
                  <a:pt x="749501" y="88657"/>
                  <a:pt x="749569" y="86081"/>
                  <a:pt x="749569" y="84363"/>
                </a:cubicBezTo>
                <a:lnTo>
                  <a:pt x="748212" y="44782"/>
                </a:lnTo>
                <a:cubicBezTo>
                  <a:pt x="744910" y="44646"/>
                  <a:pt x="739889" y="44260"/>
                  <a:pt x="733149" y="43622"/>
                </a:cubicBezTo>
                <a:cubicBezTo>
                  <a:pt x="729123" y="43077"/>
                  <a:pt x="727110" y="40827"/>
                  <a:pt x="727110" y="36873"/>
                </a:cubicBezTo>
                <a:cubicBezTo>
                  <a:pt x="727110" y="34873"/>
                  <a:pt x="727721" y="33215"/>
                  <a:pt x="728942" y="31899"/>
                </a:cubicBezTo>
                <a:cubicBezTo>
                  <a:pt x="730163" y="30581"/>
                  <a:pt x="731724" y="29923"/>
                  <a:pt x="733624" y="29923"/>
                </a:cubicBezTo>
                <a:lnTo>
                  <a:pt x="747873" y="31076"/>
                </a:lnTo>
                <a:cubicBezTo>
                  <a:pt x="747873" y="28762"/>
                  <a:pt x="747771" y="25666"/>
                  <a:pt x="747567" y="21789"/>
                </a:cubicBezTo>
                <a:cubicBezTo>
                  <a:pt x="747364" y="17910"/>
                  <a:pt x="747262" y="15109"/>
                  <a:pt x="747262" y="13386"/>
                </a:cubicBezTo>
                <a:cubicBezTo>
                  <a:pt x="747262" y="11480"/>
                  <a:pt x="747918" y="9904"/>
                  <a:pt x="749230" y="8657"/>
                </a:cubicBezTo>
                <a:cubicBezTo>
                  <a:pt x="750542" y="7409"/>
                  <a:pt x="752147" y="6785"/>
                  <a:pt x="754047" y="6785"/>
                </a:cubicBezTo>
                <a:cubicBezTo>
                  <a:pt x="758118" y="6785"/>
                  <a:pt x="760493" y="10110"/>
                  <a:pt x="761172" y="16759"/>
                </a:cubicBezTo>
                <a:cubicBezTo>
                  <a:pt x="761307" y="18433"/>
                  <a:pt x="761375" y="20446"/>
                  <a:pt x="761375" y="22798"/>
                </a:cubicBezTo>
                <a:lnTo>
                  <a:pt x="761240" y="26734"/>
                </a:lnTo>
                <a:lnTo>
                  <a:pt x="761172" y="30940"/>
                </a:lnTo>
                <a:cubicBezTo>
                  <a:pt x="766781" y="30217"/>
                  <a:pt x="769992" y="29855"/>
                  <a:pt x="770807" y="29855"/>
                </a:cubicBezTo>
                <a:cubicBezTo>
                  <a:pt x="775511" y="29855"/>
                  <a:pt x="778587" y="30081"/>
                  <a:pt x="780035" y="30533"/>
                </a:cubicBezTo>
                <a:cubicBezTo>
                  <a:pt x="782794" y="31444"/>
                  <a:pt x="784173" y="33589"/>
                  <a:pt x="784173" y="36971"/>
                </a:cubicBezTo>
                <a:cubicBezTo>
                  <a:pt x="784173" y="38981"/>
                  <a:pt x="783551" y="40637"/>
                  <a:pt x="782308" y="41939"/>
                </a:cubicBezTo>
                <a:cubicBezTo>
                  <a:pt x="781064" y="43241"/>
                  <a:pt x="779469" y="43892"/>
                  <a:pt x="777524" y="438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782307-BED4-4E53-A504-08077DC5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768" y="1132355"/>
            <a:ext cx="342164" cy="118682"/>
          </a:xfrm>
          <a:custGeom xmlns:a="http://schemas.openxmlformats.org/drawingml/2006/main">
            <a:pathLst>
              <a:path w="342164" h="118682">
                <a:moveTo>
                  <a:pt x="0" y="48867"/>
                </a:moveTo>
                <a:lnTo>
                  <a:pt x="0" y="69815"/>
                </a:lnTo>
                <a:lnTo>
                  <a:pt x="282633" y="69815"/>
                </a:lnTo>
                <a:lnTo>
                  <a:pt x="232308" y="99172"/>
                </a:lnTo>
                <a:lnTo>
                  <a:pt x="230297" y="100694"/>
                </a:lnTo>
                <a:lnTo>
                  <a:pt x="228705" y="102663"/>
                </a:lnTo>
                <a:lnTo>
                  <a:pt x="227630" y="104954"/>
                </a:lnTo>
                <a:lnTo>
                  <a:pt x="227141" y="107425"/>
                </a:lnTo>
                <a:lnTo>
                  <a:pt x="227253" y="109953"/>
                </a:lnTo>
                <a:lnTo>
                  <a:pt x="227965" y="112369"/>
                </a:lnTo>
                <a:lnTo>
                  <a:pt x="229236" y="114548"/>
                </a:lnTo>
                <a:lnTo>
                  <a:pt x="230996" y="116364"/>
                </a:lnTo>
                <a:lnTo>
                  <a:pt x="233132" y="117704"/>
                </a:lnTo>
                <a:lnTo>
                  <a:pt x="235534" y="118486"/>
                </a:lnTo>
                <a:lnTo>
                  <a:pt x="238048" y="118682"/>
                </a:lnTo>
                <a:lnTo>
                  <a:pt x="240534" y="118263"/>
                </a:lnTo>
                <a:lnTo>
                  <a:pt x="242853" y="117271"/>
                </a:lnTo>
                <a:lnTo>
                  <a:pt x="342164" y="59341"/>
                </a:lnTo>
                <a:lnTo>
                  <a:pt x="242853" y="1411"/>
                </a:lnTo>
                <a:lnTo>
                  <a:pt x="240534" y="419"/>
                </a:lnTo>
                <a:lnTo>
                  <a:pt x="238048" y="0"/>
                </a:lnTo>
                <a:lnTo>
                  <a:pt x="235534" y="182"/>
                </a:lnTo>
                <a:lnTo>
                  <a:pt x="233132" y="978"/>
                </a:lnTo>
                <a:lnTo>
                  <a:pt x="230996" y="2318"/>
                </a:lnTo>
                <a:lnTo>
                  <a:pt x="229236" y="4134"/>
                </a:lnTo>
                <a:lnTo>
                  <a:pt x="227965" y="6313"/>
                </a:lnTo>
                <a:lnTo>
                  <a:pt x="227253" y="8729"/>
                </a:lnTo>
                <a:lnTo>
                  <a:pt x="227141" y="11256"/>
                </a:lnTo>
                <a:lnTo>
                  <a:pt x="227630" y="13728"/>
                </a:lnTo>
                <a:lnTo>
                  <a:pt x="228705" y="16019"/>
                </a:lnTo>
                <a:lnTo>
                  <a:pt x="230297" y="17988"/>
                </a:lnTo>
                <a:lnTo>
                  <a:pt x="232308" y="19510"/>
                </a:lnTo>
                <a:lnTo>
                  <a:pt x="282633" y="48867"/>
                </a:lnTo>
                <a:lnTo>
                  <a:pt x="0" y="48867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F6CC9E-0ACC-4CE8-99B6-3F126B55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742" y="648283"/>
            <a:ext cx="1087243" cy="335181"/>
          </a:xfrm>
          <a:custGeom xmlns:a="http://schemas.openxmlformats.org/drawingml/2006/main">
            <a:pathLst>
              <a:path w="1087243" h="335181">
                <a:moveTo>
                  <a:pt x="158094" y="0"/>
                </a:moveTo>
                <a:lnTo>
                  <a:pt x="1086545" y="0"/>
                </a:lnTo>
                <a:lnTo>
                  <a:pt x="1086545" y="175970"/>
                </a:lnTo>
                <a:cubicBezTo>
                  <a:pt x="1087243" y="263620"/>
                  <a:pt x="1016241" y="334622"/>
                  <a:pt x="929010" y="335181"/>
                </a:cubicBezTo>
                <a:lnTo>
                  <a:pt x="559" y="335181"/>
                </a:lnTo>
                <a:lnTo>
                  <a:pt x="559" y="159211"/>
                </a:lnTo>
                <a:cubicBezTo>
                  <a:pt x="0" y="71142"/>
                  <a:pt x="71002" y="140"/>
                  <a:pt x="158094" y="0"/>
                </a:cubicBezTo>
              </a:path>
            </a:pathLst>
          </a:custGeom>
          <a:solidFill xmlns:a="http://schemas.openxmlformats.org/drawingml/2006/main">
            <a:srgbClr val="E7E7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D2E760-1AA6-4327-8690-F5440EF6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3267" y="637949"/>
            <a:ext cx="1108192" cy="355431"/>
          </a:xfrm>
          <a:custGeom xmlns:a="http://schemas.openxmlformats.org/drawingml/2006/main">
            <a:pathLst>
              <a:path w="1108192" h="355431">
                <a:moveTo>
                  <a:pt x="126810" y="5321"/>
                </a:moveTo>
                <a:lnTo>
                  <a:pt x="118780" y="7597"/>
                </a:lnTo>
                <a:lnTo>
                  <a:pt x="110917" y="10251"/>
                </a:lnTo>
                <a:lnTo>
                  <a:pt x="103250" y="13282"/>
                </a:lnTo>
                <a:lnTo>
                  <a:pt x="95750" y="16675"/>
                </a:lnTo>
                <a:lnTo>
                  <a:pt x="88460" y="20404"/>
                </a:lnTo>
                <a:lnTo>
                  <a:pt x="81379" y="24482"/>
                </a:lnTo>
                <a:lnTo>
                  <a:pt x="74522" y="28867"/>
                </a:lnTo>
                <a:lnTo>
                  <a:pt x="67902" y="33588"/>
                </a:lnTo>
                <a:lnTo>
                  <a:pt x="61506" y="38602"/>
                </a:lnTo>
                <a:lnTo>
                  <a:pt x="55375" y="43923"/>
                </a:lnTo>
                <a:lnTo>
                  <a:pt x="49509" y="49509"/>
                </a:lnTo>
                <a:lnTo>
                  <a:pt x="43909" y="55375"/>
                </a:lnTo>
                <a:lnTo>
                  <a:pt x="38602" y="61506"/>
                </a:lnTo>
                <a:lnTo>
                  <a:pt x="33588" y="67902"/>
                </a:lnTo>
                <a:lnTo>
                  <a:pt x="28867" y="74522"/>
                </a:lnTo>
                <a:lnTo>
                  <a:pt x="24482" y="81379"/>
                </a:lnTo>
                <a:lnTo>
                  <a:pt x="20404" y="88460"/>
                </a:lnTo>
                <a:lnTo>
                  <a:pt x="16675" y="95750"/>
                </a:lnTo>
                <a:lnTo>
                  <a:pt x="13282" y="103250"/>
                </a:lnTo>
                <a:lnTo>
                  <a:pt x="10251" y="110931"/>
                </a:lnTo>
                <a:lnTo>
                  <a:pt x="7597" y="118780"/>
                </a:lnTo>
                <a:lnTo>
                  <a:pt x="5321" y="126810"/>
                </a:lnTo>
                <a:lnTo>
                  <a:pt x="3436" y="134994"/>
                </a:lnTo>
                <a:lnTo>
                  <a:pt x="1941" y="143318"/>
                </a:lnTo>
                <a:lnTo>
                  <a:pt x="866" y="151781"/>
                </a:lnTo>
                <a:lnTo>
                  <a:pt x="209" y="160356"/>
                </a:lnTo>
                <a:lnTo>
                  <a:pt x="0" y="168917"/>
                </a:lnTo>
                <a:lnTo>
                  <a:pt x="0" y="355431"/>
                </a:lnTo>
                <a:lnTo>
                  <a:pt x="939275" y="355431"/>
                </a:lnTo>
                <a:lnTo>
                  <a:pt x="947836" y="355208"/>
                </a:lnTo>
                <a:lnTo>
                  <a:pt x="956411" y="354566"/>
                </a:lnTo>
                <a:lnTo>
                  <a:pt x="964874" y="353490"/>
                </a:lnTo>
                <a:lnTo>
                  <a:pt x="973198" y="351996"/>
                </a:lnTo>
                <a:lnTo>
                  <a:pt x="981382" y="350110"/>
                </a:lnTo>
                <a:lnTo>
                  <a:pt x="989412" y="347834"/>
                </a:lnTo>
                <a:lnTo>
                  <a:pt x="997261" y="345180"/>
                </a:lnTo>
                <a:lnTo>
                  <a:pt x="1004942" y="342150"/>
                </a:lnTo>
                <a:lnTo>
                  <a:pt x="1012442" y="338756"/>
                </a:lnTo>
                <a:lnTo>
                  <a:pt x="1019732" y="335027"/>
                </a:lnTo>
                <a:lnTo>
                  <a:pt x="1026813" y="330949"/>
                </a:lnTo>
                <a:lnTo>
                  <a:pt x="1033670" y="326550"/>
                </a:lnTo>
                <a:lnTo>
                  <a:pt x="1040290" y="321844"/>
                </a:lnTo>
                <a:lnTo>
                  <a:pt x="1046686" y="316830"/>
                </a:lnTo>
                <a:lnTo>
                  <a:pt x="1052817" y="311509"/>
                </a:lnTo>
                <a:lnTo>
                  <a:pt x="1058683" y="305922"/>
                </a:lnTo>
                <a:lnTo>
                  <a:pt x="1064269" y="300057"/>
                </a:lnTo>
                <a:lnTo>
                  <a:pt x="1069590" y="293926"/>
                </a:lnTo>
                <a:lnTo>
                  <a:pt x="1074604" y="287529"/>
                </a:lnTo>
                <a:lnTo>
                  <a:pt x="1079310" y="280910"/>
                </a:lnTo>
                <a:lnTo>
                  <a:pt x="1083710" y="274052"/>
                </a:lnTo>
                <a:lnTo>
                  <a:pt x="1087788" y="266972"/>
                </a:lnTo>
                <a:lnTo>
                  <a:pt x="1091517" y="259681"/>
                </a:lnTo>
                <a:lnTo>
                  <a:pt x="1094910" y="252182"/>
                </a:lnTo>
                <a:lnTo>
                  <a:pt x="1097941" y="244501"/>
                </a:lnTo>
                <a:lnTo>
                  <a:pt x="1100594" y="236652"/>
                </a:lnTo>
                <a:lnTo>
                  <a:pt x="1102871" y="228621"/>
                </a:lnTo>
                <a:lnTo>
                  <a:pt x="1104756" y="220437"/>
                </a:lnTo>
                <a:lnTo>
                  <a:pt x="1106251" y="212114"/>
                </a:lnTo>
                <a:lnTo>
                  <a:pt x="1107326" y="203650"/>
                </a:lnTo>
                <a:lnTo>
                  <a:pt x="1107968" y="195075"/>
                </a:lnTo>
                <a:lnTo>
                  <a:pt x="1108192" y="186514"/>
                </a:lnTo>
                <a:lnTo>
                  <a:pt x="1108192" y="0"/>
                </a:lnTo>
                <a:lnTo>
                  <a:pt x="168917" y="0"/>
                </a:lnTo>
                <a:lnTo>
                  <a:pt x="160356" y="209"/>
                </a:lnTo>
                <a:lnTo>
                  <a:pt x="151781" y="866"/>
                </a:lnTo>
                <a:lnTo>
                  <a:pt x="143318" y="1941"/>
                </a:lnTo>
                <a:lnTo>
                  <a:pt x="134994" y="3436"/>
                </a:lnTo>
                <a:lnTo>
                  <a:pt x="126810" y="5321"/>
                </a:lnTo>
                <a:close/>
                <a:moveTo>
                  <a:pt x="1085518" y="209043"/>
                </a:moveTo>
                <a:lnTo>
                  <a:pt x="1084211" y="216353"/>
                </a:lnTo>
                <a:lnTo>
                  <a:pt x="1082614" y="223267"/>
                </a:lnTo>
                <a:lnTo>
                  <a:pt x="1080572" y="230461"/>
                </a:lnTo>
                <a:lnTo>
                  <a:pt x="1078329" y="237101"/>
                </a:lnTo>
                <a:lnTo>
                  <a:pt x="1075639" y="243939"/>
                </a:lnTo>
                <a:lnTo>
                  <a:pt x="1072630" y="250606"/>
                </a:lnTo>
                <a:lnTo>
                  <a:pt x="1069414" y="256884"/>
                </a:lnTo>
                <a:lnTo>
                  <a:pt x="1065788" y="263195"/>
                </a:lnTo>
                <a:lnTo>
                  <a:pt x="1061859" y="269314"/>
                </a:lnTo>
                <a:lnTo>
                  <a:pt x="1057685" y="275172"/>
                </a:lnTo>
                <a:lnTo>
                  <a:pt x="1053441" y="280560"/>
                </a:lnTo>
                <a:lnTo>
                  <a:pt x="1048838" y="285872"/>
                </a:lnTo>
                <a:lnTo>
                  <a:pt x="1043868" y="291107"/>
                </a:lnTo>
                <a:lnTo>
                  <a:pt x="1038632" y="296078"/>
                </a:lnTo>
                <a:lnTo>
                  <a:pt x="1033320" y="300680"/>
                </a:lnTo>
                <a:lnTo>
                  <a:pt x="1027933" y="304925"/>
                </a:lnTo>
                <a:lnTo>
                  <a:pt x="1022074" y="309098"/>
                </a:lnTo>
                <a:lnTo>
                  <a:pt x="1015955" y="313027"/>
                </a:lnTo>
                <a:lnTo>
                  <a:pt x="1009645" y="316654"/>
                </a:lnTo>
                <a:lnTo>
                  <a:pt x="1003366" y="319870"/>
                </a:lnTo>
                <a:lnTo>
                  <a:pt x="996699" y="322879"/>
                </a:lnTo>
                <a:lnTo>
                  <a:pt x="989862" y="325569"/>
                </a:lnTo>
                <a:lnTo>
                  <a:pt x="983222" y="327811"/>
                </a:lnTo>
                <a:lnTo>
                  <a:pt x="976028" y="329854"/>
                </a:lnTo>
                <a:lnTo>
                  <a:pt x="969113" y="331450"/>
                </a:lnTo>
                <a:lnTo>
                  <a:pt x="961803" y="332758"/>
                </a:lnTo>
                <a:lnTo>
                  <a:pt x="954082" y="333737"/>
                </a:lnTo>
                <a:lnTo>
                  <a:pt x="946802" y="334279"/>
                </a:lnTo>
                <a:lnTo>
                  <a:pt x="938884" y="334483"/>
                </a:lnTo>
                <a:lnTo>
                  <a:pt x="20949" y="334483"/>
                </a:lnTo>
                <a:lnTo>
                  <a:pt x="20949" y="169308"/>
                </a:lnTo>
                <a:lnTo>
                  <a:pt x="21152" y="161390"/>
                </a:lnTo>
                <a:lnTo>
                  <a:pt x="21695" y="154110"/>
                </a:lnTo>
                <a:lnTo>
                  <a:pt x="22674" y="146388"/>
                </a:lnTo>
                <a:lnTo>
                  <a:pt x="23981" y="139078"/>
                </a:lnTo>
                <a:lnTo>
                  <a:pt x="25578" y="132164"/>
                </a:lnTo>
                <a:lnTo>
                  <a:pt x="27620" y="124970"/>
                </a:lnTo>
                <a:lnTo>
                  <a:pt x="29863" y="118330"/>
                </a:lnTo>
                <a:lnTo>
                  <a:pt x="32553" y="111493"/>
                </a:lnTo>
                <a:lnTo>
                  <a:pt x="35561" y="104825"/>
                </a:lnTo>
                <a:lnTo>
                  <a:pt x="38778" y="98547"/>
                </a:lnTo>
                <a:lnTo>
                  <a:pt x="42404" y="92237"/>
                </a:lnTo>
                <a:lnTo>
                  <a:pt x="46333" y="86117"/>
                </a:lnTo>
                <a:lnTo>
                  <a:pt x="50515" y="80248"/>
                </a:lnTo>
                <a:lnTo>
                  <a:pt x="50207" y="80639"/>
                </a:lnTo>
                <a:lnTo>
                  <a:pt x="54607" y="75038"/>
                </a:lnTo>
                <a:lnTo>
                  <a:pt x="59493" y="69399"/>
                </a:lnTo>
                <a:lnTo>
                  <a:pt x="64320" y="64329"/>
                </a:lnTo>
                <a:lnTo>
                  <a:pt x="69560" y="59354"/>
                </a:lnTo>
                <a:lnTo>
                  <a:pt x="74872" y="54751"/>
                </a:lnTo>
                <a:lnTo>
                  <a:pt x="80259" y="50507"/>
                </a:lnTo>
                <a:lnTo>
                  <a:pt x="86117" y="46333"/>
                </a:lnTo>
                <a:lnTo>
                  <a:pt x="92237" y="42404"/>
                </a:lnTo>
                <a:lnTo>
                  <a:pt x="98547" y="38778"/>
                </a:lnTo>
                <a:lnTo>
                  <a:pt x="104825" y="35561"/>
                </a:lnTo>
                <a:lnTo>
                  <a:pt x="111493" y="32553"/>
                </a:lnTo>
                <a:lnTo>
                  <a:pt x="118330" y="29863"/>
                </a:lnTo>
                <a:lnTo>
                  <a:pt x="124970" y="27620"/>
                </a:lnTo>
                <a:lnTo>
                  <a:pt x="132164" y="25578"/>
                </a:lnTo>
                <a:lnTo>
                  <a:pt x="139078" y="23981"/>
                </a:lnTo>
                <a:lnTo>
                  <a:pt x="146388" y="22674"/>
                </a:lnTo>
                <a:lnTo>
                  <a:pt x="154110" y="21695"/>
                </a:lnTo>
                <a:lnTo>
                  <a:pt x="161390" y="21152"/>
                </a:lnTo>
                <a:lnTo>
                  <a:pt x="169308" y="20949"/>
                </a:lnTo>
                <a:lnTo>
                  <a:pt x="1087243" y="20949"/>
                </a:lnTo>
                <a:lnTo>
                  <a:pt x="1087243" y="186123"/>
                </a:lnTo>
                <a:lnTo>
                  <a:pt x="1087040" y="194041"/>
                </a:lnTo>
                <a:lnTo>
                  <a:pt x="1086497" y="201321"/>
                </a:lnTo>
                <a:lnTo>
                  <a:pt x="1085518" y="209043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CritiqueSet">
            <a:extLst xmlns:a="http://schemas.openxmlformats.org/drawingml/2006/main">
              <a:ext uri="{FF2B5EF4-FFF2-40B4-BE49-F238E27FC236}">
                <a16:creationId xmlns:a16="http://schemas.microsoft.com/office/drawing/2014/main" id="{5E270282-CAA9-4E5F-B1EA-14CE3C1D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399" y="759832"/>
            <a:ext cx="899883" cy="156734"/>
          </a:xfrm>
          <a:custGeom xmlns:a="http://schemas.openxmlformats.org/drawingml/2006/main">
            <a:pathLst>
              <a:path w="899883" h="156734">
                <a:moveTo>
                  <a:pt x="79422" y="34662"/>
                </a:moveTo>
                <a:cubicBezTo>
                  <a:pt x="74901" y="34662"/>
                  <a:pt x="71560" y="32276"/>
                  <a:pt x="69400" y="27504"/>
                </a:cubicBezTo>
                <a:cubicBezTo>
                  <a:pt x="68395" y="25243"/>
                  <a:pt x="67391" y="23887"/>
                  <a:pt x="66386" y="23435"/>
                </a:cubicBezTo>
                <a:cubicBezTo>
                  <a:pt x="65632" y="23083"/>
                  <a:pt x="63648" y="22907"/>
                  <a:pt x="60433" y="22907"/>
                </a:cubicBezTo>
                <a:cubicBezTo>
                  <a:pt x="54103" y="22907"/>
                  <a:pt x="46794" y="27820"/>
                  <a:pt x="38505" y="37646"/>
                </a:cubicBezTo>
                <a:cubicBezTo>
                  <a:pt x="26901" y="51382"/>
                  <a:pt x="21099" y="64241"/>
                  <a:pt x="21099" y="76222"/>
                </a:cubicBezTo>
                <a:cubicBezTo>
                  <a:pt x="21099" y="81687"/>
                  <a:pt x="22932" y="86374"/>
                  <a:pt x="26600" y="90285"/>
                </a:cubicBezTo>
                <a:cubicBezTo>
                  <a:pt x="30267" y="94195"/>
                  <a:pt x="34662" y="96150"/>
                  <a:pt x="39786" y="96150"/>
                </a:cubicBezTo>
                <a:cubicBezTo>
                  <a:pt x="44760" y="96150"/>
                  <a:pt x="49808" y="94844"/>
                  <a:pt x="54932" y="92232"/>
                </a:cubicBezTo>
                <a:cubicBezTo>
                  <a:pt x="56741" y="91278"/>
                  <a:pt x="60559" y="88816"/>
                  <a:pt x="66386" y="84847"/>
                </a:cubicBezTo>
                <a:cubicBezTo>
                  <a:pt x="70304" y="82235"/>
                  <a:pt x="73268" y="80929"/>
                  <a:pt x="75278" y="80929"/>
                </a:cubicBezTo>
                <a:cubicBezTo>
                  <a:pt x="78292" y="80929"/>
                  <a:pt x="80854" y="82037"/>
                  <a:pt x="82964" y="84252"/>
                </a:cubicBezTo>
                <a:cubicBezTo>
                  <a:pt x="84923" y="86316"/>
                  <a:pt x="85902" y="88682"/>
                  <a:pt x="85902" y="91349"/>
                </a:cubicBezTo>
                <a:cubicBezTo>
                  <a:pt x="85902" y="94319"/>
                  <a:pt x="84596" y="96912"/>
                  <a:pt x="81984" y="99127"/>
                </a:cubicBezTo>
                <a:cubicBezTo>
                  <a:pt x="68169" y="110807"/>
                  <a:pt x="54103" y="116646"/>
                  <a:pt x="39786" y="116646"/>
                </a:cubicBezTo>
                <a:cubicBezTo>
                  <a:pt x="28483" y="116646"/>
                  <a:pt x="18939" y="112527"/>
                  <a:pt x="11152" y="104289"/>
                </a:cubicBezTo>
                <a:cubicBezTo>
                  <a:pt x="3717" y="96351"/>
                  <a:pt x="0" y="87008"/>
                  <a:pt x="0" y="76257"/>
                </a:cubicBezTo>
                <a:cubicBezTo>
                  <a:pt x="0" y="59428"/>
                  <a:pt x="7359" y="42248"/>
                  <a:pt x="22078" y="24716"/>
                </a:cubicBezTo>
                <a:cubicBezTo>
                  <a:pt x="34587" y="9846"/>
                  <a:pt x="47372" y="2411"/>
                  <a:pt x="60433" y="2411"/>
                </a:cubicBezTo>
                <a:cubicBezTo>
                  <a:pt x="62643" y="2411"/>
                  <a:pt x="64640" y="2487"/>
                  <a:pt x="66424" y="2637"/>
                </a:cubicBezTo>
                <a:cubicBezTo>
                  <a:pt x="68207" y="2788"/>
                  <a:pt x="69777" y="3014"/>
                  <a:pt x="71133" y="3316"/>
                </a:cubicBezTo>
                <a:cubicBezTo>
                  <a:pt x="73344" y="1105"/>
                  <a:pt x="76006" y="0"/>
                  <a:pt x="79121" y="0"/>
                </a:cubicBezTo>
                <a:cubicBezTo>
                  <a:pt x="84245" y="0"/>
                  <a:pt x="87409" y="2951"/>
                  <a:pt x="88615" y="8854"/>
                </a:cubicBezTo>
                <a:cubicBezTo>
                  <a:pt x="89469" y="13093"/>
                  <a:pt x="89896" y="18038"/>
                  <a:pt x="89896" y="23689"/>
                </a:cubicBezTo>
                <a:cubicBezTo>
                  <a:pt x="89896" y="26212"/>
                  <a:pt x="89168" y="28507"/>
                  <a:pt x="87711" y="30574"/>
                </a:cubicBezTo>
                <a:cubicBezTo>
                  <a:pt x="85802" y="33300"/>
                  <a:pt x="83039" y="34662"/>
                  <a:pt x="79422" y="34662"/>
                </a:cubicBezTo>
                <a:close/>
                <a:moveTo>
                  <a:pt x="162032" y="60612"/>
                </a:moveTo>
                <a:cubicBezTo>
                  <a:pt x="161580" y="68329"/>
                  <a:pt x="158088" y="72188"/>
                  <a:pt x="151558" y="72188"/>
                </a:cubicBezTo>
                <a:cubicBezTo>
                  <a:pt x="145228" y="72188"/>
                  <a:pt x="142063" y="68909"/>
                  <a:pt x="142063" y="62350"/>
                </a:cubicBezTo>
                <a:lnTo>
                  <a:pt x="141686" y="54706"/>
                </a:lnTo>
                <a:cubicBezTo>
                  <a:pt x="130383" y="56515"/>
                  <a:pt x="122296" y="62317"/>
                  <a:pt x="117423" y="72113"/>
                </a:cubicBezTo>
                <a:lnTo>
                  <a:pt x="117498" y="110015"/>
                </a:lnTo>
                <a:cubicBezTo>
                  <a:pt x="117498" y="112879"/>
                  <a:pt x="116519" y="115252"/>
                  <a:pt x="114559" y="117136"/>
                </a:cubicBezTo>
                <a:cubicBezTo>
                  <a:pt x="112600" y="119020"/>
                  <a:pt x="110114" y="119962"/>
                  <a:pt x="107099" y="119962"/>
                </a:cubicBezTo>
                <a:cubicBezTo>
                  <a:pt x="103985" y="119962"/>
                  <a:pt x="101574" y="118956"/>
                  <a:pt x="99866" y="116945"/>
                </a:cubicBezTo>
                <a:cubicBezTo>
                  <a:pt x="98258" y="115135"/>
                  <a:pt x="97454" y="112822"/>
                  <a:pt x="97454" y="110006"/>
                </a:cubicBezTo>
                <a:lnTo>
                  <a:pt x="97454" y="60605"/>
                </a:lnTo>
                <a:cubicBezTo>
                  <a:pt x="97454" y="59046"/>
                  <a:pt x="97504" y="56721"/>
                  <a:pt x="97605" y="53630"/>
                </a:cubicBezTo>
                <a:cubicBezTo>
                  <a:pt x="97705" y="50538"/>
                  <a:pt x="97756" y="48212"/>
                  <a:pt x="97756" y="46653"/>
                </a:cubicBezTo>
                <a:cubicBezTo>
                  <a:pt x="97756" y="43837"/>
                  <a:pt x="98597" y="41486"/>
                  <a:pt x="100280" y="39600"/>
                </a:cubicBezTo>
                <a:cubicBezTo>
                  <a:pt x="101963" y="37715"/>
                  <a:pt x="104362" y="36772"/>
                  <a:pt x="107476" y="36772"/>
                </a:cubicBezTo>
                <a:cubicBezTo>
                  <a:pt x="113052" y="36772"/>
                  <a:pt x="116368" y="39636"/>
                  <a:pt x="117423" y="45362"/>
                </a:cubicBezTo>
                <a:cubicBezTo>
                  <a:pt x="126314" y="38731"/>
                  <a:pt x="136186" y="35416"/>
                  <a:pt x="147036" y="35416"/>
                </a:cubicBezTo>
                <a:cubicBezTo>
                  <a:pt x="157084" y="35416"/>
                  <a:pt x="162107" y="42125"/>
                  <a:pt x="162107" y="55542"/>
                </a:cubicBezTo>
                <a:cubicBezTo>
                  <a:pt x="162107" y="58115"/>
                  <a:pt x="162082" y="59805"/>
                  <a:pt x="162032" y="60612"/>
                </a:cubicBezTo>
                <a:close/>
                <a:moveTo>
                  <a:pt x="190086" y="24264"/>
                </a:moveTo>
                <a:cubicBezTo>
                  <a:pt x="186871" y="24264"/>
                  <a:pt x="184083" y="23184"/>
                  <a:pt x="181721" y="21023"/>
                </a:cubicBezTo>
                <a:cubicBezTo>
                  <a:pt x="179360" y="18863"/>
                  <a:pt x="178180" y="16226"/>
                  <a:pt x="178180" y="13111"/>
                </a:cubicBezTo>
                <a:cubicBezTo>
                  <a:pt x="178180" y="9997"/>
                  <a:pt x="179360" y="7359"/>
                  <a:pt x="181721" y="5199"/>
                </a:cubicBezTo>
                <a:cubicBezTo>
                  <a:pt x="184083" y="3039"/>
                  <a:pt x="186871" y="1959"/>
                  <a:pt x="190086" y="1959"/>
                </a:cubicBezTo>
                <a:cubicBezTo>
                  <a:pt x="193301" y="1959"/>
                  <a:pt x="196076" y="3039"/>
                  <a:pt x="198412" y="5199"/>
                </a:cubicBezTo>
                <a:cubicBezTo>
                  <a:pt x="200748" y="7359"/>
                  <a:pt x="201916" y="9997"/>
                  <a:pt x="201916" y="13111"/>
                </a:cubicBezTo>
                <a:cubicBezTo>
                  <a:pt x="201916" y="16226"/>
                  <a:pt x="200748" y="18863"/>
                  <a:pt x="198412" y="21023"/>
                </a:cubicBezTo>
                <a:cubicBezTo>
                  <a:pt x="196076" y="23184"/>
                  <a:pt x="193301" y="24264"/>
                  <a:pt x="190086" y="24264"/>
                </a:cubicBezTo>
                <a:moveTo>
                  <a:pt x="196491" y="79497"/>
                </a:moveTo>
                <a:cubicBezTo>
                  <a:pt x="196491" y="82361"/>
                  <a:pt x="196579" y="86957"/>
                  <a:pt x="196754" y="93287"/>
                </a:cubicBezTo>
                <a:cubicBezTo>
                  <a:pt x="196930" y="99617"/>
                  <a:pt x="197018" y="104213"/>
                  <a:pt x="197018" y="107077"/>
                </a:cubicBezTo>
                <a:cubicBezTo>
                  <a:pt x="197018" y="109990"/>
                  <a:pt x="196039" y="112389"/>
                  <a:pt x="194079" y="114273"/>
                </a:cubicBezTo>
                <a:cubicBezTo>
                  <a:pt x="192120" y="116157"/>
                  <a:pt x="189634" y="117099"/>
                  <a:pt x="186619" y="117099"/>
                </a:cubicBezTo>
                <a:cubicBezTo>
                  <a:pt x="183605" y="117099"/>
                  <a:pt x="181119" y="116157"/>
                  <a:pt x="179159" y="114273"/>
                </a:cubicBezTo>
                <a:cubicBezTo>
                  <a:pt x="177200" y="112389"/>
                  <a:pt x="176221" y="109990"/>
                  <a:pt x="176221" y="107077"/>
                </a:cubicBezTo>
                <a:cubicBezTo>
                  <a:pt x="176221" y="104213"/>
                  <a:pt x="176133" y="99617"/>
                  <a:pt x="175957" y="93287"/>
                </a:cubicBezTo>
                <a:cubicBezTo>
                  <a:pt x="175781" y="86957"/>
                  <a:pt x="175693" y="82361"/>
                  <a:pt x="175693" y="79497"/>
                </a:cubicBezTo>
                <a:cubicBezTo>
                  <a:pt x="175693" y="75026"/>
                  <a:pt x="175944" y="69425"/>
                  <a:pt x="176447" y="62694"/>
                </a:cubicBezTo>
                <a:cubicBezTo>
                  <a:pt x="176949" y="55962"/>
                  <a:pt x="177200" y="50361"/>
                  <a:pt x="177200" y="45890"/>
                </a:cubicBezTo>
                <a:cubicBezTo>
                  <a:pt x="177200" y="42976"/>
                  <a:pt x="178180" y="40578"/>
                  <a:pt x="180139" y="38694"/>
                </a:cubicBezTo>
                <a:cubicBezTo>
                  <a:pt x="182098" y="36810"/>
                  <a:pt x="184585" y="35868"/>
                  <a:pt x="187599" y="35868"/>
                </a:cubicBezTo>
                <a:cubicBezTo>
                  <a:pt x="190613" y="35868"/>
                  <a:pt x="193100" y="36810"/>
                  <a:pt x="195059" y="38694"/>
                </a:cubicBezTo>
                <a:cubicBezTo>
                  <a:pt x="197018" y="40578"/>
                  <a:pt x="197998" y="42976"/>
                  <a:pt x="197998" y="45890"/>
                </a:cubicBezTo>
                <a:cubicBezTo>
                  <a:pt x="197998" y="50361"/>
                  <a:pt x="197747" y="55962"/>
                  <a:pt x="197244" y="62694"/>
                </a:cubicBezTo>
                <a:cubicBezTo>
                  <a:pt x="196742" y="69425"/>
                  <a:pt x="196491" y="75026"/>
                  <a:pt x="196491" y="79497"/>
                </a:cubicBezTo>
                <a:close/>
                <a:moveTo>
                  <a:pt x="269399" y="54176"/>
                </a:moveTo>
                <a:cubicBezTo>
                  <a:pt x="268344" y="54176"/>
                  <a:pt x="267100" y="54139"/>
                  <a:pt x="265669" y="54063"/>
                </a:cubicBezTo>
                <a:cubicBezTo>
                  <a:pt x="264237" y="53988"/>
                  <a:pt x="262994" y="53950"/>
                  <a:pt x="261939" y="53950"/>
                </a:cubicBezTo>
                <a:cubicBezTo>
                  <a:pt x="259879" y="53950"/>
                  <a:pt x="257493" y="54152"/>
                  <a:pt x="254780" y="54556"/>
                </a:cubicBezTo>
                <a:cubicBezTo>
                  <a:pt x="255684" y="74851"/>
                  <a:pt x="256137" y="88113"/>
                  <a:pt x="256137" y="94342"/>
                </a:cubicBezTo>
                <a:cubicBezTo>
                  <a:pt x="256137" y="94995"/>
                  <a:pt x="256162" y="96213"/>
                  <a:pt x="256212" y="97997"/>
                </a:cubicBezTo>
                <a:cubicBezTo>
                  <a:pt x="256262" y="99780"/>
                  <a:pt x="256287" y="101224"/>
                  <a:pt x="256287" y="102329"/>
                </a:cubicBezTo>
                <a:cubicBezTo>
                  <a:pt x="256287" y="113883"/>
                  <a:pt x="252645" y="119661"/>
                  <a:pt x="245361" y="119661"/>
                </a:cubicBezTo>
                <a:cubicBezTo>
                  <a:pt x="242598" y="119661"/>
                  <a:pt x="240212" y="118807"/>
                  <a:pt x="238203" y="117099"/>
                </a:cubicBezTo>
                <a:cubicBezTo>
                  <a:pt x="235992" y="115290"/>
                  <a:pt x="234887" y="113029"/>
                  <a:pt x="234887" y="110317"/>
                </a:cubicBezTo>
                <a:cubicBezTo>
                  <a:pt x="234887" y="108508"/>
                  <a:pt x="234962" y="105796"/>
                  <a:pt x="235113" y="102179"/>
                </a:cubicBezTo>
                <a:cubicBezTo>
                  <a:pt x="235264" y="98562"/>
                  <a:pt x="235339" y="95849"/>
                  <a:pt x="235339" y="94041"/>
                </a:cubicBezTo>
                <a:cubicBezTo>
                  <a:pt x="235339" y="87962"/>
                  <a:pt x="234887" y="74951"/>
                  <a:pt x="233983" y="55008"/>
                </a:cubicBezTo>
                <a:cubicBezTo>
                  <a:pt x="230868" y="54857"/>
                  <a:pt x="226159" y="54443"/>
                  <a:pt x="219854" y="53764"/>
                </a:cubicBezTo>
                <a:cubicBezTo>
                  <a:pt x="213550" y="53086"/>
                  <a:pt x="210397" y="49833"/>
                  <a:pt x="210397" y="44006"/>
                </a:cubicBezTo>
                <a:cubicBezTo>
                  <a:pt x="210397" y="41193"/>
                  <a:pt x="211352" y="38807"/>
                  <a:pt x="213261" y="36848"/>
                </a:cubicBezTo>
                <a:cubicBezTo>
                  <a:pt x="215170" y="34888"/>
                  <a:pt x="217631" y="33909"/>
                  <a:pt x="220645" y="33909"/>
                </a:cubicBezTo>
                <a:cubicBezTo>
                  <a:pt x="222504" y="33909"/>
                  <a:pt x="226774" y="34210"/>
                  <a:pt x="233455" y="34813"/>
                </a:cubicBezTo>
                <a:cubicBezTo>
                  <a:pt x="233405" y="33201"/>
                  <a:pt x="233279" y="30531"/>
                  <a:pt x="233079" y="26802"/>
                </a:cubicBezTo>
                <a:cubicBezTo>
                  <a:pt x="232878" y="23578"/>
                  <a:pt x="232777" y="21083"/>
                  <a:pt x="232777" y="19319"/>
                </a:cubicBezTo>
                <a:cubicBezTo>
                  <a:pt x="232777" y="16498"/>
                  <a:pt x="233807" y="14155"/>
                  <a:pt x="235867" y="12292"/>
                </a:cubicBezTo>
                <a:cubicBezTo>
                  <a:pt x="237926" y="10427"/>
                  <a:pt x="240413" y="9494"/>
                  <a:pt x="243327" y="9494"/>
                </a:cubicBezTo>
                <a:cubicBezTo>
                  <a:pt x="250761" y="9494"/>
                  <a:pt x="254479" y="15768"/>
                  <a:pt x="254479" y="28314"/>
                </a:cubicBezTo>
                <a:lnTo>
                  <a:pt x="254328" y="34512"/>
                </a:lnTo>
                <a:cubicBezTo>
                  <a:pt x="257443" y="34009"/>
                  <a:pt x="259980" y="33758"/>
                  <a:pt x="261939" y="33758"/>
                </a:cubicBezTo>
                <a:cubicBezTo>
                  <a:pt x="267716" y="33758"/>
                  <a:pt x="271659" y="34136"/>
                  <a:pt x="273769" y="34893"/>
                </a:cubicBezTo>
                <a:cubicBezTo>
                  <a:pt x="277788" y="36304"/>
                  <a:pt x="279797" y="39380"/>
                  <a:pt x="279797" y="44119"/>
                </a:cubicBezTo>
                <a:cubicBezTo>
                  <a:pt x="279797" y="46994"/>
                  <a:pt x="278818" y="49388"/>
                  <a:pt x="276859" y="51304"/>
                </a:cubicBezTo>
                <a:cubicBezTo>
                  <a:pt x="274899" y="53219"/>
                  <a:pt x="272413" y="54176"/>
                  <a:pt x="269399" y="54176"/>
                </a:cubicBezTo>
                <a:close/>
                <a:moveTo>
                  <a:pt x="306002" y="24264"/>
                </a:moveTo>
                <a:cubicBezTo>
                  <a:pt x="302787" y="24264"/>
                  <a:pt x="299999" y="23184"/>
                  <a:pt x="297638" y="21023"/>
                </a:cubicBezTo>
                <a:cubicBezTo>
                  <a:pt x="295277" y="18863"/>
                  <a:pt x="294097" y="16226"/>
                  <a:pt x="294097" y="13111"/>
                </a:cubicBezTo>
                <a:cubicBezTo>
                  <a:pt x="294097" y="9997"/>
                  <a:pt x="295277" y="7359"/>
                  <a:pt x="297638" y="5199"/>
                </a:cubicBezTo>
                <a:cubicBezTo>
                  <a:pt x="299999" y="3039"/>
                  <a:pt x="302787" y="1959"/>
                  <a:pt x="306002" y="1959"/>
                </a:cubicBezTo>
                <a:cubicBezTo>
                  <a:pt x="309217" y="1959"/>
                  <a:pt x="311993" y="3039"/>
                  <a:pt x="314329" y="5199"/>
                </a:cubicBezTo>
                <a:cubicBezTo>
                  <a:pt x="316665" y="7359"/>
                  <a:pt x="317833" y="9997"/>
                  <a:pt x="317833" y="13111"/>
                </a:cubicBezTo>
                <a:cubicBezTo>
                  <a:pt x="317833" y="16226"/>
                  <a:pt x="316665" y="18863"/>
                  <a:pt x="314329" y="21023"/>
                </a:cubicBezTo>
                <a:cubicBezTo>
                  <a:pt x="311993" y="23184"/>
                  <a:pt x="309217" y="24264"/>
                  <a:pt x="306002" y="24264"/>
                </a:cubicBezTo>
                <a:moveTo>
                  <a:pt x="312407" y="79497"/>
                </a:moveTo>
                <a:cubicBezTo>
                  <a:pt x="312407" y="82361"/>
                  <a:pt x="312495" y="86957"/>
                  <a:pt x="312671" y="93287"/>
                </a:cubicBezTo>
                <a:cubicBezTo>
                  <a:pt x="312847" y="99617"/>
                  <a:pt x="312935" y="104213"/>
                  <a:pt x="312935" y="107077"/>
                </a:cubicBezTo>
                <a:cubicBezTo>
                  <a:pt x="312935" y="109990"/>
                  <a:pt x="311955" y="112389"/>
                  <a:pt x="309996" y="114273"/>
                </a:cubicBezTo>
                <a:cubicBezTo>
                  <a:pt x="308037" y="116157"/>
                  <a:pt x="305550" y="117099"/>
                  <a:pt x="302536" y="117099"/>
                </a:cubicBezTo>
                <a:cubicBezTo>
                  <a:pt x="299522" y="117099"/>
                  <a:pt x="297035" y="116157"/>
                  <a:pt x="295076" y="114273"/>
                </a:cubicBezTo>
                <a:cubicBezTo>
                  <a:pt x="293117" y="112389"/>
                  <a:pt x="292137" y="109990"/>
                  <a:pt x="292137" y="107077"/>
                </a:cubicBezTo>
                <a:cubicBezTo>
                  <a:pt x="292137" y="104213"/>
                  <a:pt x="292050" y="99617"/>
                  <a:pt x="291874" y="93287"/>
                </a:cubicBezTo>
                <a:cubicBezTo>
                  <a:pt x="291698" y="86957"/>
                  <a:pt x="291610" y="82361"/>
                  <a:pt x="291610" y="79497"/>
                </a:cubicBezTo>
                <a:cubicBezTo>
                  <a:pt x="291610" y="75026"/>
                  <a:pt x="291861" y="69425"/>
                  <a:pt x="292364" y="62694"/>
                </a:cubicBezTo>
                <a:cubicBezTo>
                  <a:pt x="292866" y="55962"/>
                  <a:pt x="293117" y="50361"/>
                  <a:pt x="293117" y="45890"/>
                </a:cubicBezTo>
                <a:cubicBezTo>
                  <a:pt x="293117" y="42976"/>
                  <a:pt x="294097" y="40578"/>
                  <a:pt x="296056" y="38694"/>
                </a:cubicBezTo>
                <a:cubicBezTo>
                  <a:pt x="298015" y="36810"/>
                  <a:pt x="300502" y="35868"/>
                  <a:pt x="303516" y="35868"/>
                </a:cubicBezTo>
                <a:cubicBezTo>
                  <a:pt x="306530" y="35868"/>
                  <a:pt x="309017" y="36810"/>
                  <a:pt x="310976" y="38694"/>
                </a:cubicBezTo>
                <a:cubicBezTo>
                  <a:pt x="312935" y="40578"/>
                  <a:pt x="313915" y="42976"/>
                  <a:pt x="313915" y="45890"/>
                </a:cubicBezTo>
                <a:cubicBezTo>
                  <a:pt x="313915" y="50361"/>
                  <a:pt x="313663" y="55962"/>
                  <a:pt x="313161" y="62694"/>
                </a:cubicBezTo>
                <a:cubicBezTo>
                  <a:pt x="312659" y="69425"/>
                  <a:pt x="312407" y="75026"/>
                  <a:pt x="312407" y="79497"/>
                </a:cubicBezTo>
                <a:close/>
                <a:moveTo>
                  <a:pt x="395940" y="91474"/>
                </a:moveTo>
                <a:cubicBezTo>
                  <a:pt x="394785" y="100628"/>
                  <a:pt x="393630" y="109807"/>
                  <a:pt x="392474" y="119011"/>
                </a:cubicBezTo>
                <a:cubicBezTo>
                  <a:pt x="391218" y="129171"/>
                  <a:pt x="390590" y="138376"/>
                  <a:pt x="390590" y="146625"/>
                </a:cubicBezTo>
                <a:cubicBezTo>
                  <a:pt x="390590" y="149542"/>
                  <a:pt x="389611" y="151956"/>
                  <a:pt x="387652" y="153866"/>
                </a:cubicBezTo>
                <a:cubicBezTo>
                  <a:pt x="385692" y="155778"/>
                  <a:pt x="383206" y="156734"/>
                  <a:pt x="380192" y="156734"/>
                </a:cubicBezTo>
                <a:cubicBezTo>
                  <a:pt x="373259" y="156734"/>
                  <a:pt x="369793" y="152548"/>
                  <a:pt x="369793" y="144176"/>
                </a:cubicBezTo>
                <a:cubicBezTo>
                  <a:pt x="369793" y="142922"/>
                  <a:pt x="369868" y="141643"/>
                  <a:pt x="370019" y="140340"/>
                </a:cubicBezTo>
                <a:cubicBezTo>
                  <a:pt x="370471" y="136731"/>
                  <a:pt x="371174" y="129511"/>
                  <a:pt x="372129" y="118681"/>
                </a:cubicBezTo>
                <a:cubicBezTo>
                  <a:pt x="370069" y="119133"/>
                  <a:pt x="368185" y="119359"/>
                  <a:pt x="366477" y="119359"/>
                </a:cubicBezTo>
                <a:cubicBezTo>
                  <a:pt x="354823" y="119359"/>
                  <a:pt x="345303" y="116440"/>
                  <a:pt x="337919" y="110602"/>
                </a:cubicBezTo>
                <a:cubicBezTo>
                  <a:pt x="329931" y="104261"/>
                  <a:pt x="325938" y="95505"/>
                  <a:pt x="325938" y="84334"/>
                </a:cubicBezTo>
                <a:cubicBezTo>
                  <a:pt x="325938" y="69538"/>
                  <a:pt x="330333" y="57610"/>
                  <a:pt x="339124" y="48551"/>
                </a:cubicBezTo>
                <a:cubicBezTo>
                  <a:pt x="348267" y="39242"/>
                  <a:pt x="360600" y="34612"/>
                  <a:pt x="376123" y="34662"/>
                </a:cubicBezTo>
                <a:cubicBezTo>
                  <a:pt x="378785" y="34662"/>
                  <a:pt x="380970" y="35315"/>
                  <a:pt x="382678" y="36622"/>
                </a:cubicBezTo>
                <a:cubicBezTo>
                  <a:pt x="384437" y="35516"/>
                  <a:pt x="386220" y="34964"/>
                  <a:pt x="388028" y="34964"/>
                </a:cubicBezTo>
                <a:cubicBezTo>
                  <a:pt x="390892" y="34964"/>
                  <a:pt x="393353" y="36020"/>
                  <a:pt x="395413" y="38133"/>
                </a:cubicBezTo>
                <a:cubicBezTo>
                  <a:pt x="397473" y="40245"/>
                  <a:pt x="398502" y="42658"/>
                  <a:pt x="398502" y="45374"/>
                </a:cubicBezTo>
                <a:cubicBezTo>
                  <a:pt x="398502" y="59660"/>
                  <a:pt x="397648" y="75026"/>
                  <a:pt x="395940" y="91474"/>
                </a:cubicBezTo>
                <a:moveTo>
                  <a:pt x="375746" y="52973"/>
                </a:moveTo>
                <a:cubicBezTo>
                  <a:pt x="373234" y="52722"/>
                  <a:pt x="371727" y="52647"/>
                  <a:pt x="371225" y="52747"/>
                </a:cubicBezTo>
                <a:cubicBezTo>
                  <a:pt x="362886" y="54155"/>
                  <a:pt x="356581" y="58180"/>
                  <a:pt x="352311" y="64822"/>
                </a:cubicBezTo>
                <a:cubicBezTo>
                  <a:pt x="348795" y="70356"/>
                  <a:pt x="347036" y="76922"/>
                  <a:pt x="347036" y="84520"/>
                </a:cubicBezTo>
                <a:cubicBezTo>
                  <a:pt x="347036" y="89401"/>
                  <a:pt x="348543" y="93351"/>
                  <a:pt x="351558" y="96369"/>
                </a:cubicBezTo>
                <a:cubicBezTo>
                  <a:pt x="354974" y="99690"/>
                  <a:pt x="359746" y="101274"/>
                  <a:pt x="365875" y="101124"/>
                </a:cubicBezTo>
                <a:cubicBezTo>
                  <a:pt x="369341" y="101023"/>
                  <a:pt x="371928" y="99111"/>
                  <a:pt x="373636" y="95387"/>
                </a:cubicBezTo>
                <a:cubicBezTo>
                  <a:pt x="375897" y="90457"/>
                  <a:pt x="377102" y="81702"/>
                  <a:pt x="377253" y="69125"/>
                </a:cubicBezTo>
                <a:cubicBezTo>
                  <a:pt x="377253" y="68269"/>
                  <a:pt x="377554" y="62935"/>
                  <a:pt x="378157" y="53124"/>
                </a:cubicBezTo>
                <a:cubicBezTo>
                  <a:pt x="377504" y="53124"/>
                  <a:pt x="376700" y="53074"/>
                  <a:pt x="375746" y="52973"/>
                </a:cubicBezTo>
                <a:close/>
                <a:moveTo>
                  <a:pt x="477731" y="71284"/>
                </a:moveTo>
                <a:cubicBezTo>
                  <a:pt x="477731" y="74650"/>
                  <a:pt x="477756" y="79723"/>
                  <a:pt x="477806" y="86505"/>
                </a:cubicBezTo>
                <a:cubicBezTo>
                  <a:pt x="477857" y="93287"/>
                  <a:pt x="477882" y="98361"/>
                  <a:pt x="477882" y="101727"/>
                </a:cubicBezTo>
                <a:cubicBezTo>
                  <a:pt x="477882" y="102781"/>
                  <a:pt x="477970" y="104351"/>
                  <a:pt x="478146" y="106436"/>
                </a:cubicBezTo>
                <a:cubicBezTo>
                  <a:pt x="478321" y="108521"/>
                  <a:pt x="478409" y="110091"/>
                  <a:pt x="478409" y="111146"/>
                </a:cubicBezTo>
                <a:cubicBezTo>
                  <a:pt x="478409" y="113959"/>
                  <a:pt x="477392" y="116282"/>
                  <a:pt x="475357" y="118116"/>
                </a:cubicBezTo>
                <a:cubicBezTo>
                  <a:pt x="473323" y="119949"/>
                  <a:pt x="470824" y="120866"/>
                  <a:pt x="467860" y="120866"/>
                </a:cubicBezTo>
                <a:cubicBezTo>
                  <a:pt x="463690" y="120866"/>
                  <a:pt x="460651" y="118982"/>
                  <a:pt x="458742" y="115215"/>
                </a:cubicBezTo>
                <a:cubicBezTo>
                  <a:pt x="452312" y="117576"/>
                  <a:pt x="445656" y="118756"/>
                  <a:pt x="438774" y="118756"/>
                </a:cubicBezTo>
                <a:cubicBezTo>
                  <a:pt x="431640" y="118756"/>
                  <a:pt x="425637" y="117257"/>
                  <a:pt x="420764" y="114259"/>
                </a:cubicBezTo>
                <a:cubicBezTo>
                  <a:pt x="415289" y="110811"/>
                  <a:pt x="412023" y="105790"/>
                  <a:pt x="410968" y="99195"/>
                </a:cubicBezTo>
                <a:cubicBezTo>
                  <a:pt x="409009" y="86704"/>
                  <a:pt x="408030" y="75537"/>
                  <a:pt x="408030" y="65694"/>
                </a:cubicBezTo>
                <a:cubicBezTo>
                  <a:pt x="408030" y="59198"/>
                  <a:pt x="408783" y="51778"/>
                  <a:pt x="410290" y="43434"/>
                </a:cubicBezTo>
                <a:cubicBezTo>
                  <a:pt x="411295" y="37787"/>
                  <a:pt x="414686" y="34964"/>
                  <a:pt x="420463" y="34964"/>
                </a:cubicBezTo>
                <a:cubicBezTo>
                  <a:pt x="423376" y="34964"/>
                  <a:pt x="425863" y="35874"/>
                  <a:pt x="427923" y="37695"/>
                </a:cubicBezTo>
                <a:cubicBezTo>
                  <a:pt x="429982" y="39516"/>
                  <a:pt x="431012" y="41823"/>
                  <a:pt x="431012" y="44616"/>
                </a:cubicBezTo>
                <a:cubicBezTo>
                  <a:pt x="431012" y="46811"/>
                  <a:pt x="430648" y="50253"/>
                  <a:pt x="429920" y="54942"/>
                </a:cubicBezTo>
                <a:cubicBezTo>
                  <a:pt x="429191" y="59631"/>
                  <a:pt x="428827" y="63198"/>
                  <a:pt x="428827" y="65642"/>
                </a:cubicBezTo>
                <a:cubicBezTo>
                  <a:pt x="428827" y="72675"/>
                  <a:pt x="429066" y="78823"/>
                  <a:pt x="429543" y="84087"/>
                </a:cubicBezTo>
                <a:cubicBezTo>
                  <a:pt x="430020" y="89349"/>
                  <a:pt x="430736" y="93701"/>
                  <a:pt x="431690" y="97142"/>
                </a:cubicBezTo>
                <a:cubicBezTo>
                  <a:pt x="432946" y="97691"/>
                  <a:pt x="434165" y="98116"/>
                  <a:pt x="435345" y="98416"/>
                </a:cubicBezTo>
                <a:cubicBezTo>
                  <a:pt x="436526" y="98714"/>
                  <a:pt x="437668" y="98863"/>
                  <a:pt x="438774" y="98863"/>
                </a:cubicBezTo>
                <a:cubicBezTo>
                  <a:pt x="444350" y="98863"/>
                  <a:pt x="450478" y="98059"/>
                  <a:pt x="457160" y="96452"/>
                </a:cubicBezTo>
                <a:cubicBezTo>
                  <a:pt x="457160" y="92584"/>
                  <a:pt x="457135" y="88188"/>
                  <a:pt x="457084" y="83265"/>
                </a:cubicBezTo>
                <a:cubicBezTo>
                  <a:pt x="456984" y="77387"/>
                  <a:pt x="456934" y="73168"/>
                  <a:pt x="456934" y="70606"/>
                </a:cubicBezTo>
                <a:cubicBezTo>
                  <a:pt x="456934" y="60307"/>
                  <a:pt x="457411" y="51416"/>
                  <a:pt x="458365" y="43931"/>
                </a:cubicBezTo>
                <a:cubicBezTo>
                  <a:pt x="459119" y="37953"/>
                  <a:pt x="462535" y="34964"/>
                  <a:pt x="468613" y="34964"/>
                </a:cubicBezTo>
                <a:cubicBezTo>
                  <a:pt x="471577" y="34964"/>
                  <a:pt x="474114" y="35893"/>
                  <a:pt x="476224" y="37752"/>
                </a:cubicBezTo>
                <a:cubicBezTo>
                  <a:pt x="478334" y="39611"/>
                  <a:pt x="479314" y="41946"/>
                  <a:pt x="479163" y="44760"/>
                </a:cubicBezTo>
                <a:cubicBezTo>
                  <a:pt x="478208" y="63899"/>
                  <a:pt x="477731" y="72741"/>
                  <a:pt x="477731" y="71284"/>
                </a:cubicBezTo>
                <a:close/>
                <a:moveTo>
                  <a:pt x="529305" y="118304"/>
                </a:moveTo>
                <a:cubicBezTo>
                  <a:pt x="517299" y="118304"/>
                  <a:pt x="507478" y="115438"/>
                  <a:pt x="499842" y="109707"/>
                </a:cubicBezTo>
                <a:cubicBezTo>
                  <a:pt x="491403" y="103371"/>
                  <a:pt x="487183" y="94446"/>
                  <a:pt x="487183" y="82931"/>
                </a:cubicBezTo>
                <a:cubicBezTo>
                  <a:pt x="487183" y="70210"/>
                  <a:pt x="490524" y="59450"/>
                  <a:pt x="497205" y="50651"/>
                </a:cubicBezTo>
                <a:cubicBezTo>
                  <a:pt x="504640" y="40896"/>
                  <a:pt x="514662" y="36019"/>
                  <a:pt x="527271" y="36019"/>
                </a:cubicBezTo>
                <a:cubicBezTo>
                  <a:pt x="536012" y="36019"/>
                  <a:pt x="543271" y="37425"/>
                  <a:pt x="549048" y="40238"/>
                </a:cubicBezTo>
                <a:cubicBezTo>
                  <a:pt x="556633" y="43956"/>
                  <a:pt x="560426" y="49733"/>
                  <a:pt x="560426" y="57570"/>
                </a:cubicBezTo>
                <a:cubicBezTo>
                  <a:pt x="560426" y="63096"/>
                  <a:pt x="557337" y="67993"/>
                  <a:pt x="551158" y="72263"/>
                </a:cubicBezTo>
                <a:cubicBezTo>
                  <a:pt x="548345" y="74223"/>
                  <a:pt x="542693" y="77086"/>
                  <a:pt x="534203" y="80854"/>
                </a:cubicBezTo>
                <a:lnTo>
                  <a:pt x="508809" y="92081"/>
                </a:lnTo>
                <a:cubicBezTo>
                  <a:pt x="511221" y="94694"/>
                  <a:pt x="514134" y="96653"/>
                  <a:pt x="517550" y="97959"/>
                </a:cubicBezTo>
                <a:cubicBezTo>
                  <a:pt x="520966" y="99265"/>
                  <a:pt x="524885" y="99918"/>
                  <a:pt x="529305" y="99918"/>
                </a:cubicBezTo>
                <a:cubicBezTo>
                  <a:pt x="536037" y="99918"/>
                  <a:pt x="541739" y="98537"/>
                  <a:pt x="546411" y="95774"/>
                </a:cubicBezTo>
                <a:cubicBezTo>
                  <a:pt x="550580" y="93312"/>
                  <a:pt x="553921" y="92081"/>
                  <a:pt x="556433" y="92081"/>
                </a:cubicBezTo>
                <a:cubicBezTo>
                  <a:pt x="561657" y="92081"/>
                  <a:pt x="564269" y="94625"/>
                  <a:pt x="564269" y="99713"/>
                </a:cubicBezTo>
                <a:cubicBezTo>
                  <a:pt x="564269" y="105457"/>
                  <a:pt x="560075" y="110142"/>
                  <a:pt x="551685" y="113769"/>
                </a:cubicBezTo>
                <a:cubicBezTo>
                  <a:pt x="544652" y="116792"/>
                  <a:pt x="537192" y="118304"/>
                  <a:pt x="529305" y="118304"/>
                </a:cubicBezTo>
                <a:moveTo>
                  <a:pt x="527271" y="54254"/>
                </a:moveTo>
                <a:cubicBezTo>
                  <a:pt x="522599" y="54254"/>
                  <a:pt x="518605" y="55811"/>
                  <a:pt x="515290" y="58926"/>
                </a:cubicBezTo>
                <a:cubicBezTo>
                  <a:pt x="511974" y="62041"/>
                  <a:pt x="509312" y="66712"/>
                  <a:pt x="507302" y="72942"/>
                </a:cubicBezTo>
                <a:cubicBezTo>
                  <a:pt x="512979" y="70480"/>
                  <a:pt x="518630" y="68044"/>
                  <a:pt x="524257" y="65632"/>
                </a:cubicBezTo>
                <a:cubicBezTo>
                  <a:pt x="531039" y="62568"/>
                  <a:pt x="536439" y="59730"/>
                  <a:pt x="540458" y="57118"/>
                </a:cubicBezTo>
                <a:cubicBezTo>
                  <a:pt x="537092" y="55209"/>
                  <a:pt x="532696" y="54254"/>
                  <a:pt x="527271" y="54254"/>
                </a:cubicBezTo>
                <a:close/>
                <a:moveTo>
                  <a:pt x="678896" y="119510"/>
                </a:moveTo>
                <a:cubicBezTo>
                  <a:pt x="666136" y="119510"/>
                  <a:pt x="656089" y="116660"/>
                  <a:pt x="648755" y="110960"/>
                </a:cubicBezTo>
                <a:cubicBezTo>
                  <a:pt x="642576" y="106217"/>
                  <a:pt x="639486" y="100744"/>
                  <a:pt x="639486" y="94540"/>
                </a:cubicBezTo>
                <a:cubicBezTo>
                  <a:pt x="639486" y="91361"/>
                  <a:pt x="640441" y="88725"/>
                  <a:pt x="642350" y="86632"/>
                </a:cubicBezTo>
                <a:cubicBezTo>
                  <a:pt x="644259" y="84538"/>
                  <a:pt x="646896" y="83491"/>
                  <a:pt x="650262" y="83491"/>
                </a:cubicBezTo>
                <a:cubicBezTo>
                  <a:pt x="654783" y="83491"/>
                  <a:pt x="658099" y="85813"/>
                  <a:pt x="660208" y="90457"/>
                </a:cubicBezTo>
                <a:cubicBezTo>
                  <a:pt x="663072" y="96664"/>
                  <a:pt x="669552" y="99767"/>
                  <a:pt x="679650" y="99767"/>
                </a:cubicBezTo>
                <a:cubicBezTo>
                  <a:pt x="688290" y="99767"/>
                  <a:pt x="696654" y="97884"/>
                  <a:pt x="704742" y="94116"/>
                </a:cubicBezTo>
                <a:cubicBezTo>
                  <a:pt x="713131" y="90248"/>
                  <a:pt x="717326" y="86003"/>
                  <a:pt x="717326" y="81381"/>
                </a:cubicBezTo>
                <a:cubicBezTo>
                  <a:pt x="717326" y="75052"/>
                  <a:pt x="714714" y="70882"/>
                  <a:pt x="709489" y="68873"/>
                </a:cubicBezTo>
                <a:cubicBezTo>
                  <a:pt x="705772" y="67416"/>
                  <a:pt x="698312" y="66562"/>
                  <a:pt x="687109" y="66311"/>
                </a:cubicBezTo>
                <a:cubicBezTo>
                  <a:pt x="678419" y="66110"/>
                  <a:pt x="670632" y="64475"/>
                  <a:pt x="663750" y="61406"/>
                </a:cubicBezTo>
                <a:cubicBezTo>
                  <a:pt x="654457" y="57231"/>
                  <a:pt x="649885" y="51246"/>
                  <a:pt x="650036" y="43450"/>
                </a:cubicBezTo>
                <a:cubicBezTo>
                  <a:pt x="650187" y="33644"/>
                  <a:pt x="655411" y="24654"/>
                  <a:pt x="665709" y="16481"/>
                </a:cubicBezTo>
                <a:cubicBezTo>
                  <a:pt x="676007" y="8307"/>
                  <a:pt x="687361" y="4220"/>
                  <a:pt x="699769" y="4220"/>
                </a:cubicBezTo>
                <a:cubicBezTo>
                  <a:pt x="704692" y="4220"/>
                  <a:pt x="710770" y="5354"/>
                  <a:pt x="718004" y="7622"/>
                </a:cubicBezTo>
                <a:cubicBezTo>
                  <a:pt x="726996" y="10443"/>
                  <a:pt x="731492" y="13694"/>
                  <a:pt x="731492" y="17374"/>
                </a:cubicBezTo>
                <a:cubicBezTo>
                  <a:pt x="731492" y="19994"/>
                  <a:pt x="730588" y="22312"/>
                  <a:pt x="728780" y="24327"/>
                </a:cubicBezTo>
                <a:cubicBezTo>
                  <a:pt x="726770" y="26596"/>
                  <a:pt x="724183" y="27730"/>
                  <a:pt x="721018" y="27730"/>
                </a:cubicBezTo>
                <a:cubicBezTo>
                  <a:pt x="718657" y="27730"/>
                  <a:pt x="715128" y="27228"/>
                  <a:pt x="710431" y="26223"/>
                </a:cubicBezTo>
                <a:cubicBezTo>
                  <a:pt x="705734" y="25218"/>
                  <a:pt x="702180" y="24716"/>
                  <a:pt x="699769" y="24716"/>
                </a:cubicBezTo>
                <a:cubicBezTo>
                  <a:pt x="693288" y="24766"/>
                  <a:pt x="687135" y="26323"/>
                  <a:pt x="681307" y="29388"/>
                </a:cubicBezTo>
                <a:cubicBezTo>
                  <a:pt x="675279" y="32502"/>
                  <a:pt x="672265" y="35893"/>
                  <a:pt x="672265" y="39560"/>
                </a:cubicBezTo>
                <a:cubicBezTo>
                  <a:pt x="672265" y="41469"/>
                  <a:pt x="673182" y="43039"/>
                  <a:pt x="675015" y="44270"/>
                </a:cubicBezTo>
                <a:cubicBezTo>
                  <a:pt x="676849" y="45501"/>
                  <a:pt x="679599" y="46367"/>
                  <a:pt x="683266" y="46870"/>
                </a:cubicBezTo>
                <a:cubicBezTo>
                  <a:pt x="689697" y="47221"/>
                  <a:pt x="696102" y="47573"/>
                  <a:pt x="702481" y="47924"/>
                </a:cubicBezTo>
                <a:cubicBezTo>
                  <a:pt x="713634" y="48780"/>
                  <a:pt x="722450" y="51923"/>
                  <a:pt x="728930" y="57353"/>
                </a:cubicBezTo>
                <a:cubicBezTo>
                  <a:pt x="736064" y="63388"/>
                  <a:pt x="739630" y="71735"/>
                  <a:pt x="739630" y="82396"/>
                </a:cubicBezTo>
                <a:cubicBezTo>
                  <a:pt x="739630" y="95371"/>
                  <a:pt x="732246" y="105203"/>
                  <a:pt x="717477" y="111892"/>
                </a:cubicBezTo>
                <a:cubicBezTo>
                  <a:pt x="706224" y="116971"/>
                  <a:pt x="693364" y="119510"/>
                  <a:pt x="678896" y="119510"/>
                </a:cubicBezTo>
                <a:close/>
                <a:moveTo>
                  <a:pt x="788372" y="118304"/>
                </a:moveTo>
                <a:cubicBezTo>
                  <a:pt x="776366" y="118304"/>
                  <a:pt x="766545" y="115438"/>
                  <a:pt x="758909" y="109707"/>
                </a:cubicBezTo>
                <a:cubicBezTo>
                  <a:pt x="750470" y="103371"/>
                  <a:pt x="746250" y="94446"/>
                  <a:pt x="746250" y="82931"/>
                </a:cubicBezTo>
                <a:cubicBezTo>
                  <a:pt x="746250" y="70210"/>
                  <a:pt x="749590" y="59450"/>
                  <a:pt x="756272" y="50651"/>
                </a:cubicBezTo>
                <a:cubicBezTo>
                  <a:pt x="763707" y="40896"/>
                  <a:pt x="773729" y="36019"/>
                  <a:pt x="786338" y="36019"/>
                </a:cubicBezTo>
                <a:cubicBezTo>
                  <a:pt x="795079" y="36019"/>
                  <a:pt x="802338" y="37425"/>
                  <a:pt x="808115" y="40238"/>
                </a:cubicBezTo>
                <a:cubicBezTo>
                  <a:pt x="815700" y="43956"/>
                  <a:pt x="819493" y="49733"/>
                  <a:pt x="819493" y="57570"/>
                </a:cubicBezTo>
                <a:cubicBezTo>
                  <a:pt x="819493" y="63096"/>
                  <a:pt x="816403" y="67993"/>
                  <a:pt x="810224" y="72263"/>
                </a:cubicBezTo>
                <a:cubicBezTo>
                  <a:pt x="807411" y="74223"/>
                  <a:pt x="801760" y="77086"/>
                  <a:pt x="793270" y="80854"/>
                </a:cubicBezTo>
                <a:lnTo>
                  <a:pt x="767876" y="92081"/>
                </a:lnTo>
                <a:cubicBezTo>
                  <a:pt x="770287" y="94694"/>
                  <a:pt x="773201" y="96653"/>
                  <a:pt x="776617" y="97959"/>
                </a:cubicBezTo>
                <a:cubicBezTo>
                  <a:pt x="780033" y="99265"/>
                  <a:pt x="783951" y="99918"/>
                  <a:pt x="788372" y="99918"/>
                </a:cubicBezTo>
                <a:cubicBezTo>
                  <a:pt x="795104" y="99918"/>
                  <a:pt x="800805" y="98537"/>
                  <a:pt x="805477" y="95774"/>
                </a:cubicBezTo>
                <a:cubicBezTo>
                  <a:pt x="809647" y="93312"/>
                  <a:pt x="812987" y="92081"/>
                  <a:pt x="815499" y="92081"/>
                </a:cubicBezTo>
                <a:cubicBezTo>
                  <a:pt x="820724" y="92081"/>
                  <a:pt x="823336" y="94625"/>
                  <a:pt x="823336" y="99713"/>
                </a:cubicBezTo>
                <a:cubicBezTo>
                  <a:pt x="823336" y="105457"/>
                  <a:pt x="819141" y="110142"/>
                  <a:pt x="810752" y="113769"/>
                </a:cubicBezTo>
                <a:cubicBezTo>
                  <a:pt x="803719" y="116792"/>
                  <a:pt x="796259" y="118304"/>
                  <a:pt x="788372" y="118304"/>
                </a:cubicBezTo>
                <a:moveTo>
                  <a:pt x="786338" y="54254"/>
                </a:moveTo>
                <a:cubicBezTo>
                  <a:pt x="781666" y="54254"/>
                  <a:pt x="777672" y="55811"/>
                  <a:pt x="774356" y="58926"/>
                </a:cubicBezTo>
                <a:cubicBezTo>
                  <a:pt x="771041" y="62041"/>
                  <a:pt x="768378" y="66712"/>
                  <a:pt x="766369" y="72942"/>
                </a:cubicBezTo>
                <a:cubicBezTo>
                  <a:pt x="772046" y="70480"/>
                  <a:pt x="777697" y="68044"/>
                  <a:pt x="783323" y="65632"/>
                </a:cubicBezTo>
                <a:cubicBezTo>
                  <a:pt x="790105" y="62568"/>
                  <a:pt x="795506" y="59730"/>
                  <a:pt x="799524" y="57118"/>
                </a:cubicBezTo>
                <a:cubicBezTo>
                  <a:pt x="796159" y="55209"/>
                  <a:pt x="791763" y="54254"/>
                  <a:pt x="786338" y="54254"/>
                </a:cubicBezTo>
                <a:close/>
                <a:moveTo>
                  <a:pt x="889484" y="54176"/>
                </a:moveTo>
                <a:cubicBezTo>
                  <a:pt x="888429" y="54176"/>
                  <a:pt x="887186" y="54139"/>
                  <a:pt x="885754" y="54063"/>
                </a:cubicBezTo>
                <a:cubicBezTo>
                  <a:pt x="884322" y="53988"/>
                  <a:pt x="883079" y="53950"/>
                  <a:pt x="882024" y="53950"/>
                </a:cubicBezTo>
                <a:cubicBezTo>
                  <a:pt x="879964" y="53950"/>
                  <a:pt x="877578" y="54152"/>
                  <a:pt x="874865" y="54556"/>
                </a:cubicBezTo>
                <a:cubicBezTo>
                  <a:pt x="875770" y="74851"/>
                  <a:pt x="876222" y="88113"/>
                  <a:pt x="876222" y="94342"/>
                </a:cubicBezTo>
                <a:cubicBezTo>
                  <a:pt x="876222" y="94995"/>
                  <a:pt x="876247" y="96213"/>
                  <a:pt x="876297" y="97997"/>
                </a:cubicBezTo>
                <a:cubicBezTo>
                  <a:pt x="876347" y="99780"/>
                  <a:pt x="876372" y="101224"/>
                  <a:pt x="876372" y="102329"/>
                </a:cubicBezTo>
                <a:cubicBezTo>
                  <a:pt x="876372" y="113883"/>
                  <a:pt x="872730" y="119661"/>
                  <a:pt x="865446" y="119661"/>
                </a:cubicBezTo>
                <a:cubicBezTo>
                  <a:pt x="862683" y="119661"/>
                  <a:pt x="860297" y="118807"/>
                  <a:pt x="858288" y="117099"/>
                </a:cubicBezTo>
                <a:cubicBezTo>
                  <a:pt x="856077" y="115290"/>
                  <a:pt x="854972" y="113029"/>
                  <a:pt x="854972" y="110317"/>
                </a:cubicBezTo>
                <a:cubicBezTo>
                  <a:pt x="854972" y="108508"/>
                  <a:pt x="855048" y="105796"/>
                  <a:pt x="855198" y="102179"/>
                </a:cubicBezTo>
                <a:cubicBezTo>
                  <a:pt x="855349" y="98562"/>
                  <a:pt x="855424" y="95849"/>
                  <a:pt x="855424" y="94041"/>
                </a:cubicBezTo>
                <a:cubicBezTo>
                  <a:pt x="855424" y="87962"/>
                  <a:pt x="854972" y="74951"/>
                  <a:pt x="854068" y="55008"/>
                </a:cubicBezTo>
                <a:cubicBezTo>
                  <a:pt x="850953" y="54857"/>
                  <a:pt x="846244" y="54443"/>
                  <a:pt x="839939" y="53764"/>
                </a:cubicBezTo>
                <a:cubicBezTo>
                  <a:pt x="833635" y="53086"/>
                  <a:pt x="830482" y="49833"/>
                  <a:pt x="830482" y="44006"/>
                </a:cubicBezTo>
                <a:cubicBezTo>
                  <a:pt x="830482" y="41193"/>
                  <a:pt x="831437" y="38807"/>
                  <a:pt x="833346" y="36848"/>
                </a:cubicBezTo>
                <a:cubicBezTo>
                  <a:pt x="835255" y="34888"/>
                  <a:pt x="837716" y="33909"/>
                  <a:pt x="840730" y="33909"/>
                </a:cubicBezTo>
                <a:cubicBezTo>
                  <a:pt x="842589" y="33909"/>
                  <a:pt x="846859" y="34210"/>
                  <a:pt x="853541" y="34813"/>
                </a:cubicBezTo>
                <a:cubicBezTo>
                  <a:pt x="853490" y="33201"/>
                  <a:pt x="853365" y="30531"/>
                  <a:pt x="853164" y="26802"/>
                </a:cubicBezTo>
                <a:cubicBezTo>
                  <a:pt x="852963" y="23578"/>
                  <a:pt x="852862" y="21083"/>
                  <a:pt x="852862" y="19319"/>
                </a:cubicBezTo>
                <a:cubicBezTo>
                  <a:pt x="852862" y="16498"/>
                  <a:pt x="853892" y="14155"/>
                  <a:pt x="855952" y="12292"/>
                </a:cubicBezTo>
                <a:cubicBezTo>
                  <a:pt x="858011" y="10427"/>
                  <a:pt x="860498" y="9494"/>
                  <a:pt x="863412" y="9494"/>
                </a:cubicBezTo>
                <a:cubicBezTo>
                  <a:pt x="870847" y="9494"/>
                  <a:pt x="874564" y="15768"/>
                  <a:pt x="874564" y="28314"/>
                </a:cubicBezTo>
                <a:lnTo>
                  <a:pt x="874413" y="34512"/>
                </a:lnTo>
                <a:cubicBezTo>
                  <a:pt x="877528" y="34009"/>
                  <a:pt x="880065" y="33758"/>
                  <a:pt x="882024" y="33758"/>
                </a:cubicBezTo>
                <a:cubicBezTo>
                  <a:pt x="887801" y="33758"/>
                  <a:pt x="891744" y="34136"/>
                  <a:pt x="893854" y="34893"/>
                </a:cubicBezTo>
                <a:cubicBezTo>
                  <a:pt x="897873" y="36304"/>
                  <a:pt x="899883" y="39380"/>
                  <a:pt x="899883" y="44119"/>
                </a:cubicBezTo>
                <a:cubicBezTo>
                  <a:pt x="899883" y="46994"/>
                  <a:pt x="898903" y="49388"/>
                  <a:pt x="896944" y="51304"/>
                </a:cubicBezTo>
                <a:cubicBezTo>
                  <a:pt x="894985" y="53219"/>
                  <a:pt x="892498" y="54176"/>
                  <a:pt x="889484" y="541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DF069A-A392-404A-AD2E-F71B22DD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0656" y="759466"/>
            <a:ext cx="326103" cy="118682"/>
          </a:xfrm>
          <a:custGeom xmlns:a="http://schemas.openxmlformats.org/drawingml/2006/main">
            <a:pathLst>
              <a:path w="326103" h="118682">
                <a:moveTo>
                  <a:pt x="214236" y="100694"/>
                </a:moveTo>
                <a:lnTo>
                  <a:pt x="212644" y="102663"/>
                </a:lnTo>
                <a:lnTo>
                  <a:pt x="211569" y="104954"/>
                </a:lnTo>
                <a:lnTo>
                  <a:pt x="211080" y="107425"/>
                </a:lnTo>
                <a:lnTo>
                  <a:pt x="211192" y="109953"/>
                </a:lnTo>
                <a:lnTo>
                  <a:pt x="211904" y="112369"/>
                </a:lnTo>
                <a:lnTo>
                  <a:pt x="213175" y="114548"/>
                </a:lnTo>
                <a:lnTo>
                  <a:pt x="214935" y="116364"/>
                </a:lnTo>
                <a:lnTo>
                  <a:pt x="217072" y="117704"/>
                </a:lnTo>
                <a:lnTo>
                  <a:pt x="219474" y="118500"/>
                </a:lnTo>
                <a:lnTo>
                  <a:pt x="221988" y="118682"/>
                </a:lnTo>
                <a:lnTo>
                  <a:pt x="224473" y="118263"/>
                </a:lnTo>
                <a:lnTo>
                  <a:pt x="226792" y="117271"/>
                </a:lnTo>
                <a:lnTo>
                  <a:pt x="326103" y="59341"/>
                </a:lnTo>
                <a:lnTo>
                  <a:pt x="226792" y="1411"/>
                </a:lnTo>
                <a:lnTo>
                  <a:pt x="224473" y="419"/>
                </a:lnTo>
                <a:lnTo>
                  <a:pt x="221988" y="0"/>
                </a:lnTo>
                <a:lnTo>
                  <a:pt x="219474" y="182"/>
                </a:lnTo>
                <a:lnTo>
                  <a:pt x="217072" y="978"/>
                </a:lnTo>
                <a:lnTo>
                  <a:pt x="214935" y="2318"/>
                </a:lnTo>
                <a:lnTo>
                  <a:pt x="213175" y="4134"/>
                </a:lnTo>
                <a:lnTo>
                  <a:pt x="211904" y="6313"/>
                </a:lnTo>
                <a:lnTo>
                  <a:pt x="211192" y="8729"/>
                </a:lnTo>
                <a:lnTo>
                  <a:pt x="211080" y="11256"/>
                </a:lnTo>
                <a:lnTo>
                  <a:pt x="211569" y="13728"/>
                </a:lnTo>
                <a:lnTo>
                  <a:pt x="212644" y="16019"/>
                </a:lnTo>
                <a:lnTo>
                  <a:pt x="214236" y="17988"/>
                </a:lnTo>
                <a:lnTo>
                  <a:pt x="216248" y="19510"/>
                </a:lnTo>
                <a:lnTo>
                  <a:pt x="266573" y="48867"/>
                </a:lnTo>
                <a:lnTo>
                  <a:pt x="0" y="48867"/>
                </a:lnTo>
                <a:lnTo>
                  <a:pt x="0" y="69815"/>
                </a:lnTo>
                <a:lnTo>
                  <a:pt x="266573" y="69815"/>
                </a:lnTo>
                <a:lnTo>
                  <a:pt x="216248" y="99172"/>
                </a:lnTo>
                <a:lnTo>
                  <a:pt x="214236" y="100694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84768-6D39-4E32-BD63-BE0A6D9D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382" y="917978"/>
            <a:ext cx="357526" cy="118682"/>
          </a:xfrm>
          <a:custGeom xmlns:a="http://schemas.openxmlformats.org/drawingml/2006/main">
            <a:pathLst>
              <a:path w="357526" h="118682">
                <a:moveTo>
                  <a:pt x="0" y="48867"/>
                </a:moveTo>
                <a:lnTo>
                  <a:pt x="0" y="69815"/>
                </a:lnTo>
                <a:lnTo>
                  <a:pt x="297996" y="69815"/>
                </a:lnTo>
                <a:lnTo>
                  <a:pt x="247671" y="99172"/>
                </a:lnTo>
                <a:lnTo>
                  <a:pt x="245660" y="100694"/>
                </a:lnTo>
                <a:lnTo>
                  <a:pt x="244068" y="102663"/>
                </a:lnTo>
                <a:lnTo>
                  <a:pt x="242992" y="104954"/>
                </a:lnTo>
                <a:lnTo>
                  <a:pt x="242503" y="107425"/>
                </a:lnTo>
                <a:lnTo>
                  <a:pt x="242615" y="109953"/>
                </a:lnTo>
                <a:lnTo>
                  <a:pt x="243327" y="112369"/>
                </a:lnTo>
                <a:lnTo>
                  <a:pt x="244598" y="114548"/>
                </a:lnTo>
                <a:lnTo>
                  <a:pt x="246358" y="116364"/>
                </a:lnTo>
                <a:lnTo>
                  <a:pt x="248495" y="117704"/>
                </a:lnTo>
                <a:lnTo>
                  <a:pt x="250897" y="118486"/>
                </a:lnTo>
                <a:lnTo>
                  <a:pt x="253411" y="118682"/>
                </a:lnTo>
                <a:lnTo>
                  <a:pt x="255897" y="118263"/>
                </a:lnTo>
                <a:lnTo>
                  <a:pt x="258215" y="117271"/>
                </a:lnTo>
                <a:lnTo>
                  <a:pt x="357526" y="59341"/>
                </a:lnTo>
                <a:lnTo>
                  <a:pt x="258215" y="1411"/>
                </a:lnTo>
                <a:lnTo>
                  <a:pt x="255897" y="419"/>
                </a:lnTo>
                <a:lnTo>
                  <a:pt x="253411" y="0"/>
                </a:lnTo>
                <a:lnTo>
                  <a:pt x="250897" y="182"/>
                </a:lnTo>
                <a:lnTo>
                  <a:pt x="248495" y="978"/>
                </a:lnTo>
                <a:lnTo>
                  <a:pt x="246358" y="2318"/>
                </a:lnTo>
                <a:lnTo>
                  <a:pt x="244598" y="4134"/>
                </a:lnTo>
                <a:lnTo>
                  <a:pt x="243327" y="6313"/>
                </a:lnTo>
                <a:lnTo>
                  <a:pt x="242615" y="8729"/>
                </a:lnTo>
                <a:lnTo>
                  <a:pt x="242503" y="11256"/>
                </a:lnTo>
                <a:lnTo>
                  <a:pt x="242992" y="13728"/>
                </a:lnTo>
                <a:lnTo>
                  <a:pt x="244068" y="16019"/>
                </a:lnTo>
                <a:lnTo>
                  <a:pt x="245660" y="17988"/>
                </a:lnTo>
                <a:lnTo>
                  <a:pt x="247671" y="19510"/>
                </a:lnTo>
                <a:lnTo>
                  <a:pt x="297996" y="48867"/>
                </a:lnTo>
                <a:lnTo>
                  <a:pt x="0" y="48867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E0DAC5-C7A7-4911-826A-98B118CE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9364" y="780415"/>
            <a:ext cx="289792" cy="118682"/>
          </a:xfrm>
          <a:custGeom xmlns:a="http://schemas.openxmlformats.org/drawingml/2006/main">
            <a:pathLst>
              <a:path w="289792" h="118682">
                <a:moveTo>
                  <a:pt x="177925" y="100694"/>
                </a:moveTo>
                <a:lnTo>
                  <a:pt x="176333" y="102663"/>
                </a:lnTo>
                <a:lnTo>
                  <a:pt x="175258" y="104954"/>
                </a:lnTo>
                <a:lnTo>
                  <a:pt x="174769" y="107425"/>
                </a:lnTo>
                <a:lnTo>
                  <a:pt x="174881" y="109953"/>
                </a:lnTo>
                <a:lnTo>
                  <a:pt x="175593" y="112369"/>
                </a:lnTo>
                <a:lnTo>
                  <a:pt x="176864" y="114548"/>
                </a:lnTo>
                <a:lnTo>
                  <a:pt x="178623" y="116364"/>
                </a:lnTo>
                <a:lnTo>
                  <a:pt x="180760" y="117704"/>
                </a:lnTo>
                <a:lnTo>
                  <a:pt x="183162" y="118500"/>
                </a:lnTo>
                <a:lnTo>
                  <a:pt x="185676" y="118682"/>
                </a:lnTo>
                <a:lnTo>
                  <a:pt x="188162" y="118263"/>
                </a:lnTo>
                <a:lnTo>
                  <a:pt x="190481" y="117271"/>
                </a:lnTo>
                <a:lnTo>
                  <a:pt x="289792" y="59341"/>
                </a:lnTo>
                <a:lnTo>
                  <a:pt x="190481" y="1411"/>
                </a:lnTo>
                <a:lnTo>
                  <a:pt x="188162" y="419"/>
                </a:lnTo>
                <a:lnTo>
                  <a:pt x="185676" y="0"/>
                </a:lnTo>
                <a:lnTo>
                  <a:pt x="183162" y="182"/>
                </a:lnTo>
                <a:lnTo>
                  <a:pt x="180760" y="978"/>
                </a:lnTo>
                <a:lnTo>
                  <a:pt x="178623" y="2318"/>
                </a:lnTo>
                <a:lnTo>
                  <a:pt x="176864" y="4134"/>
                </a:lnTo>
                <a:lnTo>
                  <a:pt x="175593" y="6313"/>
                </a:lnTo>
                <a:lnTo>
                  <a:pt x="174881" y="8729"/>
                </a:lnTo>
                <a:lnTo>
                  <a:pt x="174769" y="11256"/>
                </a:lnTo>
                <a:lnTo>
                  <a:pt x="175258" y="13728"/>
                </a:lnTo>
                <a:lnTo>
                  <a:pt x="176333" y="16019"/>
                </a:lnTo>
                <a:lnTo>
                  <a:pt x="177925" y="17988"/>
                </a:lnTo>
                <a:lnTo>
                  <a:pt x="179936" y="19510"/>
                </a:lnTo>
                <a:lnTo>
                  <a:pt x="230261" y="48867"/>
                </a:lnTo>
                <a:lnTo>
                  <a:pt x="0" y="48867"/>
                </a:lnTo>
                <a:lnTo>
                  <a:pt x="0" y="69815"/>
                </a:lnTo>
                <a:lnTo>
                  <a:pt x="230261" y="69815"/>
                </a:lnTo>
                <a:lnTo>
                  <a:pt x="179936" y="99172"/>
                </a:lnTo>
                <a:lnTo>
                  <a:pt x="177925" y="100694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C672C7-E73C-477E-A7B3-8FD388D3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9854" y="629849"/>
            <a:ext cx="1244359" cy="325125"/>
          </a:xfrm>
          <a:custGeom xmlns:a="http://schemas.openxmlformats.org/drawingml/2006/main">
            <a:pathLst>
              <a:path w="1244359" h="325125">
                <a:moveTo>
                  <a:pt x="154602" y="0"/>
                </a:moveTo>
                <a:lnTo>
                  <a:pt x="1243940" y="0"/>
                </a:lnTo>
                <a:lnTo>
                  <a:pt x="1243940" y="170942"/>
                </a:lnTo>
                <a:cubicBezTo>
                  <a:pt x="1244359" y="256204"/>
                  <a:pt x="1175438" y="325125"/>
                  <a:pt x="1089757" y="325125"/>
                </a:cubicBezTo>
                <a:lnTo>
                  <a:pt x="419" y="325125"/>
                </a:lnTo>
                <a:lnTo>
                  <a:pt x="419" y="154183"/>
                </a:lnTo>
                <a:cubicBezTo>
                  <a:pt x="0" y="69341"/>
                  <a:pt x="68922" y="419"/>
                  <a:pt x="154602" y="0"/>
                </a:cubicBezTo>
              </a:path>
            </a:pathLst>
          </a:custGeom>
          <a:solidFill xmlns:a="http://schemas.openxmlformats.org/drawingml/2006/main">
            <a:srgbClr val="E7E7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80E692-409D-4ED5-8085-9A28E4E8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380" y="619793"/>
            <a:ext cx="1265308" cy="345655"/>
          </a:xfrm>
          <a:custGeom xmlns:a="http://schemas.openxmlformats.org/drawingml/2006/main">
            <a:pathLst>
              <a:path w="1265308" h="345655">
                <a:moveTo>
                  <a:pt x="123333" y="5167"/>
                </a:moveTo>
                <a:lnTo>
                  <a:pt x="115526" y="7388"/>
                </a:lnTo>
                <a:lnTo>
                  <a:pt x="107886" y="9972"/>
                </a:lnTo>
                <a:lnTo>
                  <a:pt x="100415" y="12918"/>
                </a:lnTo>
                <a:lnTo>
                  <a:pt x="93124" y="16214"/>
                </a:lnTo>
                <a:lnTo>
                  <a:pt x="86030" y="19846"/>
                </a:lnTo>
                <a:lnTo>
                  <a:pt x="79145" y="23812"/>
                </a:lnTo>
                <a:lnTo>
                  <a:pt x="72483" y="28085"/>
                </a:lnTo>
                <a:lnTo>
                  <a:pt x="66031" y="32666"/>
                </a:lnTo>
                <a:lnTo>
                  <a:pt x="59830" y="37540"/>
                </a:lnTo>
                <a:lnTo>
                  <a:pt x="53866" y="42708"/>
                </a:lnTo>
                <a:lnTo>
                  <a:pt x="48154" y="48154"/>
                </a:lnTo>
                <a:lnTo>
                  <a:pt x="42708" y="53866"/>
                </a:lnTo>
                <a:lnTo>
                  <a:pt x="37540" y="59830"/>
                </a:lnTo>
                <a:lnTo>
                  <a:pt x="32666" y="66031"/>
                </a:lnTo>
                <a:lnTo>
                  <a:pt x="28085" y="72483"/>
                </a:lnTo>
                <a:lnTo>
                  <a:pt x="23812" y="79145"/>
                </a:lnTo>
                <a:lnTo>
                  <a:pt x="19846" y="86030"/>
                </a:lnTo>
                <a:lnTo>
                  <a:pt x="16214" y="93124"/>
                </a:lnTo>
                <a:lnTo>
                  <a:pt x="12918" y="100415"/>
                </a:lnTo>
                <a:lnTo>
                  <a:pt x="9972" y="107886"/>
                </a:lnTo>
                <a:lnTo>
                  <a:pt x="7388" y="115526"/>
                </a:lnTo>
                <a:lnTo>
                  <a:pt x="5167" y="123333"/>
                </a:lnTo>
                <a:lnTo>
                  <a:pt x="3338" y="131293"/>
                </a:lnTo>
                <a:lnTo>
                  <a:pt x="1885" y="139393"/>
                </a:lnTo>
                <a:lnTo>
                  <a:pt x="838" y="147619"/>
                </a:lnTo>
                <a:lnTo>
                  <a:pt x="209" y="155957"/>
                </a:lnTo>
                <a:lnTo>
                  <a:pt x="0" y="164281"/>
                </a:lnTo>
                <a:lnTo>
                  <a:pt x="0" y="345655"/>
                </a:lnTo>
                <a:lnTo>
                  <a:pt x="1101027" y="345655"/>
                </a:lnTo>
                <a:lnTo>
                  <a:pt x="1109351" y="345446"/>
                </a:lnTo>
                <a:lnTo>
                  <a:pt x="1117689" y="344803"/>
                </a:lnTo>
                <a:lnTo>
                  <a:pt x="1125915" y="343770"/>
                </a:lnTo>
                <a:lnTo>
                  <a:pt x="1134015" y="342317"/>
                </a:lnTo>
                <a:lnTo>
                  <a:pt x="1141975" y="340488"/>
                </a:lnTo>
                <a:lnTo>
                  <a:pt x="1149782" y="338267"/>
                </a:lnTo>
                <a:lnTo>
                  <a:pt x="1157422" y="335684"/>
                </a:lnTo>
                <a:lnTo>
                  <a:pt x="1164893" y="332737"/>
                </a:lnTo>
                <a:lnTo>
                  <a:pt x="1172184" y="329441"/>
                </a:lnTo>
                <a:lnTo>
                  <a:pt x="1179264" y="325810"/>
                </a:lnTo>
                <a:lnTo>
                  <a:pt x="1186163" y="321844"/>
                </a:lnTo>
                <a:lnTo>
                  <a:pt x="1192825" y="317570"/>
                </a:lnTo>
                <a:lnTo>
                  <a:pt x="1199277" y="312989"/>
                </a:lnTo>
                <a:lnTo>
                  <a:pt x="1205478" y="308115"/>
                </a:lnTo>
                <a:lnTo>
                  <a:pt x="1211442" y="302948"/>
                </a:lnTo>
                <a:lnTo>
                  <a:pt x="1217154" y="297501"/>
                </a:lnTo>
                <a:lnTo>
                  <a:pt x="1222600" y="291789"/>
                </a:lnTo>
                <a:lnTo>
                  <a:pt x="1227768" y="285826"/>
                </a:lnTo>
                <a:lnTo>
                  <a:pt x="1232642" y="279625"/>
                </a:lnTo>
                <a:lnTo>
                  <a:pt x="1237223" y="273172"/>
                </a:lnTo>
                <a:lnTo>
                  <a:pt x="1241496" y="266511"/>
                </a:lnTo>
                <a:lnTo>
                  <a:pt x="1245462" y="259626"/>
                </a:lnTo>
                <a:lnTo>
                  <a:pt x="1249094" y="252531"/>
                </a:lnTo>
                <a:lnTo>
                  <a:pt x="1252390" y="245241"/>
                </a:lnTo>
                <a:lnTo>
                  <a:pt x="1255336" y="237769"/>
                </a:lnTo>
                <a:lnTo>
                  <a:pt x="1257920" y="230130"/>
                </a:lnTo>
                <a:lnTo>
                  <a:pt x="1260141" y="222323"/>
                </a:lnTo>
                <a:lnTo>
                  <a:pt x="1261970" y="214362"/>
                </a:lnTo>
                <a:lnTo>
                  <a:pt x="1263423" y="206262"/>
                </a:lnTo>
                <a:lnTo>
                  <a:pt x="1264456" y="198036"/>
                </a:lnTo>
                <a:lnTo>
                  <a:pt x="1265098" y="189698"/>
                </a:lnTo>
                <a:lnTo>
                  <a:pt x="1265308" y="181375"/>
                </a:lnTo>
                <a:lnTo>
                  <a:pt x="1265308" y="0"/>
                </a:lnTo>
                <a:lnTo>
                  <a:pt x="164281" y="0"/>
                </a:lnTo>
                <a:lnTo>
                  <a:pt x="155957" y="209"/>
                </a:lnTo>
                <a:lnTo>
                  <a:pt x="147619" y="838"/>
                </a:lnTo>
                <a:lnTo>
                  <a:pt x="139393" y="1885"/>
                </a:lnTo>
                <a:lnTo>
                  <a:pt x="131293" y="3338"/>
                </a:lnTo>
                <a:lnTo>
                  <a:pt x="123333" y="5167"/>
                </a:lnTo>
                <a:close/>
                <a:moveTo>
                  <a:pt x="1242690" y="203192"/>
                </a:moveTo>
                <a:lnTo>
                  <a:pt x="1241472" y="210012"/>
                </a:lnTo>
                <a:lnTo>
                  <a:pt x="1239852" y="217033"/>
                </a:lnTo>
                <a:lnTo>
                  <a:pt x="1237897" y="223942"/>
                </a:lnTo>
                <a:lnTo>
                  <a:pt x="1235725" y="230369"/>
                </a:lnTo>
                <a:lnTo>
                  <a:pt x="1233117" y="237000"/>
                </a:lnTo>
                <a:lnTo>
                  <a:pt x="1230309" y="243230"/>
                </a:lnTo>
                <a:lnTo>
                  <a:pt x="1227084" y="249547"/>
                </a:lnTo>
                <a:lnTo>
                  <a:pt x="1223574" y="255653"/>
                </a:lnTo>
                <a:lnTo>
                  <a:pt x="1219803" y="261527"/>
                </a:lnTo>
                <a:lnTo>
                  <a:pt x="1215951" y="266946"/>
                </a:lnTo>
                <a:lnTo>
                  <a:pt x="1211491" y="272621"/>
                </a:lnTo>
                <a:lnTo>
                  <a:pt x="1207168" y="277618"/>
                </a:lnTo>
                <a:lnTo>
                  <a:pt x="1202339" y="282686"/>
                </a:lnTo>
                <a:lnTo>
                  <a:pt x="1197271" y="287516"/>
                </a:lnTo>
                <a:lnTo>
                  <a:pt x="1192273" y="291838"/>
                </a:lnTo>
                <a:lnTo>
                  <a:pt x="1186599" y="296299"/>
                </a:lnTo>
                <a:lnTo>
                  <a:pt x="1181179" y="300150"/>
                </a:lnTo>
                <a:lnTo>
                  <a:pt x="1175306" y="303922"/>
                </a:lnTo>
                <a:lnTo>
                  <a:pt x="1169189" y="307438"/>
                </a:lnTo>
                <a:lnTo>
                  <a:pt x="1163108" y="310555"/>
                </a:lnTo>
                <a:lnTo>
                  <a:pt x="1156653" y="313465"/>
                </a:lnTo>
                <a:lnTo>
                  <a:pt x="1150022" y="316072"/>
                </a:lnTo>
                <a:lnTo>
                  <a:pt x="1143587" y="318246"/>
                </a:lnTo>
                <a:lnTo>
                  <a:pt x="1136937" y="320141"/>
                </a:lnTo>
                <a:lnTo>
                  <a:pt x="1129664" y="321819"/>
                </a:lnTo>
                <a:lnTo>
                  <a:pt x="1122845" y="323038"/>
                </a:lnTo>
                <a:lnTo>
                  <a:pt x="1115636" y="323953"/>
                </a:lnTo>
                <a:lnTo>
                  <a:pt x="1108308" y="324517"/>
                </a:lnTo>
                <a:lnTo>
                  <a:pt x="1100622" y="324707"/>
                </a:lnTo>
                <a:lnTo>
                  <a:pt x="20949" y="324707"/>
                </a:lnTo>
                <a:lnTo>
                  <a:pt x="20949" y="164686"/>
                </a:lnTo>
                <a:lnTo>
                  <a:pt x="21138" y="156999"/>
                </a:lnTo>
                <a:lnTo>
                  <a:pt x="21699" y="149691"/>
                </a:lnTo>
                <a:lnTo>
                  <a:pt x="22612" y="142497"/>
                </a:lnTo>
                <a:lnTo>
                  <a:pt x="23836" y="135644"/>
                </a:lnTo>
                <a:lnTo>
                  <a:pt x="25514" y="128371"/>
                </a:lnTo>
                <a:lnTo>
                  <a:pt x="27409" y="121721"/>
                </a:lnTo>
                <a:lnTo>
                  <a:pt x="29583" y="115286"/>
                </a:lnTo>
                <a:lnTo>
                  <a:pt x="32190" y="108655"/>
                </a:lnTo>
                <a:lnTo>
                  <a:pt x="35101" y="102200"/>
                </a:lnTo>
                <a:lnTo>
                  <a:pt x="38327" y="95907"/>
                </a:lnTo>
                <a:lnTo>
                  <a:pt x="41730" y="90009"/>
                </a:lnTo>
                <a:lnTo>
                  <a:pt x="45505" y="84129"/>
                </a:lnTo>
                <a:lnTo>
                  <a:pt x="49482" y="78532"/>
                </a:lnTo>
                <a:lnTo>
                  <a:pt x="53815" y="73036"/>
                </a:lnTo>
                <a:lnTo>
                  <a:pt x="58140" y="68037"/>
                </a:lnTo>
                <a:lnTo>
                  <a:pt x="62969" y="62969"/>
                </a:lnTo>
                <a:lnTo>
                  <a:pt x="68037" y="58140"/>
                </a:lnTo>
                <a:lnTo>
                  <a:pt x="73036" y="53815"/>
                </a:lnTo>
                <a:lnTo>
                  <a:pt x="78532" y="49482"/>
                </a:lnTo>
                <a:lnTo>
                  <a:pt x="84254" y="45416"/>
                </a:lnTo>
                <a:lnTo>
                  <a:pt x="89997" y="41737"/>
                </a:lnTo>
                <a:lnTo>
                  <a:pt x="96119" y="38218"/>
                </a:lnTo>
                <a:lnTo>
                  <a:pt x="102200" y="35101"/>
                </a:lnTo>
                <a:lnTo>
                  <a:pt x="108655" y="32190"/>
                </a:lnTo>
                <a:lnTo>
                  <a:pt x="115286" y="29583"/>
                </a:lnTo>
                <a:lnTo>
                  <a:pt x="121721" y="27409"/>
                </a:lnTo>
                <a:lnTo>
                  <a:pt x="128429" y="25498"/>
                </a:lnTo>
                <a:lnTo>
                  <a:pt x="135643" y="23836"/>
                </a:lnTo>
                <a:lnTo>
                  <a:pt x="142497" y="22612"/>
                </a:lnTo>
                <a:lnTo>
                  <a:pt x="149691" y="21699"/>
                </a:lnTo>
                <a:lnTo>
                  <a:pt x="156999" y="21138"/>
                </a:lnTo>
                <a:lnTo>
                  <a:pt x="164686" y="20949"/>
                </a:lnTo>
                <a:lnTo>
                  <a:pt x="1244359" y="20949"/>
                </a:lnTo>
                <a:lnTo>
                  <a:pt x="1244359" y="180970"/>
                </a:lnTo>
                <a:lnTo>
                  <a:pt x="1244170" y="188657"/>
                </a:lnTo>
                <a:lnTo>
                  <a:pt x="1243609" y="195963"/>
                </a:lnTo>
                <a:lnTo>
                  <a:pt x="1242690" y="203192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Text Re-exploration">
            <a:extLst xmlns:a="http://schemas.openxmlformats.org/drawingml/2006/main">
              <a:ext uri="{FF2B5EF4-FFF2-40B4-BE49-F238E27FC236}">
                <a16:creationId xmlns:a16="http://schemas.microsoft.com/office/drawing/2014/main" id="{DEBF79F8-6D78-485E-BA5E-2E189256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013" y="729213"/>
            <a:ext cx="1086622" cy="164872"/>
          </a:xfrm>
          <a:custGeom xmlns:a="http://schemas.openxmlformats.org/drawingml/2006/main">
            <a:pathLst>
              <a:path w="1086622" h="164872">
                <a:moveTo>
                  <a:pt x="77915" y="121921"/>
                </a:moveTo>
                <a:cubicBezTo>
                  <a:pt x="75202" y="121921"/>
                  <a:pt x="72716" y="120866"/>
                  <a:pt x="70455" y="118756"/>
                </a:cubicBezTo>
                <a:cubicBezTo>
                  <a:pt x="55234" y="104489"/>
                  <a:pt x="38505" y="94593"/>
                  <a:pt x="20270" y="89067"/>
                </a:cubicBezTo>
                <a:cubicBezTo>
                  <a:pt x="20823" y="103717"/>
                  <a:pt x="21099" y="111848"/>
                  <a:pt x="21099" y="113460"/>
                </a:cubicBezTo>
                <a:cubicBezTo>
                  <a:pt x="21099" y="116329"/>
                  <a:pt x="20094" y="118757"/>
                  <a:pt x="18085" y="120746"/>
                </a:cubicBezTo>
                <a:cubicBezTo>
                  <a:pt x="16075" y="122735"/>
                  <a:pt x="13564" y="123730"/>
                  <a:pt x="10549" y="123730"/>
                </a:cubicBezTo>
                <a:cubicBezTo>
                  <a:pt x="7535" y="123730"/>
                  <a:pt x="5024" y="122737"/>
                  <a:pt x="3014" y="120751"/>
                </a:cubicBezTo>
                <a:cubicBezTo>
                  <a:pt x="1005" y="118765"/>
                  <a:pt x="0" y="116339"/>
                  <a:pt x="0" y="113475"/>
                </a:cubicBezTo>
                <a:cubicBezTo>
                  <a:pt x="0" y="109705"/>
                  <a:pt x="50" y="104063"/>
                  <a:pt x="151" y="96548"/>
                </a:cubicBezTo>
                <a:cubicBezTo>
                  <a:pt x="251" y="89033"/>
                  <a:pt x="301" y="83391"/>
                  <a:pt x="301" y="79620"/>
                </a:cubicBezTo>
                <a:lnTo>
                  <a:pt x="452" y="18772"/>
                </a:lnTo>
                <a:cubicBezTo>
                  <a:pt x="452" y="15504"/>
                  <a:pt x="1432" y="12538"/>
                  <a:pt x="3391" y="9874"/>
                </a:cubicBezTo>
                <a:cubicBezTo>
                  <a:pt x="5953" y="6456"/>
                  <a:pt x="9494" y="4923"/>
                  <a:pt x="14016" y="5275"/>
                </a:cubicBezTo>
                <a:cubicBezTo>
                  <a:pt x="26223" y="6179"/>
                  <a:pt x="32477" y="6656"/>
                  <a:pt x="32779" y="6706"/>
                </a:cubicBezTo>
                <a:cubicBezTo>
                  <a:pt x="39811" y="7560"/>
                  <a:pt x="45789" y="9243"/>
                  <a:pt x="50713" y="11753"/>
                </a:cubicBezTo>
                <a:cubicBezTo>
                  <a:pt x="72163" y="22550"/>
                  <a:pt x="82888" y="35934"/>
                  <a:pt x="82888" y="51904"/>
                </a:cubicBezTo>
                <a:cubicBezTo>
                  <a:pt x="82888" y="58483"/>
                  <a:pt x="80640" y="64296"/>
                  <a:pt x="76144" y="69344"/>
                </a:cubicBezTo>
                <a:cubicBezTo>
                  <a:pt x="71648" y="74391"/>
                  <a:pt x="64904" y="78647"/>
                  <a:pt x="55912" y="82111"/>
                </a:cubicBezTo>
                <a:cubicBezTo>
                  <a:pt x="69224" y="89551"/>
                  <a:pt x="79246" y="97141"/>
                  <a:pt x="85978" y="104882"/>
                </a:cubicBezTo>
                <a:cubicBezTo>
                  <a:pt x="87736" y="106891"/>
                  <a:pt x="88615" y="109128"/>
                  <a:pt x="88615" y="111591"/>
                </a:cubicBezTo>
                <a:cubicBezTo>
                  <a:pt x="88615" y="114405"/>
                  <a:pt x="87560" y="116831"/>
                  <a:pt x="85450" y="118867"/>
                </a:cubicBezTo>
                <a:cubicBezTo>
                  <a:pt x="83340" y="120903"/>
                  <a:pt x="80829" y="121921"/>
                  <a:pt x="77915" y="121921"/>
                </a:cubicBezTo>
                <a:moveTo>
                  <a:pt x="29614" y="27127"/>
                </a:moveTo>
                <a:cubicBezTo>
                  <a:pt x="29212" y="27077"/>
                  <a:pt x="26273" y="26876"/>
                  <a:pt x="20797" y="26524"/>
                </a:cubicBezTo>
                <a:lnTo>
                  <a:pt x="20797" y="66461"/>
                </a:lnTo>
                <a:cubicBezTo>
                  <a:pt x="22053" y="66512"/>
                  <a:pt x="23158" y="66537"/>
                  <a:pt x="24113" y="66537"/>
                </a:cubicBezTo>
                <a:cubicBezTo>
                  <a:pt x="36421" y="66537"/>
                  <a:pt x="45538" y="65008"/>
                  <a:pt x="51466" y="61950"/>
                </a:cubicBezTo>
                <a:cubicBezTo>
                  <a:pt x="54028" y="60645"/>
                  <a:pt x="56377" y="58915"/>
                  <a:pt x="58512" y="56760"/>
                </a:cubicBezTo>
                <a:cubicBezTo>
                  <a:pt x="60647" y="54603"/>
                  <a:pt x="61714" y="52973"/>
                  <a:pt x="61714" y="51871"/>
                </a:cubicBezTo>
                <a:cubicBezTo>
                  <a:pt x="61714" y="46254"/>
                  <a:pt x="58147" y="40839"/>
                  <a:pt x="51014" y="35625"/>
                </a:cubicBezTo>
                <a:cubicBezTo>
                  <a:pt x="44232" y="30712"/>
                  <a:pt x="37099" y="27879"/>
                  <a:pt x="29614" y="27127"/>
                </a:cubicBezTo>
                <a:close/>
                <a:moveTo>
                  <a:pt x="137190" y="124483"/>
                </a:moveTo>
                <a:cubicBezTo>
                  <a:pt x="125184" y="124483"/>
                  <a:pt x="115363" y="121617"/>
                  <a:pt x="107727" y="115886"/>
                </a:cubicBezTo>
                <a:cubicBezTo>
                  <a:pt x="99288" y="109550"/>
                  <a:pt x="95068" y="100624"/>
                  <a:pt x="95068" y="89110"/>
                </a:cubicBezTo>
                <a:cubicBezTo>
                  <a:pt x="95068" y="76389"/>
                  <a:pt x="98409" y="65629"/>
                  <a:pt x="105090" y="56830"/>
                </a:cubicBezTo>
                <a:cubicBezTo>
                  <a:pt x="112525" y="47075"/>
                  <a:pt x="122547" y="42198"/>
                  <a:pt x="135156" y="42198"/>
                </a:cubicBezTo>
                <a:cubicBezTo>
                  <a:pt x="143897" y="42198"/>
                  <a:pt x="151156" y="43604"/>
                  <a:pt x="156933" y="46417"/>
                </a:cubicBezTo>
                <a:cubicBezTo>
                  <a:pt x="164518" y="50135"/>
                  <a:pt x="168311" y="55912"/>
                  <a:pt x="168311" y="63749"/>
                </a:cubicBezTo>
                <a:cubicBezTo>
                  <a:pt x="168311" y="69274"/>
                  <a:pt x="165222" y="74172"/>
                  <a:pt x="159043" y="78442"/>
                </a:cubicBezTo>
                <a:cubicBezTo>
                  <a:pt x="156229" y="80402"/>
                  <a:pt x="150578" y="83265"/>
                  <a:pt x="142088" y="87033"/>
                </a:cubicBezTo>
                <a:lnTo>
                  <a:pt x="116694" y="98260"/>
                </a:lnTo>
                <a:cubicBezTo>
                  <a:pt x="119106" y="100873"/>
                  <a:pt x="122019" y="102832"/>
                  <a:pt x="125435" y="104138"/>
                </a:cubicBezTo>
                <a:cubicBezTo>
                  <a:pt x="128851" y="105444"/>
                  <a:pt x="132770" y="106097"/>
                  <a:pt x="137190" y="106097"/>
                </a:cubicBezTo>
                <a:cubicBezTo>
                  <a:pt x="143922" y="106097"/>
                  <a:pt x="149624" y="104716"/>
                  <a:pt x="154295" y="101953"/>
                </a:cubicBezTo>
                <a:cubicBezTo>
                  <a:pt x="158465" y="99491"/>
                  <a:pt x="161806" y="98260"/>
                  <a:pt x="164317" y="98260"/>
                </a:cubicBezTo>
                <a:cubicBezTo>
                  <a:pt x="169542" y="98260"/>
                  <a:pt x="172154" y="100804"/>
                  <a:pt x="172154" y="105892"/>
                </a:cubicBezTo>
                <a:cubicBezTo>
                  <a:pt x="172154" y="111636"/>
                  <a:pt x="167959" y="116321"/>
                  <a:pt x="159570" y="119948"/>
                </a:cubicBezTo>
                <a:cubicBezTo>
                  <a:pt x="152537" y="122971"/>
                  <a:pt x="145077" y="124483"/>
                  <a:pt x="137190" y="124483"/>
                </a:cubicBezTo>
                <a:moveTo>
                  <a:pt x="135156" y="60433"/>
                </a:moveTo>
                <a:cubicBezTo>
                  <a:pt x="130484" y="60433"/>
                  <a:pt x="126490" y="61990"/>
                  <a:pt x="123175" y="65105"/>
                </a:cubicBezTo>
                <a:cubicBezTo>
                  <a:pt x="119859" y="68220"/>
                  <a:pt x="117197" y="72891"/>
                  <a:pt x="115187" y="79121"/>
                </a:cubicBezTo>
                <a:cubicBezTo>
                  <a:pt x="120864" y="76659"/>
                  <a:pt x="126515" y="74223"/>
                  <a:pt x="132142" y="71811"/>
                </a:cubicBezTo>
                <a:cubicBezTo>
                  <a:pt x="138923" y="68747"/>
                  <a:pt x="144324" y="65909"/>
                  <a:pt x="148343" y="63296"/>
                </a:cubicBezTo>
                <a:cubicBezTo>
                  <a:pt x="144977" y="61388"/>
                  <a:pt x="140581" y="60433"/>
                  <a:pt x="135156" y="60433"/>
                </a:cubicBezTo>
                <a:close/>
                <a:moveTo>
                  <a:pt x="243275" y="88464"/>
                </a:moveTo>
                <a:cubicBezTo>
                  <a:pt x="236342" y="88967"/>
                  <a:pt x="224010" y="89218"/>
                  <a:pt x="206276" y="89218"/>
                </a:cubicBezTo>
                <a:cubicBezTo>
                  <a:pt x="203162" y="89218"/>
                  <a:pt x="200424" y="88518"/>
                  <a:pt x="198063" y="87117"/>
                </a:cubicBezTo>
                <a:cubicBezTo>
                  <a:pt x="195300" y="85416"/>
                  <a:pt x="193919" y="83114"/>
                  <a:pt x="193919" y="80213"/>
                </a:cubicBezTo>
                <a:cubicBezTo>
                  <a:pt x="193919" y="77312"/>
                  <a:pt x="195300" y="75011"/>
                  <a:pt x="198063" y="73309"/>
                </a:cubicBezTo>
                <a:cubicBezTo>
                  <a:pt x="200424" y="71858"/>
                  <a:pt x="203162" y="71133"/>
                  <a:pt x="206276" y="71133"/>
                </a:cubicBezTo>
                <a:cubicBezTo>
                  <a:pt x="210245" y="71133"/>
                  <a:pt x="216198" y="71008"/>
                  <a:pt x="224135" y="70756"/>
                </a:cubicBezTo>
                <a:cubicBezTo>
                  <a:pt x="232072" y="70505"/>
                  <a:pt x="238025" y="70380"/>
                  <a:pt x="241994" y="70380"/>
                </a:cubicBezTo>
                <a:cubicBezTo>
                  <a:pt x="245108" y="70380"/>
                  <a:pt x="247846" y="71008"/>
                  <a:pt x="250207" y="72263"/>
                </a:cubicBezTo>
                <a:cubicBezTo>
                  <a:pt x="253221" y="73871"/>
                  <a:pt x="254728" y="76257"/>
                  <a:pt x="254728" y="79422"/>
                </a:cubicBezTo>
                <a:cubicBezTo>
                  <a:pt x="254728" y="84898"/>
                  <a:pt x="250911" y="87912"/>
                  <a:pt x="243275" y="88464"/>
                </a:cubicBezTo>
                <a:close/>
                <a:moveTo>
                  <a:pt x="316652" y="124483"/>
                </a:moveTo>
                <a:cubicBezTo>
                  <a:pt x="304646" y="124483"/>
                  <a:pt x="294825" y="121617"/>
                  <a:pt x="287189" y="115886"/>
                </a:cubicBezTo>
                <a:cubicBezTo>
                  <a:pt x="278749" y="109550"/>
                  <a:pt x="274530" y="100624"/>
                  <a:pt x="274530" y="89110"/>
                </a:cubicBezTo>
                <a:cubicBezTo>
                  <a:pt x="274530" y="76389"/>
                  <a:pt x="277870" y="65629"/>
                  <a:pt x="284552" y="56830"/>
                </a:cubicBezTo>
                <a:cubicBezTo>
                  <a:pt x="291986" y="47075"/>
                  <a:pt x="302008" y="42198"/>
                  <a:pt x="314617" y="42198"/>
                </a:cubicBezTo>
                <a:cubicBezTo>
                  <a:pt x="323358" y="42198"/>
                  <a:pt x="330617" y="43604"/>
                  <a:pt x="336394" y="46417"/>
                </a:cubicBezTo>
                <a:cubicBezTo>
                  <a:pt x="343980" y="50135"/>
                  <a:pt x="347773" y="55912"/>
                  <a:pt x="347773" y="63749"/>
                </a:cubicBezTo>
                <a:cubicBezTo>
                  <a:pt x="347773" y="69274"/>
                  <a:pt x="344683" y="74172"/>
                  <a:pt x="338504" y="78442"/>
                </a:cubicBezTo>
                <a:cubicBezTo>
                  <a:pt x="335691" y="80402"/>
                  <a:pt x="330040" y="83265"/>
                  <a:pt x="321550" y="87033"/>
                </a:cubicBezTo>
                <a:lnTo>
                  <a:pt x="296156" y="98260"/>
                </a:lnTo>
                <a:cubicBezTo>
                  <a:pt x="298567" y="100873"/>
                  <a:pt x="301481" y="102832"/>
                  <a:pt x="304897" y="104138"/>
                </a:cubicBezTo>
                <a:cubicBezTo>
                  <a:pt x="308313" y="105444"/>
                  <a:pt x="312231" y="106097"/>
                  <a:pt x="316652" y="106097"/>
                </a:cubicBezTo>
                <a:cubicBezTo>
                  <a:pt x="323383" y="106097"/>
                  <a:pt x="329085" y="104716"/>
                  <a:pt x="333757" y="101953"/>
                </a:cubicBezTo>
                <a:cubicBezTo>
                  <a:pt x="337927" y="99491"/>
                  <a:pt x="341267" y="98260"/>
                  <a:pt x="343779" y="98260"/>
                </a:cubicBezTo>
                <a:cubicBezTo>
                  <a:pt x="349003" y="98260"/>
                  <a:pt x="351616" y="100804"/>
                  <a:pt x="351616" y="105892"/>
                </a:cubicBezTo>
                <a:cubicBezTo>
                  <a:pt x="351616" y="111636"/>
                  <a:pt x="347421" y="116321"/>
                  <a:pt x="339032" y="119948"/>
                </a:cubicBezTo>
                <a:cubicBezTo>
                  <a:pt x="331999" y="122971"/>
                  <a:pt x="324539" y="124483"/>
                  <a:pt x="316652" y="124483"/>
                </a:cubicBezTo>
                <a:moveTo>
                  <a:pt x="314617" y="60433"/>
                </a:moveTo>
                <a:cubicBezTo>
                  <a:pt x="309945" y="60433"/>
                  <a:pt x="305952" y="61990"/>
                  <a:pt x="302636" y="65105"/>
                </a:cubicBezTo>
                <a:cubicBezTo>
                  <a:pt x="299321" y="68220"/>
                  <a:pt x="296658" y="72891"/>
                  <a:pt x="294649" y="79121"/>
                </a:cubicBezTo>
                <a:cubicBezTo>
                  <a:pt x="300325" y="76659"/>
                  <a:pt x="305977" y="74223"/>
                  <a:pt x="311603" y="71811"/>
                </a:cubicBezTo>
                <a:cubicBezTo>
                  <a:pt x="318385" y="68747"/>
                  <a:pt x="323785" y="65909"/>
                  <a:pt x="327804" y="63296"/>
                </a:cubicBezTo>
                <a:cubicBezTo>
                  <a:pt x="324438" y="61388"/>
                  <a:pt x="320043" y="60433"/>
                  <a:pt x="314617" y="60433"/>
                </a:cubicBezTo>
                <a:close/>
                <a:moveTo>
                  <a:pt x="438787" y="59870"/>
                </a:moveTo>
                <a:cubicBezTo>
                  <a:pt x="435924" y="62335"/>
                  <a:pt x="432232" y="65581"/>
                  <a:pt x="427711" y="69607"/>
                </a:cubicBezTo>
                <a:lnTo>
                  <a:pt x="416182" y="80326"/>
                </a:lnTo>
                <a:lnTo>
                  <a:pt x="439164" y="108433"/>
                </a:lnTo>
                <a:cubicBezTo>
                  <a:pt x="440822" y="110493"/>
                  <a:pt x="441651" y="112527"/>
                  <a:pt x="441651" y="114537"/>
                </a:cubicBezTo>
                <a:cubicBezTo>
                  <a:pt x="441651" y="117149"/>
                  <a:pt x="440596" y="119434"/>
                  <a:pt x="438486" y="121394"/>
                </a:cubicBezTo>
                <a:cubicBezTo>
                  <a:pt x="436376" y="123353"/>
                  <a:pt x="433965" y="124332"/>
                  <a:pt x="431252" y="124332"/>
                </a:cubicBezTo>
                <a:cubicBezTo>
                  <a:pt x="428439" y="124332"/>
                  <a:pt x="425927" y="123127"/>
                  <a:pt x="423717" y="120715"/>
                </a:cubicBezTo>
                <a:cubicBezTo>
                  <a:pt x="419196" y="115792"/>
                  <a:pt x="411736" y="106926"/>
                  <a:pt x="401337" y="94116"/>
                </a:cubicBezTo>
                <a:cubicBezTo>
                  <a:pt x="397268" y="98185"/>
                  <a:pt x="390963" y="104113"/>
                  <a:pt x="382423" y="111899"/>
                </a:cubicBezTo>
                <a:cubicBezTo>
                  <a:pt x="379711" y="114160"/>
                  <a:pt x="377651" y="116044"/>
                  <a:pt x="376244" y="117551"/>
                </a:cubicBezTo>
                <a:cubicBezTo>
                  <a:pt x="374034" y="119861"/>
                  <a:pt x="371547" y="121017"/>
                  <a:pt x="368784" y="121017"/>
                </a:cubicBezTo>
                <a:cubicBezTo>
                  <a:pt x="366072" y="121017"/>
                  <a:pt x="363673" y="120037"/>
                  <a:pt x="361588" y="118078"/>
                </a:cubicBezTo>
                <a:cubicBezTo>
                  <a:pt x="359504" y="116119"/>
                  <a:pt x="358461" y="113833"/>
                  <a:pt x="358461" y="111221"/>
                </a:cubicBezTo>
                <a:cubicBezTo>
                  <a:pt x="358461" y="108307"/>
                  <a:pt x="360521" y="104967"/>
                  <a:pt x="364640" y="101199"/>
                </a:cubicBezTo>
                <a:cubicBezTo>
                  <a:pt x="367956" y="98336"/>
                  <a:pt x="371271" y="95497"/>
                  <a:pt x="374587" y="92684"/>
                </a:cubicBezTo>
                <a:cubicBezTo>
                  <a:pt x="377651" y="89620"/>
                  <a:pt x="382423" y="84923"/>
                  <a:pt x="388904" y="78593"/>
                </a:cubicBezTo>
                <a:cubicBezTo>
                  <a:pt x="386091" y="74675"/>
                  <a:pt x="383252" y="70756"/>
                  <a:pt x="380389" y="66838"/>
                </a:cubicBezTo>
                <a:cubicBezTo>
                  <a:pt x="376923" y="62216"/>
                  <a:pt x="373657" y="58625"/>
                  <a:pt x="370593" y="56063"/>
                </a:cubicBezTo>
                <a:cubicBezTo>
                  <a:pt x="367981" y="53902"/>
                  <a:pt x="366675" y="51466"/>
                  <a:pt x="366675" y="48753"/>
                </a:cubicBezTo>
                <a:cubicBezTo>
                  <a:pt x="366675" y="46141"/>
                  <a:pt x="367667" y="43818"/>
                  <a:pt x="369651" y="41783"/>
                </a:cubicBezTo>
                <a:cubicBezTo>
                  <a:pt x="371635" y="39749"/>
                  <a:pt x="374009" y="38731"/>
                  <a:pt x="376772" y="38731"/>
                </a:cubicBezTo>
                <a:cubicBezTo>
                  <a:pt x="380339" y="38731"/>
                  <a:pt x="385262" y="42323"/>
                  <a:pt x="391541" y="49507"/>
                </a:cubicBezTo>
                <a:lnTo>
                  <a:pt x="403598" y="65030"/>
                </a:lnTo>
                <a:cubicBezTo>
                  <a:pt x="407918" y="61403"/>
                  <a:pt x="412213" y="57776"/>
                  <a:pt x="416483" y="54148"/>
                </a:cubicBezTo>
                <a:cubicBezTo>
                  <a:pt x="421808" y="49514"/>
                  <a:pt x="425626" y="45560"/>
                  <a:pt x="427937" y="42285"/>
                </a:cubicBezTo>
                <a:cubicBezTo>
                  <a:pt x="430097" y="39213"/>
                  <a:pt x="432835" y="37676"/>
                  <a:pt x="436150" y="37676"/>
                </a:cubicBezTo>
                <a:cubicBezTo>
                  <a:pt x="438863" y="37676"/>
                  <a:pt x="441287" y="38633"/>
                  <a:pt x="443422" y="40545"/>
                </a:cubicBezTo>
                <a:cubicBezTo>
                  <a:pt x="445557" y="42457"/>
                  <a:pt x="446624" y="44721"/>
                  <a:pt x="446624" y="47338"/>
                </a:cubicBezTo>
                <a:cubicBezTo>
                  <a:pt x="446624" y="50610"/>
                  <a:pt x="444012" y="54787"/>
                  <a:pt x="438787" y="59870"/>
                </a:cubicBezTo>
                <a:close/>
                <a:moveTo>
                  <a:pt x="490155" y="125538"/>
                </a:moveTo>
                <a:cubicBezTo>
                  <a:pt x="485835" y="125538"/>
                  <a:pt x="481289" y="125036"/>
                  <a:pt x="476517" y="124031"/>
                </a:cubicBezTo>
                <a:lnTo>
                  <a:pt x="476441" y="154775"/>
                </a:lnTo>
                <a:cubicBezTo>
                  <a:pt x="476441" y="157689"/>
                  <a:pt x="475462" y="160100"/>
                  <a:pt x="473502" y="162009"/>
                </a:cubicBezTo>
                <a:cubicBezTo>
                  <a:pt x="471543" y="163918"/>
                  <a:pt x="469057" y="164872"/>
                  <a:pt x="466042" y="164872"/>
                </a:cubicBezTo>
                <a:cubicBezTo>
                  <a:pt x="463028" y="164872"/>
                  <a:pt x="460542" y="163916"/>
                  <a:pt x="458583" y="162004"/>
                </a:cubicBezTo>
                <a:cubicBezTo>
                  <a:pt x="456623" y="160094"/>
                  <a:pt x="455644" y="157680"/>
                  <a:pt x="455644" y="154763"/>
                </a:cubicBezTo>
                <a:cubicBezTo>
                  <a:pt x="455644" y="152399"/>
                  <a:pt x="455694" y="143019"/>
                  <a:pt x="455794" y="126624"/>
                </a:cubicBezTo>
                <a:cubicBezTo>
                  <a:pt x="455895" y="114451"/>
                  <a:pt x="455895" y="104518"/>
                  <a:pt x="455794" y="96824"/>
                </a:cubicBezTo>
                <a:cubicBezTo>
                  <a:pt x="455644" y="85959"/>
                  <a:pt x="455292" y="76603"/>
                  <a:pt x="454740" y="68757"/>
                </a:cubicBezTo>
                <a:cubicBezTo>
                  <a:pt x="453986" y="57944"/>
                  <a:pt x="453609" y="52990"/>
                  <a:pt x="453609" y="53896"/>
                </a:cubicBezTo>
                <a:cubicBezTo>
                  <a:pt x="453609" y="49722"/>
                  <a:pt x="454539" y="46151"/>
                  <a:pt x="456397" y="43184"/>
                </a:cubicBezTo>
                <a:cubicBezTo>
                  <a:pt x="458557" y="39814"/>
                  <a:pt x="461471" y="38129"/>
                  <a:pt x="465138" y="38129"/>
                </a:cubicBezTo>
                <a:cubicBezTo>
                  <a:pt x="467951" y="38129"/>
                  <a:pt x="470312" y="39083"/>
                  <a:pt x="472221" y="40992"/>
                </a:cubicBezTo>
                <a:cubicBezTo>
                  <a:pt x="474130" y="42901"/>
                  <a:pt x="475085" y="45187"/>
                  <a:pt x="475085" y="47849"/>
                </a:cubicBezTo>
                <a:lnTo>
                  <a:pt x="475009" y="48603"/>
                </a:lnTo>
                <a:cubicBezTo>
                  <a:pt x="478375" y="46694"/>
                  <a:pt x="481754" y="45275"/>
                  <a:pt x="485144" y="44345"/>
                </a:cubicBezTo>
                <a:cubicBezTo>
                  <a:pt x="488535" y="43416"/>
                  <a:pt x="491939" y="42951"/>
                  <a:pt x="495355" y="42951"/>
                </a:cubicBezTo>
                <a:cubicBezTo>
                  <a:pt x="506909" y="42951"/>
                  <a:pt x="515348" y="47858"/>
                  <a:pt x="520673" y="57671"/>
                </a:cubicBezTo>
                <a:cubicBezTo>
                  <a:pt x="524642" y="65070"/>
                  <a:pt x="526626" y="74658"/>
                  <a:pt x="526626" y="86435"/>
                </a:cubicBezTo>
                <a:cubicBezTo>
                  <a:pt x="526626" y="97457"/>
                  <a:pt x="523487" y="106591"/>
                  <a:pt x="517207" y="113837"/>
                </a:cubicBezTo>
                <a:cubicBezTo>
                  <a:pt x="510476" y="121638"/>
                  <a:pt x="501458" y="125538"/>
                  <a:pt x="490155" y="125538"/>
                </a:cubicBezTo>
                <a:moveTo>
                  <a:pt x="495355" y="63146"/>
                </a:moveTo>
                <a:cubicBezTo>
                  <a:pt x="492190" y="63146"/>
                  <a:pt x="488975" y="63887"/>
                  <a:pt x="485710" y="65369"/>
                </a:cubicBezTo>
                <a:cubicBezTo>
                  <a:pt x="482444" y="66851"/>
                  <a:pt x="479154" y="69074"/>
                  <a:pt x="475838" y="72037"/>
                </a:cubicBezTo>
                <a:cubicBezTo>
                  <a:pt x="476441" y="82386"/>
                  <a:pt x="476743" y="92760"/>
                  <a:pt x="476743" y="103158"/>
                </a:cubicBezTo>
                <a:cubicBezTo>
                  <a:pt x="481214" y="104615"/>
                  <a:pt x="485684" y="105343"/>
                  <a:pt x="490155" y="105343"/>
                </a:cubicBezTo>
                <a:cubicBezTo>
                  <a:pt x="495330" y="105343"/>
                  <a:pt x="499298" y="103510"/>
                  <a:pt x="502061" y="99843"/>
                </a:cubicBezTo>
                <a:cubicBezTo>
                  <a:pt x="504573" y="96527"/>
                  <a:pt x="505829" y="92056"/>
                  <a:pt x="505829" y="86430"/>
                </a:cubicBezTo>
                <a:cubicBezTo>
                  <a:pt x="505829" y="79648"/>
                  <a:pt x="505527" y="74951"/>
                  <a:pt x="504925" y="72339"/>
                </a:cubicBezTo>
                <a:cubicBezTo>
                  <a:pt x="503468" y="66210"/>
                  <a:pt x="500278" y="63146"/>
                  <a:pt x="495355" y="63146"/>
                </a:cubicBezTo>
                <a:close/>
                <a:moveTo>
                  <a:pt x="560950" y="109999"/>
                </a:moveTo>
                <a:cubicBezTo>
                  <a:pt x="560950" y="119555"/>
                  <a:pt x="557484" y="124332"/>
                  <a:pt x="550552" y="124332"/>
                </a:cubicBezTo>
                <a:cubicBezTo>
                  <a:pt x="547537" y="124332"/>
                  <a:pt x="545051" y="123376"/>
                  <a:pt x="543092" y="121464"/>
                </a:cubicBezTo>
                <a:cubicBezTo>
                  <a:pt x="541132" y="119554"/>
                  <a:pt x="540153" y="117090"/>
                  <a:pt x="540153" y="114073"/>
                </a:cubicBezTo>
                <a:lnTo>
                  <a:pt x="540153" y="9732"/>
                </a:lnTo>
                <a:cubicBezTo>
                  <a:pt x="540153" y="6816"/>
                  <a:pt x="541208" y="4426"/>
                  <a:pt x="543318" y="2564"/>
                </a:cubicBezTo>
                <a:cubicBezTo>
                  <a:pt x="545327" y="855"/>
                  <a:pt x="547814" y="0"/>
                  <a:pt x="550778" y="0"/>
                </a:cubicBezTo>
                <a:cubicBezTo>
                  <a:pt x="553741" y="0"/>
                  <a:pt x="556178" y="893"/>
                  <a:pt x="558087" y="2680"/>
                </a:cubicBezTo>
                <a:cubicBezTo>
                  <a:pt x="559996" y="4465"/>
                  <a:pt x="560950" y="6816"/>
                  <a:pt x="560950" y="9732"/>
                </a:cubicBezTo>
                <a:lnTo>
                  <a:pt x="560950" y="109999"/>
                </a:lnTo>
                <a:close/>
                <a:moveTo>
                  <a:pt x="610685" y="125538"/>
                </a:moveTo>
                <a:cubicBezTo>
                  <a:pt x="601391" y="125538"/>
                  <a:pt x="593404" y="122343"/>
                  <a:pt x="586722" y="115952"/>
                </a:cubicBezTo>
                <a:cubicBezTo>
                  <a:pt x="579388" y="108955"/>
                  <a:pt x="575545" y="99619"/>
                  <a:pt x="575193" y="87944"/>
                </a:cubicBezTo>
                <a:cubicBezTo>
                  <a:pt x="574842" y="76822"/>
                  <a:pt x="577881" y="66907"/>
                  <a:pt x="584311" y="58201"/>
                </a:cubicBezTo>
                <a:cubicBezTo>
                  <a:pt x="591947" y="47934"/>
                  <a:pt x="602572" y="42800"/>
                  <a:pt x="616186" y="42800"/>
                </a:cubicBezTo>
                <a:cubicBezTo>
                  <a:pt x="626233" y="42800"/>
                  <a:pt x="634220" y="46826"/>
                  <a:pt x="640148" y="54878"/>
                </a:cubicBezTo>
                <a:cubicBezTo>
                  <a:pt x="645473" y="62126"/>
                  <a:pt x="648135" y="71110"/>
                  <a:pt x="648135" y="81829"/>
                </a:cubicBezTo>
                <a:cubicBezTo>
                  <a:pt x="648135" y="93505"/>
                  <a:pt x="645021" y="103470"/>
                  <a:pt x="638791" y="111723"/>
                </a:cubicBezTo>
                <a:cubicBezTo>
                  <a:pt x="631809" y="120933"/>
                  <a:pt x="622440" y="125538"/>
                  <a:pt x="610685" y="125538"/>
                </a:cubicBezTo>
                <a:moveTo>
                  <a:pt x="615206" y="62694"/>
                </a:moveTo>
                <a:cubicBezTo>
                  <a:pt x="609027" y="62643"/>
                  <a:pt x="604154" y="65461"/>
                  <a:pt x="600587" y="71147"/>
                </a:cubicBezTo>
                <a:cubicBezTo>
                  <a:pt x="597573" y="75929"/>
                  <a:pt x="596066" y="81515"/>
                  <a:pt x="596066" y="87906"/>
                </a:cubicBezTo>
                <a:cubicBezTo>
                  <a:pt x="596066" y="93946"/>
                  <a:pt x="597774" y="98575"/>
                  <a:pt x="601190" y="101795"/>
                </a:cubicBezTo>
                <a:cubicBezTo>
                  <a:pt x="603903" y="104362"/>
                  <a:pt x="607068" y="105645"/>
                  <a:pt x="610685" y="105645"/>
                </a:cubicBezTo>
                <a:cubicBezTo>
                  <a:pt x="615055" y="105645"/>
                  <a:pt x="618848" y="104161"/>
                  <a:pt x="622063" y="101192"/>
                </a:cubicBezTo>
                <a:cubicBezTo>
                  <a:pt x="625730" y="97719"/>
                  <a:pt x="627689" y="93014"/>
                  <a:pt x="627941" y="87075"/>
                </a:cubicBezTo>
                <a:cubicBezTo>
                  <a:pt x="628594" y="70871"/>
                  <a:pt x="624349" y="62744"/>
                  <a:pt x="615206" y="62694"/>
                </a:cubicBezTo>
                <a:close/>
                <a:moveTo>
                  <a:pt x="723787" y="66791"/>
                </a:moveTo>
                <a:cubicBezTo>
                  <a:pt x="723335" y="74508"/>
                  <a:pt x="719844" y="78367"/>
                  <a:pt x="713313" y="78367"/>
                </a:cubicBezTo>
                <a:cubicBezTo>
                  <a:pt x="706984" y="78367"/>
                  <a:pt x="703819" y="75088"/>
                  <a:pt x="703819" y="68529"/>
                </a:cubicBezTo>
                <a:lnTo>
                  <a:pt x="703442" y="60885"/>
                </a:lnTo>
                <a:cubicBezTo>
                  <a:pt x="692139" y="62694"/>
                  <a:pt x="684051" y="68496"/>
                  <a:pt x="679178" y="78292"/>
                </a:cubicBezTo>
                <a:lnTo>
                  <a:pt x="679254" y="116194"/>
                </a:lnTo>
                <a:cubicBezTo>
                  <a:pt x="679254" y="119058"/>
                  <a:pt x="678274" y="121431"/>
                  <a:pt x="676315" y="123315"/>
                </a:cubicBezTo>
                <a:cubicBezTo>
                  <a:pt x="674356" y="125199"/>
                  <a:pt x="671869" y="126141"/>
                  <a:pt x="668855" y="126141"/>
                </a:cubicBezTo>
                <a:cubicBezTo>
                  <a:pt x="665740" y="126141"/>
                  <a:pt x="663329" y="125135"/>
                  <a:pt x="661621" y="123124"/>
                </a:cubicBezTo>
                <a:cubicBezTo>
                  <a:pt x="660013" y="121314"/>
                  <a:pt x="659210" y="119001"/>
                  <a:pt x="659210" y="116185"/>
                </a:cubicBezTo>
                <a:lnTo>
                  <a:pt x="659210" y="66784"/>
                </a:lnTo>
                <a:cubicBezTo>
                  <a:pt x="659210" y="65225"/>
                  <a:pt x="659260" y="62900"/>
                  <a:pt x="659360" y="59809"/>
                </a:cubicBezTo>
                <a:cubicBezTo>
                  <a:pt x="659461" y="56716"/>
                  <a:pt x="659511" y="54391"/>
                  <a:pt x="659511" y="52832"/>
                </a:cubicBezTo>
                <a:cubicBezTo>
                  <a:pt x="659511" y="50016"/>
                  <a:pt x="660353" y="47665"/>
                  <a:pt x="662035" y="45779"/>
                </a:cubicBezTo>
                <a:cubicBezTo>
                  <a:pt x="663718" y="43894"/>
                  <a:pt x="666117" y="42951"/>
                  <a:pt x="669232" y="42951"/>
                </a:cubicBezTo>
                <a:cubicBezTo>
                  <a:pt x="674808" y="42951"/>
                  <a:pt x="678123" y="45815"/>
                  <a:pt x="679178" y="51541"/>
                </a:cubicBezTo>
                <a:cubicBezTo>
                  <a:pt x="688070" y="44910"/>
                  <a:pt x="697941" y="41595"/>
                  <a:pt x="708792" y="41595"/>
                </a:cubicBezTo>
                <a:cubicBezTo>
                  <a:pt x="718839" y="41595"/>
                  <a:pt x="723863" y="48304"/>
                  <a:pt x="723863" y="61721"/>
                </a:cubicBezTo>
                <a:cubicBezTo>
                  <a:pt x="723863" y="64294"/>
                  <a:pt x="723837" y="65984"/>
                  <a:pt x="723787" y="66791"/>
                </a:cubicBezTo>
                <a:close/>
                <a:moveTo>
                  <a:pt x="799690" y="125237"/>
                </a:moveTo>
                <a:cubicBezTo>
                  <a:pt x="797379" y="125237"/>
                  <a:pt x="793712" y="123001"/>
                  <a:pt x="788688" y="118530"/>
                </a:cubicBezTo>
                <a:cubicBezTo>
                  <a:pt x="784067" y="120741"/>
                  <a:pt x="779997" y="122411"/>
                  <a:pt x="776481" y="123541"/>
                </a:cubicBezTo>
                <a:cubicBezTo>
                  <a:pt x="772965" y="124671"/>
                  <a:pt x="769976" y="125237"/>
                  <a:pt x="767514" y="125237"/>
                </a:cubicBezTo>
                <a:cubicBezTo>
                  <a:pt x="755407" y="125237"/>
                  <a:pt x="746327" y="121993"/>
                  <a:pt x="740274" y="115507"/>
                </a:cubicBezTo>
                <a:cubicBezTo>
                  <a:pt x="734221" y="109020"/>
                  <a:pt x="731194" y="99316"/>
                  <a:pt x="731194" y="86395"/>
                </a:cubicBezTo>
                <a:cubicBezTo>
                  <a:pt x="731194" y="74277"/>
                  <a:pt x="735665" y="63906"/>
                  <a:pt x="744607" y="55283"/>
                </a:cubicBezTo>
                <a:cubicBezTo>
                  <a:pt x="753549" y="46660"/>
                  <a:pt x="764249" y="42348"/>
                  <a:pt x="776707" y="42348"/>
                </a:cubicBezTo>
                <a:cubicBezTo>
                  <a:pt x="781479" y="42348"/>
                  <a:pt x="787005" y="43692"/>
                  <a:pt x="793285" y="46380"/>
                </a:cubicBezTo>
                <a:cubicBezTo>
                  <a:pt x="800870" y="49617"/>
                  <a:pt x="804663" y="53376"/>
                  <a:pt x="804663" y="57657"/>
                </a:cubicBezTo>
                <a:cubicBezTo>
                  <a:pt x="804663" y="59450"/>
                  <a:pt x="804085" y="61018"/>
                  <a:pt x="802930" y="62362"/>
                </a:cubicBezTo>
                <a:cubicBezTo>
                  <a:pt x="802428" y="64352"/>
                  <a:pt x="802038" y="66854"/>
                  <a:pt x="801762" y="69866"/>
                </a:cubicBezTo>
                <a:cubicBezTo>
                  <a:pt x="801486" y="72877"/>
                  <a:pt x="801347" y="76399"/>
                  <a:pt x="801347" y="80432"/>
                </a:cubicBezTo>
                <a:cubicBezTo>
                  <a:pt x="801347" y="89941"/>
                  <a:pt x="802026" y="96786"/>
                  <a:pt x="803382" y="100968"/>
                </a:cubicBezTo>
                <a:cubicBezTo>
                  <a:pt x="803533" y="101416"/>
                  <a:pt x="804688" y="104004"/>
                  <a:pt x="806848" y="108734"/>
                </a:cubicBezTo>
                <a:cubicBezTo>
                  <a:pt x="808807" y="113015"/>
                  <a:pt x="809787" y="115454"/>
                  <a:pt x="809787" y="116051"/>
                </a:cubicBezTo>
                <a:cubicBezTo>
                  <a:pt x="809787" y="118690"/>
                  <a:pt x="808770" y="120880"/>
                  <a:pt x="806735" y="122623"/>
                </a:cubicBezTo>
                <a:cubicBezTo>
                  <a:pt x="804701" y="124365"/>
                  <a:pt x="802352" y="125237"/>
                  <a:pt x="799690" y="125237"/>
                </a:cubicBezTo>
                <a:moveTo>
                  <a:pt x="781002" y="74373"/>
                </a:moveTo>
                <a:cubicBezTo>
                  <a:pt x="781002" y="72766"/>
                  <a:pt x="781115" y="70920"/>
                  <a:pt x="781341" y="68835"/>
                </a:cubicBezTo>
                <a:cubicBezTo>
                  <a:pt x="781567" y="66750"/>
                  <a:pt x="781906" y="64427"/>
                  <a:pt x="782359" y="61865"/>
                </a:cubicBezTo>
                <a:cubicBezTo>
                  <a:pt x="781354" y="61362"/>
                  <a:pt x="780462" y="60998"/>
                  <a:pt x="779684" y="60772"/>
                </a:cubicBezTo>
                <a:cubicBezTo>
                  <a:pt x="778905" y="60546"/>
                  <a:pt x="778239" y="60433"/>
                  <a:pt x="777687" y="60433"/>
                </a:cubicBezTo>
                <a:cubicBezTo>
                  <a:pt x="770855" y="60433"/>
                  <a:pt x="764877" y="63108"/>
                  <a:pt x="759753" y="68458"/>
                </a:cubicBezTo>
                <a:cubicBezTo>
                  <a:pt x="754629" y="73808"/>
                  <a:pt x="752067" y="80000"/>
                  <a:pt x="752067" y="87033"/>
                </a:cubicBezTo>
                <a:cubicBezTo>
                  <a:pt x="752067" y="93764"/>
                  <a:pt x="753272" y="98825"/>
                  <a:pt x="755684" y="102216"/>
                </a:cubicBezTo>
                <a:cubicBezTo>
                  <a:pt x="758095" y="105607"/>
                  <a:pt x="761712" y="107303"/>
                  <a:pt x="766534" y="107303"/>
                </a:cubicBezTo>
                <a:cubicBezTo>
                  <a:pt x="769649" y="107303"/>
                  <a:pt x="772600" y="106788"/>
                  <a:pt x="775388" y="105758"/>
                </a:cubicBezTo>
                <a:cubicBezTo>
                  <a:pt x="778176" y="104728"/>
                  <a:pt x="780801" y="103208"/>
                  <a:pt x="783263" y="101199"/>
                </a:cubicBezTo>
                <a:cubicBezTo>
                  <a:pt x="781756" y="89243"/>
                  <a:pt x="781002" y="80301"/>
                  <a:pt x="781002" y="74373"/>
                </a:cubicBezTo>
                <a:close/>
                <a:moveTo>
                  <a:pt x="873050" y="60355"/>
                </a:moveTo>
                <a:cubicBezTo>
                  <a:pt x="871995" y="60355"/>
                  <a:pt x="870752" y="60318"/>
                  <a:pt x="869320" y="60242"/>
                </a:cubicBezTo>
                <a:cubicBezTo>
                  <a:pt x="867889" y="60167"/>
                  <a:pt x="866645" y="60129"/>
                  <a:pt x="865590" y="60129"/>
                </a:cubicBezTo>
                <a:cubicBezTo>
                  <a:pt x="863531" y="60129"/>
                  <a:pt x="861144" y="60331"/>
                  <a:pt x="858432" y="60734"/>
                </a:cubicBezTo>
                <a:cubicBezTo>
                  <a:pt x="859336" y="81030"/>
                  <a:pt x="859788" y="94292"/>
                  <a:pt x="859788" y="100521"/>
                </a:cubicBezTo>
                <a:cubicBezTo>
                  <a:pt x="859788" y="101174"/>
                  <a:pt x="859813" y="102392"/>
                  <a:pt x="859863" y="104175"/>
                </a:cubicBezTo>
                <a:cubicBezTo>
                  <a:pt x="859914" y="105959"/>
                  <a:pt x="859939" y="107403"/>
                  <a:pt x="859939" y="108508"/>
                </a:cubicBezTo>
                <a:cubicBezTo>
                  <a:pt x="859939" y="120062"/>
                  <a:pt x="856297" y="125839"/>
                  <a:pt x="849013" y="125839"/>
                </a:cubicBezTo>
                <a:cubicBezTo>
                  <a:pt x="846250" y="125839"/>
                  <a:pt x="843864" y="124985"/>
                  <a:pt x="841854" y="123277"/>
                </a:cubicBezTo>
                <a:cubicBezTo>
                  <a:pt x="839644" y="121469"/>
                  <a:pt x="838539" y="119208"/>
                  <a:pt x="838539" y="116496"/>
                </a:cubicBezTo>
                <a:cubicBezTo>
                  <a:pt x="838539" y="114687"/>
                  <a:pt x="838614" y="111975"/>
                  <a:pt x="838765" y="108358"/>
                </a:cubicBezTo>
                <a:cubicBezTo>
                  <a:pt x="838915" y="104741"/>
                  <a:pt x="838991" y="102028"/>
                  <a:pt x="838991" y="100219"/>
                </a:cubicBezTo>
                <a:cubicBezTo>
                  <a:pt x="838991" y="94141"/>
                  <a:pt x="838539" y="81130"/>
                  <a:pt x="837634" y="61187"/>
                </a:cubicBezTo>
                <a:cubicBezTo>
                  <a:pt x="834520" y="61036"/>
                  <a:pt x="829810" y="60621"/>
                  <a:pt x="823506" y="59943"/>
                </a:cubicBezTo>
                <a:cubicBezTo>
                  <a:pt x="817201" y="59265"/>
                  <a:pt x="814049" y="56012"/>
                  <a:pt x="814049" y="50185"/>
                </a:cubicBezTo>
                <a:cubicBezTo>
                  <a:pt x="814049" y="47372"/>
                  <a:pt x="815003" y="44986"/>
                  <a:pt x="816912" y="43027"/>
                </a:cubicBezTo>
                <a:cubicBezTo>
                  <a:pt x="818821" y="41067"/>
                  <a:pt x="821283" y="40088"/>
                  <a:pt x="824297" y="40088"/>
                </a:cubicBezTo>
                <a:cubicBezTo>
                  <a:pt x="826156" y="40088"/>
                  <a:pt x="830426" y="40389"/>
                  <a:pt x="837107" y="40992"/>
                </a:cubicBezTo>
                <a:cubicBezTo>
                  <a:pt x="837057" y="39380"/>
                  <a:pt x="836931" y="36709"/>
                  <a:pt x="836730" y="32981"/>
                </a:cubicBezTo>
                <a:cubicBezTo>
                  <a:pt x="836529" y="29757"/>
                  <a:pt x="836429" y="27262"/>
                  <a:pt x="836429" y="25498"/>
                </a:cubicBezTo>
                <a:cubicBezTo>
                  <a:pt x="836429" y="22677"/>
                  <a:pt x="837459" y="20334"/>
                  <a:pt x="839518" y="18471"/>
                </a:cubicBezTo>
                <a:cubicBezTo>
                  <a:pt x="841578" y="16606"/>
                  <a:pt x="844064" y="15673"/>
                  <a:pt x="846978" y="15673"/>
                </a:cubicBezTo>
                <a:cubicBezTo>
                  <a:pt x="854413" y="15673"/>
                  <a:pt x="858130" y="21947"/>
                  <a:pt x="858130" y="34493"/>
                </a:cubicBezTo>
                <a:lnTo>
                  <a:pt x="857980" y="40691"/>
                </a:lnTo>
                <a:cubicBezTo>
                  <a:pt x="861094" y="40188"/>
                  <a:pt x="863631" y="39937"/>
                  <a:pt x="865590" y="39937"/>
                </a:cubicBezTo>
                <a:cubicBezTo>
                  <a:pt x="871367" y="39937"/>
                  <a:pt x="875311" y="40315"/>
                  <a:pt x="877421" y="41072"/>
                </a:cubicBezTo>
                <a:cubicBezTo>
                  <a:pt x="881440" y="42483"/>
                  <a:pt x="883449" y="45559"/>
                  <a:pt x="883449" y="50298"/>
                </a:cubicBezTo>
                <a:cubicBezTo>
                  <a:pt x="883449" y="53173"/>
                  <a:pt x="882469" y="55567"/>
                  <a:pt x="880510" y="57483"/>
                </a:cubicBezTo>
                <a:cubicBezTo>
                  <a:pt x="878551" y="59398"/>
                  <a:pt x="876064" y="60355"/>
                  <a:pt x="873050" y="60355"/>
                </a:cubicBezTo>
                <a:close/>
                <a:moveTo>
                  <a:pt x="909655" y="30443"/>
                </a:moveTo>
                <a:cubicBezTo>
                  <a:pt x="906440" y="30443"/>
                  <a:pt x="903651" y="29363"/>
                  <a:pt x="901290" y="27202"/>
                </a:cubicBezTo>
                <a:cubicBezTo>
                  <a:pt x="898929" y="25042"/>
                  <a:pt x="897749" y="22405"/>
                  <a:pt x="897749" y="19290"/>
                </a:cubicBezTo>
                <a:cubicBezTo>
                  <a:pt x="897749" y="16176"/>
                  <a:pt x="898929" y="13538"/>
                  <a:pt x="901290" y="11378"/>
                </a:cubicBezTo>
                <a:cubicBezTo>
                  <a:pt x="903651" y="9218"/>
                  <a:pt x="906440" y="8138"/>
                  <a:pt x="909655" y="8138"/>
                </a:cubicBezTo>
                <a:cubicBezTo>
                  <a:pt x="912870" y="8138"/>
                  <a:pt x="915645" y="9218"/>
                  <a:pt x="917981" y="11378"/>
                </a:cubicBezTo>
                <a:cubicBezTo>
                  <a:pt x="920317" y="13538"/>
                  <a:pt x="921485" y="16176"/>
                  <a:pt x="921485" y="19290"/>
                </a:cubicBezTo>
                <a:cubicBezTo>
                  <a:pt x="921485" y="22405"/>
                  <a:pt x="920317" y="25042"/>
                  <a:pt x="917981" y="27202"/>
                </a:cubicBezTo>
                <a:cubicBezTo>
                  <a:pt x="915645" y="29363"/>
                  <a:pt x="912870" y="30443"/>
                  <a:pt x="909655" y="30443"/>
                </a:cubicBezTo>
                <a:moveTo>
                  <a:pt x="916060" y="85676"/>
                </a:moveTo>
                <a:cubicBezTo>
                  <a:pt x="916060" y="88540"/>
                  <a:pt x="916148" y="93136"/>
                  <a:pt x="916323" y="99466"/>
                </a:cubicBezTo>
                <a:cubicBezTo>
                  <a:pt x="916499" y="105796"/>
                  <a:pt x="916587" y="110392"/>
                  <a:pt x="916587" y="113256"/>
                </a:cubicBezTo>
                <a:cubicBezTo>
                  <a:pt x="916587" y="116169"/>
                  <a:pt x="915607" y="118568"/>
                  <a:pt x="913648" y="120452"/>
                </a:cubicBezTo>
                <a:cubicBezTo>
                  <a:pt x="911689" y="122336"/>
                  <a:pt x="909202" y="123277"/>
                  <a:pt x="906188" y="123277"/>
                </a:cubicBezTo>
                <a:cubicBezTo>
                  <a:pt x="903174" y="123277"/>
                  <a:pt x="900688" y="122336"/>
                  <a:pt x="898728" y="120452"/>
                </a:cubicBezTo>
                <a:cubicBezTo>
                  <a:pt x="896769" y="118568"/>
                  <a:pt x="895790" y="116169"/>
                  <a:pt x="895790" y="113256"/>
                </a:cubicBezTo>
                <a:cubicBezTo>
                  <a:pt x="895790" y="110392"/>
                  <a:pt x="895702" y="105796"/>
                  <a:pt x="895526" y="99466"/>
                </a:cubicBezTo>
                <a:cubicBezTo>
                  <a:pt x="895350" y="93136"/>
                  <a:pt x="895262" y="88540"/>
                  <a:pt x="895262" y="85676"/>
                </a:cubicBezTo>
                <a:cubicBezTo>
                  <a:pt x="895262" y="81205"/>
                  <a:pt x="895513" y="75604"/>
                  <a:pt x="896016" y="68873"/>
                </a:cubicBezTo>
                <a:cubicBezTo>
                  <a:pt x="896518" y="62141"/>
                  <a:pt x="896769" y="56540"/>
                  <a:pt x="896769" y="52069"/>
                </a:cubicBezTo>
                <a:cubicBezTo>
                  <a:pt x="896769" y="49155"/>
                  <a:pt x="897749" y="46757"/>
                  <a:pt x="899708" y="44873"/>
                </a:cubicBezTo>
                <a:cubicBezTo>
                  <a:pt x="901667" y="42989"/>
                  <a:pt x="904154" y="42047"/>
                  <a:pt x="907168" y="42047"/>
                </a:cubicBezTo>
                <a:cubicBezTo>
                  <a:pt x="910182" y="42047"/>
                  <a:pt x="912669" y="42989"/>
                  <a:pt x="914628" y="44873"/>
                </a:cubicBezTo>
                <a:cubicBezTo>
                  <a:pt x="916587" y="46757"/>
                  <a:pt x="917567" y="49155"/>
                  <a:pt x="917567" y="52069"/>
                </a:cubicBezTo>
                <a:cubicBezTo>
                  <a:pt x="917567" y="56540"/>
                  <a:pt x="917315" y="62141"/>
                  <a:pt x="916813" y="68873"/>
                </a:cubicBezTo>
                <a:cubicBezTo>
                  <a:pt x="916311" y="75604"/>
                  <a:pt x="916060" y="81205"/>
                  <a:pt x="916060" y="85676"/>
                </a:cubicBezTo>
                <a:close/>
                <a:moveTo>
                  <a:pt x="966814" y="125538"/>
                </a:moveTo>
                <a:cubicBezTo>
                  <a:pt x="957520" y="125538"/>
                  <a:pt x="949533" y="122343"/>
                  <a:pt x="942851" y="115952"/>
                </a:cubicBezTo>
                <a:cubicBezTo>
                  <a:pt x="935517" y="108955"/>
                  <a:pt x="931674" y="99619"/>
                  <a:pt x="931322" y="87944"/>
                </a:cubicBezTo>
                <a:cubicBezTo>
                  <a:pt x="930971" y="76822"/>
                  <a:pt x="934010" y="66907"/>
                  <a:pt x="940440" y="58201"/>
                </a:cubicBezTo>
                <a:cubicBezTo>
                  <a:pt x="948076" y="47934"/>
                  <a:pt x="958701" y="42800"/>
                  <a:pt x="972314" y="42800"/>
                </a:cubicBezTo>
                <a:cubicBezTo>
                  <a:pt x="982361" y="42800"/>
                  <a:pt x="990349" y="46826"/>
                  <a:pt x="996277" y="54878"/>
                </a:cubicBezTo>
                <a:cubicBezTo>
                  <a:pt x="1001601" y="62126"/>
                  <a:pt x="1004264" y="71110"/>
                  <a:pt x="1004264" y="81829"/>
                </a:cubicBezTo>
                <a:cubicBezTo>
                  <a:pt x="1004264" y="93505"/>
                  <a:pt x="1001149" y="103470"/>
                  <a:pt x="994920" y="111723"/>
                </a:cubicBezTo>
                <a:cubicBezTo>
                  <a:pt x="987937" y="120933"/>
                  <a:pt x="978569" y="125538"/>
                  <a:pt x="966814" y="125538"/>
                </a:cubicBezTo>
                <a:moveTo>
                  <a:pt x="971335" y="62694"/>
                </a:moveTo>
                <a:cubicBezTo>
                  <a:pt x="965156" y="62643"/>
                  <a:pt x="960283" y="65461"/>
                  <a:pt x="956716" y="71147"/>
                </a:cubicBezTo>
                <a:cubicBezTo>
                  <a:pt x="953702" y="75929"/>
                  <a:pt x="952195" y="81515"/>
                  <a:pt x="952195" y="87906"/>
                </a:cubicBezTo>
                <a:cubicBezTo>
                  <a:pt x="952195" y="93946"/>
                  <a:pt x="953903" y="98575"/>
                  <a:pt x="957319" y="101795"/>
                </a:cubicBezTo>
                <a:cubicBezTo>
                  <a:pt x="960032" y="104362"/>
                  <a:pt x="963197" y="105645"/>
                  <a:pt x="966814" y="105645"/>
                </a:cubicBezTo>
                <a:cubicBezTo>
                  <a:pt x="971184" y="105645"/>
                  <a:pt x="974977" y="104161"/>
                  <a:pt x="978192" y="101192"/>
                </a:cubicBezTo>
                <a:cubicBezTo>
                  <a:pt x="981859" y="97719"/>
                  <a:pt x="983818" y="93014"/>
                  <a:pt x="984069" y="87075"/>
                </a:cubicBezTo>
                <a:cubicBezTo>
                  <a:pt x="984722" y="70871"/>
                  <a:pt x="980478" y="62744"/>
                  <a:pt x="971335" y="62694"/>
                </a:cubicBezTo>
                <a:close/>
                <a:moveTo>
                  <a:pt x="1076148" y="126442"/>
                </a:moveTo>
                <a:cubicBezTo>
                  <a:pt x="1069969" y="126442"/>
                  <a:pt x="1066528" y="123396"/>
                  <a:pt x="1065825" y="117303"/>
                </a:cubicBezTo>
                <a:cubicBezTo>
                  <a:pt x="1065121" y="112118"/>
                  <a:pt x="1064418" y="106907"/>
                  <a:pt x="1063715" y="101670"/>
                </a:cubicBezTo>
                <a:cubicBezTo>
                  <a:pt x="1062961" y="96132"/>
                  <a:pt x="1062585" y="90920"/>
                  <a:pt x="1062585" y="86037"/>
                </a:cubicBezTo>
                <a:cubicBezTo>
                  <a:pt x="1062585" y="84727"/>
                  <a:pt x="1062672" y="82487"/>
                  <a:pt x="1062848" y="79316"/>
                </a:cubicBezTo>
                <a:cubicBezTo>
                  <a:pt x="1063024" y="76143"/>
                  <a:pt x="1063112" y="73902"/>
                  <a:pt x="1063112" y="72593"/>
                </a:cubicBezTo>
                <a:cubicBezTo>
                  <a:pt x="1063112" y="72242"/>
                  <a:pt x="1063162" y="71348"/>
                  <a:pt x="1063263" y="69913"/>
                </a:cubicBezTo>
                <a:cubicBezTo>
                  <a:pt x="1063363" y="68477"/>
                  <a:pt x="1063413" y="67306"/>
                  <a:pt x="1063413" y="66400"/>
                </a:cubicBezTo>
                <a:cubicBezTo>
                  <a:pt x="1063413" y="62221"/>
                  <a:pt x="1062333" y="60132"/>
                  <a:pt x="1060173" y="60132"/>
                </a:cubicBezTo>
                <a:cubicBezTo>
                  <a:pt x="1055552" y="60132"/>
                  <a:pt x="1051018" y="62905"/>
                  <a:pt x="1046572" y="68451"/>
                </a:cubicBezTo>
                <a:cubicBezTo>
                  <a:pt x="1042126" y="73996"/>
                  <a:pt x="1038647" y="81023"/>
                  <a:pt x="1036136" y="89533"/>
                </a:cubicBezTo>
                <a:cubicBezTo>
                  <a:pt x="1036035" y="91237"/>
                  <a:pt x="1035809" y="93507"/>
                  <a:pt x="1035457" y="96343"/>
                </a:cubicBezTo>
                <a:cubicBezTo>
                  <a:pt x="1035156" y="98665"/>
                  <a:pt x="1035005" y="100935"/>
                  <a:pt x="1035005" y="103151"/>
                </a:cubicBezTo>
                <a:cubicBezTo>
                  <a:pt x="1035005" y="104597"/>
                  <a:pt x="1035169" y="106778"/>
                  <a:pt x="1035495" y="109693"/>
                </a:cubicBezTo>
                <a:cubicBezTo>
                  <a:pt x="1035822" y="112606"/>
                  <a:pt x="1035985" y="114785"/>
                  <a:pt x="1035985" y="116230"/>
                </a:cubicBezTo>
                <a:cubicBezTo>
                  <a:pt x="1035985" y="119170"/>
                  <a:pt x="1034993" y="121607"/>
                  <a:pt x="1033009" y="123541"/>
                </a:cubicBezTo>
                <a:cubicBezTo>
                  <a:pt x="1031024" y="125475"/>
                  <a:pt x="1028525" y="126442"/>
                  <a:pt x="1025511" y="126442"/>
                </a:cubicBezTo>
                <a:cubicBezTo>
                  <a:pt x="1022497" y="126442"/>
                  <a:pt x="1020010" y="125481"/>
                  <a:pt x="1018051" y="123558"/>
                </a:cubicBezTo>
                <a:cubicBezTo>
                  <a:pt x="1016092" y="121635"/>
                  <a:pt x="1015112" y="119211"/>
                  <a:pt x="1015112" y="116286"/>
                </a:cubicBezTo>
                <a:cubicBezTo>
                  <a:pt x="1015112" y="114850"/>
                  <a:pt x="1014961" y="112683"/>
                  <a:pt x="1014660" y="109785"/>
                </a:cubicBezTo>
                <a:cubicBezTo>
                  <a:pt x="1014359" y="106887"/>
                  <a:pt x="1014208" y="104720"/>
                  <a:pt x="1014208" y="103285"/>
                </a:cubicBezTo>
                <a:cubicBezTo>
                  <a:pt x="1014208" y="98361"/>
                  <a:pt x="1014560" y="91513"/>
                  <a:pt x="1015263" y="82742"/>
                </a:cubicBezTo>
                <a:cubicBezTo>
                  <a:pt x="1015966" y="73972"/>
                  <a:pt x="1016318" y="67124"/>
                  <a:pt x="1016318" y="62199"/>
                </a:cubicBezTo>
                <a:cubicBezTo>
                  <a:pt x="1016318" y="60661"/>
                  <a:pt x="1016230" y="58366"/>
                  <a:pt x="1016054" y="55314"/>
                </a:cubicBezTo>
                <a:cubicBezTo>
                  <a:pt x="1015878" y="52262"/>
                  <a:pt x="1015790" y="49993"/>
                  <a:pt x="1015790" y="48506"/>
                </a:cubicBezTo>
                <a:cubicBezTo>
                  <a:pt x="1015790" y="45633"/>
                  <a:pt x="1016808" y="43261"/>
                  <a:pt x="1018842" y="41390"/>
                </a:cubicBezTo>
                <a:cubicBezTo>
                  <a:pt x="1020877" y="39517"/>
                  <a:pt x="1023376" y="38581"/>
                  <a:pt x="1026340" y="38581"/>
                </a:cubicBezTo>
                <a:cubicBezTo>
                  <a:pt x="1032921" y="38581"/>
                  <a:pt x="1036437" y="42549"/>
                  <a:pt x="1036889" y="50486"/>
                </a:cubicBezTo>
                <a:lnTo>
                  <a:pt x="1036965" y="51315"/>
                </a:lnTo>
                <a:cubicBezTo>
                  <a:pt x="1044299" y="43931"/>
                  <a:pt x="1052035" y="40238"/>
                  <a:pt x="1060173" y="40238"/>
                </a:cubicBezTo>
                <a:cubicBezTo>
                  <a:pt x="1069668" y="40238"/>
                  <a:pt x="1076223" y="44214"/>
                  <a:pt x="1079840" y="52165"/>
                </a:cubicBezTo>
                <a:cubicBezTo>
                  <a:pt x="1082252" y="57500"/>
                  <a:pt x="1083457" y="65476"/>
                  <a:pt x="1083457" y="76095"/>
                </a:cubicBezTo>
                <a:lnTo>
                  <a:pt x="1083457" y="81454"/>
                </a:lnTo>
                <a:cubicBezTo>
                  <a:pt x="1083407" y="83768"/>
                  <a:pt x="1083382" y="85403"/>
                  <a:pt x="1083382" y="86359"/>
                </a:cubicBezTo>
                <a:cubicBezTo>
                  <a:pt x="1083382" y="90285"/>
                  <a:pt x="1083922" y="95343"/>
                  <a:pt x="1085002" y="101533"/>
                </a:cubicBezTo>
                <a:cubicBezTo>
                  <a:pt x="1086082" y="107722"/>
                  <a:pt x="1086622" y="112754"/>
                  <a:pt x="1086622" y="116630"/>
                </a:cubicBezTo>
                <a:cubicBezTo>
                  <a:pt x="1086622" y="119448"/>
                  <a:pt x="1085617" y="121788"/>
                  <a:pt x="1083608" y="123650"/>
                </a:cubicBezTo>
                <a:cubicBezTo>
                  <a:pt x="1081599" y="125511"/>
                  <a:pt x="1079112" y="126442"/>
                  <a:pt x="1076148" y="1264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14900-C0FA-472B-A463-686E7E6C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976" y="1041562"/>
            <a:ext cx="1087802" cy="334483"/>
          </a:xfrm>
          <a:custGeom xmlns:a="http://schemas.openxmlformats.org/drawingml/2006/main">
            <a:pathLst>
              <a:path w="1087802" h="334483">
                <a:moveTo>
                  <a:pt x="159211" y="559"/>
                </a:moveTo>
                <a:lnTo>
                  <a:pt x="1087662" y="559"/>
                </a:lnTo>
                <a:lnTo>
                  <a:pt x="1087662" y="176529"/>
                </a:lnTo>
                <a:cubicBezTo>
                  <a:pt x="1087802" y="263480"/>
                  <a:pt x="1016799" y="334483"/>
                  <a:pt x="928451" y="334064"/>
                </a:cubicBezTo>
                <a:lnTo>
                  <a:pt x="0" y="334064"/>
                </a:lnTo>
                <a:lnTo>
                  <a:pt x="0" y="158094"/>
                </a:lnTo>
                <a:cubicBezTo>
                  <a:pt x="559" y="71002"/>
                  <a:pt x="71561" y="0"/>
                  <a:pt x="159211" y="559"/>
                </a:cubicBezTo>
              </a:path>
            </a:pathLst>
          </a:custGeom>
          <a:solidFill xmlns:a="http://schemas.openxmlformats.org/drawingml/2006/main">
            <a:srgbClr val="E7E7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0E47E9-4A79-4981-BB35-565D0FF0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060" y="1031088"/>
            <a:ext cx="1108192" cy="355431"/>
          </a:xfrm>
          <a:custGeom xmlns:a="http://schemas.openxmlformats.org/drawingml/2006/main">
            <a:pathLst>
              <a:path w="1108192" h="355431">
                <a:moveTo>
                  <a:pt x="126810" y="5321"/>
                </a:moveTo>
                <a:lnTo>
                  <a:pt x="118780" y="7597"/>
                </a:lnTo>
                <a:lnTo>
                  <a:pt x="110917" y="10251"/>
                </a:lnTo>
                <a:lnTo>
                  <a:pt x="103250" y="13282"/>
                </a:lnTo>
                <a:lnTo>
                  <a:pt x="95750" y="16675"/>
                </a:lnTo>
                <a:lnTo>
                  <a:pt x="88460" y="20404"/>
                </a:lnTo>
                <a:lnTo>
                  <a:pt x="81379" y="24482"/>
                </a:lnTo>
                <a:lnTo>
                  <a:pt x="74522" y="28867"/>
                </a:lnTo>
                <a:lnTo>
                  <a:pt x="67902" y="33588"/>
                </a:lnTo>
                <a:lnTo>
                  <a:pt x="61506" y="38602"/>
                </a:lnTo>
                <a:lnTo>
                  <a:pt x="55375" y="43923"/>
                </a:lnTo>
                <a:lnTo>
                  <a:pt x="49509" y="49509"/>
                </a:lnTo>
                <a:lnTo>
                  <a:pt x="43909" y="55375"/>
                </a:lnTo>
                <a:lnTo>
                  <a:pt x="38602" y="61506"/>
                </a:lnTo>
                <a:lnTo>
                  <a:pt x="33588" y="67902"/>
                </a:lnTo>
                <a:lnTo>
                  <a:pt x="28867" y="74522"/>
                </a:lnTo>
                <a:lnTo>
                  <a:pt x="24482" y="81379"/>
                </a:lnTo>
                <a:lnTo>
                  <a:pt x="20404" y="88460"/>
                </a:lnTo>
                <a:lnTo>
                  <a:pt x="16675" y="95750"/>
                </a:lnTo>
                <a:lnTo>
                  <a:pt x="13282" y="103250"/>
                </a:lnTo>
                <a:lnTo>
                  <a:pt x="10251" y="110931"/>
                </a:lnTo>
                <a:lnTo>
                  <a:pt x="7597" y="118780"/>
                </a:lnTo>
                <a:lnTo>
                  <a:pt x="5321" y="126810"/>
                </a:lnTo>
                <a:lnTo>
                  <a:pt x="3436" y="134994"/>
                </a:lnTo>
                <a:lnTo>
                  <a:pt x="1941" y="143318"/>
                </a:lnTo>
                <a:lnTo>
                  <a:pt x="866" y="151781"/>
                </a:lnTo>
                <a:lnTo>
                  <a:pt x="209" y="160356"/>
                </a:lnTo>
                <a:lnTo>
                  <a:pt x="0" y="168917"/>
                </a:lnTo>
                <a:lnTo>
                  <a:pt x="0" y="355431"/>
                </a:lnTo>
                <a:lnTo>
                  <a:pt x="939275" y="355431"/>
                </a:lnTo>
                <a:lnTo>
                  <a:pt x="947836" y="355222"/>
                </a:lnTo>
                <a:lnTo>
                  <a:pt x="956411" y="354566"/>
                </a:lnTo>
                <a:lnTo>
                  <a:pt x="964874" y="353490"/>
                </a:lnTo>
                <a:lnTo>
                  <a:pt x="973198" y="351996"/>
                </a:lnTo>
                <a:lnTo>
                  <a:pt x="981382" y="350110"/>
                </a:lnTo>
                <a:lnTo>
                  <a:pt x="989412" y="347834"/>
                </a:lnTo>
                <a:lnTo>
                  <a:pt x="997261" y="345180"/>
                </a:lnTo>
                <a:lnTo>
                  <a:pt x="1004942" y="342150"/>
                </a:lnTo>
                <a:lnTo>
                  <a:pt x="1012442" y="338756"/>
                </a:lnTo>
                <a:lnTo>
                  <a:pt x="1019732" y="335027"/>
                </a:lnTo>
                <a:lnTo>
                  <a:pt x="1026813" y="330949"/>
                </a:lnTo>
                <a:lnTo>
                  <a:pt x="1033670" y="326564"/>
                </a:lnTo>
                <a:lnTo>
                  <a:pt x="1040290" y="321844"/>
                </a:lnTo>
                <a:lnTo>
                  <a:pt x="1046686" y="316830"/>
                </a:lnTo>
                <a:lnTo>
                  <a:pt x="1052817" y="311509"/>
                </a:lnTo>
                <a:lnTo>
                  <a:pt x="1058683" y="305922"/>
                </a:lnTo>
                <a:lnTo>
                  <a:pt x="1064269" y="300057"/>
                </a:lnTo>
                <a:lnTo>
                  <a:pt x="1069590" y="293926"/>
                </a:lnTo>
                <a:lnTo>
                  <a:pt x="1074604" y="287529"/>
                </a:lnTo>
                <a:lnTo>
                  <a:pt x="1079310" y="280910"/>
                </a:lnTo>
                <a:lnTo>
                  <a:pt x="1083710" y="274052"/>
                </a:lnTo>
                <a:lnTo>
                  <a:pt x="1087788" y="266972"/>
                </a:lnTo>
                <a:lnTo>
                  <a:pt x="1091517" y="259681"/>
                </a:lnTo>
                <a:lnTo>
                  <a:pt x="1094910" y="252182"/>
                </a:lnTo>
                <a:lnTo>
                  <a:pt x="1097927" y="244501"/>
                </a:lnTo>
                <a:lnTo>
                  <a:pt x="1100594" y="236652"/>
                </a:lnTo>
                <a:lnTo>
                  <a:pt x="1102871" y="228621"/>
                </a:lnTo>
                <a:lnTo>
                  <a:pt x="1104756" y="220437"/>
                </a:lnTo>
                <a:lnTo>
                  <a:pt x="1106251" y="212114"/>
                </a:lnTo>
                <a:lnTo>
                  <a:pt x="1107326" y="203650"/>
                </a:lnTo>
                <a:lnTo>
                  <a:pt x="1107968" y="195075"/>
                </a:lnTo>
                <a:lnTo>
                  <a:pt x="1108192" y="186514"/>
                </a:lnTo>
                <a:lnTo>
                  <a:pt x="1108192" y="0"/>
                </a:lnTo>
                <a:lnTo>
                  <a:pt x="168917" y="0"/>
                </a:lnTo>
                <a:lnTo>
                  <a:pt x="160356" y="209"/>
                </a:lnTo>
                <a:lnTo>
                  <a:pt x="151781" y="866"/>
                </a:lnTo>
                <a:lnTo>
                  <a:pt x="143318" y="1941"/>
                </a:lnTo>
                <a:lnTo>
                  <a:pt x="134994" y="3436"/>
                </a:lnTo>
                <a:lnTo>
                  <a:pt x="126810" y="5321"/>
                </a:lnTo>
                <a:close/>
                <a:moveTo>
                  <a:pt x="1085518" y="209043"/>
                </a:moveTo>
                <a:lnTo>
                  <a:pt x="1084258" y="216088"/>
                </a:lnTo>
                <a:lnTo>
                  <a:pt x="1082610" y="223280"/>
                </a:lnTo>
                <a:lnTo>
                  <a:pt x="1080572" y="230461"/>
                </a:lnTo>
                <a:lnTo>
                  <a:pt x="1078329" y="237101"/>
                </a:lnTo>
                <a:lnTo>
                  <a:pt x="1075639" y="243939"/>
                </a:lnTo>
                <a:lnTo>
                  <a:pt x="1072630" y="250606"/>
                </a:lnTo>
                <a:lnTo>
                  <a:pt x="1069414" y="256884"/>
                </a:lnTo>
                <a:lnTo>
                  <a:pt x="1065788" y="263195"/>
                </a:lnTo>
                <a:lnTo>
                  <a:pt x="1061859" y="269314"/>
                </a:lnTo>
                <a:lnTo>
                  <a:pt x="1057685" y="275172"/>
                </a:lnTo>
                <a:lnTo>
                  <a:pt x="1053441" y="280560"/>
                </a:lnTo>
                <a:lnTo>
                  <a:pt x="1048838" y="285872"/>
                </a:lnTo>
                <a:lnTo>
                  <a:pt x="1043868" y="291107"/>
                </a:lnTo>
                <a:lnTo>
                  <a:pt x="1038632" y="296078"/>
                </a:lnTo>
                <a:lnTo>
                  <a:pt x="1033320" y="300680"/>
                </a:lnTo>
                <a:lnTo>
                  <a:pt x="1027933" y="304925"/>
                </a:lnTo>
                <a:lnTo>
                  <a:pt x="1022074" y="309098"/>
                </a:lnTo>
                <a:lnTo>
                  <a:pt x="1015955" y="313027"/>
                </a:lnTo>
                <a:lnTo>
                  <a:pt x="1009645" y="316654"/>
                </a:lnTo>
                <a:lnTo>
                  <a:pt x="1003366" y="319870"/>
                </a:lnTo>
                <a:lnTo>
                  <a:pt x="996699" y="322879"/>
                </a:lnTo>
                <a:lnTo>
                  <a:pt x="989862" y="325569"/>
                </a:lnTo>
                <a:lnTo>
                  <a:pt x="983222" y="327811"/>
                </a:lnTo>
                <a:lnTo>
                  <a:pt x="976086" y="329837"/>
                </a:lnTo>
                <a:lnTo>
                  <a:pt x="969110" y="331451"/>
                </a:lnTo>
                <a:lnTo>
                  <a:pt x="961803" y="332758"/>
                </a:lnTo>
                <a:lnTo>
                  <a:pt x="954082" y="333737"/>
                </a:lnTo>
                <a:lnTo>
                  <a:pt x="946802" y="334279"/>
                </a:lnTo>
                <a:lnTo>
                  <a:pt x="938884" y="334483"/>
                </a:lnTo>
                <a:lnTo>
                  <a:pt x="20949" y="334483"/>
                </a:lnTo>
                <a:lnTo>
                  <a:pt x="20949" y="169308"/>
                </a:lnTo>
                <a:lnTo>
                  <a:pt x="21152" y="161390"/>
                </a:lnTo>
                <a:lnTo>
                  <a:pt x="21695" y="154110"/>
                </a:lnTo>
                <a:lnTo>
                  <a:pt x="22674" y="146388"/>
                </a:lnTo>
                <a:lnTo>
                  <a:pt x="23981" y="139078"/>
                </a:lnTo>
                <a:lnTo>
                  <a:pt x="25578" y="132164"/>
                </a:lnTo>
                <a:lnTo>
                  <a:pt x="27620" y="124970"/>
                </a:lnTo>
                <a:lnTo>
                  <a:pt x="29863" y="118330"/>
                </a:lnTo>
                <a:lnTo>
                  <a:pt x="32553" y="111493"/>
                </a:lnTo>
                <a:lnTo>
                  <a:pt x="35561" y="104825"/>
                </a:lnTo>
                <a:lnTo>
                  <a:pt x="38778" y="98547"/>
                </a:lnTo>
                <a:lnTo>
                  <a:pt x="42404" y="92237"/>
                </a:lnTo>
                <a:lnTo>
                  <a:pt x="46333" y="86117"/>
                </a:lnTo>
                <a:lnTo>
                  <a:pt x="50515" y="80248"/>
                </a:lnTo>
                <a:lnTo>
                  <a:pt x="50207" y="80639"/>
                </a:lnTo>
                <a:lnTo>
                  <a:pt x="54607" y="75038"/>
                </a:lnTo>
                <a:lnTo>
                  <a:pt x="59493" y="69399"/>
                </a:lnTo>
                <a:lnTo>
                  <a:pt x="64324" y="64324"/>
                </a:lnTo>
                <a:lnTo>
                  <a:pt x="69407" y="59486"/>
                </a:lnTo>
                <a:lnTo>
                  <a:pt x="74872" y="54751"/>
                </a:lnTo>
                <a:lnTo>
                  <a:pt x="80259" y="50507"/>
                </a:lnTo>
                <a:lnTo>
                  <a:pt x="86119" y="46332"/>
                </a:lnTo>
                <a:lnTo>
                  <a:pt x="92111" y="42477"/>
                </a:lnTo>
                <a:lnTo>
                  <a:pt x="98547" y="38778"/>
                </a:lnTo>
                <a:lnTo>
                  <a:pt x="104825" y="35561"/>
                </a:lnTo>
                <a:lnTo>
                  <a:pt x="111493" y="32553"/>
                </a:lnTo>
                <a:lnTo>
                  <a:pt x="118330" y="29863"/>
                </a:lnTo>
                <a:lnTo>
                  <a:pt x="124970" y="27620"/>
                </a:lnTo>
                <a:lnTo>
                  <a:pt x="132164" y="25578"/>
                </a:lnTo>
                <a:lnTo>
                  <a:pt x="139078" y="23981"/>
                </a:lnTo>
                <a:lnTo>
                  <a:pt x="146388" y="22674"/>
                </a:lnTo>
                <a:lnTo>
                  <a:pt x="154110" y="21695"/>
                </a:lnTo>
                <a:lnTo>
                  <a:pt x="161390" y="21152"/>
                </a:lnTo>
                <a:lnTo>
                  <a:pt x="169308" y="20949"/>
                </a:lnTo>
                <a:lnTo>
                  <a:pt x="1087243" y="20949"/>
                </a:lnTo>
                <a:lnTo>
                  <a:pt x="1087243" y="186123"/>
                </a:lnTo>
                <a:lnTo>
                  <a:pt x="1087040" y="194031"/>
                </a:lnTo>
                <a:lnTo>
                  <a:pt x="1086464" y="201581"/>
                </a:lnTo>
                <a:lnTo>
                  <a:pt x="1085518" y="209043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CritiqueSet">
            <a:extLst xmlns:a="http://schemas.openxmlformats.org/drawingml/2006/main">
              <a:ext uri="{FF2B5EF4-FFF2-40B4-BE49-F238E27FC236}">
                <a16:creationId xmlns:a16="http://schemas.microsoft.com/office/drawing/2014/main" id="{405CB2EE-53CF-47EF-A8D7-801071F3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7813" y="1147385"/>
            <a:ext cx="899883" cy="156734"/>
          </a:xfrm>
          <a:custGeom xmlns:a="http://schemas.openxmlformats.org/drawingml/2006/main">
            <a:pathLst>
              <a:path w="899883" h="156734">
                <a:moveTo>
                  <a:pt x="79422" y="34662"/>
                </a:moveTo>
                <a:cubicBezTo>
                  <a:pt x="74901" y="34662"/>
                  <a:pt x="71560" y="32276"/>
                  <a:pt x="69400" y="27504"/>
                </a:cubicBezTo>
                <a:cubicBezTo>
                  <a:pt x="68395" y="25243"/>
                  <a:pt x="67391" y="23887"/>
                  <a:pt x="66386" y="23435"/>
                </a:cubicBezTo>
                <a:cubicBezTo>
                  <a:pt x="65632" y="23083"/>
                  <a:pt x="63648" y="22907"/>
                  <a:pt x="60433" y="22907"/>
                </a:cubicBezTo>
                <a:cubicBezTo>
                  <a:pt x="54103" y="22907"/>
                  <a:pt x="46794" y="27820"/>
                  <a:pt x="38505" y="37646"/>
                </a:cubicBezTo>
                <a:cubicBezTo>
                  <a:pt x="26901" y="51382"/>
                  <a:pt x="21099" y="64241"/>
                  <a:pt x="21099" y="76222"/>
                </a:cubicBezTo>
                <a:cubicBezTo>
                  <a:pt x="21099" y="81687"/>
                  <a:pt x="22932" y="86374"/>
                  <a:pt x="26600" y="90285"/>
                </a:cubicBezTo>
                <a:cubicBezTo>
                  <a:pt x="30267" y="94195"/>
                  <a:pt x="34662" y="96150"/>
                  <a:pt x="39786" y="96150"/>
                </a:cubicBezTo>
                <a:cubicBezTo>
                  <a:pt x="44760" y="96150"/>
                  <a:pt x="49808" y="94844"/>
                  <a:pt x="54932" y="92232"/>
                </a:cubicBezTo>
                <a:cubicBezTo>
                  <a:pt x="56741" y="91278"/>
                  <a:pt x="60559" y="88816"/>
                  <a:pt x="66386" y="84847"/>
                </a:cubicBezTo>
                <a:cubicBezTo>
                  <a:pt x="70304" y="82235"/>
                  <a:pt x="73268" y="80929"/>
                  <a:pt x="75278" y="80929"/>
                </a:cubicBezTo>
                <a:cubicBezTo>
                  <a:pt x="78292" y="80929"/>
                  <a:pt x="80854" y="82037"/>
                  <a:pt x="82964" y="84252"/>
                </a:cubicBezTo>
                <a:cubicBezTo>
                  <a:pt x="84923" y="86316"/>
                  <a:pt x="85902" y="88682"/>
                  <a:pt x="85902" y="91349"/>
                </a:cubicBezTo>
                <a:cubicBezTo>
                  <a:pt x="85902" y="94319"/>
                  <a:pt x="84596" y="96912"/>
                  <a:pt x="81984" y="99127"/>
                </a:cubicBezTo>
                <a:cubicBezTo>
                  <a:pt x="68169" y="110807"/>
                  <a:pt x="54103" y="116646"/>
                  <a:pt x="39786" y="116646"/>
                </a:cubicBezTo>
                <a:cubicBezTo>
                  <a:pt x="28483" y="116646"/>
                  <a:pt x="18939" y="112527"/>
                  <a:pt x="11152" y="104289"/>
                </a:cubicBezTo>
                <a:cubicBezTo>
                  <a:pt x="3717" y="96351"/>
                  <a:pt x="0" y="87008"/>
                  <a:pt x="0" y="76257"/>
                </a:cubicBezTo>
                <a:cubicBezTo>
                  <a:pt x="0" y="59428"/>
                  <a:pt x="7359" y="42248"/>
                  <a:pt x="22078" y="24716"/>
                </a:cubicBezTo>
                <a:cubicBezTo>
                  <a:pt x="34587" y="9846"/>
                  <a:pt x="47372" y="2411"/>
                  <a:pt x="60433" y="2411"/>
                </a:cubicBezTo>
                <a:cubicBezTo>
                  <a:pt x="62643" y="2411"/>
                  <a:pt x="64640" y="2487"/>
                  <a:pt x="66424" y="2637"/>
                </a:cubicBezTo>
                <a:cubicBezTo>
                  <a:pt x="68207" y="2788"/>
                  <a:pt x="69777" y="3014"/>
                  <a:pt x="71133" y="3316"/>
                </a:cubicBezTo>
                <a:cubicBezTo>
                  <a:pt x="73344" y="1105"/>
                  <a:pt x="76006" y="0"/>
                  <a:pt x="79121" y="0"/>
                </a:cubicBezTo>
                <a:cubicBezTo>
                  <a:pt x="84245" y="0"/>
                  <a:pt x="87409" y="2951"/>
                  <a:pt x="88615" y="8854"/>
                </a:cubicBezTo>
                <a:cubicBezTo>
                  <a:pt x="89469" y="13093"/>
                  <a:pt x="89896" y="18038"/>
                  <a:pt x="89896" y="23689"/>
                </a:cubicBezTo>
                <a:cubicBezTo>
                  <a:pt x="89896" y="26212"/>
                  <a:pt x="89168" y="28507"/>
                  <a:pt x="87711" y="30574"/>
                </a:cubicBezTo>
                <a:cubicBezTo>
                  <a:pt x="85802" y="33300"/>
                  <a:pt x="83039" y="34662"/>
                  <a:pt x="79422" y="34662"/>
                </a:cubicBezTo>
                <a:close/>
                <a:moveTo>
                  <a:pt x="162032" y="60612"/>
                </a:moveTo>
                <a:cubicBezTo>
                  <a:pt x="161580" y="68329"/>
                  <a:pt x="158088" y="72188"/>
                  <a:pt x="151558" y="72188"/>
                </a:cubicBezTo>
                <a:cubicBezTo>
                  <a:pt x="145228" y="72188"/>
                  <a:pt x="142063" y="68909"/>
                  <a:pt x="142063" y="62350"/>
                </a:cubicBezTo>
                <a:lnTo>
                  <a:pt x="141686" y="54706"/>
                </a:lnTo>
                <a:cubicBezTo>
                  <a:pt x="130383" y="56515"/>
                  <a:pt x="122296" y="62317"/>
                  <a:pt x="117423" y="72113"/>
                </a:cubicBezTo>
                <a:lnTo>
                  <a:pt x="117498" y="110015"/>
                </a:lnTo>
                <a:cubicBezTo>
                  <a:pt x="117498" y="112879"/>
                  <a:pt x="116519" y="115252"/>
                  <a:pt x="114559" y="117136"/>
                </a:cubicBezTo>
                <a:cubicBezTo>
                  <a:pt x="112600" y="119020"/>
                  <a:pt x="110114" y="119962"/>
                  <a:pt x="107099" y="119962"/>
                </a:cubicBezTo>
                <a:cubicBezTo>
                  <a:pt x="103985" y="119962"/>
                  <a:pt x="101574" y="118956"/>
                  <a:pt x="99866" y="116945"/>
                </a:cubicBezTo>
                <a:cubicBezTo>
                  <a:pt x="98258" y="115135"/>
                  <a:pt x="97454" y="112822"/>
                  <a:pt x="97454" y="110006"/>
                </a:cubicBezTo>
                <a:lnTo>
                  <a:pt x="97454" y="60605"/>
                </a:lnTo>
                <a:cubicBezTo>
                  <a:pt x="97454" y="59046"/>
                  <a:pt x="97504" y="56721"/>
                  <a:pt x="97605" y="53630"/>
                </a:cubicBezTo>
                <a:cubicBezTo>
                  <a:pt x="97705" y="50538"/>
                  <a:pt x="97756" y="48212"/>
                  <a:pt x="97756" y="46653"/>
                </a:cubicBezTo>
                <a:cubicBezTo>
                  <a:pt x="97756" y="43837"/>
                  <a:pt x="98597" y="41486"/>
                  <a:pt x="100280" y="39600"/>
                </a:cubicBezTo>
                <a:cubicBezTo>
                  <a:pt x="101963" y="37715"/>
                  <a:pt x="104362" y="36772"/>
                  <a:pt x="107476" y="36772"/>
                </a:cubicBezTo>
                <a:cubicBezTo>
                  <a:pt x="113052" y="36772"/>
                  <a:pt x="116368" y="39636"/>
                  <a:pt x="117423" y="45362"/>
                </a:cubicBezTo>
                <a:cubicBezTo>
                  <a:pt x="126314" y="38731"/>
                  <a:pt x="136186" y="35416"/>
                  <a:pt x="147036" y="35416"/>
                </a:cubicBezTo>
                <a:cubicBezTo>
                  <a:pt x="157084" y="35416"/>
                  <a:pt x="162107" y="42125"/>
                  <a:pt x="162107" y="55542"/>
                </a:cubicBezTo>
                <a:cubicBezTo>
                  <a:pt x="162107" y="58115"/>
                  <a:pt x="162082" y="59805"/>
                  <a:pt x="162032" y="60612"/>
                </a:cubicBezTo>
                <a:close/>
                <a:moveTo>
                  <a:pt x="190086" y="24264"/>
                </a:moveTo>
                <a:cubicBezTo>
                  <a:pt x="186871" y="24264"/>
                  <a:pt x="184083" y="23184"/>
                  <a:pt x="181721" y="21023"/>
                </a:cubicBezTo>
                <a:cubicBezTo>
                  <a:pt x="179360" y="18863"/>
                  <a:pt x="178180" y="16226"/>
                  <a:pt x="178180" y="13111"/>
                </a:cubicBezTo>
                <a:cubicBezTo>
                  <a:pt x="178180" y="9997"/>
                  <a:pt x="179360" y="7359"/>
                  <a:pt x="181721" y="5199"/>
                </a:cubicBezTo>
                <a:cubicBezTo>
                  <a:pt x="184083" y="3039"/>
                  <a:pt x="186871" y="1959"/>
                  <a:pt x="190086" y="1959"/>
                </a:cubicBezTo>
                <a:cubicBezTo>
                  <a:pt x="193301" y="1959"/>
                  <a:pt x="196076" y="3039"/>
                  <a:pt x="198412" y="5199"/>
                </a:cubicBezTo>
                <a:cubicBezTo>
                  <a:pt x="200748" y="7359"/>
                  <a:pt x="201916" y="9997"/>
                  <a:pt x="201916" y="13111"/>
                </a:cubicBezTo>
                <a:cubicBezTo>
                  <a:pt x="201916" y="16226"/>
                  <a:pt x="200748" y="18863"/>
                  <a:pt x="198412" y="21023"/>
                </a:cubicBezTo>
                <a:cubicBezTo>
                  <a:pt x="196076" y="23184"/>
                  <a:pt x="193301" y="24264"/>
                  <a:pt x="190086" y="24264"/>
                </a:cubicBezTo>
                <a:moveTo>
                  <a:pt x="196491" y="79497"/>
                </a:moveTo>
                <a:cubicBezTo>
                  <a:pt x="196491" y="82361"/>
                  <a:pt x="196579" y="86957"/>
                  <a:pt x="196754" y="93287"/>
                </a:cubicBezTo>
                <a:cubicBezTo>
                  <a:pt x="196930" y="99617"/>
                  <a:pt x="197018" y="104213"/>
                  <a:pt x="197018" y="107077"/>
                </a:cubicBezTo>
                <a:cubicBezTo>
                  <a:pt x="197018" y="109990"/>
                  <a:pt x="196039" y="112389"/>
                  <a:pt x="194079" y="114273"/>
                </a:cubicBezTo>
                <a:cubicBezTo>
                  <a:pt x="192120" y="116157"/>
                  <a:pt x="189634" y="117099"/>
                  <a:pt x="186619" y="117099"/>
                </a:cubicBezTo>
                <a:cubicBezTo>
                  <a:pt x="183605" y="117099"/>
                  <a:pt x="181119" y="116157"/>
                  <a:pt x="179159" y="114273"/>
                </a:cubicBezTo>
                <a:cubicBezTo>
                  <a:pt x="177200" y="112389"/>
                  <a:pt x="176221" y="109990"/>
                  <a:pt x="176221" y="107077"/>
                </a:cubicBezTo>
                <a:cubicBezTo>
                  <a:pt x="176221" y="104213"/>
                  <a:pt x="176133" y="99617"/>
                  <a:pt x="175957" y="93287"/>
                </a:cubicBezTo>
                <a:cubicBezTo>
                  <a:pt x="175781" y="86957"/>
                  <a:pt x="175693" y="82361"/>
                  <a:pt x="175693" y="79497"/>
                </a:cubicBezTo>
                <a:cubicBezTo>
                  <a:pt x="175693" y="75026"/>
                  <a:pt x="175944" y="69425"/>
                  <a:pt x="176447" y="62694"/>
                </a:cubicBezTo>
                <a:cubicBezTo>
                  <a:pt x="176949" y="55962"/>
                  <a:pt x="177200" y="50361"/>
                  <a:pt x="177200" y="45890"/>
                </a:cubicBezTo>
                <a:cubicBezTo>
                  <a:pt x="177200" y="42976"/>
                  <a:pt x="178180" y="40578"/>
                  <a:pt x="180139" y="38694"/>
                </a:cubicBezTo>
                <a:cubicBezTo>
                  <a:pt x="182098" y="36810"/>
                  <a:pt x="184585" y="35868"/>
                  <a:pt x="187599" y="35868"/>
                </a:cubicBezTo>
                <a:cubicBezTo>
                  <a:pt x="190613" y="35868"/>
                  <a:pt x="193100" y="36810"/>
                  <a:pt x="195059" y="38694"/>
                </a:cubicBezTo>
                <a:cubicBezTo>
                  <a:pt x="197018" y="40578"/>
                  <a:pt x="197998" y="42976"/>
                  <a:pt x="197998" y="45890"/>
                </a:cubicBezTo>
                <a:cubicBezTo>
                  <a:pt x="197998" y="50361"/>
                  <a:pt x="197747" y="55962"/>
                  <a:pt x="197244" y="62694"/>
                </a:cubicBezTo>
                <a:cubicBezTo>
                  <a:pt x="196742" y="69425"/>
                  <a:pt x="196491" y="75026"/>
                  <a:pt x="196491" y="79497"/>
                </a:cubicBezTo>
                <a:close/>
                <a:moveTo>
                  <a:pt x="269399" y="54176"/>
                </a:moveTo>
                <a:cubicBezTo>
                  <a:pt x="268344" y="54176"/>
                  <a:pt x="267100" y="54139"/>
                  <a:pt x="265669" y="54063"/>
                </a:cubicBezTo>
                <a:cubicBezTo>
                  <a:pt x="264237" y="53988"/>
                  <a:pt x="262994" y="53950"/>
                  <a:pt x="261939" y="53950"/>
                </a:cubicBezTo>
                <a:cubicBezTo>
                  <a:pt x="259879" y="53950"/>
                  <a:pt x="257493" y="54152"/>
                  <a:pt x="254780" y="54556"/>
                </a:cubicBezTo>
                <a:cubicBezTo>
                  <a:pt x="255684" y="74851"/>
                  <a:pt x="256137" y="88113"/>
                  <a:pt x="256137" y="94342"/>
                </a:cubicBezTo>
                <a:cubicBezTo>
                  <a:pt x="256137" y="94995"/>
                  <a:pt x="256162" y="96213"/>
                  <a:pt x="256212" y="97997"/>
                </a:cubicBezTo>
                <a:cubicBezTo>
                  <a:pt x="256262" y="99780"/>
                  <a:pt x="256287" y="101224"/>
                  <a:pt x="256287" y="102329"/>
                </a:cubicBezTo>
                <a:cubicBezTo>
                  <a:pt x="256287" y="113883"/>
                  <a:pt x="252645" y="119661"/>
                  <a:pt x="245361" y="119661"/>
                </a:cubicBezTo>
                <a:cubicBezTo>
                  <a:pt x="242598" y="119661"/>
                  <a:pt x="240212" y="118807"/>
                  <a:pt x="238203" y="117099"/>
                </a:cubicBezTo>
                <a:cubicBezTo>
                  <a:pt x="235992" y="115290"/>
                  <a:pt x="234887" y="113029"/>
                  <a:pt x="234887" y="110317"/>
                </a:cubicBezTo>
                <a:cubicBezTo>
                  <a:pt x="234887" y="108508"/>
                  <a:pt x="234962" y="105796"/>
                  <a:pt x="235113" y="102179"/>
                </a:cubicBezTo>
                <a:cubicBezTo>
                  <a:pt x="235264" y="98562"/>
                  <a:pt x="235339" y="95849"/>
                  <a:pt x="235339" y="94041"/>
                </a:cubicBezTo>
                <a:cubicBezTo>
                  <a:pt x="235339" y="87962"/>
                  <a:pt x="234887" y="74951"/>
                  <a:pt x="233983" y="55008"/>
                </a:cubicBezTo>
                <a:cubicBezTo>
                  <a:pt x="230868" y="54857"/>
                  <a:pt x="226159" y="54443"/>
                  <a:pt x="219854" y="53764"/>
                </a:cubicBezTo>
                <a:cubicBezTo>
                  <a:pt x="213550" y="53086"/>
                  <a:pt x="210397" y="49833"/>
                  <a:pt x="210397" y="44006"/>
                </a:cubicBezTo>
                <a:cubicBezTo>
                  <a:pt x="210397" y="41193"/>
                  <a:pt x="211352" y="38807"/>
                  <a:pt x="213261" y="36848"/>
                </a:cubicBezTo>
                <a:cubicBezTo>
                  <a:pt x="215170" y="34888"/>
                  <a:pt x="217631" y="33909"/>
                  <a:pt x="220645" y="33909"/>
                </a:cubicBezTo>
                <a:cubicBezTo>
                  <a:pt x="222504" y="33909"/>
                  <a:pt x="226774" y="34210"/>
                  <a:pt x="233455" y="34813"/>
                </a:cubicBezTo>
                <a:cubicBezTo>
                  <a:pt x="233405" y="33201"/>
                  <a:pt x="233279" y="30531"/>
                  <a:pt x="233079" y="26802"/>
                </a:cubicBezTo>
                <a:cubicBezTo>
                  <a:pt x="232878" y="23578"/>
                  <a:pt x="232777" y="21083"/>
                  <a:pt x="232777" y="19319"/>
                </a:cubicBezTo>
                <a:cubicBezTo>
                  <a:pt x="232777" y="16498"/>
                  <a:pt x="233807" y="14155"/>
                  <a:pt x="235867" y="12292"/>
                </a:cubicBezTo>
                <a:cubicBezTo>
                  <a:pt x="237926" y="10427"/>
                  <a:pt x="240413" y="9494"/>
                  <a:pt x="243327" y="9494"/>
                </a:cubicBezTo>
                <a:cubicBezTo>
                  <a:pt x="250761" y="9494"/>
                  <a:pt x="254479" y="15768"/>
                  <a:pt x="254479" y="28314"/>
                </a:cubicBezTo>
                <a:lnTo>
                  <a:pt x="254328" y="34512"/>
                </a:lnTo>
                <a:cubicBezTo>
                  <a:pt x="257443" y="34009"/>
                  <a:pt x="259980" y="33758"/>
                  <a:pt x="261939" y="33758"/>
                </a:cubicBezTo>
                <a:cubicBezTo>
                  <a:pt x="267716" y="33758"/>
                  <a:pt x="271659" y="34136"/>
                  <a:pt x="273769" y="34893"/>
                </a:cubicBezTo>
                <a:cubicBezTo>
                  <a:pt x="277788" y="36304"/>
                  <a:pt x="279797" y="39380"/>
                  <a:pt x="279797" y="44119"/>
                </a:cubicBezTo>
                <a:cubicBezTo>
                  <a:pt x="279797" y="46994"/>
                  <a:pt x="278818" y="49388"/>
                  <a:pt x="276859" y="51304"/>
                </a:cubicBezTo>
                <a:cubicBezTo>
                  <a:pt x="274899" y="53219"/>
                  <a:pt x="272413" y="54176"/>
                  <a:pt x="269399" y="54176"/>
                </a:cubicBezTo>
                <a:close/>
                <a:moveTo>
                  <a:pt x="306002" y="24264"/>
                </a:moveTo>
                <a:cubicBezTo>
                  <a:pt x="302787" y="24264"/>
                  <a:pt x="299999" y="23184"/>
                  <a:pt x="297638" y="21023"/>
                </a:cubicBezTo>
                <a:cubicBezTo>
                  <a:pt x="295277" y="18863"/>
                  <a:pt x="294097" y="16226"/>
                  <a:pt x="294097" y="13111"/>
                </a:cubicBezTo>
                <a:cubicBezTo>
                  <a:pt x="294097" y="9997"/>
                  <a:pt x="295277" y="7359"/>
                  <a:pt x="297638" y="5199"/>
                </a:cubicBezTo>
                <a:cubicBezTo>
                  <a:pt x="299999" y="3039"/>
                  <a:pt x="302787" y="1959"/>
                  <a:pt x="306002" y="1959"/>
                </a:cubicBezTo>
                <a:cubicBezTo>
                  <a:pt x="309217" y="1959"/>
                  <a:pt x="311993" y="3039"/>
                  <a:pt x="314329" y="5199"/>
                </a:cubicBezTo>
                <a:cubicBezTo>
                  <a:pt x="316665" y="7359"/>
                  <a:pt x="317833" y="9997"/>
                  <a:pt x="317833" y="13111"/>
                </a:cubicBezTo>
                <a:cubicBezTo>
                  <a:pt x="317833" y="16226"/>
                  <a:pt x="316665" y="18863"/>
                  <a:pt x="314329" y="21023"/>
                </a:cubicBezTo>
                <a:cubicBezTo>
                  <a:pt x="311993" y="23184"/>
                  <a:pt x="309217" y="24264"/>
                  <a:pt x="306002" y="24264"/>
                </a:cubicBezTo>
                <a:moveTo>
                  <a:pt x="312407" y="79497"/>
                </a:moveTo>
                <a:cubicBezTo>
                  <a:pt x="312407" y="82361"/>
                  <a:pt x="312495" y="86957"/>
                  <a:pt x="312671" y="93287"/>
                </a:cubicBezTo>
                <a:cubicBezTo>
                  <a:pt x="312847" y="99617"/>
                  <a:pt x="312935" y="104213"/>
                  <a:pt x="312935" y="107077"/>
                </a:cubicBezTo>
                <a:cubicBezTo>
                  <a:pt x="312935" y="109990"/>
                  <a:pt x="311955" y="112389"/>
                  <a:pt x="309996" y="114273"/>
                </a:cubicBezTo>
                <a:cubicBezTo>
                  <a:pt x="308037" y="116157"/>
                  <a:pt x="305550" y="117099"/>
                  <a:pt x="302536" y="117099"/>
                </a:cubicBezTo>
                <a:cubicBezTo>
                  <a:pt x="299522" y="117099"/>
                  <a:pt x="297035" y="116157"/>
                  <a:pt x="295076" y="114273"/>
                </a:cubicBezTo>
                <a:cubicBezTo>
                  <a:pt x="293117" y="112389"/>
                  <a:pt x="292137" y="109990"/>
                  <a:pt x="292137" y="107077"/>
                </a:cubicBezTo>
                <a:cubicBezTo>
                  <a:pt x="292137" y="104213"/>
                  <a:pt x="292050" y="99617"/>
                  <a:pt x="291874" y="93287"/>
                </a:cubicBezTo>
                <a:cubicBezTo>
                  <a:pt x="291698" y="86957"/>
                  <a:pt x="291610" y="82361"/>
                  <a:pt x="291610" y="79497"/>
                </a:cubicBezTo>
                <a:cubicBezTo>
                  <a:pt x="291610" y="75026"/>
                  <a:pt x="291861" y="69425"/>
                  <a:pt x="292364" y="62694"/>
                </a:cubicBezTo>
                <a:cubicBezTo>
                  <a:pt x="292866" y="55962"/>
                  <a:pt x="293117" y="50361"/>
                  <a:pt x="293117" y="45890"/>
                </a:cubicBezTo>
                <a:cubicBezTo>
                  <a:pt x="293117" y="42976"/>
                  <a:pt x="294097" y="40578"/>
                  <a:pt x="296056" y="38694"/>
                </a:cubicBezTo>
                <a:cubicBezTo>
                  <a:pt x="298015" y="36810"/>
                  <a:pt x="300502" y="35868"/>
                  <a:pt x="303516" y="35868"/>
                </a:cubicBezTo>
                <a:cubicBezTo>
                  <a:pt x="306530" y="35868"/>
                  <a:pt x="309017" y="36810"/>
                  <a:pt x="310976" y="38694"/>
                </a:cubicBezTo>
                <a:cubicBezTo>
                  <a:pt x="312935" y="40578"/>
                  <a:pt x="313915" y="42976"/>
                  <a:pt x="313915" y="45890"/>
                </a:cubicBezTo>
                <a:cubicBezTo>
                  <a:pt x="313915" y="50361"/>
                  <a:pt x="313663" y="55962"/>
                  <a:pt x="313161" y="62694"/>
                </a:cubicBezTo>
                <a:cubicBezTo>
                  <a:pt x="312659" y="69425"/>
                  <a:pt x="312407" y="75026"/>
                  <a:pt x="312407" y="79497"/>
                </a:cubicBezTo>
                <a:close/>
                <a:moveTo>
                  <a:pt x="395940" y="91474"/>
                </a:moveTo>
                <a:cubicBezTo>
                  <a:pt x="394785" y="100628"/>
                  <a:pt x="393630" y="109807"/>
                  <a:pt x="392474" y="119011"/>
                </a:cubicBezTo>
                <a:cubicBezTo>
                  <a:pt x="391218" y="129171"/>
                  <a:pt x="390590" y="138376"/>
                  <a:pt x="390590" y="146625"/>
                </a:cubicBezTo>
                <a:cubicBezTo>
                  <a:pt x="390590" y="149542"/>
                  <a:pt x="389611" y="151956"/>
                  <a:pt x="387652" y="153866"/>
                </a:cubicBezTo>
                <a:cubicBezTo>
                  <a:pt x="385692" y="155778"/>
                  <a:pt x="383206" y="156734"/>
                  <a:pt x="380192" y="156734"/>
                </a:cubicBezTo>
                <a:cubicBezTo>
                  <a:pt x="373259" y="156734"/>
                  <a:pt x="369793" y="152548"/>
                  <a:pt x="369793" y="144176"/>
                </a:cubicBezTo>
                <a:cubicBezTo>
                  <a:pt x="369793" y="142922"/>
                  <a:pt x="369868" y="141643"/>
                  <a:pt x="370019" y="140340"/>
                </a:cubicBezTo>
                <a:cubicBezTo>
                  <a:pt x="370471" y="136731"/>
                  <a:pt x="371174" y="129511"/>
                  <a:pt x="372129" y="118681"/>
                </a:cubicBezTo>
                <a:cubicBezTo>
                  <a:pt x="370069" y="119133"/>
                  <a:pt x="368185" y="119359"/>
                  <a:pt x="366477" y="119359"/>
                </a:cubicBezTo>
                <a:cubicBezTo>
                  <a:pt x="354823" y="119359"/>
                  <a:pt x="345303" y="116440"/>
                  <a:pt x="337919" y="110602"/>
                </a:cubicBezTo>
                <a:cubicBezTo>
                  <a:pt x="329931" y="104261"/>
                  <a:pt x="325938" y="95505"/>
                  <a:pt x="325938" y="84334"/>
                </a:cubicBezTo>
                <a:cubicBezTo>
                  <a:pt x="325938" y="69538"/>
                  <a:pt x="330333" y="57610"/>
                  <a:pt x="339124" y="48551"/>
                </a:cubicBezTo>
                <a:cubicBezTo>
                  <a:pt x="348267" y="39242"/>
                  <a:pt x="360600" y="34612"/>
                  <a:pt x="376123" y="34662"/>
                </a:cubicBezTo>
                <a:cubicBezTo>
                  <a:pt x="378785" y="34662"/>
                  <a:pt x="380970" y="35315"/>
                  <a:pt x="382678" y="36622"/>
                </a:cubicBezTo>
                <a:cubicBezTo>
                  <a:pt x="384437" y="35516"/>
                  <a:pt x="386220" y="34964"/>
                  <a:pt x="388028" y="34964"/>
                </a:cubicBezTo>
                <a:cubicBezTo>
                  <a:pt x="390892" y="34964"/>
                  <a:pt x="393353" y="36020"/>
                  <a:pt x="395413" y="38133"/>
                </a:cubicBezTo>
                <a:cubicBezTo>
                  <a:pt x="397473" y="40245"/>
                  <a:pt x="398502" y="42658"/>
                  <a:pt x="398502" y="45374"/>
                </a:cubicBezTo>
                <a:cubicBezTo>
                  <a:pt x="398502" y="59660"/>
                  <a:pt x="397648" y="75026"/>
                  <a:pt x="395940" y="91474"/>
                </a:cubicBezTo>
                <a:moveTo>
                  <a:pt x="375746" y="52973"/>
                </a:moveTo>
                <a:cubicBezTo>
                  <a:pt x="373234" y="52722"/>
                  <a:pt x="371727" y="52647"/>
                  <a:pt x="371225" y="52747"/>
                </a:cubicBezTo>
                <a:cubicBezTo>
                  <a:pt x="362886" y="54155"/>
                  <a:pt x="356581" y="58180"/>
                  <a:pt x="352311" y="64822"/>
                </a:cubicBezTo>
                <a:cubicBezTo>
                  <a:pt x="348795" y="70356"/>
                  <a:pt x="347036" y="76922"/>
                  <a:pt x="347036" y="84520"/>
                </a:cubicBezTo>
                <a:cubicBezTo>
                  <a:pt x="347036" y="89401"/>
                  <a:pt x="348543" y="93351"/>
                  <a:pt x="351558" y="96369"/>
                </a:cubicBezTo>
                <a:cubicBezTo>
                  <a:pt x="354974" y="99690"/>
                  <a:pt x="359746" y="101274"/>
                  <a:pt x="365875" y="101124"/>
                </a:cubicBezTo>
                <a:cubicBezTo>
                  <a:pt x="369341" y="101023"/>
                  <a:pt x="371928" y="99111"/>
                  <a:pt x="373636" y="95387"/>
                </a:cubicBezTo>
                <a:cubicBezTo>
                  <a:pt x="375897" y="90457"/>
                  <a:pt x="377102" y="81702"/>
                  <a:pt x="377253" y="69125"/>
                </a:cubicBezTo>
                <a:cubicBezTo>
                  <a:pt x="377253" y="68269"/>
                  <a:pt x="377554" y="62935"/>
                  <a:pt x="378157" y="53124"/>
                </a:cubicBezTo>
                <a:cubicBezTo>
                  <a:pt x="377504" y="53124"/>
                  <a:pt x="376700" y="53074"/>
                  <a:pt x="375746" y="52973"/>
                </a:cubicBezTo>
                <a:close/>
                <a:moveTo>
                  <a:pt x="477731" y="71284"/>
                </a:moveTo>
                <a:cubicBezTo>
                  <a:pt x="477731" y="74650"/>
                  <a:pt x="477756" y="79723"/>
                  <a:pt x="477807" y="86505"/>
                </a:cubicBezTo>
                <a:cubicBezTo>
                  <a:pt x="477857" y="93287"/>
                  <a:pt x="477882" y="98361"/>
                  <a:pt x="477882" y="101727"/>
                </a:cubicBezTo>
                <a:cubicBezTo>
                  <a:pt x="477882" y="102781"/>
                  <a:pt x="477970" y="104351"/>
                  <a:pt x="478146" y="106436"/>
                </a:cubicBezTo>
                <a:cubicBezTo>
                  <a:pt x="478322" y="108521"/>
                  <a:pt x="478410" y="110091"/>
                  <a:pt x="478410" y="111146"/>
                </a:cubicBezTo>
                <a:cubicBezTo>
                  <a:pt x="478410" y="113959"/>
                  <a:pt x="477392" y="116282"/>
                  <a:pt x="475358" y="118116"/>
                </a:cubicBezTo>
                <a:cubicBezTo>
                  <a:pt x="473323" y="119949"/>
                  <a:pt x="470824" y="120866"/>
                  <a:pt x="467860" y="120866"/>
                </a:cubicBezTo>
                <a:cubicBezTo>
                  <a:pt x="463691" y="120866"/>
                  <a:pt x="460651" y="118982"/>
                  <a:pt x="458742" y="115215"/>
                </a:cubicBezTo>
                <a:cubicBezTo>
                  <a:pt x="452312" y="117576"/>
                  <a:pt x="445656" y="118756"/>
                  <a:pt x="438774" y="118756"/>
                </a:cubicBezTo>
                <a:cubicBezTo>
                  <a:pt x="431640" y="118756"/>
                  <a:pt x="425637" y="117257"/>
                  <a:pt x="420765" y="114259"/>
                </a:cubicBezTo>
                <a:cubicBezTo>
                  <a:pt x="415289" y="110811"/>
                  <a:pt x="412024" y="105790"/>
                  <a:pt x="410969" y="99195"/>
                </a:cubicBezTo>
                <a:cubicBezTo>
                  <a:pt x="409009" y="86704"/>
                  <a:pt x="408030" y="75537"/>
                  <a:pt x="408030" y="65694"/>
                </a:cubicBezTo>
                <a:cubicBezTo>
                  <a:pt x="408030" y="59198"/>
                  <a:pt x="408783" y="51778"/>
                  <a:pt x="410290" y="43434"/>
                </a:cubicBezTo>
                <a:cubicBezTo>
                  <a:pt x="411295" y="37787"/>
                  <a:pt x="414686" y="34964"/>
                  <a:pt x="420463" y="34964"/>
                </a:cubicBezTo>
                <a:cubicBezTo>
                  <a:pt x="423377" y="34964"/>
                  <a:pt x="425863" y="35874"/>
                  <a:pt x="427923" y="37695"/>
                </a:cubicBezTo>
                <a:cubicBezTo>
                  <a:pt x="429983" y="39516"/>
                  <a:pt x="431013" y="41823"/>
                  <a:pt x="431013" y="44616"/>
                </a:cubicBezTo>
                <a:cubicBezTo>
                  <a:pt x="431013" y="46811"/>
                  <a:pt x="430648" y="50253"/>
                  <a:pt x="429920" y="54942"/>
                </a:cubicBezTo>
                <a:cubicBezTo>
                  <a:pt x="429192" y="59631"/>
                  <a:pt x="428827" y="63198"/>
                  <a:pt x="428827" y="65642"/>
                </a:cubicBezTo>
                <a:cubicBezTo>
                  <a:pt x="428827" y="72675"/>
                  <a:pt x="429066" y="78823"/>
                  <a:pt x="429543" y="84087"/>
                </a:cubicBezTo>
                <a:cubicBezTo>
                  <a:pt x="430020" y="89349"/>
                  <a:pt x="430736" y="93701"/>
                  <a:pt x="431691" y="97142"/>
                </a:cubicBezTo>
                <a:cubicBezTo>
                  <a:pt x="432947" y="97691"/>
                  <a:pt x="434165" y="98116"/>
                  <a:pt x="435345" y="98416"/>
                </a:cubicBezTo>
                <a:cubicBezTo>
                  <a:pt x="436526" y="98714"/>
                  <a:pt x="437669" y="98863"/>
                  <a:pt x="438774" y="98863"/>
                </a:cubicBezTo>
                <a:cubicBezTo>
                  <a:pt x="444350" y="98863"/>
                  <a:pt x="450479" y="98059"/>
                  <a:pt x="457160" y="96452"/>
                </a:cubicBezTo>
                <a:cubicBezTo>
                  <a:pt x="457160" y="92584"/>
                  <a:pt x="457135" y="88188"/>
                  <a:pt x="457085" y="83265"/>
                </a:cubicBezTo>
                <a:cubicBezTo>
                  <a:pt x="456984" y="77387"/>
                  <a:pt x="456934" y="73168"/>
                  <a:pt x="456934" y="70606"/>
                </a:cubicBezTo>
                <a:cubicBezTo>
                  <a:pt x="456934" y="60307"/>
                  <a:pt x="457411" y="51416"/>
                  <a:pt x="458366" y="43931"/>
                </a:cubicBezTo>
                <a:cubicBezTo>
                  <a:pt x="459119" y="37953"/>
                  <a:pt x="462535" y="34964"/>
                  <a:pt x="468614" y="34964"/>
                </a:cubicBezTo>
                <a:cubicBezTo>
                  <a:pt x="471578" y="34964"/>
                  <a:pt x="474114" y="35893"/>
                  <a:pt x="476224" y="37752"/>
                </a:cubicBezTo>
                <a:cubicBezTo>
                  <a:pt x="478334" y="39611"/>
                  <a:pt x="479314" y="41946"/>
                  <a:pt x="479163" y="44760"/>
                </a:cubicBezTo>
                <a:cubicBezTo>
                  <a:pt x="478209" y="63899"/>
                  <a:pt x="477731" y="72741"/>
                  <a:pt x="477731" y="71284"/>
                </a:cubicBezTo>
                <a:close/>
                <a:moveTo>
                  <a:pt x="529305" y="118304"/>
                </a:moveTo>
                <a:cubicBezTo>
                  <a:pt x="517299" y="118304"/>
                  <a:pt x="507478" y="115438"/>
                  <a:pt x="499842" y="109707"/>
                </a:cubicBezTo>
                <a:cubicBezTo>
                  <a:pt x="491403" y="103371"/>
                  <a:pt x="487183" y="94446"/>
                  <a:pt x="487183" y="82931"/>
                </a:cubicBezTo>
                <a:cubicBezTo>
                  <a:pt x="487183" y="70210"/>
                  <a:pt x="490524" y="59450"/>
                  <a:pt x="497205" y="50651"/>
                </a:cubicBezTo>
                <a:cubicBezTo>
                  <a:pt x="504640" y="40896"/>
                  <a:pt x="514662" y="36019"/>
                  <a:pt x="527271" y="36019"/>
                </a:cubicBezTo>
                <a:cubicBezTo>
                  <a:pt x="536012" y="36019"/>
                  <a:pt x="543271" y="37425"/>
                  <a:pt x="549048" y="40238"/>
                </a:cubicBezTo>
                <a:cubicBezTo>
                  <a:pt x="556633" y="43956"/>
                  <a:pt x="560426" y="49733"/>
                  <a:pt x="560426" y="57570"/>
                </a:cubicBezTo>
                <a:cubicBezTo>
                  <a:pt x="560426" y="63096"/>
                  <a:pt x="557337" y="67993"/>
                  <a:pt x="551158" y="72263"/>
                </a:cubicBezTo>
                <a:cubicBezTo>
                  <a:pt x="548345" y="74223"/>
                  <a:pt x="542693" y="77086"/>
                  <a:pt x="534203" y="80854"/>
                </a:cubicBezTo>
                <a:lnTo>
                  <a:pt x="508809" y="92081"/>
                </a:lnTo>
                <a:cubicBezTo>
                  <a:pt x="511221" y="94694"/>
                  <a:pt x="514134" y="96653"/>
                  <a:pt x="517550" y="97959"/>
                </a:cubicBezTo>
                <a:cubicBezTo>
                  <a:pt x="520966" y="99265"/>
                  <a:pt x="524885" y="99918"/>
                  <a:pt x="529305" y="99918"/>
                </a:cubicBezTo>
                <a:cubicBezTo>
                  <a:pt x="536037" y="99918"/>
                  <a:pt x="541739" y="98537"/>
                  <a:pt x="546411" y="95774"/>
                </a:cubicBezTo>
                <a:cubicBezTo>
                  <a:pt x="550580" y="93312"/>
                  <a:pt x="553921" y="92081"/>
                  <a:pt x="556433" y="92081"/>
                </a:cubicBezTo>
                <a:cubicBezTo>
                  <a:pt x="561657" y="92081"/>
                  <a:pt x="564269" y="94625"/>
                  <a:pt x="564269" y="99713"/>
                </a:cubicBezTo>
                <a:cubicBezTo>
                  <a:pt x="564269" y="105457"/>
                  <a:pt x="560075" y="110142"/>
                  <a:pt x="551685" y="113769"/>
                </a:cubicBezTo>
                <a:cubicBezTo>
                  <a:pt x="544652" y="116792"/>
                  <a:pt x="537192" y="118304"/>
                  <a:pt x="529305" y="118304"/>
                </a:cubicBezTo>
                <a:moveTo>
                  <a:pt x="527271" y="54254"/>
                </a:moveTo>
                <a:cubicBezTo>
                  <a:pt x="522599" y="54254"/>
                  <a:pt x="518605" y="55811"/>
                  <a:pt x="515290" y="58926"/>
                </a:cubicBezTo>
                <a:cubicBezTo>
                  <a:pt x="511974" y="62041"/>
                  <a:pt x="509312" y="66712"/>
                  <a:pt x="507302" y="72942"/>
                </a:cubicBezTo>
                <a:cubicBezTo>
                  <a:pt x="512979" y="70480"/>
                  <a:pt x="518630" y="68044"/>
                  <a:pt x="524257" y="65632"/>
                </a:cubicBezTo>
                <a:cubicBezTo>
                  <a:pt x="531039" y="62568"/>
                  <a:pt x="536439" y="59730"/>
                  <a:pt x="540458" y="57118"/>
                </a:cubicBezTo>
                <a:cubicBezTo>
                  <a:pt x="537092" y="55209"/>
                  <a:pt x="532696" y="54254"/>
                  <a:pt x="527271" y="54254"/>
                </a:cubicBezTo>
                <a:close/>
                <a:moveTo>
                  <a:pt x="678896" y="119510"/>
                </a:moveTo>
                <a:cubicBezTo>
                  <a:pt x="666137" y="119510"/>
                  <a:pt x="656089" y="116660"/>
                  <a:pt x="648755" y="110960"/>
                </a:cubicBezTo>
                <a:cubicBezTo>
                  <a:pt x="642576" y="106217"/>
                  <a:pt x="639487" y="100744"/>
                  <a:pt x="639487" y="94540"/>
                </a:cubicBezTo>
                <a:cubicBezTo>
                  <a:pt x="639487" y="91361"/>
                  <a:pt x="640441" y="88725"/>
                  <a:pt x="642350" y="86632"/>
                </a:cubicBezTo>
                <a:cubicBezTo>
                  <a:pt x="644259" y="84538"/>
                  <a:pt x="646896" y="83491"/>
                  <a:pt x="650262" y="83491"/>
                </a:cubicBezTo>
                <a:cubicBezTo>
                  <a:pt x="654783" y="83491"/>
                  <a:pt x="658099" y="85813"/>
                  <a:pt x="660209" y="90457"/>
                </a:cubicBezTo>
                <a:cubicBezTo>
                  <a:pt x="663072" y="96664"/>
                  <a:pt x="669553" y="99767"/>
                  <a:pt x="679650" y="99767"/>
                </a:cubicBezTo>
                <a:cubicBezTo>
                  <a:pt x="688290" y="99767"/>
                  <a:pt x="696654" y="97884"/>
                  <a:pt x="704742" y="94116"/>
                </a:cubicBezTo>
                <a:cubicBezTo>
                  <a:pt x="713132" y="90248"/>
                  <a:pt x="717326" y="86003"/>
                  <a:pt x="717326" y="81381"/>
                </a:cubicBezTo>
                <a:cubicBezTo>
                  <a:pt x="717326" y="75052"/>
                  <a:pt x="714714" y="70882"/>
                  <a:pt x="709490" y="68873"/>
                </a:cubicBezTo>
                <a:cubicBezTo>
                  <a:pt x="705772" y="67416"/>
                  <a:pt x="698312" y="66562"/>
                  <a:pt x="687110" y="66311"/>
                </a:cubicBezTo>
                <a:cubicBezTo>
                  <a:pt x="678419" y="66110"/>
                  <a:pt x="670633" y="64475"/>
                  <a:pt x="663750" y="61406"/>
                </a:cubicBezTo>
                <a:cubicBezTo>
                  <a:pt x="654457" y="57231"/>
                  <a:pt x="649885" y="51246"/>
                  <a:pt x="650036" y="43450"/>
                </a:cubicBezTo>
                <a:cubicBezTo>
                  <a:pt x="650187" y="33644"/>
                  <a:pt x="655411" y="24654"/>
                  <a:pt x="665710" y="16481"/>
                </a:cubicBezTo>
                <a:cubicBezTo>
                  <a:pt x="676008" y="8307"/>
                  <a:pt x="687361" y="4220"/>
                  <a:pt x="699769" y="4220"/>
                </a:cubicBezTo>
                <a:cubicBezTo>
                  <a:pt x="704692" y="4220"/>
                  <a:pt x="710771" y="5354"/>
                  <a:pt x="718004" y="7622"/>
                </a:cubicBezTo>
                <a:cubicBezTo>
                  <a:pt x="726997" y="10443"/>
                  <a:pt x="731493" y="13694"/>
                  <a:pt x="731493" y="17374"/>
                </a:cubicBezTo>
                <a:cubicBezTo>
                  <a:pt x="731493" y="19994"/>
                  <a:pt x="730588" y="22312"/>
                  <a:pt x="728780" y="24327"/>
                </a:cubicBezTo>
                <a:cubicBezTo>
                  <a:pt x="726771" y="26596"/>
                  <a:pt x="724183" y="27730"/>
                  <a:pt x="721019" y="27730"/>
                </a:cubicBezTo>
                <a:cubicBezTo>
                  <a:pt x="718658" y="27730"/>
                  <a:pt x="715128" y="27228"/>
                  <a:pt x="710431" y="26223"/>
                </a:cubicBezTo>
                <a:cubicBezTo>
                  <a:pt x="705734" y="25218"/>
                  <a:pt x="702180" y="24716"/>
                  <a:pt x="699769" y="24716"/>
                </a:cubicBezTo>
                <a:cubicBezTo>
                  <a:pt x="693289" y="24766"/>
                  <a:pt x="687135" y="26323"/>
                  <a:pt x="681308" y="29388"/>
                </a:cubicBezTo>
                <a:cubicBezTo>
                  <a:pt x="675279" y="32502"/>
                  <a:pt x="672265" y="35893"/>
                  <a:pt x="672265" y="39560"/>
                </a:cubicBezTo>
                <a:cubicBezTo>
                  <a:pt x="672265" y="41469"/>
                  <a:pt x="673182" y="43039"/>
                  <a:pt x="675016" y="44270"/>
                </a:cubicBezTo>
                <a:cubicBezTo>
                  <a:pt x="676849" y="45501"/>
                  <a:pt x="679600" y="46367"/>
                  <a:pt x="683267" y="46870"/>
                </a:cubicBezTo>
                <a:cubicBezTo>
                  <a:pt x="689697" y="47221"/>
                  <a:pt x="696102" y="47573"/>
                  <a:pt x="702482" y="47924"/>
                </a:cubicBezTo>
                <a:cubicBezTo>
                  <a:pt x="713634" y="48780"/>
                  <a:pt x="722450" y="51923"/>
                  <a:pt x="728931" y="57353"/>
                </a:cubicBezTo>
                <a:cubicBezTo>
                  <a:pt x="736064" y="63388"/>
                  <a:pt x="739631" y="71735"/>
                  <a:pt x="739631" y="82396"/>
                </a:cubicBezTo>
                <a:cubicBezTo>
                  <a:pt x="739631" y="95371"/>
                  <a:pt x="732246" y="105203"/>
                  <a:pt x="717477" y="111892"/>
                </a:cubicBezTo>
                <a:cubicBezTo>
                  <a:pt x="706224" y="116971"/>
                  <a:pt x="693364" y="119510"/>
                  <a:pt x="678896" y="119510"/>
                </a:cubicBezTo>
                <a:close/>
                <a:moveTo>
                  <a:pt x="788372" y="118304"/>
                </a:moveTo>
                <a:cubicBezTo>
                  <a:pt x="776366" y="118304"/>
                  <a:pt x="766545" y="115438"/>
                  <a:pt x="758909" y="109707"/>
                </a:cubicBezTo>
                <a:cubicBezTo>
                  <a:pt x="750470" y="103371"/>
                  <a:pt x="746250" y="94446"/>
                  <a:pt x="746250" y="82931"/>
                </a:cubicBezTo>
                <a:cubicBezTo>
                  <a:pt x="746250" y="70210"/>
                  <a:pt x="749591" y="59450"/>
                  <a:pt x="756272" y="50651"/>
                </a:cubicBezTo>
                <a:cubicBezTo>
                  <a:pt x="763707" y="40896"/>
                  <a:pt x="773729" y="36019"/>
                  <a:pt x="786338" y="36019"/>
                </a:cubicBezTo>
                <a:cubicBezTo>
                  <a:pt x="795079" y="36019"/>
                  <a:pt x="802338" y="37425"/>
                  <a:pt x="808115" y="40238"/>
                </a:cubicBezTo>
                <a:cubicBezTo>
                  <a:pt x="815700" y="43956"/>
                  <a:pt x="819493" y="49733"/>
                  <a:pt x="819493" y="57570"/>
                </a:cubicBezTo>
                <a:cubicBezTo>
                  <a:pt x="819493" y="63096"/>
                  <a:pt x="816404" y="67993"/>
                  <a:pt x="810225" y="72263"/>
                </a:cubicBezTo>
                <a:cubicBezTo>
                  <a:pt x="807412" y="74223"/>
                  <a:pt x="801760" y="77086"/>
                  <a:pt x="793270" y="80854"/>
                </a:cubicBezTo>
                <a:lnTo>
                  <a:pt x="767876" y="92081"/>
                </a:lnTo>
                <a:cubicBezTo>
                  <a:pt x="770288" y="94694"/>
                  <a:pt x="773201" y="96653"/>
                  <a:pt x="776617" y="97959"/>
                </a:cubicBezTo>
                <a:cubicBezTo>
                  <a:pt x="780033" y="99265"/>
                  <a:pt x="783952" y="99918"/>
                  <a:pt x="788372" y="99918"/>
                </a:cubicBezTo>
                <a:cubicBezTo>
                  <a:pt x="795104" y="99918"/>
                  <a:pt x="800806" y="98537"/>
                  <a:pt x="805478" y="95774"/>
                </a:cubicBezTo>
                <a:cubicBezTo>
                  <a:pt x="809647" y="93312"/>
                  <a:pt x="812988" y="92081"/>
                  <a:pt x="815499" y="92081"/>
                </a:cubicBezTo>
                <a:cubicBezTo>
                  <a:pt x="820724" y="92081"/>
                  <a:pt x="823336" y="94625"/>
                  <a:pt x="823336" y="99713"/>
                </a:cubicBezTo>
                <a:cubicBezTo>
                  <a:pt x="823336" y="105457"/>
                  <a:pt x="819142" y="110142"/>
                  <a:pt x="810752" y="113769"/>
                </a:cubicBezTo>
                <a:cubicBezTo>
                  <a:pt x="803719" y="116792"/>
                  <a:pt x="796259" y="118304"/>
                  <a:pt x="788372" y="118304"/>
                </a:cubicBezTo>
                <a:moveTo>
                  <a:pt x="786338" y="54254"/>
                </a:moveTo>
                <a:cubicBezTo>
                  <a:pt x="781666" y="54254"/>
                  <a:pt x="777672" y="55811"/>
                  <a:pt x="774357" y="58926"/>
                </a:cubicBezTo>
                <a:cubicBezTo>
                  <a:pt x="771041" y="62041"/>
                  <a:pt x="768379" y="66712"/>
                  <a:pt x="766369" y="72942"/>
                </a:cubicBezTo>
                <a:cubicBezTo>
                  <a:pt x="772046" y="70480"/>
                  <a:pt x="777697" y="68044"/>
                  <a:pt x="783324" y="65632"/>
                </a:cubicBezTo>
                <a:cubicBezTo>
                  <a:pt x="790106" y="62568"/>
                  <a:pt x="795506" y="59730"/>
                  <a:pt x="799525" y="57118"/>
                </a:cubicBezTo>
                <a:cubicBezTo>
                  <a:pt x="796159" y="55209"/>
                  <a:pt x="791763" y="54254"/>
                  <a:pt x="786338" y="54254"/>
                </a:cubicBezTo>
                <a:close/>
                <a:moveTo>
                  <a:pt x="889484" y="54176"/>
                </a:moveTo>
                <a:cubicBezTo>
                  <a:pt x="888429" y="54176"/>
                  <a:pt x="887186" y="54139"/>
                  <a:pt x="885754" y="54063"/>
                </a:cubicBezTo>
                <a:cubicBezTo>
                  <a:pt x="884322" y="53988"/>
                  <a:pt x="883079" y="53950"/>
                  <a:pt x="882024" y="53950"/>
                </a:cubicBezTo>
                <a:cubicBezTo>
                  <a:pt x="879964" y="53950"/>
                  <a:pt x="877578" y="54152"/>
                  <a:pt x="874865" y="54556"/>
                </a:cubicBezTo>
                <a:cubicBezTo>
                  <a:pt x="875770" y="74851"/>
                  <a:pt x="876222" y="88113"/>
                  <a:pt x="876222" y="94342"/>
                </a:cubicBezTo>
                <a:cubicBezTo>
                  <a:pt x="876222" y="94995"/>
                  <a:pt x="876247" y="96213"/>
                  <a:pt x="876297" y="97997"/>
                </a:cubicBezTo>
                <a:cubicBezTo>
                  <a:pt x="876347" y="99780"/>
                  <a:pt x="876372" y="101224"/>
                  <a:pt x="876372" y="102329"/>
                </a:cubicBezTo>
                <a:cubicBezTo>
                  <a:pt x="876372" y="113883"/>
                  <a:pt x="872730" y="119661"/>
                  <a:pt x="865446" y="119661"/>
                </a:cubicBezTo>
                <a:cubicBezTo>
                  <a:pt x="862683" y="119661"/>
                  <a:pt x="860297" y="118807"/>
                  <a:pt x="858288" y="117099"/>
                </a:cubicBezTo>
                <a:cubicBezTo>
                  <a:pt x="856077" y="115290"/>
                  <a:pt x="854972" y="113029"/>
                  <a:pt x="854972" y="110317"/>
                </a:cubicBezTo>
                <a:cubicBezTo>
                  <a:pt x="854972" y="108508"/>
                  <a:pt x="855048" y="105796"/>
                  <a:pt x="855198" y="102179"/>
                </a:cubicBezTo>
                <a:cubicBezTo>
                  <a:pt x="855349" y="98562"/>
                  <a:pt x="855424" y="95849"/>
                  <a:pt x="855424" y="94041"/>
                </a:cubicBezTo>
                <a:cubicBezTo>
                  <a:pt x="855424" y="87962"/>
                  <a:pt x="854972" y="74951"/>
                  <a:pt x="854068" y="55008"/>
                </a:cubicBezTo>
                <a:cubicBezTo>
                  <a:pt x="850953" y="54857"/>
                  <a:pt x="846244" y="54443"/>
                  <a:pt x="839939" y="53764"/>
                </a:cubicBezTo>
                <a:cubicBezTo>
                  <a:pt x="833635" y="53086"/>
                  <a:pt x="830482" y="49833"/>
                  <a:pt x="830482" y="44006"/>
                </a:cubicBezTo>
                <a:cubicBezTo>
                  <a:pt x="830482" y="41193"/>
                  <a:pt x="831437" y="38807"/>
                  <a:pt x="833346" y="36848"/>
                </a:cubicBezTo>
                <a:cubicBezTo>
                  <a:pt x="835255" y="34888"/>
                  <a:pt x="837716" y="33909"/>
                  <a:pt x="840730" y="33909"/>
                </a:cubicBezTo>
                <a:cubicBezTo>
                  <a:pt x="842589" y="33909"/>
                  <a:pt x="846859" y="34210"/>
                  <a:pt x="853541" y="34813"/>
                </a:cubicBezTo>
                <a:cubicBezTo>
                  <a:pt x="853490" y="33201"/>
                  <a:pt x="853365" y="30531"/>
                  <a:pt x="853164" y="26802"/>
                </a:cubicBezTo>
                <a:cubicBezTo>
                  <a:pt x="852963" y="23578"/>
                  <a:pt x="852862" y="21083"/>
                  <a:pt x="852862" y="19319"/>
                </a:cubicBezTo>
                <a:cubicBezTo>
                  <a:pt x="852862" y="16498"/>
                  <a:pt x="853892" y="14155"/>
                  <a:pt x="855952" y="12292"/>
                </a:cubicBezTo>
                <a:cubicBezTo>
                  <a:pt x="858011" y="10427"/>
                  <a:pt x="860498" y="9494"/>
                  <a:pt x="863412" y="9494"/>
                </a:cubicBezTo>
                <a:cubicBezTo>
                  <a:pt x="870847" y="9494"/>
                  <a:pt x="874564" y="15768"/>
                  <a:pt x="874564" y="28314"/>
                </a:cubicBezTo>
                <a:lnTo>
                  <a:pt x="874413" y="34512"/>
                </a:lnTo>
                <a:cubicBezTo>
                  <a:pt x="877528" y="34009"/>
                  <a:pt x="880065" y="33758"/>
                  <a:pt x="882024" y="33758"/>
                </a:cubicBezTo>
                <a:cubicBezTo>
                  <a:pt x="887801" y="33758"/>
                  <a:pt x="891744" y="34136"/>
                  <a:pt x="893854" y="34893"/>
                </a:cubicBezTo>
                <a:cubicBezTo>
                  <a:pt x="897873" y="36304"/>
                  <a:pt x="899883" y="39380"/>
                  <a:pt x="899883" y="44119"/>
                </a:cubicBezTo>
                <a:cubicBezTo>
                  <a:pt x="899883" y="46994"/>
                  <a:pt x="898903" y="49388"/>
                  <a:pt x="896944" y="51304"/>
                </a:cubicBezTo>
                <a:cubicBezTo>
                  <a:pt x="894985" y="53219"/>
                  <a:pt x="892498" y="54176"/>
                  <a:pt x="889484" y="541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9F6BEB-B11E-40A5-A8F1-673D7842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13" y="827885"/>
            <a:ext cx="805132" cy="531401"/>
          </a:xfrm>
          <a:custGeom xmlns:a="http://schemas.openxmlformats.org/drawingml/2006/main">
            <a:pathLst>
              <a:path w="805132" h="531401">
                <a:moveTo>
                  <a:pt x="44872" y="13505"/>
                </a:moveTo>
                <a:lnTo>
                  <a:pt x="41102" y="15921"/>
                </a:lnTo>
                <a:lnTo>
                  <a:pt x="37443" y="18519"/>
                </a:lnTo>
                <a:lnTo>
                  <a:pt x="33923" y="21284"/>
                </a:lnTo>
                <a:lnTo>
                  <a:pt x="30543" y="24217"/>
                </a:lnTo>
                <a:lnTo>
                  <a:pt x="27303" y="27303"/>
                </a:lnTo>
                <a:lnTo>
                  <a:pt x="24217" y="30543"/>
                </a:lnTo>
                <a:lnTo>
                  <a:pt x="21284" y="33923"/>
                </a:lnTo>
                <a:lnTo>
                  <a:pt x="18519" y="37443"/>
                </a:lnTo>
                <a:lnTo>
                  <a:pt x="15921" y="41102"/>
                </a:lnTo>
                <a:lnTo>
                  <a:pt x="13505" y="44872"/>
                </a:lnTo>
                <a:lnTo>
                  <a:pt x="12960" y="45822"/>
                </a:lnTo>
                <a:lnTo>
                  <a:pt x="25069" y="52777"/>
                </a:lnTo>
                <a:lnTo>
                  <a:pt x="25372" y="52238"/>
                </a:lnTo>
                <a:lnTo>
                  <a:pt x="27569" y="48812"/>
                </a:lnTo>
                <a:lnTo>
                  <a:pt x="29680" y="45841"/>
                </a:lnTo>
                <a:lnTo>
                  <a:pt x="31966" y="42931"/>
                </a:lnTo>
                <a:lnTo>
                  <a:pt x="34507" y="39984"/>
                </a:lnTo>
                <a:lnTo>
                  <a:pt x="37187" y="37187"/>
                </a:lnTo>
                <a:lnTo>
                  <a:pt x="39984" y="34507"/>
                </a:lnTo>
                <a:lnTo>
                  <a:pt x="42931" y="31966"/>
                </a:lnTo>
                <a:lnTo>
                  <a:pt x="45841" y="29680"/>
                </a:lnTo>
                <a:lnTo>
                  <a:pt x="48812" y="27569"/>
                </a:lnTo>
                <a:lnTo>
                  <a:pt x="52274" y="25348"/>
                </a:lnTo>
                <a:lnTo>
                  <a:pt x="55537" y="23484"/>
                </a:lnTo>
                <a:lnTo>
                  <a:pt x="58773" y="21829"/>
                </a:lnTo>
                <a:lnTo>
                  <a:pt x="62460" y="20155"/>
                </a:lnTo>
                <a:lnTo>
                  <a:pt x="63098" y="19901"/>
                </a:lnTo>
                <a:lnTo>
                  <a:pt x="57986" y="6913"/>
                </a:lnTo>
                <a:lnTo>
                  <a:pt x="56939" y="7332"/>
                </a:lnTo>
                <a:lnTo>
                  <a:pt x="52805" y="9190"/>
                </a:lnTo>
                <a:lnTo>
                  <a:pt x="48783" y="11256"/>
                </a:lnTo>
                <a:lnTo>
                  <a:pt x="44872" y="13505"/>
                </a:lnTo>
                <a:close/>
                <a:moveTo>
                  <a:pt x="14064" y="89214"/>
                </a:moveTo>
                <a:lnTo>
                  <a:pt x="112" y="88851"/>
                </a:lnTo>
                <a:lnTo>
                  <a:pt x="0" y="93138"/>
                </a:lnTo>
                <a:lnTo>
                  <a:pt x="0" y="144896"/>
                </a:lnTo>
                <a:lnTo>
                  <a:pt x="13966" y="144896"/>
                </a:lnTo>
                <a:lnTo>
                  <a:pt x="13966" y="93404"/>
                </a:lnTo>
                <a:lnTo>
                  <a:pt x="14064" y="89214"/>
                </a:lnTo>
                <a:close/>
                <a:moveTo>
                  <a:pt x="13966" y="186794"/>
                </a:moveTo>
                <a:lnTo>
                  <a:pt x="0" y="186794"/>
                </a:lnTo>
                <a:lnTo>
                  <a:pt x="0" y="242657"/>
                </a:lnTo>
                <a:lnTo>
                  <a:pt x="13966" y="242657"/>
                </a:lnTo>
                <a:lnTo>
                  <a:pt x="13966" y="186794"/>
                </a:lnTo>
                <a:close/>
                <a:moveTo>
                  <a:pt x="0" y="284555"/>
                </a:moveTo>
                <a:lnTo>
                  <a:pt x="0" y="340418"/>
                </a:lnTo>
                <a:lnTo>
                  <a:pt x="13966" y="340418"/>
                </a:lnTo>
                <a:lnTo>
                  <a:pt x="13966" y="284555"/>
                </a:lnTo>
                <a:lnTo>
                  <a:pt x="0" y="284555"/>
                </a:lnTo>
                <a:close/>
                <a:moveTo>
                  <a:pt x="475" y="447704"/>
                </a:moveTo>
                <a:lnTo>
                  <a:pt x="1075" y="452369"/>
                </a:lnTo>
                <a:lnTo>
                  <a:pt x="1885" y="456963"/>
                </a:lnTo>
                <a:lnTo>
                  <a:pt x="2933" y="461474"/>
                </a:lnTo>
                <a:lnTo>
                  <a:pt x="3896" y="464868"/>
                </a:lnTo>
                <a:lnTo>
                  <a:pt x="17332" y="461055"/>
                </a:lnTo>
                <a:lnTo>
                  <a:pt x="16410" y="457829"/>
                </a:lnTo>
                <a:lnTo>
                  <a:pt x="16508" y="458164"/>
                </a:lnTo>
                <a:lnTo>
                  <a:pt x="15587" y="454173"/>
                </a:lnTo>
                <a:lnTo>
                  <a:pt x="14885" y="450294"/>
                </a:lnTo>
                <a:lnTo>
                  <a:pt x="14362" y="446155"/>
                </a:lnTo>
                <a:lnTo>
                  <a:pt x="14072" y="442197"/>
                </a:lnTo>
                <a:lnTo>
                  <a:pt x="13966" y="437998"/>
                </a:lnTo>
                <a:lnTo>
                  <a:pt x="13966" y="382316"/>
                </a:lnTo>
                <a:lnTo>
                  <a:pt x="0" y="382316"/>
                </a:lnTo>
                <a:lnTo>
                  <a:pt x="0" y="438179"/>
                </a:lnTo>
                <a:lnTo>
                  <a:pt x="6983" y="438179"/>
                </a:lnTo>
                <a:lnTo>
                  <a:pt x="0" y="438361"/>
                </a:lnTo>
                <a:lnTo>
                  <a:pt x="126" y="442970"/>
                </a:lnTo>
                <a:lnTo>
                  <a:pt x="475" y="447704"/>
                </a:lnTo>
                <a:close/>
                <a:moveTo>
                  <a:pt x="450748" y="13966"/>
                </a:moveTo>
                <a:lnTo>
                  <a:pt x="450748" y="0"/>
                </a:lnTo>
                <a:lnTo>
                  <a:pt x="394885" y="0"/>
                </a:lnTo>
                <a:lnTo>
                  <a:pt x="394885" y="13966"/>
                </a:lnTo>
                <a:lnTo>
                  <a:pt x="450748" y="13966"/>
                </a:lnTo>
                <a:close/>
                <a:moveTo>
                  <a:pt x="352987" y="13966"/>
                </a:moveTo>
                <a:lnTo>
                  <a:pt x="352987" y="0"/>
                </a:lnTo>
                <a:lnTo>
                  <a:pt x="297124" y="0"/>
                </a:lnTo>
                <a:lnTo>
                  <a:pt x="297124" y="13966"/>
                </a:lnTo>
                <a:lnTo>
                  <a:pt x="352987" y="13966"/>
                </a:lnTo>
                <a:close/>
                <a:moveTo>
                  <a:pt x="255226" y="0"/>
                </a:moveTo>
                <a:lnTo>
                  <a:pt x="199363" y="0"/>
                </a:lnTo>
                <a:lnTo>
                  <a:pt x="199363" y="13966"/>
                </a:lnTo>
                <a:lnTo>
                  <a:pt x="255226" y="13966"/>
                </a:lnTo>
                <a:lnTo>
                  <a:pt x="255226" y="0"/>
                </a:lnTo>
                <a:close/>
                <a:moveTo>
                  <a:pt x="157465" y="0"/>
                </a:moveTo>
                <a:lnTo>
                  <a:pt x="101602" y="0"/>
                </a:lnTo>
                <a:lnTo>
                  <a:pt x="101602" y="13966"/>
                </a:lnTo>
                <a:lnTo>
                  <a:pt x="157465" y="13966"/>
                </a:lnTo>
                <a:lnTo>
                  <a:pt x="157465" y="0"/>
                </a:lnTo>
                <a:close/>
                <a:moveTo>
                  <a:pt x="548510" y="13966"/>
                </a:moveTo>
                <a:lnTo>
                  <a:pt x="548510" y="0"/>
                </a:lnTo>
                <a:lnTo>
                  <a:pt x="492646" y="0"/>
                </a:lnTo>
                <a:lnTo>
                  <a:pt x="492646" y="13966"/>
                </a:lnTo>
                <a:lnTo>
                  <a:pt x="548510" y="13966"/>
                </a:lnTo>
                <a:close/>
                <a:moveTo>
                  <a:pt x="41102" y="515480"/>
                </a:moveTo>
                <a:lnTo>
                  <a:pt x="44872" y="517896"/>
                </a:lnTo>
                <a:lnTo>
                  <a:pt x="48783" y="520145"/>
                </a:lnTo>
                <a:lnTo>
                  <a:pt x="52805" y="522212"/>
                </a:lnTo>
                <a:lnTo>
                  <a:pt x="56939" y="524069"/>
                </a:lnTo>
                <a:lnTo>
                  <a:pt x="61171" y="525745"/>
                </a:lnTo>
                <a:lnTo>
                  <a:pt x="65500" y="527212"/>
                </a:lnTo>
                <a:lnTo>
                  <a:pt x="69927" y="528469"/>
                </a:lnTo>
                <a:lnTo>
                  <a:pt x="74438" y="529516"/>
                </a:lnTo>
                <a:lnTo>
                  <a:pt x="79033" y="530326"/>
                </a:lnTo>
                <a:lnTo>
                  <a:pt x="79815" y="530424"/>
                </a:lnTo>
                <a:lnTo>
                  <a:pt x="81575" y="516570"/>
                </a:lnTo>
                <a:lnTo>
                  <a:pt x="81087" y="516513"/>
                </a:lnTo>
                <a:lnTo>
                  <a:pt x="77229" y="515815"/>
                </a:lnTo>
                <a:lnTo>
                  <a:pt x="73237" y="514894"/>
                </a:lnTo>
                <a:lnTo>
                  <a:pt x="73572" y="514992"/>
                </a:lnTo>
                <a:lnTo>
                  <a:pt x="69511" y="513827"/>
                </a:lnTo>
                <a:lnTo>
                  <a:pt x="66071" y="512664"/>
                </a:lnTo>
                <a:lnTo>
                  <a:pt x="62444" y="511240"/>
                </a:lnTo>
                <a:lnTo>
                  <a:pt x="58773" y="509572"/>
                </a:lnTo>
                <a:lnTo>
                  <a:pt x="55537" y="507918"/>
                </a:lnTo>
                <a:lnTo>
                  <a:pt x="52274" y="506053"/>
                </a:lnTo>
                <a:lnTo>
                  <a:pt x="48812" y="503833"/>
                </a:lnTo>
                <a:lnTo>
                  <a:pt x="45841" y="501721"/>
                </a:lnTo>
                <a:lnTo>
                  <a:pt x="42931" y="499435"/>
                </a:lnTo>
                <a:lnTo>
                  <a:pt x="39984" y="496894"/>
                </a:lnTo>
                <a:lnTo>
                  <a:pt x="37161" y="494191"/>
                </a:lnTo>
                <a:lnTo>
                  <a:pt x="36814" y="493833"/>
                </a:lnTo>
                <a:lnTo>
                  <a:pt x="26703" y="503470"/>
                </a:lnTo>
                <a:lnTo>
                  <a:pt x="27303" y="504098"/>
                </a:lnTo>
                <a:lnTo>
                  <a:pt x="30543" y="507185"/>
                </a:lnTo>
                <a:lnTo>
                  <a:pt x="33923" y="510117"/>
                </a:lnTo>
                <a:lnTo>
                  <a:pt x="37443" y="512883"/>
                </a:lnTo>
                <a:lnTo>
                  <a:pt x="41102" y="515480"/>
                </a:lnTo>
                <a:close/>
                <a:moveTo>
                  <a:pt x="122551" y="531401"/>
                </a:moveTo>
                <a:lnTo>
                  <a:pt x="178414" y="531401"/>
                </a:lnTo>
                <a:lnTo>
                  <a:pt x="178414" y="517436"/>
                </a:lnTo>
                <a:lnTo>
                  <a:pt x="122551" y="517436"/>
                </a:lnTo>
                <a:lnTo>
                  <a:pt x="122551" y="531401"/>
                </a:lnTo>
                <a:close/>
                <a:moveTo>
                  <a:pt x="220312" y="531401"/>
                </a:moveTo>
                <a:lnTo>
                  <a:pt x="276175" y="531401"/>
                </a:lnTo>
                <a:lnTo>
                  <a:pt x="276175" y="517436"/>
                </a:lnTo>
                <a:lnTo>
                  <a:pt x="220312" y="517436"/>
                </a:lnTo>
                <a:lnTo>
                  <a:pt x="220312" y="531401"/>
                </a:lnTo>
                <a:close/>
                <a:moveTo>
                  <a:pt x="318073" y="517436"/>
                </a:moveTo>
                <a:lnTo>
                  <a:pt x="318073" y="531401"/>
                </a:lnTo>
                <a:lnTo>
                  <a:pt x="373936" y="531401"/>
                </a:lnTo>
                <a:lnTo>
                  <a:pt x="373936" y="517436"/>
                </a:lnTo>
                <a:lnTo>
                  <a:pt x="318073" y="517436"/>
                </a:lnTo>
                <a:close/>
                <a:moveTo>
                  <a:pt x="415834" y="517436"/>
                </a:moveTo>
                <a:lnTo>
                  <a:pt x="415834" y="531401"/>
                </a:lnTo>
                <a:lnTo>
                  <a:pt x="471697" y="531401"/>
                </a:lnTo>
                <a:lnTo>
                  <a:pt x="471697" y="517436"/>
                </a:lnTo>
                <a:lnTo>
                  <a:pt x="415834" y="517436"/>
                </a:lnTo>
                <a:close/>
                <a:moveTo>
                  <a:pt x="646271" y="13966"/>
                </a:moveTo>
                <a:lnTo>
                  <a:pt x="646271" y="0"/>
                </a:lnTo>
                <a:lnTo>
                  <a:pt x="590407" y="0"/>
                </a:lnTo>
                <a:lnTo>
                  <a:pt x="590407" y="13966"/>
                </a:lnTo>
                <a:lnTo>
                  <a:pt x="646271" y="13966"/>
                </a:lnTo>
                <a:close/>
                <a:moveTo>
                  <a:pt x="726100" y="1075"/>
                </a:moveTo>
                <a:lnTo>
                  <a:pt x="721435" y="475"/>
                </a:lnTo>
                <a:lnTo>
                  <a:pt x="716701" y="126"/>
                </a:lnTo>
                <a:lnTo>
                  <a:pt x="711994" y="0"/>
                </a:lnTo>
                <a:lnTo>
                  <a:pt x="688168" y="0"/>
                </a:lnTo>
                <a:lnTo>
                  <a:pt x="688168" y="13966"/>
                </a:lnTo>
                <a:lnTo>
                  <a:pt x="711729" y="13966"/>
                </a:lnTo>
                <a:lnTo>
                  <a:pt x="715928" y="14072"/>
                </a:lnTo>
                <a:lnTo>
                  <a:pt x="719886" y="14362"/>
                </a:lnTo>
                <a:lnTo>
                  <a:pt x="724025" y="14885"/>
                </a:lnTo>
                <a:lnTo>
                  <a:pt x="727904" y="15587"/>
                </a:lnTo>
                <a:lnTo>
                  <a:pt x="731895" y="16508"/>
                </a:lnTo>
                <a:lnTo>
                  <a:pt x="731560" y="16410"/>
                </a:lnTo>
                <a:lnTo>
                  <a:pt x="735622" y="17574"/>
                </a:lnTo>
                <a:lnTo>
                  <a:pt x="739059" y="18736"/>
                </a:lnTo>
                <a:lnTo>
                  <a:pt x="740736" y="19399"/>
                </a:lnTo>
                <a:lnTo>
                  <a:pt x="745847" y="6396"/>
                </a:lnTo>
                <a:lnTo>
                  <a:pt x="743962" y="5656"/>
                </a:lnTo>
                <a:lnTo>
                  <a:pt x="739633" y="4190"/>
                </a:lnTo>
                <a:lnTo>
                  <a:pt x="735205" y="2933"/>
                </a:lnTo>
                <a:lnTo>
                  <a:pt x="730694" y="1885"/>
                </a:lnTo>
                <a:lnTo>
                  <a:pt x="726100" y="1075"/>
                </a:lnTo>
                <a:close/>
                <a:moveTo>
                  <a:pt x="730694" y="529516"/>
                </a:moveTo>
                <a:lnTo>
                  <a:pt x="735205" y="528469"/>
                </a:lnTo>
                <a:lnTo>
                  <a:pt x="739633" y="527212"/>
                </a:lnTo>
                <a:lnTo>
                  <a:pt x="743962" y="525745"/>
                </a:lnTo>
                <a:lnTo>
                  <a:pt x="748194" y="524069"/>
                </a:lnTo>
                <a:lnTo>
                  <a:pt x="752328" y="522212"/>
                </a:lnTo>
                <a:lnTo>
                  <a:pt x="756350" y="520145"/>
                </a:lnTo>
                <a:lnTo>
                  <a:pt x="760260" y="517896"/>
                </a:lnTo>
                <a:lnTo>
                  <a:pt x="764031" y="515480"/>
                </a:lnTo>
                <a:lnTo>
                  <a:pt x="765721" y="514279"/>
                </a:lnTo>
                <a:lnTo>
                  <a:pt x="757635" y="502897"/>
                </a:lnTo>
                <a:lnTo>
                  <a:pt x="756317" y="503835"/>
                </a:lnTo>
                <a:lnTo>
                  <a:pt x="752858" y="506053"/>
                </a:lnTo>
                <a:lnTo>
                  <a:pt x="753152" y="505886"/>
                </a:lnTo>
                <a:lnTo>
                  <a:pt x="749595" y="507918"/>
                </a:lnTo>
                <a:lnTo>
                  <a:pt x="746359" y="509572"/>
                </a:lnTo>
                <a:lnTo>
                  <a:pt x="742689" y="511240"/>
                </a:lnTo>
                <a:lnTo>
                  <a:pt x="739062" y="512664"/>
                </a:lnTo>
                <a:lnTo>
                  <a:pt x="735622" y="513827"/>
                </a:lnTo>
                <a:lnTo>
                  <a:pt x="731560" y="514992"/>
                </a:lnTo>
                <a:lnTo>
                  <a:pt x="731895" y="514894"/>
                </a:lnTo>
                <a:lnTo>
                  <a:pt x="727904" y="515815"/>
                </a:lnTo>
                <a:lnTo>
                  <a:pt x="724025" y="516517"/>
                </a:lnTo>
                <a:lnTo>
                  <a:pt x="719886" y="517039"/>
                </a:lnTo>
                <a:lnTo>
                  <a:pt x="715928" y="517330"/>
                </a:lnTo>
                <a:lnTo>
                  <a:pt x="711729" y="517436"/>
                </a:lnTo>
                <a:lnTo>
                  <a:pt x="709117" y="517436"/>
                </a:lnTo>
                <a:lnTo>
                  <a:pt x="709117" y="531401"/>
                </a:lnTo>
                <a:lnTo>
                  <a:pt x="711994" y="531401"/>
                </a:lnTo>
                <a:lnTo>
                  <a:pt x="716701" y="531276"/>
                </a:lnTo>
                <a:lnTo>
                  <a:pt x="721435" y="530927"/>
                </a:lnTo>
                <a:lnTo>
                  <a:pt x="726100" y="530326"/>
                </a:lnTo>
                <a:lnTo>
                  <a:pt x="730694" y="529516"/>
                </a:lnTo>
                <a:close/>
                <a:moveTo>
                  <a:pt x="611356" y="531401"/>
                </a:moveTo>
                <a:lnTo>
                  <a:pt x="667219" y="531401"/>
                </a:lnTo>
                <a:lnTo>
                  <a:pt x="667219" y="517436"/>
                </a:lnTo>
                <a:lnTo>
                  <a:pt x="611356" y="517436"/>
                </a:lnTo>
                <a:lnTo>
                  <a:pt x="611356" y="531401"/>
                </a:lnTo>
                <a:close/>
                <a:moveTo>
                  <a:pt x="513595" y="531401"/>
                </a:moveTo>
                <a:lnTo>
                  <a:pt x="569458" y="531401"/>
                </a:lnTo>
                <a:lnTo>
                  <a:pt x="569458" y="517436"/>
                </a:lnTo>
                <a:lnTo>
                  <a:pt x="513595" y="517436"/>
                </a:lnTo>
                <a:lnTo>
                  <a:pt x="513595" y="531401"/>
                </a:lnTo>
                <a:close/>
                <a:moveTo>
                  <a:pt x="800943" y="65500"/>
                </a:moveTo>
                <a:lnTo>
                  <a:pt x="799476" y="61171"/>
                </a:lnTo>
                <a:lnTo>
                  <a:pt x="797800" y="56939"/>
                </a:lnTo>
                <a:lnTo>
                  <a:pt x="795943" y="52805"/>
                </a:lnTo>
                <a:lnTo>
                  <a:pt x="793876" y="48783"/>
                </a:lnTo>
                <a:lnTo>
                  <a:pt x="791627" y="44872"/>
                </a:lnTo>
                <a:lnTo>
                  <a:pt x="789211" y="41102"/>
                </a:lnTo>
                <a:lnTo>
                  <a:pt x="786614" y="37443"/>
                </a:lnTo>
                <a:lnTo>
                  <a:pt x="783848" y="33923"/>
                </a:lnTo>
                <a:lnTo>
                  <a:pt x="782424" y="32289"/>
                </a:lnTo>
                <a:lnTo>
                  <a:pt x="771880" y="41437"/>
                </a:lnTo>
                <a:lnTo>
                  <a:pt x="773166" y="42931"/>
                </a:lnTo>
                <a:lnTo>
                  <a:pt x="775452" y="45841"/>
                </a:lnTo>
                <a:lnTo>
                  <a:pt x="777564" y="48812"/>
                </a:lnTo>
                <a:lnTo>
                  <a:pt x="779784" y="52274"/>
                </a:lnTo>
                <a:lnTo>
                  <a:pt x="779617" y="51981"/>
                </a:lnTo>
                <a:lnTo>
                  <a:pt x="781649" y="55537"/>
                </a:lnTo>
                <a:lnTo>
                  <a:pt x="783303" y="58773"/>
                </a:lnTo>
                <a:lnTo>
                  <a:pt x="784971" y="62444"/>
                </a:lnTo>
                <a:lnTo>
                  <a:pt x="786396" y="66071"/>
                </a:lnTo>
                <a:lnTo>
                  <a:pt x="787558" y="69511"/>
                </a:lnTo>
                <a:lnTo>
                  <a:pt x="788723" y="73572"/>
                </a:lnTo>
                <a:lnTo>
                  <a:pt x="788625" y="73237"/>
                </a:lnTo>
                <a:lnTo>
                  <a:pt x="789546" y="77229"/>
                </a:lnTo>
                <a:lnTo>
                  <a:pt x="790248" y="81108"/>
                </a:lnTo>
                <a:lnTo>
                  <a:pt x="790770" y="85247"/>
                </a:lnTo>
                <a:lnTo>
                  <a:pt x="790985" y="88167"/>
                </a:lnTo>
                <a:lnTo>
                  <a:pt x="804909" y="87119"/>
                </a:lnTo>
                <a:lnTo>
                  <a:pt x="804658" y="83697"/>
                </a:lnTo>
                <a:lnTo>
                  <a:pt x="804057" y="79033"/>
                </a:lnTo>
                <a:lnTo>
                  <a:pt x="803247" y="74438"/>
                </a:lnTo>
                <a:lnTo>
                  <a:pt x="802200" y="69927"/>
                </a:lnTo>
                <a:lnTo>
                  <a:pt x="800943" y="65500"/>
                </a:lnTo>
                <a:close/>
                <a:moveTo>
                  <a:pt x="791167" y="185397"/>
                </a:moveTo>
                <a:lnTo>
                  <a:pt x="805132" y="185397"/>
                </a:lnTo>
                <a:lnTo>
                  <a:pt x="805132" y="129533"/>
                </a:lnTo>
                <a:lnTo>
                  <a:pt x="791167" y="129533"/>
                </a:lnTo>
                <a:lnTo>
                  <a:pt x="791167" y="185397"/>
                </a:lnTo>
                <a:close/>
                <a:moveTo>
                  <a:pt x="805132" y="283158"/>
                </a:moveTo>
                <a:lnTo>
                  <a:pt x="805132" y="227295"/>
                </a:lnTo>
                <a:lnTo>
                  <a:pt x="791167" y="227295"/>
                </a:lnTo>
                <a:lnTo>
                  <a:pt x="791167" y="283158"/>
                </a:lnTo>
                <a:lnTo>
                  <a:pt x="805132" y="283158"/>
                </a:lnTo>
                <a:close/>
                <a:moveTo>
                  <a:pt x="805132" y="380919"/>
                </a:moveTo>
                <a:lnTo>
                  <a:pt x="805132" y="325056"/>
                </a:lnTo>
                <a:lnTo>
                  <a:pt x="791167" y="325056"/>
                </a:lnTo>
                <a:lnTo>
                  <a:pt x="791167" y="380919"/>
                </a:lnTo>
                <a:lnTo>
                  <a:pt x="805132" y="380919"/>
                </a:lnTo>
                <a:close/>
                <a:moveTo>
                  <a:pt x="800943" y="465901"/>
                </a:moveTo>
                <a:lnTo>
                  <a:pt x="802200" y="461474"/>
                </a:lnTo>
                <a:lnTo>
                  <a:pt x="803247" y="456963"/>
                </a:lnTo>
                <a:lnTo>
                  <a:pt x="804057" y="452369"/>
                </a:lnTo>
                <a:lnTo>
                  <a:pt x="804658" y="447704"/>
                </a:lnTo>
                <a:lnTo>
                  <a:pt x="805007" y="442970"/>
                </a:lnTo>
                <a:lnTo>
                  <a:pt x="805132" y="438263"/>
                </a:lnTo>
                <a:lnTo>
                  <a:pt x="805132" y="422817"/>
                </a:lnTo>
                <a:lnTo>
                  <a:pt x="791167" y="422817"/>
                </a:lnTo>
                <a:lnTo>
                  <a:pt x="791167" y="437998"/>
                </a:lnTo>
                <a:lnTo>
                  <a:pt x="791061" y="442197"/>
                </a:lnTo>
                <a:lnTo>
                  <a:pt x="790770" y="446155"/>
                </a:lnTo>
                <a:lnTo>
                  <a:pt x="790248" y="450294"/>
                </a:lnTo>
                <a:lnTo>
                  <a:pt x="789546" y="454173"/>
                </a:lnTo>
                <a:lnTo>
                  <a:pt x="788625" y="458164"/>
                </a:lnTo>
                <a:lnTo>
                  <a:pt x="788723" y="457829"/>
                </a:lnTo>
                <a:lnTo>
                  <a:pt x="787558" y="461891"/>
                </a:lnTo>
                <a:lnTo>
                  <a:pt x="786396" y="465331"/>
                </a:lnTo>
                <a:lnTo>
                  <a:pt x="784971" y="468957"/>
                </a:lnTo>
                <a:lnTo>
                  <a:pt x="783306" y="472622"/>
                </a:lnTo>
                <a:lnTo>
                  <a:pt x="782592" y="474016"/>
                </a:lnTo>
                <a:lnTo>
                  <a:pt x="795021" y="480384"/>
                </a:lnTo>
                <a:lnTo>
                  <a:pt x="795943" y="478596"/>
                </a:lnTo>
                <a:lnTo>
                  <a:pt x="797800" y="474463"/>
                </a:lnTo>
                <a:lnTo>
                  <a:pt x="799476" y="470231"/>
                </a:lnTo>
                <a:lnTo>
                  <a:pt x="800943" y="465901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5305B-3EA3-4EF3-A15F-B4FD2F6C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13" y="530412"/>
            <a:ext cx="801641" cy="532100"/>
          </a:xfrm>
          <a:custGeom xmlns:a="http://schemas.openxmlformats.org/drawingml/2006/main">
            <a:pathLst>
              <a:path w="801641" h="532100">
                <a:moveTo>
                  <a:pt x="37484" y="18547"/>
                </a:moveTo>
                <a:lnTo>
                  <a:pt x="33965" y="21312"/>
                </a:lnTo>
                <a:lnTo>
                  <a:pt x="30571" y="24245"/>
                </a:lnTo>
                <a:lnTo>
                  <a:pt x="27331" y="27331"/>
                </a:lnTo>
                <a:lnTo>
                  <a:pt x="24245" y="30571"/>
                </a:lnTo>
                <a:lnTo>
                  <a:pt x="21312" y="33965"/>
                </a:lnTo>
                <a:lnTo>
                  <a:pt x="18547" y="37484"/>
                </a:lnTo>
                <a:lnTo>
                  <a:pt x="15949" y="41143"/>
                </a:lnTo>
                <a:lnTo>
                  <a:pt x="13519" y="44928"/>
                </a:lnTo>
                <a:lnTo>
                  <a:pt x="12709" y="46339"/>
                </a:lnTo>
                <a:lnTo>
                  <a:pt x="24817" y="53294"/>
                </a:lnTo>
                <a:lnTo>
                  <a:pt x="25484" y="52140"/>
                </a:lnTo>
                <a:lnTo>
                  <a:pt x="27454" y="49069"/>
                </a:lnTo>
                <a:lnTo>
                  <a:pt x="29712" y="45892"/>
                </a:lnTo>
                <a:lnTo>
                  <a:pt x="32003" y="42962"/>
                </a:lnTo>
                <a:lnTo>
                  <a:pt x="34538" y="40023"/>
                </a:lnTo>
                <a:lnTo>
                  <a:pt x="37215" y="37215"/>
                </a:lnTo>
                <a:lnTo>
                  <a:pt x="40023" y="34538"/>
                </a:lnTo>
                <a:lnTo>
                  <a:pt x="42962" y="32003"/>
                </a:lnTo>
                <a:lnTo>
                  <a:pt x="45892" y="29712"/>
                </a:lnTo>
                <a:lnTo>
                  <a:pt x="49069" y="27454"/>
                </a:lnTo>
                <a:lnTo>
                  <a:pt x="52136" y="25486"/>
                </a:lnTo>
                <a:lnTo>
                  <a:pt x="55590" y="23500"/>
                </a:lnTo>
                <a:lnTo>
                  <a:pt x="59061" y="21732"/>
                </a:lnTo>
                <a:lnTo>
                  <a:pt x="62609" y="20139"/>
                </a:lnTo>
                <a:lnTo>
                  <a:pt x="57497" y="7151"/>
                </a:lnTo>
                <a:lnTo>
                  <a:pt x="57009" y="7332"/>
                </a:lnTo>
                <a:lnTo>
                  <a:pt x="52875" y="9204"/>
                </a:lnTo>
                <a:lnTo>
                  <a:pt x="48839" y="11270"/>
                </a:lnTo>
                <a:lnTo>
                  <a:pt x="44928" y="13519"/>
                </a:lnTo>
                <a:lnTo>
                  <a:pt x="41143" y="15949"/>
                </a:lnTo>
                <a:lnTo>
                  <a:pt x="37484" y="18547"/>
                </a:lnTo>
                <a:close/>
                <a:moveTo>
                  <a:pt x="14064" y="89787"/>
                </a:moveTo>
                <a:lnTo>
                  <a:pt x="98" y="89437"/>
                </a:lnTo>
                <a:lnTo>
                  <a:pt x="0" y="93250"/>
                </a:lnTo>
                <a:lnTo>
                  <a:pt x="0" y="145482"/>
                </a:lnTo>
                <a:lnTo>
                  <a:pt x="13966" y="145482"/>
                </a:lnTo>
                <a:lnTo>
                  <a:pt x="13966" y="93515"/>
                </a:lnTo>
                <a:lnTo>
                  <a:pt x="14064" y="89787"/>
                </a:lnTo>
                <a:close/>
                <a:moveTo>
                  <a:pt x="0" y="187380"/>
                </a:moveTo>
                <a:lnTo>
                  <a:pt x="0" y="243244"/>
                </a:lnTo>
                <a:lnTo>
                  <a:pt x="13966" y="243244"/>
                </a:lnTo>
                <a:lnTo>
                  <a:pt x="13966" y="187380"/>
                </a:lnTo>
                <a:lnTo>
                  <a:pt x="0" y="187380"/>
                </a:lnTo>
                <a:close/>
                <a:moveTo>
                  <a:pt x="13966" y="285141"/>
                </a:moveTo>
                <a:lnTo>
                  <a:pt x="0" y="285141"/>
                </a:lnTo>
                <a:lnTo>
                  <a:pt x="0" y="341005"/>
                </a:lnTo>
                <a:lnTo>
                  <a:pt x="13966" y="341005"/>
                </a:lnTo>
                <a:lnTo>
                  <a:pt x="13966" y="285141"/>
                </a:lnTo>
                <a:close/>
                <a:moveTo>
                  <a:pt x="475" y="448291"/>
                </a:moveTo>
                <a:lnTo>
                  <a:pt x="1075" y="452969"/>
                </a:lnTo>
                <a:lnTo>
                  <a:pt x="1899" y="457564"/>
                </a:lnTo>
                <a:lnTo>
                  <a:pt x="2346" y="459519"/>
                </a:lnTo>
                <a:lnTo>
                  <a:pt x="15949" y="456377"/>
                </a:lnTo>
                <a:lnTo>
                  <a:pt x="15578" y="454738"/>
                </a:lnTo>
                <a:lnTo>
                  <a:pt x="14885" y="450897"/>
                </a:lnTo>
                <a:lnTo>
                  <a:pt x="14363" y="446757"/>
                </a:lnTo>
                <a:lnTo>
                  <a:pt x="14072" y="442784"/>
                </a:lnTo>
                <a:lnTo>
                  <a:pt x="13966" y="438584"/>
                </a:lnTo>
                <a:lnTo>
                  <a:pt x="13966" y="382902"/>
                </a:lnTo>
                <a:lnTo>
                  <a:pt x="0" y="382902"/>
                </a:lnTo>
                <a:lnTo>
                  <a:pt x="0" y="438766"/>
                </a:lnTo>
                <a:lnTo>
                  <a:pt x="6704" y="438766"/>
                </a:lnTo>
                <a:lnTo>
                  <a:pt x="0" y="438933"/>
                </a:lnTo>
                <a:lnTo>
                  <a:pt x="126" y="443556"/>
                </a:lnTo>
                <a:lnTo>
                  <a:pt x="475" y="448291"/>
                </a:lnTo>
                <a:close/>
                <a:moveTo>
                  <a:pt x="645740" y="13966"/>
                </a:moveTo>
                <a:lnTo>
                  <a:pt x="645740" y="0"/>
                </a:lnTo>
                <a:lnTo>
                  <a:pt x="589877" y="0"/>
                </a:lnTo>
                <a:lnTo>
                  <a:pt x="589877" y="13966"/>
                </a:lnTo>
                <a:lnTo>
                  <a:pt x="645740" y="13966"/>
                </a:lnTo>
                <a:close/>
                <a:moveTo>
                  <a:pt x="547979" y="0"/>
                </a:moveTo>
                <a:lnTo>
                  <a:pt x="492115" y="0"/>
                </a:lnTo>
                <a:lnTo>
                  <a:pt x="492115" y="13966"/>
                </a:lnTo>
                <a:lnTo>
                  <a:pt x="547979" y="13966"/>
                </a:lnTo>
                <a:lnTo>
                  <a:pt x="547979" y="0"/>
                </a:lnTo>
                <a:close/>
                <a:moveTo>
                  <a:pt x="450218" y="0"/>
                </a:moveTo>
                <a:lnTo>
                  <a:pt x="394354" y="0"/>
                </a:lnTo>
                <a:lnTo>
                  <a:pt x="394354" y="13966"/>
                </a:lnTo>
                <a:lnTo>
                  <a:pt x="450218" y="13966"/>
                </a:lnTo>
                <a:lnTo>
                  <a:pt x="450218" y="0"/>
                </a:lnTo>
                <a:close/>
                <a:moveTo>
                  <a:pt x="352457" y="13966"/>
                </a:moveTo>
                <a:lnTo>
                  <a:pt x="352457" y="0"/>
                </a:lnTo>
                <a:lnTo>
                  <a:pt x="296593" y="0"/>
                </a:lnTo>
                <a:lnTo>
                  <a:pt x="296593" y="13966"/>
                </a:lnTo>
                <a:lnTo>
                  <a:pt x="352457" y="13966"/>
                </a:lnTo>
                <a:close/>
                <a:moveTo>
                  <a:pt x="254696" y="0"/>
                </a:moveTo>
                <a:lnTo>
                  <a:pt x="198832" y="0"/>
                </a:lnTo>
                <a:lnTo>
                  <a:pt x="198832" y="13966"/>
                </a:lnTo>
                <a:lnTo>
                  <a:pt x="254696" y="13966"/>
                </a:lnTo>
                <a:lnTo>
                  <a:pt x="254696" y="0"/>
                </a:lnTo>
                <a:close/>
                <a:moveTo>
                  <a:pt x="156934" y="0"/>
                </a:moveTo>
                <a:lnTo>
                  <a:pt x="101071" y="0"/>
                </a:lnTo>
                <a:lnTo>
                  <a:pt x="101071" y="13966"/>
                </a:lnTo>
                <a:lnTo>
                  <a:pt x="156934" y="13966"/>
                </a:lnTo>
                <a:lnTo>
                  <a:pt x="156934" y="0"/>
                </a:lnTo>
                <a:close/>
                <a:moveTo>
                  <a:pt x="37484" y="513553"/>
                </a:moveTo>
                <a:lnTo>
                  <a:pt x="41143" y="516151"/>
                </a:lnTo>
                <a:lnTo>
                  <a:pt x="44928" y="518581"/>
                </a:lnTo>
                <a:lnTo>
                  <a:pt x="48839" y="520829"/>
                </a:lnTo>
                <a:lnTo>
                  <a:pt x="52875" y="522896"/>
                </a:lnTo>
                <a:lnTo>
                  <a:pt x="57009" y="524768"/>
                </a:lnTo>
                <a:lnTo>
                  <a:pt x="61240" y="526430"/>
                </a:lnTo>
                <a:lnTo>
                  <a:pt x="65584" y="527910"/>
                </a:lnTo>
                <a:lnTo>
                  <a:pt x="70025" y="529167"/>
                </a:lnTo>
                <a:lnTo>
                  <a:pt x="73377" y="529935"/>
                </a:lnTo>
                <a:lnTo>
                  <a:pt x="76505" y="516332"/>
                </a:lnTo>
                <a:lnTo>
                  <a:pt x="73557" y="515644"/>
                </a:lnTo>
                <a:lnTo>
                  <a:pt x="69843" y="514595"/>
                </a:lnTo>
                <a:lnTo>
                  <a:pt x="65912" y="513267"/>
                </a:lnTo>
                <a:lnTo>
                  <a:pt x="62288" y="511835"/>
                </a:lnTo>
                <a:lnTo>
                  <a:pt x="62609" y="511961"/>
                </a:lnTo>
                <a:lnTo>
                  <a:pt x="59061" y="510368"/>
                </a:lnTo>
                <a:lnTo>
                  <a:pt x="55590" y="508600"/>
                </a:lnTo>
                <a:lnTo>
                  <a:pt x="52136" y="506613"/>
                </a:lnTo>
                <a:lnTo>
                  <a:pt x="49069" y="504646"/>
                </a:lnTo>
                <a:lnTo>
                  <a:pt x="45892" y="502388"/>
                </a:lnTo>
                <a:lnTo>
                  <a:pt x="42962" y="500097"/>
                </a:lnTo>
                <a:lnTo>
                  <a:pt x="40023" y="497562"/>
                </a:lnTo>
                <a:lnTo>
                  <a:pt x="37215" y="494885"/>
                </a:lnTo>
                <a:lnTo>
                  <a:pt x="34535" y="492074"/>
                </a:lnTo>
                <a:lnTo>
                  <a:pt x="33099" y="490412"/>
                </a:lnTo>
                <a:lnTo>
                  <a:pt x="22541" y="499559"/>
                </a:lnTo>
                <a:lnTo>
                  <a:pt x="24245" y="501528"/>
                </a:lnTo>
                <a:lnTo>
                  <a:pt x="27331" y="504768"/>
                </a:lnTo>
                <a:lnTo>
                  <a:pt x="30571" y="507855"/>
                </a:lnTo>
                <a:lnTo>
                  <a:pt x="33965" y="510788"/>
                </a:lnTo>
                <a:lnTo>
                  <a:pt x="37484" y="513553"/>
                </a:lnTo>
                <a:close/>
                <a:moveTo>
                  <a:pt x="116699" y="532100"/>
                </a:moveTo>
                <a:lnTo>
                  <a:pt x="172562" y="532100"/>
                </a:lnTo>
                <a:lnTo>
                  <a:pt x="172562" y="518134"/>
                </a:lnTo>
                <a:lnTo>
                  <a:pt x="116699" y="518134"/>
                </a:lnTo>
                <a:lnTo>
                  <a:pt x="116699" y="532100"/>
                </a:lnTo>
                <a:close/>
                <a:moveTo>
                  <a:pt x="214460" y="532100"/>
                </a:moveTo>
                <a:lnTo>
                  <a:pt x="270323" y="532100"/>
                </a:lnTo>
                <a:lnTo>
                  <a:pt x="270323" y="518134"/>
                </a:lnTo>
                <a:lnTo>
                  <a:pt x="214460" y="518134"/>
                </a:lnTo>
                <a:lnTo>
                  <a:pt x="214460" y="532100"/>
                </a:lnTo>
                <a:close/>
                <a:moveTo>
                  <a:pt x="312221" y="518134"/>
                </a:moveTo>
                <a:lnTo>
                  <a:pt x="312221" y="532100"/>
                </a:lnTo>
                <a:lnTo>
                  <a:pt x="368085" y="532100"/>
                </a:lnTo>
                <a:lnTo>
                  <a:pt x="368085" y="518134"/>
                </a:lnTo>
                <a:lnTo>
                  <a:pt x="312221" y="518134"/>
                </a:lnTo>
                <a:close/>
                <a:moveTo>
                  <a:pt x="409982" y="532100"/>
                </a:moveTo>
                <a:lnTo>
                  <a:pt x="465846" y="532100"/>
                </a:lnTo>
                <a:lnTo>
                  <a:pt x="465846" y="518134"/>
                </a:lnTo>
                <a:lnTo>
                  <a:pt x="409982" y="518134"/>
                </a:lnTo>
                <a:lnTo>
                  <a:pt x="409982" y="532100"/>
                </a:lnTo>
                <a:close/>
                <a:moveTo>
                  <a:pt x="507743" y="532100"/>
                </a:moveTo>
                <a:lnTo>
                  <a:pt x="563607" y="532100"/>
                </a:lnTo>
                <a:lnTo>
                  <a:pt x="563607" y="518134"/>
                </a:lnTo>
                <a:lnTo>
                  <a:pt x="507743" y="518134"/>
                </a:lnTo>
                <a:lnTo>
                  <a:pt x="507743" y="532100"/>
                </a:lnTo>
                <a:close/>
                <a:moveTo>
                  <a:pt x="740401" y="5670"/>
                </a:moveTo>
                <a:lnTo>
                  <a:pt x="736057" y="4190"/>
                </a:lnTo>
                <a:lnTo>
                  <a:pt x="731616" y="2933"/>
                </a:lnTo>
                <a:lnTo>
                  <a:pt x="727105" y="1899"/>
                </a:lnTo>
                <a:lnTo>
                  <a:pt x="722510" y="1075"/>
                </a:lnTo>
                <a:lnTo>
                  <a:pt x="717832" y="475"/>
                </a:lnTo>
                <a:lnTo>
                  <a:pt x="713097" y="126"/>
                </a:lnTo>
                <a:lnTo>
                  <a:pt x="708391" y="0"/>
                </a:lnTo>
                <a:lnTo>
                  <a:pt x="687638" y="0"/>
                </a:lnTo>
                <a:lnTo>
                  <a:pt x="687638" y="13966"/>
                </a:lnTo>
                <a:lnTo>
                  <a:pt x="708126" y="13966"/>
                </a:lnTo>
                <a:lnTo>
                  <a:pt x="712325" y="14072"/>
                </a:lnTo>
                <a:lnTo>
                  <a:pt x="716298" y="14363"/>
                </a:lnTo>
                <a:lnTo>
                  <a:pt x="720438" y="14885"/>
                </a:lnTo>
                <a:lnTo>
                  <a:pt x="724267" y="15575"/>
                </a:lnTo>
                <a:lnTo>
                  <a:pt x="728096" y="16459"/>
                </a:lnTo>
                <a:lnTo>
                  <a:pt x="731798" y="17504"/>
                </a:lnTo>
                <a:lnTo>
                  <a:pt x="735729" y="18833"/>
                </a:lnTo>
                <a:lnTo>
                  <a:pt x="739353" y="20264"/>
                </a:lnTo>
                <a:lnTo>
                  <a:pt x="739032" y="20139"/>
                </a:lnTo>
                <a:lnTo>
                  <a:pt x="739660" y="20418"/>
                </a:lnTo>
                <a:lnTo>
                  <a:pt x="745414" y="7681"/>
                </a:lnTo>
                <a:lnTo>
                  <a:pt x="744632" y="7332"/>
                </a:lnTo>
                <a:lnTo>
                  <a:pt x="740401" y="5670"/>
                </a:lnTo>
                <a:close/>
                <a:moveTo>
                  <a:pt x="778164" y="476474"/>
                </a:moveTo>
                <a:lnTo>
                  <a:pt x="790273" y="483429"/>
                </a:lnTo>
                <a:lnTo>
                  <a:pt x="790371" y="483261"/>
                </a:lnTo>
                <a:lnTo>
                  <a:pt x="792437" y="479225"/>
                </a:lnTo>
                <a:lnTo>
                  <a:pt x="794309" y="475091"/>
                </a:lnTo>
                <a:lnTo>
                  <a:pt x="795971" y="470859"/>
                </a:lnTo>
                <a:lnTo>
                  <a:pt x="797451" y="466516"/>
                </a:lnTo>
                <a:lnTo>
                  <a:pt x="798708" y="462075"/>
                </a:lnTo>
                <a:lnTo>
                  <a:pt x="799742" y="457564"/>
                </a:lnTo>
                <a:lnTo>
                  <a:pt x="800566" y="452969"/>
                </a:lnTo>
                <a:lnTo>
                  <a:pt x="801166" y="448291"/>
                </a:lnTo>
                <a:lnTo>
                  <a:pt x="801515" y="443556"/>
                </a:lnTo>
                <a:lnTo>
                  <a:pt x="801641" y="438850"/>
                </a:lnTo>
                <a:lnTo>
                  <a:pt x="801641" y="425833"/>
                </a:lnTo>
                <a:lnTo>
                  <a:pt x="787675" y="425833"/>
                </a:lnTo>
                <a:lnTo>
                  <a:pt x="787675" y="438584"/>
                </a:lnTo>
                <a:lnTo>
                  <a:pt x="787569" y="442784"/>
                </a:lnTo>
                <a:lnTo>
                  <a:pt x="787278" y="446757"/>
                </a:lnTo>
                <a:lnTo>
                  <a:pt x="786756" y="450897"/>
                </a:lnTo>
                <a:lnTo>
                  <a:pt x="786066" y="454725"/>
                </a:lnTo>
                <a:lnTo>
                  <a:pt x="785182" y="458555"/>
                </a:lnTo>
                <a:lnTo>
                  <a:pt x="784137" y="462257"/>
                </a:lnTo>
                <a:lnTo>
                  <a:pt x="782808" y="466188"/>
                </a:lnTo>
                <a:lnTo>
                  <a:pt x="781377" y="469812"/>
                </a:lnTo>
                <a:lnTo>
                  <a:pt x="781502" y="469491"/>
                </a:lnTo>
                <a:lnTo>
                  <a:pt x="779909" y="473039"/>
                </a:lnTo>
                <a:lnTo>
                  <a:pt x="778150" y="476492"/>
                </a:lnTo>
                <a:lnTo>
                  <a:pt x="778095" y="476585"/>
                </a:lnTo>
                <a:lnTo>
                  <a:pt x="778140" y="476513"/>
                </a:lnTo>
                <a:lnTo>
                  <a:pt x="778025" y="476739"/>
                </a:lnTo>
                <a:lnTo>
                  <a:pt x="778160" y="476480"/>
                </a:lnTo>
                <a:lnTo>
                  <a:pt x="778164" y="476474"/>
                </a:lnTo>
                <a:close/>
                <a:moveTo>
                  <a:pt x="727105" y="530200"/>
                </a:moveTo>
                <a:lnTo>
                  <a:pt x="731616" y="529167"/>
                </a:lnTo>
                <a:lnTo>
                  <a:pt x="736057" y="527910"/>
                </a:lnTo>
                <a:lnTo>
                  <a:pt x="740401" y="526430"/>
                </a:lnTo>
                <a:lnTo>
                  <a:pt x="744632" y="524768"/>
                </a:lnTo>
                <a:lnTo>
                  <a:pt x="748766" y="522896"/>
                </a:lnTo>
                <a:lnTo>
                  <a:pt x="752802" y="520829"/>
                </a:lnTo>
                <a:lnTo>
                  <a:pt x="756713" y="518581"/>
                </a:lnTo>
                <a:lnTo>
                  <a:pt x="760009" y="516472"/>
                </a:lnTo>
                <a:lnTo>
                  <a:pt x="752467" y="504713"/>
                </a:lnTo>
                <a:lnTo>
                  <a:pt x="749504" y="506613"/>
                </a:lnTo>
                <a:lnTo>
                  <a:pt x="746051" y="508600"/>
                </a:lnTo>
                <a:lnTo>
                  <a:pt x="742580" y="510368"/>
                </a:lnTo>
                <a:lnTo>
                  <a:pt x="739032" y="511961"/>
                </a:lnTo>
                <a:lnTo>
                  <a:pt x="739353" y="511835"/>
                </a:lnTo>
                <a:lnTo>
                  <a:pt x="735729" y="513267"/>
                </a:lnTo>
                <a:lnTo>
                  <a:pt x="731798" y="514595"/>
                </a:lnTo>
                <a:lnTo>
                  <a:pt x="728096" y="515641"/>
                </a:lnTo>
                <a:lnTo>
                  <a:pt x="724267" y="516524"/>
                </a:lnTo>
                <a:lnTo>
                  <a:pt x="720438" y="517215"/>
                </a:lnTo>
                <a:lnTo>
                  <a:pt x="716298" y="517737"/>
                </a:lnTo>
                <a:lnTo>
                  <a:pt x="712325" y="518028"/>
                </a:lnTo>
                <a:lnTo>
                  <a:pt x="708126" y="518134"/>
                </a:lnTo>
                <a:lnTo>
                  <a:pt x="703265" y="518134"/>
                </a:lnTo>
                <a:lnTo>
                  <a:pt x="703265" y="532100"/>
                </a:lnTo>
                <a:lnTo>
                  <a:pt x="708391" y="532100"/>
                </a:lnTo>
                <a:lnTo>
                  <a:pt x="713097" y="531974"/>
                </a:lnTo>
                <a:lnTo>
                  <a:pt x="717832" y="531625"/>
                </a:lnTo>
                <a:lnTo>
                  <a:pt x="722510" y="531024"/>
                </a:lnTo>
                <a:lnTo>
                  <a:pt x="727105" y="530200"/>
                </a:lnTo>
                <a:close/>
                <a:moveTo>
                  <a:pt x="605504" y="532100"/>
                </a:moveTo>
                <a:lnTo>
                  <a:pt x="661368" y="532100"/>
                </a:lnTo>
                <a:lnTo>
                  <a:pt x="661368" y="518134"/>
                </a:lnTo>
                <a:lnTo>
                  <a:pt x="605504" y="518134"/>
                </a:lnTo>
                <a:lnTo>
                  <a:pt x="605504" y="532100"/>
                </a:lnTo>
                <a:close/>
                <a:moveTo>
                  <a:pt x="798708" y="70025"/>
                </a:moveTo>
                <a:lnTo>
                  <a:pt x="797451" y="65584"/>
                </a:lnTo>
                <a:lnTo>
                  <a:pt x="795971" y="61240"/>
                </a:lnTo>
                <a:lnTo>
                  <a:pt x="794309" y="57009"/>
                </a:lnTo>
                <a:lnTo>
                  <a:pt x="792437" y="52875"/>
                </a:lnTo>
                <a:lnTo>
                  <a:pt x="790371" y="48839"/>
                </a:lnTo>
                <a:lnTo>
                  <a:pt x="788122" y="44928"/>
                </a:lnTo>
                <a:lnTo>
                  <a:pt x="785692" y="41143"/>
                </a:lnTo>
                <a:lnTo>
                  <a:pt x="783094" y="37484"/>
                </a:lnTo>
                <a:lnTo>
                  <a:pt x="781041" y="34873"/>
                </a:lnTo>
                <a:lnTo>
                  <a:pt x="770050" y="43490"/>
                </a:lnTo>
                <a:lnTo>
                  <a:pt x="771930" y="45893"/>
                </a:lnTo>
                <a:lnTo>
                  <a:pt x="774188" y="49069"/>
                </a:lnTo>
                <a:lnTo>
                  <a:pt x="776155" y="52136"/>
                </a:lnTo>
                <a:lnTo>
                  <a:pt x="778141" y="55590"/>
                </a:lnTo>
                <a:lnTo>
                  <a:pt x="779909" y="59061"/>
                </a:lnTo>
                <a:lnTo>
                  <a:pt x="781502" y="62609"/>
                </a:lnTo>
                <a:lnTo>
                  <a:pt x="781377" y="62288"/>
                </a:lnTo>
                <a:lnTo>
                  <a:pt x="782808" y="65912"/>
                </a:lnTo>
                <a:lnTo>
                  <a:pt x="784137" y="69843"/>
                </a:lnTo>
                <a:lnTo>
                  <a:pt x="785182" y="73545"/>
                </a:lnTo>
                <a:lnTo>
                  <a:pt x="786066" y="77374"/>
                </a:lnTo>
                <a:lnTo>
                  <a:pt x="786756" y="81203"/>
                </a:lnTo>
                <a:lnTo>
                  <a:pt x="787278" y="85343"/>
                </a:lnTo>
                <a:lnTo>
                  <a:pt x="787569" y="89310"/>
                </a:lnTo>
                <a:lnTo>
                  <a:pt x="787605" y="90820"/>
                </a:lnTo>
                <a:lnTo>
                  <a:pt x="801571" y="90471"/>
                </a:lnTo>
                <a:lnTo>
                  <a:pt x="801515" y="88544"/>
                </a:lnTo>
                <a:lnTo>
                  <a:pt x="801166" y="83809"/>
                </a:lnTo>
                <a:lnTo>
                  <a:pt x="800566" y="79131"/>
                </a:lnTo>
                <a:lnTo>
                  <a:pt x="799742" y="74536"/>
                </a:lnTo>
                <a:lnTo>
                  <a:pt x="798708" y="70025"/>
                </a:lnTo>
                <a:close/>
                <a:moveTo>
                  <a:pt x="801641" y="188414"/>
                </a:moveTo>
                <a:lnTo>
                  <a:pt x="801641" y="132550"/>
                </a:lnTo>
                <a:lnTo>
                  <a:pt x="787675" y="132550"/>
                </a:lnTo>
                <a:lnTo>
                  <a:pt x="787675" y="188414"/>
                </a:lnTo>
                <a:lnTo>
                  <a:pt x="801641" y="188414"/>
                </a:lnTo>
                <a:close/>
                <a:moveTo>
                  <a:pt x="801641" y="286175"/>
                </a:moveTo>
                <a:lnTo>
                  <a:pt x="801641" y="230311"/>
                </a:lnTo>
                <a:lnTo>
                  <a:pt x="787675" y="230311"/>
                </a:lnTo>
                <a:lnTo>
                  <a:pt x="787675" y="286175"/>
                </a:lnTo>
                <a:lnTo>
                  <a:pt x="801641" y="286175"/>
                </a:lnTo>
                <a:close/>
                <a:moveTo>
                  <a:pt x="787675" y="383936"/>
                </a:moveTo>
                <a:lnTo>
                  <a:pt x="801641" y="383936"/>
                </a:lnTo>
                <a:lnTo>
                  <a:pt x="801641" y="328072"/>
                </a:lnTo>
                <a:lnTo>
                  <a:pt x="787675" y="328072"/>
                </a:lnTo>
                <a:lnTo>
                  <a:pt x="787675" y="383936"/>
                </a:lnTo>
                <a:close/>
              </a:path>
            </a:pathLst>
          </a:custGeom>
          <a:solidFill xmlns:a="http://schemas.openxmlformats.org/drawingml/2006/main">
            <a:srgbClr val="E5AC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D63D6-B9EA-447A-8C8E-D6CF5181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665" y="2632554"/>
            <a:ext cx="1011129" cy="313394"/>
          </a:xfrm>
          <a:custGeom xmlns:a="http://schemas.openxmlformats.org/drawingml/2006/main">
            <a:pathLst>
              <a:path w="1011129" h="313394">
                <a:moveTo>
                  <a:pt x="419" y="51953"/>
                </a:moveTo>
                <a:cubicBezTo>
                  <a:pt x="0" y="23756"/>
                  <a:pt x="23351" y="419"/>
                  <a:pt x="52372" y="0"/>
                </a:cubicBezTo>
                <a:lnTo>
                  <a:pt x="959036" y="0"/>
                </a:lnTo>
                <a:cubicBezTo>
                  <a:pt x="987778" y="419"/>
                  <a:pt x="1011129" y="23756"/>
                  <a:pt x="1010989" y="51953"/>
                </a:cubicBezTo>
                <a:lnTo>
                  <a:pt x="1010989" y="261441"/>
                </a:lnTo>
                <a:cubicBezTo>
                  <a:pt x="1011129" y="289904"/>
                  <a:pt x="987778" y="313254"/>
                  <a:pt x="959036" y="313394"/>
                </a:cubicBezTo>
                <a:lnTo>
                  <a:pt x="52372" y="313394"/>
                </a:lnTo>
                <a:cubicBezTo>
                  <a:pt x="23351" y="313254"/>
                  <a:pt x="0" y="289904"/>
                  <a:pt x="419" y="261441"/>
                </a:cubicBezTo>
                <a:lnTo>
                  <a:pt x="419" y="51953"/>
                </a:lnTo>
              </a:path>
            </a:pathLst>
          </a:custGeom>
          <a:solidFill xmlns:a="http://schemas.openxmlformats.org/drawingml/2006/main">
            <a:srgbClr val="ECF5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C5591-AEB3-4A7C-9C93-BD08A691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191" y="2622499"/>
            <a:ext cx="1032078" cy="333784"/>
          </a:xfrm>
          <a:custGeom xmlns:a="http://schemas.openxmlformats.org/drawingml/2006/main">
            <a:pathLst>
              <a:path w="1032078" h="333784">
                <a:moveTo>
                  <a:pt x="4916" y="295546"/>
                </a:moveTo>
                <a:lnTo>
                  <a:pt x="7556" y="301020"/>
                </a:lnTo>
                <a:lnTo>
                  <a:pt x="10684" y="306188"/>
                </a:lnTo>
                <a:lnTo>
                  <a:pt x="14287" y="311006"/>
                </a:lnTo>
                <a:lnTo>
                  <a:pt x="18337" y="315447"/>
                </a:lnTo>
                <a:lnTo>
                  <a:pt x="22778" y="319497"/>
                </a:lnTo>
                <a:lnTo>
                  <a:pt x="27597" y="323100"/>
                </a:lnTo>
                <a:lnTo>
                  <a:pt x="32764" y="326229"/>
                </a:lnTo>
                <a:lnTo>
                  <a:pt x="38239" y="328868"/>
                </a:lnTo>
                <a:lnTo>
                  <a:pt x="43992" y="330977"/>
                </a:lnTo>
                <a:lnTo>
                  <a:pt x="50012" y="332527"/>
                </a:lnTo>
                <a:lnTo>
                  <a:pt x="56227" y="333477"/>
                </a:lnTo>
                <a:lnTo>
                  <a:pt x="62344" y="333784"/>
                </a:lnTo>
                <a:lnTo>
                  <a:pt x="969720" y="333784"/>
                </a:lnTo>
                <a:lnTo>
                  <a:pt x="975851" y="333477"/>
                </a:lnTo>
                <a:lnTo>
                  <a:pt x="982066" y="332527"/>
                </a:lnTo>
                <a:lnTo>
                  <a:pt x="988085" y="330977"/>
                </a:lnTo>
                <a:lnTo>
                  <a:pt x="993839" y="328868"/>
                </a:lnTo>
                <a:lnTo>
                  <a:pt x="999314" y="326229"/>
                </a:lnTo>
                <a:lnTo>
                  <a:pt x="1004481" y="323100"/>
                </a:lnTo>
                <a:lnTo>
                  <a:pt x="1009300" y="319497"/>
                </a:lnTo>
                <a:lnTo>
                  <a:pt x="1013741" y="315447"/>
                </a:lnTo>
                <a:lnTo>
                  <a:pt x="1017791" y="311006"/>
                </a:lnTo>
                <a:lnTo>
                  <a:pt x="1021394" y="306188"/>
                </a:lnTo>
                <a:lnTo>
                  <a:pt x="1024522" y="301020"/>
                </a:lnTo>
                <a:lnTo>
                  <a:pt x="1027162" y="295546"/>
                </a:lnTo>
                <a:lnTo>
                  <a:pt x="1029271" y="289792"/>
                </a:lnTo>
                <a:lnTo>
                  <a:pt x="1030821" y="283773"/>
                </a:lnTo>
                <a:lnTo>
                  <a:pt x="1031771" y="277558"/>
                </a:lnTo>
                <a:lnTo>
                  <a:pt x="1032078" y="271441"/>
                </a:lnTo>
                <a:lnTo>
                  <a:pt x="1032078" y="62344"/>
                </a:lnTo>
                <a:lnTo>
                  <a:pt x="1031771" y="56227"/>
                </a:lnTo>
                <a:lnTo>
                  <a:pt x="1030821" y="50012"/>
                </a:lnTo>
                <a:lnTo>
                  <a:pt x="1029271" y="43992"/>
                </a:lnTo>
                <a:lnTo>
                  <a:pt x="1027162" y="38239"/>
                </a:lnTo>
                <a:lnTo>
                  <a:pt x="1024522" y="32764"/>
                </a:lnTo>
                <a:lnTo>
                  <a:pt x="1021394" y="27597"/>
                </a:lnTo>
                <a:lnTo>
                  <a:pt x="1017791" y="22778"/>
                </a:lnTo>
                <a:lnTo>
                  <a:pt x="1013741" y="18337"/>
                </a:lnTo>
                <a:lnTo>
                  <a:pt x="1009300" y="14287"/>
                </a:lnTo>
                <a:lnTo>
                  <a:pt x="1004481" y="10684"/>
                </a:lnTo>
                <a:lnTo>
                  <a:pt x="999314" y="7556"/>
                </a:lnTo>
                <a:lnTo>
                  <a:pt x="993839" y="4916"/>
                </a:lnTo>
                <a:lnTo>
                  <a:pt x="988085" y="2807"/>
                </a:lnTo>
                <a:lnTo>
                  <a:pt x="982066" y="1257"/>
                </a:lnTo>
                <a:lnTo>
                  <a:pt x="975851" y="307"/>
                </a:lnTo>
                <a:lnTo>
                  <a:pt x="969720" y="0"/>
                </a:lnTo>
                <a:lnTo>
                  <a:pt x="62344" y="0"/>
                </a:lnTo>
                <a:lnTo>
                  <a:pt x="56227" y="307"/>
                </a:lnTo>
                <a:lnTo>
                  <a:pt x="50012" y="1257"/>
                </a:lnTo>
                <a:lnTo>
                  <a:pt x="43992" y="2807"/>
                </a:lnTo>
                <a:lnTo>
                  <a:pt x="38239" y="4916"/>
                </a:lnTo>
                <a:lnTo>
                  <a:pt x="32764" y="7556"/>
                </a:lnTo>
                <a:lnTo>
                  <a:pt x="27597" y="10684"/>
                </a:lnTo>
                <a:lnTo>
                  <a:pt x="22778" y="14287"/>
                </a:lnTo>
                <a:lnTo>
                  <a:pt x="18337" y="18337"/>
                </a:lnTo>
                <a:lnTo>
                  <a:pt x="14287" y="22778"/>
                </a:lnTo>
                <a:lnTo>
                  <a:pt x="10684" y="27597"/>
                </a:lnTo>
                <a:lnTo>
                  <a:pt x="7556" y="32764"/>
                </a:lnTo>
                <a:lnTo>
                  <a:pt x="4916" y="38239"/>
                </a:lnTo>
                <a:lnTo>
                  <a:pt x="2807" y="43992"/>
                </a:lnTo>
                <a:lnTo>
                  <a:pt x="1257" y="50012"/>
                </a:lnTo>
                <a:lnTo>
                  <a:pt x="307" y="56227"/>
                </a:lnTo>
                <a:lnTo>
                  <a:pt x="0" y="62344"/>
                </a:lnTo>
                <a:lnTo>
                  <a:pt x="0" y="271441"/>
                </a:lnTo>
                <a:lnTo>
                  <a:pt x="307" y="277558"/>
                </a:lnTo>
                <a:lnTo>
                  <a:pt x="1257" y="283773"/>
                </a:lnTo>
                <a:lnTo>
                  <a:pt x="2807" y="289792"/>
                </a:lnTo>
                <a:lnTo>
                  <a:pt x="4916" y="295546"/>
                </a:lnTo>
                <a:close/>
                <a:moveTo>
                  <a:pt x="21805" y="54214"/>
                </a:moveTo>
                <a:lnTo>
                  <a:pt x="22827" y="50235"/>
                </a:lnTo>
                <a:lnTo>
                  <a:pt x="24246" y="46372"/>
                </a:lnTo>
                <a:lnTo>
                  <a:pt x="25944" y="42837"/>
                </a:lnTo>
                <a:lnTo>
                  <a:pt x="28101" y="39283"/>
                </a:lnTo>
                <a:lnTo>
                  <a:pt x="30439" y="36162"/>
                </a:lnTo>
                <a:lnTo>
                  <a:pt x="33165" y="33165"/>
                </a:lnTo>
                <a:lnTo>
                  <a:pt x="36162" y="30439"/>
                </a:lnTo>
                <a:lnTo>
                  <a:pt x="39283" y="28101"/>
                </a:lnTo>
                <a:lnTo>
                  <a:pt x="42837" y="25944"/>
                </a:lnTo>
                <a:lnTo>
                  <a:pt x="46372" y="24246"/>
                </a:lnTo>
                <a:lnTo>
                  <a:pt x="50235" y="22827"/>
                </a:lnTo>
                <a:lnTo>
                  <a:pt x="54214" y="21805"/>
                </a:lnTo>
                <a:lnTo>
                  <a:pt x="58416" y="21170"/>
                </a:lnTo>
                <a:lnTo>
                  <a:pt x="62860" y="20949"/>
                </a:lnTo>
                <a:lnTo>
                  <a:pt x="969218" y="20949"/>
                </a:lnTo>
                <a:lnTo>
                  <a:pt x="973662" y="21170"/>
                </a:lnTo>
                <a:lnTo>
                  <a:pt x="977864" y="21805"/>
                </a:lnTo>
                <a:lnTo>
                  <a:pt x="981843" y="22827"/>
                </a:lnTo>
                <a:lnTo>
                  <a:pt x="985706" y="24246"/>
                </a:lnTo>
                <a:lnTo>
                  <a:pt x="989241" y="25944"/>
                </a:lnTo>
                <a:lnTo>
                  <a:pt x="992795" y="28101"/>
                </a:lnTo>
                <a:lnTo>
                  <a:pt x="995916" y="30439"/>
                </a:lnTo>
                <a:lnTo>
                  <a:pt x="998913" y="33165"/>
                </a:lnTo>
                <a:lnTo>
                  <a:pt x="1001639" y="36162"/>
                </a:lnTo>
                <a:lnTo>
                  <a:pt x="1003977" y="39283"/>
                </a:lnTo>
                <a:lnTo>
                  <a:pt x="1006134" y="42837"/>
                </a:lnTo>
                <a:lnTo>
                  <a:pt x="1007832" y="46372"/>
                </a:lnTo>
                <a:lnTo>
                  <a:pt x="1009251" y="50235"/>
                </a:lnTo>
                <a:lnTo>
                  <a:pt x="1010273" y="54214"/>
                </a:lnTo>
                <a:lnTo>
                  <a:pt x="1010907" y="58416"/>
                </a:lnTo>
                <a:lnTo>
                  <a:pt x="1011129" y="62860"/>
                </a:lnTo>
                <a:lnTo>
                  <a:pt x="1011129" y="270925"/>
                </a:lnTo>
                <a:lnTo>
                  <a:pt x="1010907" y="275369"/>
                </a:lnTo>
                <a:lnTo>
                  <a:pt x="1010273" y="279570"/>
                </a:lnTo>
                <a:lnTo>
                  <a:pt x="1009251" y="283549"/>
                </a:lnTo>
                <a:lnTo>
                  <a:pt x="1007832" y="287413"/>
                </a:lnTo>
                <a:lnTo>
                  <a:pt x="1006134" y="290948"/>
                </a:lnTo>
                <a:lnTo>
                  <a:pt x="1003977" y="294501"/>
                </a:lnTo>
                <a:lnTo>
                  <a:pt x="1001639" y="297622"/>
                </a:lnTo>
                <a:lnTo>
                  <a:pt x="998913" y="300619"/>
                </a:lnTo>
                <a:lnTo>
                  <a:pt x="995916" y="303345"/>
                </a:lnTo>
                <a:lnTo>
                  <a:pt x="992795" y="305683"/>
                </a:lnTo>
                <a:lnTo>
                  <a:pt x="989241" y="307841"/>
                </a:lnTo>
                <a:lnTo>
                  <a:pt x="985706" y="309538"/>
                </a:lnTo>
                <a:lnTo>
                  <a:pt x="981843" y="310957"/>
                </a:lnTo>
                <a:lnTo>
                  <a:pt x="977864" y="311980"/>
                </a:lnTo>
                <a:lnTo>
                  <a:pt x="973662" y="312614"/>
                </a:lnTo>
                <a:lnTo>
                  <a:pt x="969218" y="312836"/>
                </a:lnTo>
                <a:lnTo>
                  <a:pt x="62860" y="312836"/>
                </a:lnTo>
                <a:lnTo>
                  <a:pt x="58416" y="312614"/>
                </a:lnTo>
                <a:lnTo>
                  <a:pt x="54214" y="311980"/>
                </a:lnTo>
                <a:lnTo>
                  <a:pt x="50235" y="310957"/>
                </a:lnTo>
                <a:lnTo>
                  <a:pt x="46372" y="309538"/>
                </a:lnTo>
                <a:lnTo>
                  <a:pt x="42837" y="307841"/>
                </a:lnTo>
                <a:lnTo>
                  <a:pt x="39283" y="305683"/>
                </a:lnTo>
                <a:lnTo>
                  <a:pt x="36162" y="303345"/>
                </a:lnTo>
                <a:lnTo>
                  <a:pt x="33165" y="300619"/>
                </a:lnTo>
                <a:lnTo>
                  <a:pt x="30439" y="297622"/>
                </a:lnTo>
                <a:lnTo>
                  <a:pt x="28101" y="294501"/>
                </a:lnTo>
                <a:lnTo>
                  <a:pt x="25944" y="290948"/>
                </a:lnTo>
                <a:lnTo>
                  <a:pt x="24246" y="287413"/>
                </a:lnTo>
                <a:lnTo>
                  <a:pt x="22827" y="283549"/>
                </a:lnTo>
                <a:lnTo>
                  <a:pt x="21805" y="279570"/>
                </a:lnTo>
                <a:lnTo>
                  <a:pt x="21170" y="275369"/>
                </a:lnTo>
                <a:lnTo>
                  <a:pt x="20949" y="270925"/>
                </a:lnTo>
                <a:lnTo>
                  <a:pt x="20949" y="62860"/>
                </a:lnTo>
                <a:lnTo>
                  <a:pt x="21170" y="58416"/>
                </a:lnTo>
                <a:lnTo>
                  <a:pt x="21805" y="54214"/>
                </a:lnTo>
                <a:close/>
              </a:path>
            </a:pathLst>
          </a:custGeom>
          <a:solidFill xmlns:a="http://schemas.openxmlformats.org/drawingml/2006/main">
            <a:srgbClr val="AAD1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y">
            <a:extLst xmlns:a="http://schemas.openxmlformats.org/drawingml/2006/main">
              <a:ext uri="{FF2B5EF4-FFF2-40B4-BE49-F238E27FC236}">
                <a16:creationId xmlns:a16="http://schemas.microsoft.com/office/drawing/2014/main" id="{5BF0FF73-47F9-4D8D-9DCB-656336DE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792" y="2740626"/>
            <a:ext cx="98493" cy="155213"/>
          </a:xfrm>
          <a:custGeom xmlns:a="http://schemas.openxmlformats.org/drawingml/2006/main">
            <a:pathLst>
              <a:path w="98493" h="155213">
                <a:moveTo>
                  <a:pt x="97248" y="14165"/>
                </a:moveTo>
                <a:lnTo>
                  <a:pt x="64097" y="85840"/>
                </a:lnTo>
                <a:cubicBezTo>
                  <a:pt x="55922" y="103280"/>
                  <a:pt x="49662" y="117876"/>
                  <a:pt x="45319" y="129629"/>
                </a:cubicBezTo>
                <a:lnTo>
                  <a:pt x="38995" y="148219"/>
                </a:lnTo>
                <a:cubicBezTo>
                  <a:pt x="37334" y="152882"/>
                  <a:pt x="34460" y="155213"/>
                  <a:pt x="30372" y="155213"/>
                </a:cubicBezTo>
                <a:cubicBezTo>
                  <a:pt x="27689" y="155213"/>
                  <a:pt x="25374" y="154330"/>
                  <a:pt x="23426" y="152564"/>
                </a:cubicBezTo>
                <a:cubicBezTo>
                  <a:pt x="21478" y="150799"/>
                  <a:pt x="20504" y="148601"/>
                  <a:pt x="20504" y="145968"/>
                </a:cubicBezTo>
                <a:cubicBezTo>
                  <a:pt x="20504" y="139548"/>
                  <a:pt x="27402" y="121078"/>
                  <a:pt x="41199" y="90556"/>
                </a:cubicBezTo>
                <a:lnTo>
                  <a:pt x="6898" y="24453"/>
                </a:lnTo>
                <a:lnTo>
                  <a:pt x="2587" y="17447"/>
                </a:lnTo>
                <a:cubicBezTo>
                  <a:pt x="862" y="14504"/>
                  <a:pt x="0" y="12042"/>
                  <a:pt x="0" y="10060"/>
                </a:cubicBezTo>
                <a:cubicBezTo>
                  <a:pt x="0" y="7441"/>
                  <a:pt x="1006" y="5142"/>
                  <a:pt x="3018" y="3162"/>
                </a:cubicBezTo>
                <a:cubicBezTo>
                  <a:pt x="5030" y="1182"/>
                  <a:pt x="7282" y="192"/>
                  <a:pt x="9773" y="192"/>
                </a:cubicBezTo>
                <a:cubicBezTo>
                  <a:pt x="12711" y="192"/>
                  <a:pt x="14978" y="1309"/>
                  <a:pt x="16575" y="3545"/>
                </a:cubicBezTo>
                <a:cubicBezTo>
                  <a:pt x="27434" y="18641"/>
                  <a:pt x="39091" y="40134"/>
                  <a:pt x="51546" y="68023"/>
                </a:cubicBezTo>
                <a:lnTo>
                  <a:pt x="65726" y="34866"/>
                </a:lnTo>
                <a:cubicBezTo>
                  <a:pt x="70836" y="23427"/>
                  <a:pt x="75754" y="13593"/>
                  <a:pt x="80481" y="5365"/>
                </a:cubicBezTo>
                <a:cubicBezTo>
                  <a:pt x="82525" y="1788"/>
                  <a:pt x="85208" y="0"/>
                  <a:pt x="88529" y="0"/>
                </a:cubicBezTo>
                <a:cubicBezTo>
                  <a:pt x="91148" y="0"/>
                  <a:pt x="93463" y="925"/>
                  <a:pt x="95475" y="2776"/>
                </a:cubicBezTo>
                <a:cubicBezTo>
                  <a:pt x="97487" y="4626"/>
                  <a:pt x="98493" y="6828"/>
                  <a:pt x="98493" y="9380"/>
                </a:cubicBezTo>
                <a:cubicBezTo>
                  <a:pt x="98493" y="10784"/>
                  <a:pt x="98078" y="12379"/>
                  <a:pt x="97248" y="14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3">
            <a:extLst xmlns:a="http://schemas.openxmlformats.org/drawingml/2006/main">
              <a:ext uri="{FF2B5EF4-FFF2-40B4-BE49-F238E27FC236}">
                <a16:creationId xmlns:a16="http://schemas.microsoft.com/office/drawing/2014/main" id="{5CE6E304-7459-4D76-9F65-CA4358C8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185" y="2783979"/>
            <a:ext cx="58146" cy="97551"/>
          </a:xfrm>
          <a:custGeom xmlns:a="http://schemas.openxmlformats.org/drawingml/2006/main">
            <a:pathLst>
              <a:path w="58146" h="97551">
                <a:moveTo>
                  <a:pt x="28483" y="97551"/>
                </a:moveTo>
                <a:cubicBezTo>
                  <a:pt x="22237" y="97551"/>
                  <a:pt x="16631" y="96248"/>
                  <a:pt x="11666" y="93642"/>
                </a:cubicBezTo>
                <a:cubicBezTo>
                  <a:pt x="6081" y="90622"/>
                  <a:pt x="2317" y="86381"/>
                  <a:pt x="372" y="80920"/>
                </a:cubicBezTo>
                <a:cubicBezTo>
                  <a:pt x="124" y="80176"/>
                  <a:pt x="0" y="79452"/>
                  <a:pt x="0" y="78748"/>
                </a:cubicBezTo>
                <a:cubicBezTo>
                  <a:pt x="0" y="77093"/>
                  <a:pt x="631" y="75718"/>
                  <a:pt x="1893" y="74622"/>
                </a:cubicBezTo>
                <a:cubicBezTo>
                  <a:pt x="3154" y="73525"/>
                  <a:pt x="4613" y="72977"/>
                  <a:pt x="6268" y="72977"/>
                </a:cubicBezTo>
                <a:cubicBezTo>
                  <a:pt x="7922" y="72977"/>
                  <a:pt x="9350" y="73742"/>
                  <a:pt x="10549" y="75273"/>
                </a:cubicBezTo>
                <a:lnTo>
                  <a:pt x="13404" y="79555"/>
                </a:lnTo>
                <a:cubicBezTo>
                  <a:pt x="14893" y="81582"/>
                  <a:pt x="16900" y="83103"/>
                  <a:pt x="19423" y="84116"/>
                </a:cubicBezTo>
                <a:cubicBezTo>
                  <a:pt x="21947" y="85130"/>
                  <a:pt x="24967" y="85636"/>
                  <a:pt x="28483" y="85636"/>
                </a:cubicBezTo>
                <a:cubicBezTo>
                  <a:pt x="32993" y="85636"/>
                  <a:pt x="36944" y="84230"/>
                  <a:pt x="40336" y="81417"/>
                </a:cubicBezTo>
                <a:cubicBezTo>
                  <a:pt x="43935" y="78438"/>
                  <a:pt x="45735" y="74797"/>
                  <a:pt x="45735" y="70495"/>
                </a:cubicBezTo>
                <a:cubicBezTo>
                  <a:pt x="45735" y="64248"/>
                  <a:pt x="43439" y="59263"/>
                  <a:pt x="38847" y="55540"/>
                </a:cubicBezTo>
                <a:cubicBezTo>
                  <a:pt x="34792" y="52313"/>
                  <a:pt x="29414" y="50348"/>
                  <a:pt x="22712" y="49644"/>
                </a:cubicBezTo>
                <a:cubicBezTo>
                  <a:pt x="18120" y="49189"/>
                  <a:pt x="15824" y="47328"/>
                  <a:pt x="15824" y="44059"/>
                </a:cubicBezTo>
                <a:cubicBezTo>
                  <a:pt x="15824" y="41618"/>
                  <a:pt x="17624" y="39757"/>
                  <a:pt x="21223" y="38474"/>
                </a:cubicBezTo>
                <a:lnTo>
                  <a:pt x="36054" y="34813"/>
                </a:lnTo>
                <a:cubicBezTo>
                  <a:pt x="38909" y="33779"/>
                  <a:pt x="41060" y="32383"/>
                  <a:pt x="42508" y="30624"/>
                </a:cubicBezTo>
                <a:cubicBezTo>
                  <a:pt x="43956" y="28866"/>
                  <a:pt x="44701" y="26725"/>
                  <a:pt x="44742" y="24202"/>
                </a:cubicBezTo>
                <a:cubicBezTo>
                  <a:pt x="44825" y="20561"/>
                  <a:pt x="43418" y="17624"/>
                  <a:pt x="40522" y="15390"/>
                </a:cubicBezTo>
                <a:cubicBezTo>
                  <a:pt x="37502" y="13073"/>
                  <a:pt x="33262" y="11915"/>
                  <a:pt x="27801" y="11915"/>
                </a:cubicBezTo>
                <a:cubicBezTo>
                  <a:pt x="24988" y="11915"/>
                  <a:pt x="22257" y="12602"/>
                  <a:pt x="19610" y="13978"/>
                </a:cubicBezTo>
                <a:lnTo>
                  <a:pt x="12597" y="18421"/>
                </a:lnTo>
                <a:cubicBezTo>
                  <a:pt x="11232" y="19296"/>
                  <a:pt x="10136" y="19734"/>
                  <a:pt x="9308" y="19734"/>
                </a:cubicBezTo>
                <a:cubicBezTo>
                  <a:pt x="7653" y="19734"/>
                  <a:pt x="6237" y="19101"/>
                  <a:pt x="5058" y="17835"/>
                </a:cubicBezTo>
                <a:cubicBezTo>
                  <a:pt x="3878" y="16569"/>
                  <a:pt x="3289" y="15127"/>
                  <a:pt x="3289" y="13509"/>
                </a:cubicBezTo>
                <a:cubicBezTo>
                  <a:pt x="3289" y="10230"/>
                  <a:pt x="6454" y="7076"/>
                  <a:pt x="12783" y="4047"/>
                </a:cubicBezTo>
                <a:cubicBezTo>
                  <a:pt x="18286" y="1349"/>
                  <a:pt x="22816" y="0"/>
                  <a:pt x="26374" y="0"/>
                </a:cubicBezTo>
                <a:cubicBezTo>
                  <a:pt x="35268" y="0"/>
                  <a:pt x="42322" y="1963"/>
                  <a:pt x="47534" y="5888"/>
                </a:cubicBezTo>
                <a:cubicBezTo>
                  <a:pt x="53119" y="10101"/>
                  <a:pt x="55912" y="16112"/>
                  <a:pt x="55912" y="23920"/>
                </a:cubicBezTo>
                <a:cubicBezTo>
                  <a:pt x="55912" y="33628"/>
                  <a:pt x="51982" y="40032"/>
                  <a:pt x="44121" y="43130"/>
                </a:cubicBezTo>
                <a:cubicBezTo>
                  <a:pt x="43418" y="43419"/>
                  <a:pt x="42611" y="43708"/>
                  <a:pt x="41701" y="43997"/>
                </a:cubicBezTo>
                <a:cubicBezTo>
                  <a:pt x="47203" y="46027"/>
                  <a:pt x="51320" y="49061"/>
                  <a:pt x="54050" y="53100"/>
                </a:cubicBezTo>
                <a:cubicBezTo>
                  <a:pt x="56781" y="57137"/>
                  <a:pt x="58146" y="62179"/>
                  <a:pt x="58146" y="68226"/>
                </a:cubicBezTo>
                <a:cubicBezTo>
                  <a:pt x="58146" y="76386"/>
                  <a:pt x="55271" y="83314"/>
                  <a:pt x="49520" y="89009"/>
                </a:cubicBezTo>
                <a:cubicBezTo>
                  <a:pt x="43770" y="94704"/>
                  <a:pt x="36757" y="97551"/>
                  <a:pt x="28483" y="975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Text r">
            <a:extLst xmlns:a="http://schemas.openxmlformats.org/drawingml/2006/main">
              <a:ext uri="{FF2B5EF4-FFF2-40B4-BE49-F238E27FC236}">
                <a16:creationId xmlns:a16="http://schemas.microsoft.com/office/drawing/2014/main" id="{109F66C0-09AF-49EE-9D19-CDABCFD2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785" y="2739093"/>
            <a:ext cx="74637" cy="107691"/>
          </a:xfrm>
          <a:custGeom xmlns:a="http://schemas.openxmlformats.org/drawingml/2006/main">
            <a:pathLst>
              <a:path w="74637" h="107691">
                <a:moveTo>
                  <a:pt x="74541" y="30180"/>
                </a:moveTo>
                <a:cubicBezTo>
                  <a:pt x="74094" y="38165"/>
                  <a:pt x="70900" y="42157"/>
                  <a:pt x="64960" y="42157"/>
                </a:cubicBezTo>
                <a:cubicBezTo>
                  <a:pt x="59467" y="42157"/>
                  <a:pt x="56720" y="39008"/>
                  <a:pt x="56720" y="32710"/>
                </a:cubicBezTo>
                <a:cubicBezTo>
                  <a:pt x="56720" y="31501"/>
                  <a:pt x="56624" y="29273"/>
                  <a:pt x="56433" y="26028"/>
                </a:cubicBezTo>
                <a:lnTo>
                  <a:pt x="56145" y="18012"/>
                </a:lnTo>
                <a:cubicBezTo>
                  <a:pt x="46053" y="19228"/>
                  <a:pt x="37973" y="22076"/>
                  <a:pt x="31905" y="26558"/>
                </a:cubicBezTo>
                <a:cubicBezTo>
                  <a:pt x="26220" y="30719"/>
                  <a:pt x="21494" y="36993"/>
                  <a:pt x="17725" y="45378"/>
                </a:cubicBezTo>
                <a:lnTo>
                  <a:pt x="17917" y="97993"/>
                </a:lnTo>
                <a:cubicBezTo>
                  <a:pt x="17917" y="104459"/>
                  <a:pt x="14755" y="107691"/>
                  <a:pt x="8431" y="107691"/>
                </a:cubicBezTo>
                <a:cubicBezTo>
                  <a:pt x="2810" y="107691"/>
                  <a:pt x="0" y="104460"/>
                  <a:pt x="0" y="97996"/>
                </a:cubicBezTo>
                <a:lnTo>
                  <a:pt x="0" y="30615"/>
                </a:lnTo>
                <a:cubicBezTo>
                  <a:pt x="0" y="28503"/>
                  <a:pt x="80" y="25336"/>
                  <a:pt x="240" y="21114"/>
                </a:cubicBezTo>
                <a:cubicBezTo>
                  <a:pt x="399" y="16891"/>
                  <a:pt x="479" y="13723"/>
                  <a:pt x="479" y="11611"/>
                </a:cubicBezTo>
                <a:cubicBezTo>
                  <a:pt x="479" y="5148"/>
                  <a:pt x="3290" y="1916"/>
                  <a:pt x="8910" y="1916"/>
                </a:cubicBezTo>
                <a:cubicBezTo>
                  <a:pt x="15170" y="1916"/>
                  <a:pt x="18332" y="7218"/>
                  <a:pt x="18396" y="17821"/>
                </a:cubicBezTo>
                <a:cubicBezTo>
                  <a:pt x="30659" y="5940"/>
                  <a:pt x="44265" y="0"/>
                  <a:pt x="59211" y="0"/>
                </a:cubicBezTo>
                <a:cubicBezTo>
                  <a:pt x="64385" y="0"/>
                  <a:pt x="68249" y="1948"/>
                  <a:pt x="70804" y="5844"/>
                </a:cubicBezTo>
                <a:cubicBezTo>
                  <a:pt x="73359" y="9741"/>
                  <a:pt x="74637" y="15617"/>
                  <a:pt x="74637" y="23474"/>
                </a:cubicBezTo>
                <a:cubicBezTo>
                  <a:pt x="74637" y="26795"/>
                  <a:pt x="74605" y="29031"/>
                  <a:pt x="74541" y="301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2">
            <a:extLst xmlns:a="http://schemas.openxmlformats.org/drawingml/2006/main">
              <a:ext uri="{FF2B5EF4-FFF2-40B4-BE49-F238E27FC236}">
                <a16:creationId xmlns:a16="http://schemas.microsoft.com/office/drawing/2014/main" id="{ACDF0897-EB5B-4A2A-B1E3-463FAD05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914" y="2783358"/>
            <a:ext cx="58208" cy="95565"/>
          </a:xfrm>
          <a:custGeom xmlns:a="http://schemas.openxmlformats.org/drawingml/2006/main">
            <a:pathLst>
              <a:path w="58208" h="95565">
                <a:moveTo>
                  <a:pt x="52375" y="95441"/>
                </a:moveTo>
                <a:cubicBezTo>
                  <a:pt x="51340" y="95441"/>
                  <a:pt x="49882" y="95110"/>
                  <a:pt x="48000" y="94448"/>
                </a:cubicBezTo>
                <a:cubicBezTo>
                  <a:pt x="46117" y="93786"/>
                  <a:pt x="44680" y="93455"/>
                  <a:pt x="43687" y="93455"/>
                </a:cubicBezTo>
                <a:cubicBezTo>
                  <a:pt x="41577" y="93455"/>
                  <a:pt x="38412" y="93587"/>
                  <a:pt x="34193" y="93851"/>
                </a:cubicBezTo>
                <a:cubicBezTo>
                  <a:pt x="29973" y="94115"/>
                  <a:pt x="26787" y="94247"/>
                  <a:pt x="24636" y="94247"/>
                </a:cubicBezTo>
                <a:cubicBezTo>
                  <a:pt x="23023" y="94247"/>
                  <a:pt x="20633" y="94466"/>
                  <a:pt x="17469" y="94906"/>
                </a:cubicBezTo>
                <a:cubicBezTo>
                  <a:pt x="14304" y="95346"/>
                  <a:pt x="11915" y="95565"/>
                  <a:pt x="10301" y="95565"/>
                </a:cubicBezTo>
                <a:cubicBezTo>
                  <a:pt x="9846" y="95565"/>
                  <a:pt x="9184" y="95483"/>
                  <a:pt x="8315" y="95317"/>
                </a:cubicBezTo>
                <a:cubicBezTo>
                  <a:pt x="7447" y="95152"/>
                  <a:pt x="6785" y="95069"/>
                  <a:pt x="6330" y="95069"/>
                </a:cubicBezTo>
                <a:cubicBezTo>
                  <a:pt x="3475" y="95069"/>
                  <a:pt x="1613" y="93682"/>
                  <a:pt x="745" y="90907"/>
                </a:cubicBezTo>
                <a:cubicBezTo>
                  <a:pt x="248" y="89458"/>
                  <a:pt x="0" y="86974"/>
                  <a:pt x="0" y="83455"/>
                </a:cubicBezTo>
                <a:cubicBezTo>
                  <a:pt x="0" y="73809"/>
                  <a:pt x="2627" y="66046"/>
                  <a:pt x="7881" y="60167"/>
                </a:cubicBezTo>
                <a:cubicBezTo>
                  <a:pt x="10281" y="57476"/>
                  <a:pt x="16755" y="52509"/>
                  <a:pt x="27304" y="45264"/>
                </a:cubicBezTo>
                <a:cubicBezTo>
                  <a:pt x="33220" y="41205"/>
                  <a:pt x="37171" y="38038"/>
                  <a:pt x="39157" y="35761"/>
                </a:cubicBezTo>
                <a:cubicBezTo>
                  <a:pt x="42715" y="31787"/>
                  <a:pt x="44494" y="27130"/>
                  <a:pt x="44494" y="21789"/>
                </a:cubicBezTo>
                <a:cubicBezTo>
                  <a:pt x="44494" y="19139"/>
                  <a:pt x="42777" y="16779"/>
                  <a:pt x="39343" y="14709"/>
                </a:cubicBezTo>
                <a:cubicBezTo>
                  <a:pt x="36323" y="12846"/>
                  <a:pt x="33365" y="11915"/>
                  <a:pt x="30469" y="11915"/>
                </a:cubicBezTo>
                <a:cubicBezTo>
                  <a:pt x="26663" y="11915"/>
                  <a:pt x="23043" y="13017"/>
                  <a:pt x="19610" y="15221"/>
                </a:cubicBezTo>
                <a:lnTo>
                  <a:pt x="10736" y="22206"/>
                </a:lnTo>
                <a:cubicBezTo>
                  <a:pt x="8957" y="23619"/>
                  <a:pt x="7529" y="24326"/>
                  <a:pt x="6454" y="24326"/>
                </a:cubicBezTo>
                <a:cubicBezTo>
                  <a:pt x="2193" y="24326"/>
                  <a:pt x="62" y="22625"/>
                  <a:pt x="62" y="19224"/>
                </a:cubicBezTo>
                <a:cubicBezTo>
                  <a:pt x="62" y="17274"/>
                  <a:pt x="848" y="15595"/>
                  <a:pt x="2420" y="14185"/>
                </a:cubicBezTo>
                <a:cubicBezTo>
                  <a:pt x="7260" y="9623"/>
                  <a:pt x="11460" y="6326"/>
                  <a:pt x="15017" y="4293"/>
                </a:cubicBezTo>
                <a:cubicBezTo>
                  <a:pt x="20023" y="1431"/>
                  <a:pt x="25174" y="0"/>
                  <a:pt x="30469" y="0"/>
                </a:cubicBezTo>
                <a:cubicBezTo>
                  <a:pt x="37171" y="0"/>
                  <a:pt x="43149" y="1820"/>
                  <a:pt x="48403" y="5461"/>
                </a:cubicBezTo>
                <a:cubicBezTo>
                  <a:pt x="54278" y="9557"/>
                  <a:pt x="57215" y="14811"/>
                  <a:pt x="57215" y="21223"/>
                </a:cubicBezTo>
                <a:cubicBezTo>
                  <a:pt x="57215" y="25443"/>
                  <a:pt x="56615" y="29332"/>
                  <a:pt x="55415" y="32889"/>
                </a:cubicBezTo>
                <a:cubicBezTo>
                  <a:pt x="54216" y="36447"/>
                  <a:pt x="52395" y="39695"/>
                  <a:pt x="49955" y="42632"/>
                </a:cubicBezTo>
                <a:cubicBezTo>
                  <a:pt x="46852" y="46355"/>
                  <a:pt x="41598" y="50513"/>
                  <a:pt x="34193" y="55105"/>
                </a:cubicBezTo>
                <a:cubicBezTo>
                  <a:pt x="26415" y="59987"/>
                  <a:pt x="21306" y="63690"/>
                  <a:pt x="18865" y="66213"/>
                </a:cubicBezTo>
                <a:cubicBezTo>
                  <a:pt x="14273" y="70971"/>
                  <a:pt x="12018" y="76742"/>
                  <a:pt x="12101" y="83527"/>
                </a:cubicBezTo>
                <a:lnTo>
                  <a:pt x="24884" y="82309"/>
                </a:lnTo>
                <a:cubicBezTo>
                  <a:pt x="33655" y="81797"/>
                  <a:pt x="39922" y="81541"/>
                  <a:pt x="43687" y="81541"/>
                </a:cubicBezTo>
                <a:cubicBezTo>
                  <a:pt x="46831" y="81541"/>
                  <a:pt x="49810" y="82081"/>
                  <a:pt x="52623" y="83162"/>
                </a:cubicBezTo>
                <a:cubicBezTo>
                  <a:pt x="56346" y="84616"/>
                  <a:pt x="58208" y="86632"/>
                  <a:pt x="58208" y="89208"/>
                </a:cubicBezTo>
                <a:cubicBezTo>
                  <a:pt x="58208" y="90828"/>
                  <a:pt x="57649" y="92272"/>
                  <a:pt x="56532" y="93541"/>
                </a:cubicBezTo>
                <a:cubicBezTo>
                  <a:pt x="55415" y="94808"/>
                  <a:pt x="54030" y="95441"/>
                  <a:pt x="52375" y="954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=1">
            <a:extLst xmlns:a="http://schemas.openxmlformats.org/drawingml/2006/main">
              <a:ext uri="{FF2B5EF4-FFF2-40B4-BE49-F238E27FC236}">
                <a16:creationId xmlns:a16="http://schemas.microsoft.com/office/drawing/2014/main" id="{7640A3D1-C4DB-4596-A988-1E932BF7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733" y="2690804"/>
            <a:ext cx="167115" cy="149656"/>
          </a:xfrm>
          <a:custGeom xmlns:a="http://schemas.openxmlformats.org/drawingml/2006/main">
            <a:pathLst>
              <a:path w="167115" h="149656">
                <a:moveTo>
                  <a:pt x="21557" y="53750"/>
                </a:moveTo>
                <a:lnTo>
                  <a:pt x="66301" y="53846"/>
                </a:lnTo>
                <a:cubicBezTo>
                  <a:pt x="71986" y="53846"/>
                  <a:pt x="74828" y="56688"/>
                  <a:pt x="74828" y="62373"/>
                </a:cubicBezTo>
                <a:cubicBezTo>
                  <a:pt x="74828" y="68058"/>
                  <a:pt x="71986" y="70900"/>
                  <a:pt x="66301" y="70900"/>
                </a:cubicBezTo>
                <a:lnTo>
                  <a:pt x="21462" y="70804"/>
                </a:lnTo>
                <a:cubicBezTo>
                  <a:pt x="19993" y="70804"/>
                  <a:pt x="17805" y="70884"/>
                  <a:pt x="14899" y="71044"/>
                </a:cubicBezTo>
                <a:cubicBezTo>
                  <a:pt x="11992" y="71203"/>
                  <a:pt x="9837" y="71283"/>
                  <a:pt x="8431" y="71283"/>
                </a:cubicBezTo>
                <a:cubicBezTo>
                  <a:pt x="5940" y="71283"/>
                  <a:pt x="3912" y="70453"/>
                  <a:pt x="2347" y="68792"/>
                </a:cubicBezTo>
                <a:cubicBezTo>
                  <a:pt x="782" y="67131"/>
                  <a:pt x="0" y="65087"/>
                  <a:pt x="0" y="62660"/>
                </a:cubicBezTo>
                <a:cubicBezTo>
                  <a:pt x="0" y="58061"/>
                  <a:pt x="2683" y="55251"/>
                  <a:pt x="8048" y="54229"/>
                </a:cubicBezTo>
                <a:cubicBezTo>
                  <a:pt x="9453" y="53910"/>
                  <a:pt x="13956" y="53750"/>
                  <a:pt x="21557" y="53750"/>
                </a:cubicBezTo>
                <a:moveTo>
                  <a:pt x="27019" y="105200"/>
                </a:moveTo>
                <a:cubicBezTo>
                  <a:pt x="31234" y="105200"/>
                  <a:pt x="37558" y="105296"/>
                  <a:pt x="45989" y="105488"/>
                </a:cubicBezTo>
                <a:cubicBezTo>
                  <a:pt x="54421" y="105679"/>
                  <a:pt x="60744" y="105775"/>
                  <a:pt x="64960" y="105775"/>
                </a:cubicBezTo>
                <a:cubicBezTo>
                  <a:pt x="70644" y="105775"/>
                  <a:pt x="73487" y="108618"/>
                  <a:pt x="73487" y="114302"/>
                </a:cubicBezTo>
                <a:cubicBezTo>
                  <a:pt x="73487" y="119987"/>
                  <a:pt x="70644" y="122829"/>
                  <a:pt x="64960" y="122829"/>
                </a:cubicBezTo>
                <a:cubicBezTo>
                  <a:pt x="60744" y="122829"/>
                  <a:pt x="54421" y="122734"/>
                  <a:pt x="45989" y="122542"/>
                </a:cubicBezTo>
                <a:cubicBezTo>
                  <a:pt x="37558" y="122350"/>
                  <a:pt x="31234" y="122255"/>
                  <a:pt x="27019" y="122255"/>
                </a:cubicBezTo>
                <a:cubicBezTo>
                  <a:pt x="25102" y="122255"/>
                  <a:pt x="22228" y="122382"/>
                  <a:pt x="18396" y="122638"/>
                </a:cubicBezTo>
                <a:cubicBezTo>
                  <a:pt x="14563" y="122893"/>
                  <a:pt x="11721" y="123021"/>
                  <a:pt x="9869" y="123021"/>
                </a:cubicBezTo>
                <a:cubicBezTo>
                  <a:pt x="3992" y="123021"/>
                  <a:pt x="1054" y="120179"/>
                  <a:pt x="1054" y="114494"/>
                </a:cubicBezTo>
                <a:cubicBezTo>
                  <a:pt x="1054" y="109256"/>
                  <a:pt x="3800" y="106414"/>
                  <a:pt x="9294" y="105967"/>
                </a:cubicBezTo>
                <a:cubicBezTo>
                  <a:pt x="16384" y="105456"/>
                  <a:pt x="22292" y="105200"/>
                  <a:pt x="27019" y="105200"/>
                </a:cubicBezTo>
                <a:close/>
                <a:moveTo>
                  <a:pt x="157821" y="149656"/>
                </a:moveTo>
                <a:lnTo>
                  <a:pt x="138755" y="149656"/>
                </a:lnTo>
                <a:lnTo>
                  <a:pt x="119785" y="149561"/>
                </a:lnTo>
                <a:cubicBezTo>
                  <a:pt x="115313" y="149561"/>
                  <a:pt x="112184" y="149273"/>
                  <a:pt x="110395" y="148698"/>
                </a:cubicBezTo>
                <a:cubicBezTo>
                  <a:pt x="107138" y="147549"/>
                  <a:pt x="105509" y="145121"/>
                  <a:pt x="105509" y="141417"/>
                </a:cubicBezTo>
                <a:cubicBezTo>
                  <a:pt x="105509" y="134965"/>
                  <a:pt x="110523" y="131740"/>
                  <a:pt x="120551" y="131740"/>
                </a:cubicBezTo>
                <a:lnTo>
                  <a:pt x="125150" y="131836"/>
                </a:lnTo>
                <a:lnTo>
                  <a:pt x="129078" y="132027"/>
                </a:lnTo>
                <a:cubicBezTo>
                  <a:pt x="129078" y="128955"/>
                  <a:pt x="128807" y="124412"/>
                  <a:pt x="128264" y="118398"/>
                </a:cubicBezTo>
                <a:cubicBezTo>
                  <a:pt x="127721" y="112382"/>
                  <a:pt x="127449" y="107870"/>
                  <a:pt x="127449" y="104862"/>
                </a:cubicBezTo>
                <a:cubicBezTo>
                  <a:pt x="127449" y="96734"/>
                  <a:pt x="128184" y="84382"/>
                  <a:pt x="129653" y="67807"/>
                </a:cubicBezTo>
                <a:cubicBezTo>
                  <a:pt x="131058" y="51489"/>
                  <a:pt x="131729" y="39107"/>
                  <a:pt x="131665" y="30659"/>
                </a:cubicBezTo>
                <a:cubicBezTo>
                  <a:pt x="123106" y="37302"/>
                  <a:pt x="117645" y="40624"/>
                  <a:pt x="115281" y="40624"/>
                </a:cubicBezTo>
                <a:cubicBezTo>
                  <a:pt x="112727" y="40624"/>
                  <a:pt x="110507" y="39666"/>
                  <a:pt x="108623" y="37749"/>
                </a:cubicBezTo>
                <a:cubicBezTo>
                  <a:pt x="106738" y="35833"/>
                  <a:pt x="105796" y="33630"/>
                  <a:pt x="105796" y="31139"/>
                </a:cubicBezTo>
                <a:cubicBezTo>
                  <a:pt x="105796" y="28136"/>
                  <a:pt x="108543" y="24496"/>
                  <a:pt x="114036" y="20216"/>
                </a:cubicBezTo>
                <a:cubicBezTo>
                  <a:pt x="117485" y="17789"/>
                  <a:pt x="122371" y="13893"/>
                  <a:pt x="128695" y="8527"/>
                </a:cubicBezTo>
                <a:cubicBezTo>
                  <a:pt x="134316" y="2842"/>
                  <a:pt x="139681" y="0"/>
                  <a:pt x="144791" y="0"/>
                </a:cubicBezTo>
                <a:cubicBezTo>
                  <a:pt x="149071" y="0"/>
                  <a:pt x="151211" y="2463"/>
                  <a:pt x="151211" y="7389"/>
                </a:cubicBezTo>
                <a:cubicBezTo>
                  <a:pt x="151211" y="8861"/>
                  <a:pt x="151019" y="11051"/>
                  <a:pt x="150636" y="13961"/>
                </a:cubicBezTo>
                <a:cubicBezTo>
                  <a:pt x="150252" y="16872"/>
                  <a:pt x="150061" y="19062"/>
                  <a:pt x="150061" y="20533"/>
                </a:cubicBezTo>
                <a:cubicBezTo>
                  <a:pt x="150061" y="22645"/>
                  <a:pt x="150173" y="25844"/>
                  <a:pt x="150396" y="30129"/>
                </a:cubicBezTo>
                <a:cubicBezTo>
                  <a:pt x="150620" y="34415"/>
                  <a:pt x="150731" y="37613"/>
                  <a:pt x="150731" y="39723"/>
                </a:cubicBezTo>
                <a:cubicBezTo>
                  <a:pt x="150731" y="47016"/>
                  <a:pt x="149965" y="57892"/>
                  <a:pt x="148432" y="72349"/>
                </a:cubicBezTo>
                <a:cubicBezTo>
                  <a:pt x="146899" y="86805"/>
                  <a:pt x="146133" y="97646"/>
                  <a:pt x="146133" y="104874"/>
                </a:cubicBezTo>
                <a:cubicBezTo>
                  <a:pt x="146133" y="108585"/>
                  <a:pt x="146388" y="113095"/>
                  <a:pt x="146899" y="118404"/>
                </a:cubicBezTo>
                <a:cubicBezTo>
                  <a:pt x="147410" y="123714"/>
                  <a:pt x="147697" y="128063"/>
                  <a:pt x="147761" y="131452"/>
                </a:cubicBezTo>
                <a:lnTo>
                  <a:pt x="157821" y="131261"/>
                </a:lnTo>
                <a:cubicBezTo>
                  <a:pt x="160504" y="131261"/>
                  <a:pt x="162724" y="132139"/>
                  <a:pt x="164480" y="133896"/>
                </a:cubicBezTo>
                <a:cubicBezTo>
                  <a:pt x="166237" y="135652"/>
                  <a:pt x="167115" y="137840"/>
                  <a:pt x="167115" y="140459"/>
                </a:cubicBezTo>
                <a:cubicBezTo>
                  <a:pt x="167115" y="143141"/>
                  <a:pt x="166237" y="145345"/>
                  <a:pt x="164480" y="147070"/>
                </a:cubicBezTo>
                <a:cubicBezTo>
                  <a:pt x="162724" y="148794"/>
                  <a:pt x="160504" y="149656"/>
                  <a:pt x="157821" y="1496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1DA7E-AC5C-4781-88A6-F59DBA81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665" y="3033096"/>
            <a:ext cx="1011129" cy="313534"/>
          </a:xfrm>
          <a:custGeom xmlns:a="http://schemas.openxmlformats.org/drawingml/2006/main">
            <a:pathLst>
              <a:path w="1011129" h="313534">
                <a:moveTo>
                  <a:pt x="419" y="53629"/>
                </a:moveTo>
                <a:cubicBezTo>
                  <a:pt x="0" y="24035"/>
                  <a:pt x="23351" y="698"/>
                  <a:pt x="52372" y="0"/>
                </a:cubicBezTo>
                <a:lnTo>
                  <a:pt x="959036" y="0"/>
                </a:lnTo>
                <a:cubicBezTo>
                  <a:pt x="987778" y="698"/>
                  <a:pt x="1011129" y="24035"/>
                  <a:pt x="1010989" y="53629"/>
                </a:cubicBezTo>
                <a:lnTo>
                  <a:pt x="1010989" y="261441"/>
                </a:lnTo>
                <a:cubicBezTo>
                  <a:pt x="1011129" y="290197"/>
                  <a:pt x="987778" y="313534"/>
                  <a:pt x="959036" y="313394"/>
                </a:cubicBezTo>
                <a:lnTo>
                  <a:pt x="52372" y="313394"/>
                </a:lnTo>
                <a:cubicBezTo>
                  <a:pt x="23351" y="313534"/>
                  <a:pt x="0" y="290197"/>
                  <a:pt x="419" y="261441"/>
                </a:cubicBezTo>
                <a:lnTo>
                  <a:pt x="419" y="53629"/>
                </a:lnTo>
              </a:path>
            </a:pathLst>
          </a:custGeom>
          <a:solidFill xmlns:a="http://schemas.openxmlformats.org/drawingml/2006/main">
            <a:srgbClr val="FCF3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EF29D8-E6C3-402F-B354-582A5970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191" y="3023320"/>
            <a:ext cx="1032078" cy="333784"/>
          </a:xfrm>
          <a:custGeom xmlns:a="http://schemas.openxmlformats.org/drawingml/2006/main">
            <a:pathLst>
              <a:path w="1032078" h="333784">
                <a:moveTo>
                  <a:pt x="4916" y="295546"/>
                </a:moveTo>
                <a:lnTo>
                  <a:pt x="7556" y="301020"/>
                </a:lnTo>
                <a:lnTo>
                  <a:pt x="10684" y="306188"/>
                </a:lnTo>
                <a:lnTo>
                  <a:pt x="14287" y="311006"/>
                </a:lnTo>
                <a:lnTo>
                  <a:pt x="18337" y="315447"/>
                </a:lnTo>
                <a:lnTo>
                  <a:pt x="22778" y="319497"/>
                </a:lnTo>
                <a:lnTo>
                  <a:pt x="27597" y="323100"/>
                </a:lnTo>
                <a:lnTo>
                  <a:pt x="32764" y="326229"/>
                </a:lnTo>
                <a:lnTo>
                  <a:pt x="38239" y="328868"/>
                </a:lnTo>
                <a:lnTo>
                  <a:pt x="43992" y="330977"/>
                </a:lnTo>
                <a:lnTo>
                  <a:pt x="50012" y="332527"/>
                </a:lnTo>
                <a:lnTo>
                  <a:pt x="56227" y="333477"/>
                </a:lnTo>
                <a:lnTo>
                  <a:pt x="62344" y="333784"/>
                </a:lnTo>
                <a:lnTo>
                  <a:pt x="969720" y="333784"/>
                </a:lnTo>
                <a:lnTo>
                  <a:pt x="975851" y="333477"/>
                </a:lnTo>
                <a:lnTo>
                  <a:pt x="982066" y="332527"/>
                </a:lnTo>
                <a:lnTo>
                  <a:pt x="988085" y="330977"/>
                </a:lnTo>
                <a:lnTo>
                  <a:pt x="993839" y="328868"/>
                </a:lnTo>
                <a:lnTo>
                  <a:pt x="999314" y="326229"/>
                </a:lnTo>
                <a:lnTo>
                  <a:pt x="1004481" y="323100"/>
                </a:lnTo>
                <a:lnTo>
                  <a:pt x="1009300" y="319497"/>
                </a:lnTo>
                <a:lnTo>
                  <a:pt x="1013741" y="315447"/>
                </a:lnTo>
                <a:lnTo>
                  <a:pt x="1017791" y="311006"/>
                </a:lnTo>
                <a:lnTo>
                  <a:pt x="1021394" y="306188"/>
                </a:lnTo>
                <a:lnTo>
                  <a:pt x="1024522" y="301020"/>
                </a:lnTo>
                <a:lnTo>
                  <a:pt x="1027162" y="295546"/>
                </a:lnTo>
                <a:lnTo>
                  <a:pt x="1029271" y="289792"/>
                </a:lnTo>
                <a:lnTo>
                  <a:pt x="1030821" y="283773"/>
                </a:lnTo>
                <a:lnTo>
                  <a:pt x="1031771" y="277558"/>
                </a:lnTo>
                <a:lnTo>
                  <a:pt x="1032078" y="271441"/>
                </a:lnTo>
                <a:lnTo>
                  <a:pt x="1032078" y="62344"/>
                </a:lnTo>
                <a:lnTo>
                  <a:pt x="1031771" y="56227"/>
                </a:lnTo>
                <a:lnTo>
                  <a:pt x="1030821" y="50012"/>
                </a:lnTo>
                <a:lnTo>
                  <a:pt x="1029271" y="43992"/>
                </a:lnTo>
                <a:lnTo>
                  <a:pt x="1027162" y="38239"/>
                </a:lnTo>
                <a:lnTo>
                  <a:pt x="1024522" y="32764"/>
                </a:lnTo>
                <a:lnTo>
                  <a:pt x="1021394" y="27597"/>
                </a:lnTo>
                <a:lnTo>
                  <a:pt x="1017791" y="22778"/>
                </a:lnTo>
                <a:lnTo>
                  <a:pt x="1013741" y="18337"/>
                </a:lnTo>
                <a:lnTo>
                  <a:pt x="1009300" y="14287"/>
                </a:lnTo>
                <a:lnTo>
                  <a:pt x="1004481" y="10684"/>
                </a:lnTo>
                <a:lnTo>
                  <a:pt x="999314" y="7556"/>
                </a:lnTo>
                <a:lnTo>
                  <a:pt x="993839" y="4916"/>
                </a:lnTo>
                <a:lnTo>
                  <a:pt x="988085" y="2807"/>
                </a:lnTo>
                <a:lnTo>
                  <a:pt x="982066" y="1257"/>
                </a:lnTo>
                <a:lnTo>
                  <a:pt x="975851" y="307"/>
                </a:lnTo>
                <a:lnTo>
                  <a:pt x="969720" y="0"/>
                </a:lnTo>
                <a:lnTo>
                  <a:pt x="62344" y="0"/>
                </a:lnTo>
                <a:lnTo>
                  <a:pt x="56227" y="307"/>
                </a:lnTo>
                <a:lnTo>
                  <a:pt x="50012" y="1257"/>
                </a:lnTo>
                <a:lnTo>
                  <a:pt x="43992" y="2807"/>
                </a:lnTo>
                <a:lnTo>
                  <a:pt x="38239" y="4916"/>
                </a:lnTo>
                <a:lnTo>
                  <a:pt x="32764" y="7556"/>
                </a:lnTo>
                <a:lnTo>
                  <a:pt x="27597" y="10684"/>
                </a:lnTo>
                <a:lnTo>
                  <a:pt x="22778" y="14287"/>
                </a:lnTo>
                <a:lnTo>
                  <a:pt x="18337" y="18337"/>
                </a:lnTo>
                <a:lnTo>
                  <a:pt x="14287" y="22778"/>
                </a:lnTo>
                <a:lnTo>
                  <a:pt x="10684" y="27597"/>
                </a:lnTo>
                <a:lnTo>
                  <a:pt x="7556" y="32764"/>
                </a:lnTo>
                <a:lnTo>
                  <a:pt x="4916" y="38239"/>
                </a:lnTo>
                <a:lnTo>
                  <a:pt x="2807" y="43992"/>
                </a:lnTo>
                <a:lnTo>
                  <a:pt x="1257" y="50012"/>
                </a:lnTo>
                <a:lnTo>
                  <a:pt x="307" y="56227"/>
                </a:lnTo>
                <a:lnTo>
                  <a:pt x="0" y="62344"/>
                </a:lnTo>
                <a:lnTo>
                  <a:pt x="0" y="271441"/>
                </a:lnTo>
                <a:lnTo>
                  <a:pt x="307" y="277558"/>
                </a:lnTo>
                <a:lnTo>
                  <a:pt x="1257" y="283773"/>
                </a:lnTo>
                <a:lnTo>
                  <a:pt x="2807" y="289792"/>
                </a:lnTo>
                <a:lnTo>
                  <a:pt x="4916" y="295546"/>
                </a:lnTo>
                <a:close/>
                <a:moveTo>
                  <a:pt x="21805" y="54214"/>
                </a:moveTo>
                <a:lnTo>
                  <a:pt x="22827" y="50235"/>
                </a:lnTo>
                <a:lnTo>
                  <a:pt x="24246" y="46372"/>
                </a:lnTo>
                <a:lnTo>
                  <a:pt x="25944" y="42837"/>
                </a:lnTo>
                <a:lnTo>
                  <a:pt x="28101" y="39283"/>
                </a:lnTo>
                <a:lnTo>
                  <a:pt x="30439" y="36162"/>
                </a:lnTo>
                <a:lnTo>
                  <a:pt x="33165" y="33165"/>
                </a:lnTo>
                <a:lnTo>
                  <a:pt x="36162" y="30439"/>
                </a:lnTo>
                <a:lnTo>
                  <a:pt x="39283" y="28101"/>
                </a:lnTo>
                <a:lnTo>
                  <a:pt x="42837" y="25944"/>
                </a:lnTo>
                <a:lnTo>
                  <a:pt x="46372" y="24246"/>
                </a:lnTo>
                <a:lnTo>
                  <a:pt x="50235" y="22827"/>
                </a:lnTo>
                <a:lnTo>
                  <a:pt x="54214" y="21805"/>
                </a:lnTo>
                <a:lnTo>
                  <a:pt x="58416" y="21170"/>
                </a:lnTo>
                <a:lnTo>
                  <a:pt x="62860" y="20949"/>
                </a:lnTo>
                <a:lnTo>
                  <a:pt x="969218" y="20949"/>
                </a:lnTo>
                <a:lnTo>
                  <a:pt x="973662" y="21170"/>
                </a:lnTo>
                <a:lnTo>
                  <a:pt x="977864" y="21805"/>
                </a:lnTo>
                <a:lnTo>
                  <a:pt x="981843" y="22827"/>
                </a:lnTo>
                <a:lnTo>
                  <a:pt x="985706" y="24246"/>
                </a:lnTo>
                <a:lnTo>
                  <a:pt x="989241" y="25944"/>
                </a:lnTo>
                <a:lnTo>
                  <a:pt x="992795" y="28101"/>
                </a:lnTo>
                <a:lnTo>
                  <a:pt x="995916" y="30439"/>
                </a:lnTo>
                <a:lnTo>
                  <a:pt x="998913" y="33165"/>
                </a:lnTo>
                <a:lnTo>
                  <a:pt x="1001639" y="36162"/>
                </a:lnTo>
                <a:lnTo>
                  <a:pt x="1003977" y="39283"/>
                </a:lnTo>
                <a:lnTo>
                  <a:pt x="1006134" y="42837"/>
                </a:lnTo>
                <a:lnTo>
                  <a:pt x="1007832" y="46372"/>
                </a:lnTo>
                <a:lnTo>
                  <a:pt x="1009251" y="50235"/>
                </a:lnTo>
                <a:lnTo>
                  <a:pt x="1010273" y="54214"/>
                </a:lnTo>
                <a:lnTo>
                  <a:pt x="1010907" y="58416"/>
                </a:lnTo>
                <a:lnTo>
                  <a:pt x="1011129" y="62860"/>
                </a:lnTo>
                <a:lnTo>
                  <a:pt x="1011129" y="270925"/>
                </a:lnTo>
                <a:lnTo>
                  <a:pt x="1010907" y="275369"/>
                </a:lnTo>
                <a:lnTo>
                  <a:pt x="1010273" y="279570"/>
                </a:lnTo>
                <a:lnTo>
                  <a:pt x="1009251" y="283549"/>
                </a:lnTo>
                <a:lnTo>
                  <a:pt x="1007832" y="287413"/>
                </a:lnTo>
                <a:lnTo>
                  <a:pt x="1006134" y="290948"/>
                </a:lnTo>
                <a:lnTo>
                  <a:pt x="1003977" y="294501"/>
                </a:lnTo>
                <a:lnTo>
                  <a:pt x="1001639" y="297622"/>
                </a:lnTo>
                <a:lnTo>
                  <a:pt x="998913" y="300619"/>
                </a:lnTo>
                <a:lnTo>
                  <a:pt x="995916" y="303345"/>
                </a:lnTo>
                <a:lnTo>
                  <a:pt x="992795" y="305683"/>
                </a:lnTo>
                <a:lnTo>
                  <a:pt x="989241" y="307841"/>
                </a:lnTo>
                <a:lnTo>
                  <a:pt x="985706" y="309538"/>
                </a:lnTo>
                <a:lnTo>
                  <a:pt x="981843" y="310957"/>
                </a:lnTo>
                <a:lnTo>
                  <a:pt x="977864" y="311980"/>
                </a:lnTo>
                <a:lnTo>
                  <a:pt x="973662" y="312614"/>
                </a:lnTo>
                <a:lnTo>
                  <a:pt x="969218" y="312836"/>
                </a:lnTo>
                <a:lnTo>
                  <a:pt x="62860" y="312836"/>
                </a:lnTo>
                <a:lnTo>
                  <a:pt x="58416" y="312614"/>
                </a:lnTo>
                <a:lnTo>
                  <a:pt x="54214" y="311980"/>
                </a:lnTo>
                <a:lnTo>
                  <a:pt x="50235" y="310957"/>
                </a:lnTo>
                <a:lnTo>
                  <a:pt x="46372" y="309538"/>
                </a:lnTo>
                <a:lnTo>
                  <a:pt x="42837" y="307841"/>
                </a:lnTo>
                <a:lnTo>
                  <a:pt x="39283" y="305683"/>
                </a:lnTo>
                <a:lnTo>
                  <a:pt x="36162" y="303345"/>
                </a:lnTo>
                <a:lnTo>
                  <a:pt x="33165" y="300619"/>
                </a:lnTo>
                <a:lnTo>
                  <a:pt x="30439" y="297622"/>
                </a:lnTo>
                <a:lnTo>
                  <a:pt x="28101" y="294501"/>
                </a:lnTo>
                <a:lnTo>
                  <a:pt x="25944" y="290948"/>
                </a:lnTo>
                <a:lnTo>
                  <a:pt x="24246" y="287413"/>
                </a:lnTo>
                <a:lnTo>
                  <a:pt x="22827" y="283549"/>
                </a:lnTo>
                <a:lnTo>
                  <a:pt x="21805" y="279570"/>
                </a:lnTo>
                <a:lnTo>
                  <a:pt x="21170" y="275369"/>
                </a:lnTo>
                <a:lnTo>
                  <a:pt x="20949" y="270925"/>
                </a:lnTo>
                <a:lnTo>
                  <a:pt x="20949" y="62860"/>
                </a:lnTo>
                <a:lnTo>
                  <a:pt x="21170" y="58416"/>
                </a:lnTo>
                <a:lnTo>
                  <a:pt x="21805" y="54214"/>
                </a:lnTo>
                <a:close/>
              </a:path>
            </a:pathLst>
          </a:custGeom>
          <a:solidFill xmlns:a="http://schemas.openxmlformats.org/drawingml/2006/main">
            <a:srgbClr val="FC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y">
            <a:extLst xmlns:a="http://schemas.openxmlformats.org/drawingml/2006/main">
              <a:ext uri="{FF2B5EF4-FFF2-40B4-BE49-F238E27FC236}">
                <a16:creationId xmlns:a16="http://schemas.microsoft.com/office/drawing/2014/main" id="{495E8EB5-05DF-4EBD-B6AC-BA6DF0C7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731" y="3141446"/>
            <a:ext cx="98493" cy="155213"/>
          </a:xfrm>
          <a:custGeom xmlns:a="http://schemas.openxmlformats.org/drawingml/2006/main">
            <a:pathLst>
              <a:path w="98493" h="155213">
                <a:moveTo>
                  <a:pt x="97248" y="14165"/>
                </a:moveTo>
                <a:lnTo>
                  <a:pt x="64097" y="85840"/>
                </a:lnTo>
                <a:cubicBezTo>
                  <a:pt x="55922" y="103280"/>
                  <a:pt x="49662" y="117876"/>
                  <a:pt x="45319" y="129629"/>
                </a:cubicBezTo>
                <a:lnTo>
                  <a:pt x="38995" y="148219"/>
                </a:lnTo>
                <a:cubicBezTo>
                  <a:pt x="37334" y="152882"/>
                  <a:pt x="34460" y="155213"/>
                  <a:pt x="30372" y="155213"/>
                </a:cubicBezTo>
                <a:cubicBezTo>
                  <a:pt x="27689" y="155213"/>
                  <a:pt x="25374" y="154330"/>
                  <a:pt x="23426" y="152564"/>
                </a:cubicBezTo>
                <a:cubicBezTo>
                  <a:pt x="21478" y="150799"/>
                  <a:pt x="20504" y="148601"/>
                  <a:pt x="20504" y="145968"/>
                </a:cubicBezTo>
                <a:cubicBezTo>
                  <a:pt x="20504" y="139548"/>
                  <a:pt x="27402" y="121078"/>
                  <a:pt x="41199" y="90556"/>
                </a:cubicBezTo>
                <a:lnTo>
                  <a:pt x="6898" y="24453"/>
                </a:lnTo>
                <a:lnTo>
                  <a:pt x="2587" y="17447"/>
                </a:lnTo>
                <a:cubicBezTo>
                  <a:pt x="862" y="14504"/>
                  <a:pt x="0" y="12042"/>
                  <a:pt x="0" y="10060"/>
                </a:cubicBezTo>
                <a:cubicBezTo>
                  <a:pt x="0" y="7441"/>
                  <a:pt x="1006" y="5142"/>
                  <a:pt x="3018" y="3162"/>
                </a:cubicBezTo>
                <a:cubicBezTo>
                  <a:pt x="5030" y="1182"/>
                  <a:pt x="7282" y="192"/>
                  <a:pt x="9773" y="192"/>
                </a:cubicBezTo>
                <a:cubicBezTo>
                  <a:pt x="12711" y="192"/>
                  <a:pt x="14978" y="1309"/>
                  <a:pt x="16575" y="3545"/>
                </a:cubicBezTo>
                <a:cubicBezTo>
                  <a:pt x="27434" y="18641"/>
                  <a:pt x="39091" y="40134"/>
                  <a:pt x="51546" y="68023"/>
                </a:cubicBezTo>
                <a:lnTo>
                  <a:pt x="65726" y="34866"/>
                </a:lnTo>
                <a:cubicBezTo>
                  <a:pt x="70836" y="23427"/>
                  <a:pt x="75754" y="13593"/>
                  <a:pt x="80481" y="5365"/>
                </a:cubicBezTo>
                <a:cubicBezTo>
                  <a:pt x="82525" y="1788"/>
                  <a:pt x="85208" y="0"/>
                  <a:pt x="88529" y="0"/>
                </a:cubicBezTo>
                <a:cubicBezTo>
                  <a:pt x="91148" y="0"/>
                  <a:pt x="93463" y="925"/>
                  <a:pt x="95475" y="2776"/>
                </a:cubicBezTo>
                <a:cubicBezTo>
                  <a:pt x="97487" y="4626"/>
                  <a:pt x="98493" y="6828"/>
                  <a:pt x="98493" y="9380"/>
                </a:cubicBezTo>
                <a:cubicBezTo>
                  <a:pt x="98493" y="10784"/>
                  <a:pt x="98078" y="12379"/>
                  <a:pt x="97248" y="14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4">
            <a:extLst xmlns:a="http://schemas.openxmlformats.org/drawingml/2006/main">
              <a:ext uri="{FF2B5EF4-FFF2-40B4-BE49-F238E27FC236}">
                <a16:creationId xmlns:a16="http://schemas.microsoft.com/office/drawing/2014/main" id="{11021516-8003-4578-AFC6-6DE4247C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044" y="3182689"/>
            <a:ext cx="70805" cy="98420"/>
          </a:xfrm>
          <a:custGeom xmlns:a="http://schemas.openxmlformats.org/drawingml/2006/main">
            <a:pathLst>
              <a:path w="70805" h="98420">
                <a:moveTo>
                  <a:pt x="56843" y="69626"/>
                </a:moveTo>
                <a:lnTo>
                  <a:pt x="56843" y="92637"/>
                </a:lnTo>
                <a:cubicBezTo>
                  <a:pt x="56843" y="96492"/>
                  <a:pt x="54960" y="98420"/>
                  <a:pt x="51196" y="98420"/>
                </a:cubicBezTo>
                <a:cubicBezTo>
                  <a:pt x="46810" y="98420"/>
                  <a:pt x="44618" y="95408"/>
                  <a:pt x="44618" y="89383"/>
                </a:cubicBezTo>
                <a:cubicBezTo>
                  <a:pt x="44618" y="88636"/>
                  <a:pt x="44659" y="87577"/>
                  <a:pt x="44742" y="86207"/>
                </a:cubicBezTo>
                <a:cubicBezTo>
                  <a:pt x="44825" y="84835"/>
                  <a:pt x="44866" y="83900"/>
                  <a:pt x="44866" y="83400"/>
                </a:cubicBezTo>
                <a:lnTo>
                  <a:pt x="44804" y="69254"/>
                </a:lnTo>
                <a:lnTo>
                  <a:pt x="17438" y="68571"/>
                </a:lnTo>
                <a:cubicBezTo>
                  <a:pt x="11770" y="68571"/>
                  <a:pt x="7840" y="68385"/>
                  <a:pt x="5647" y="68013"/>
                </a:cubicBezTo>
                <a:cubicBezTo>
                  <a:pt x="1882" y="67393"/>
                  <a:pt x="0" y="65927"/>
                  <a:pt x="0" y="63615"/>
                </a:cubicBezTo>
                <a:cubicBezTo>
                  <a:pt x="0" y="61757"/>
                  <a:pt x="1138" y="59403"/>
                  <a:pt x="3413" y="56554"/>
                </a:cubicBezTo>
                <a:lnTo>
                  <a:pt x="8750" y="50236"/>
                </a:lnTo>
                <a:lnTo>
                  <a:pt x="39281" y="5761"/>
                </a:lnTo>
                <a:cubicBezTo>
                  <a:pt x="42053" y="1920"/>
                  <a:pt x="45569" y="0"/>
                  <a:pt x="49830" y="0"/>
                </a:cubicBezTo>
                <a:cubicBezTo>
                  <a:pt x="54505" y="0"/>
                  <a:pt x="56843" y="2025"/>
                  <a:pt x="56843" y="6076"/>
                </a:cubicBezTo>
                <a:lnTo>
                  <a:pt x="56843" y="57587"/>
                </a:lnTo>
                <a:cubicBezTo>
                  <a:pt x="57546" y="57546"/>
                  <a:pt x="58394" y="57525"/>
                  <a:pt x="59387" y="57525"/>
                </a:cubicBezTo>
                <a:cubicBezTo>
                  <a:pt x="66999" y="57525"/>
                  <a:pt x="70805" y="59573"/>
                  <a:pt x="70805" y="63669"/>
                </a:cubicBezTo>
                <a:cubicBezTo>
                  <a:pt x="70805" y="66647"/>
                  <a:pt x="69233" y="68530"/>
                  <a:pt x="66089" y="69316"/>
                </a:cubicBezTo>
                <a:cubicBezTo>
                  <a:pt x="64682" y="69688"/>
                  <a:pt x="61600" y="69792"/>
                  <a:pt x="56843" y="69626"/>
                </a:cubicBezTo>
                <a:moveTo>
                  <a:pt x="44804" y="17189"/>
                </a:moveTo>
                <a:cubicBezTo>
                  <a:pt x="33758" y="34786"/>
                  <a:pt x="25132" y="47962"/>
                  <a:pt x="18927" y="56719"/>
                </a:cubicBezTo>
                <a:lnTo>
                  <a:pt x="44804" y="57339"/>
                </a:lnTo>
                <a:lnTo>
                  <a:pt x="44804" y="171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r">
            <a:extLst xmlns:a="http://schemas.openxmlformats.org/drawingml/2006/main">
              <a:ext uri="{FF2B5EF4-FFF2-40B4-BE49-F238E27FC236}">
                <a16:creationId xmlns:a16="http://schemas.microsoft.com/office/drawing/2014/main" id="{96DD61C5-9678-45EC-86B5-1141C787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725" y="3139913"/>
            <a:ext cx="74637" cy="107691"/>
          </a:xfrm>
          <a:custGeom xmlns:a="http://schemas.openxmlformats.org/drawingml/2006/main">
            <a:pathLst>
              <a:path w="74637" h="107691">
                <a:moveTo>
                  <a:pt x="74541" y="30180"/>
                </a:moveTo>
                <a:cubicBezTo>
                  <a:pt x="74094" y="38165"/>
                  <a:pt x="70900" y="42157"/>
                  <a:pt x="64960" y="42157"/>
                </a:cubicBezTo>
                <a:cubicBezTo>
                  <a:pt x="59467" y="42157"/>
                  <a:pt x="56720" y="39008"/>
                  <a:pt x="56720" y="32710"/>
                </a:cubicBezTo>
                <a:cubicBezTo>
                  <a:pt x="56720" y="31501"/>
                  <a:pt x="56624" y="29273"/>
                  <a:pt x="56433" y="26028"/>
                </a:cubicBezTo>
                <a:lnTo>
                  <a:pt x="56145" y="18012"/>
                </a:lnTo>
                <a:cubicBezTo>
                  <a:pt x="46053" y="19228"/>
                  <a:pt x="37973" y="22076"/>
                  <a:pt x="31905" y="26558"/>
                </a:cubicBezTo>
                <a:cubicBezTo>
                  <a:pt x="26220" y="30719"/>
                  <a:pt x="21494" y="36993"/>
                  <a:pt x="17725" y="45378"/>
                </a:cubicBezTo>
                <a:lnTo>
                  <a:pt x="17917" y="97993"/>
                </a:lnTo>
                <a:cubicBezTo>
                  <a:pt x="17917" y="104459"/>
                  <a:pt x="14755" y="107691"/>
                  <a:pt x="8431" y="107691"/>
                </a:cubicBezTo>
                <a:cubicBezTo>
                  <a:pt x="2810" y="107691"/>
                  <a:pt x="0" y="104460"/>
                  <a:pt x="0" y="97996"/>
                </a:cubicBezTo>
                <a:lnTo>
                  <a:pt x="0" y="30615"/>
                </a:lnTo>
                <a:cubicBezTo>
                  <a:pt x="0" y="28503"/>
                  <a:pt x="80" y="25336"/>
                  <a:pt x="240" y="21114"/>
                </a:cubicBezTo>
                <a:cubicBezTo>
                  <a:pt x="399" y="16891"/>
                  <a:pt x="479" y="13723"/>
                  <a:pt x="479" y="11611"/>
                </a:cubicBezTo>
                <a:cubicBezTo>
                  <a:pt x="479" y="5148"/>
                  <a:pt x="3290" y="1916"/>
                  <a:pt x="8910" y="1916"/>
                </a:cubicBezTo>
                <a:cubicBezTo>
                  <a:pt x="15170" y="1916"/>
                  <a:pt x="18332" y="7218"/>
                  <a:pt x="18396" y="17821"/>
                </a:cubicBezTo>
                <a:cubicBezTo>
                  <a:pt x="30659" y="5940"/>
                  <a:pt x="44265" y="0"/>
                  <a:pt x="59211" y="0"/>
                </a:cubicBezTo>
                <a:cubicBezTo>
                  <a:pt x="64385" y="0"/>
                  <a:pt x="68249" y="1948"/>
                  <a:pt x="70804" y="5844"/>
                </a:cubicBezTo>
                <a:cubicBezTo>
                  <a:pt x="73359" y="9741"/>
                  <a:pt x="74637" y="15617"/>
                  <a:pt x="74637" y="23474"/>
                </a:cubicBezTo>
                <a:cubicBezTo>
                  <a:pt x="74637" y="26795"/>
                  <a:pt x="74605" y="29031"/>
                  <a:pt x="74541" y="301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4">
            <a:extLst xmlns:a="http://schemas.openxmlformats.org/drawingml/2006/main">
              <a:ext uri="{FF2B5EF4-FFF2-40B4-BE49-F238E27FC236}">
                <a16:creationId xmlns:a16="http://schemas.microsoft.com/office/drawing/2014/main" id="{1D31593C-68B3-4B46-976C-AC0D5617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0655" y="3182689"/>
            <a:ext cx="70805" cy="98420"/>
          </a:xfrm>
          <a:custGeom xmlns:a="http://schemas.openxmlformats.org/drawingml/2006/main">
            <a:pathLst>
              <a:path w="70805" h="98420">
                <a:moveTo>
                  <a:pt x="56843" y="69626"/>
                </a:moveTo>
                <a:lnTo>
                  <a:pt x="56843" y="92637"/>
                </a:lnTo>
                <a:cubicBezTo>
                  <a:pt x="56843" y="96492"/>
                  <a:pt x="54960" y="98420"/>
                  <a:pt x="51196" y="98420"/>
                </a:cubicBezTo>
                <a:cubicBezTo>
                  <a:pt x="46810" y="98420"/>
                  <a:pt x="44618" y="95408"/>
                  <a:pt x="44618" y="89383"/>
                </a:cubicBezTo>
                <a:cubicBezTo>
                  <a:pt x="44618" y="88636"/>
                  <a:pt x="44659" y="87577"/>
                  <a:pt x="44742" y="86207"/>
                </a:cubicBezTo>
                <a:cubicBezTo>
                  <a:pt x="44825" y="84835"/>
                  <a:pt x="44866" y="83900"/>
                  <a:pt x="44866" y="83400"/>
                </a:cubicBezTo>
                <a:lnTo>
                  <a:pt x="44804" y="69254"/>
                </a:lnTo>
                <a:lnTo>
                  <a:pt x="17438" y="68571"/>
                </a:lnTo>
                <a:cubicBezTo>
                  <a:pt x="11770" y="68571"/>
                  <a:pt x="7840" y="68385"/>
                  <a:pt x="5647" y="68013"/>
                </a:cubicBezTo>
                <a:cubicBezTo>
                  <a:pt x="1882" y="67393"/>
                  <a:pt x="0" y="65927"/>
                  <a:pt x="0" y="63615"/>
                </a:cubicBezTo>
                <a:cubicBezTo>
                  <a:pt x="0" y="61757"/>
                  <a:pt x="1138" y="59403"/>
                  <a:pt x="3413" y="56554"/>
                </a:cubicBezTo>
                <a:lnTo>
                  <a:pt x="8750" y="50236"/>
                </a:lnTo>
                <a:lnTo>
                  <a:pt x="39281" y="5761"/>
                </a:lnTo>
                <a:cubicBezTo>
                  <a:pt x="42053" y="1920"/>
                  <a:pt x="45569" y="0"/>
                  <a:pt x="49830" y="0"/>
                </a:cubicBezTo>
                <a:cubicBezTo>
                  <a:pt x="54505" y="0"/>
                  <a:pt x="56843" y="2025"/>
                  <a:pt x="56843" y="6076"/>
                </a:cubicBezTo>
                <a:lnTo>
                  <a:pt x="56843" y="57587"/>
                </a:lnTo>
                <a:cubicBezTo>
                  <a:pt x="57546" y="57546"/>
                  <a:pt x="58394" y="57525"/>
                  <a:pt x="59387" y="57525"/>
                </a:cubicBezTo>
                <a:cubicBezTo>
                  <a:pt x="66999" y="57525"/>
                  <a:pt x="70805" y="59573"/>
                  <a:pt x="70805" y="63669"/>
                </a:cubicBezTo>
                <a:cubicBezTo>
                  <a:pt x="70805" y="66647"/>
                  <a:pt x="69233" y="68530"/>
                  <a:pt x="66089" y="69316"/>
                </a:cubicBezTo>
                <a:cubicBezTo>
                  <a:pt x="64682" y="69688"/>
                  <a:pt x="61600" y="69792"/>
                  <a:pt x="56843" y="69626"/>
                </a:cubicBezTo>
                <a:moveTo>
                  <a:pt x="44804" y="17189"/>
                </a:moveTo>
                <a:cubicBezTo>
                  <a:pt x="33758" y="34786"/>
                  <a:pt x="25132" y="47962"/>
                  <a:pt x="18927" y="56719"/>
                </a:cubicBezTo>
                <a:lnTo>
                  <a:pt x="44804" y="57339"/>
                </a:lnTo>
                <a:lnTo>
                  <a:pt x="44804" y="171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Text =0">
            <a:extLst xmlns:a="http://schemas.openxmlformats.org/drawingml/2006/main">
              <a:ext uri="{FF2B5EF4-FFF2-40B4-BE49-F238E27FC236}">
                <a16:creationId xmlns:a16="http://schemas.microsoft.com/office/drawing/2014/main" id="{0B89D44B-2C8C-40DD-8B15-855BEAAD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2" y="3092008"/>
            <a:ext cx="203332" cy="152914"/>
          </a:xfrm>
          <a:custGeom xmlns:a="http://schemas.openxmlformats.org/drawingml/2006/main">
            <a:pathLst>
              <a:path w="203332" h="152914">
                <a:moveTo>
                  <a:pt x="21557" y="53367"/>
                </a:moveTo>
                <a:lnTo>
                  <a:pt x="66301" y="53462"/>
                </a:lnTo>
                <a:cubicBezTo>
                  <a:pt x="71986" y="53462"/>
                  <a:pt x="74828" y="56305"/>
                  <a:pt x="74828" y="61990"/>
                </a:cubicBezTo>
                <a:cubicBezTo>
                  <a:pt x="74828" y="67674"/>
                  <a:pt x="71986" y="70517"/>
                  <a:pt x="66301" y="70517"/>
                </a:cubicBezTo>
                <a:lnTo>
                  <a:pt x="21462" y="70421"/>
                </a:lnTo>
                <a:cubicBezTo>
                  <a:pt x="19993" y="70421"/>
                  <a:pt x="17805" y="70501"/>
                  <a:pt x="14899" y="70660"/>
                </a:cubicBezTo>
                <a:cubicBezTo>
                  <a:pt x="11992" y="70820"/>
                  <a:pt x="9837" y="70900"/>
                  <a:pt x="8431" y="70900"/>
                </a:cubicBezTo>
                <a:cubicBezTo>
                  <a:pt x="5940" y="70900"/>
                  <a:pt x="3912" y="70070"/>
                  <a:pt x="2347" y="68409"/>
                </a:cubicBezTo>
                <a:cubicBezTo>
                  <a:pt x="782" y="66748"/>
                  <a:pt x="0" y="64704"/>
                  <a:pt x="0" y="62277"/>
                </a:cubicBezTo>
                <a:cubicBezTo>
                  <a:pt x="0" y="57678"/>
                  <a:pt x="2683" y="54868"/>
                  <a:pt x="8048" y="53846"/>
                </a:cubicBezTo>
                <a:cubicBezTo>
                  <a:pt x="9453" y="53526"/>
                  <a:pt x="13956" y="53367"/>
                  <a:pt x="21557" y="53367"/>
                </a:cubicBezTo>
                <a:moveTo>
                  <a:pt x="27019" y="104817"/>
                </a:moveTo>
                <a:cubicBezTo>
                  <a:pt x="31234" y="104817"/>
                  <a:pt x="37558" y="104913"/>
                  <a:pt x="45989" y="105104"/>
                </a:cubicBezTo>
                <a:cubicBezTo>
                  <a:pt x="54421" y="105296"/>
                  <a:pt x="60744" y="105392"/>
                  <a:pt x="64960" y="105392"/>
                </a:cubicBezTo>
                <a:cubicBezTo>
                  <a:pt x="70644" y="105392"/>
                  <a:pt x="73487" y="108234"/>
                  <a:pt x="73487" y="113919"/>
                </a:cubicBezTo>
                <a:cubicBezTo>
                  <a:pt x="73487" y="119604"/>
                  <a:pt x="70644" y="122446"/>
                  <a:pt x="64960" y="122446"/>
                </a:cubicBezTo>
                <a:cubicBezTo>
                  <a:pt x="60744" y="122446"/>
                  <a:pt x="54421" y="122350"/>
                  <a:pt x="45989" y="122159"/>
                </a:cubicBezTo>
                <a:cubicBezTo>
                  <a:pt x="37558" y="121967"/>
                  <a:pt x="31234" y="121871"/>
                  <a:pt x="27019" y="121871"/>
                </a:cubicBezTo>
                <a:cubicBezTo>
                  <a:pt x="25102" y="121871"/>
                  <a:pt x="22228" y="121999"/>
                  <a:pt x="18396" y="122255"/>
                </a:cubicBezTo>
                <a:cubicBezTo>
                  <a:pt x="14563" y="122510"/>
                  <a:pt x="11721" y="122638"/>
                  <a:pt x="9869" y="122638"/>
                </a:cubicBezTo>
                <a:cubicBezTo>
                  <a:pt x="3992" y="122638"/>
                  <a:pt x="1054" y="119795"/>
                  <a:pt x="1054" y="114111"/>
                </a:cubicBezTo>
                <a:cubicBezTo>
                  <a:pt x="1054" y="108873"/>
                  <a:pt x="3800" y="106031"/>
                  <a:pt x="9294" y="105583"/>
                </a:cubicBezTo>
                <a:cubicBezTo>
                  <a:pt x="16384" y="105072"/>
                  <a:pt x="22292" y="104817"/>
                  <a:pt x="27019" y="104817"/>
                </a:cubicBezTo>
                <a:close/>
                <a:moveTo>
                  <a:pt x="148911" y="152914"/>
                </a:moveTo>
                <a:cubicBezTo>
                  <a:pt x="129493" y="152914"/>
                  <a:pt x="115313" y="144025"/>
                  <a:pt x="106371" y="126246"/>
                </a:cubicBezTo>
                <a:cubicBezTo>
                  <a:pt x="99600" y="112559"/>
                  <a:pt x="96215" y="94747"/>
                  <a:pt x="96215" y="72810"/>
                </a:cubicBezTo>
                <a:cubicBezTo>
                  <a:pt x="96215" y="54265"/>
                  <a:pt x="100622" y="38085"/>
                  <a:pt x="109437" y="24270"/>
                </a:cubicBezTo>
                <a:cubicBezTo>
                  <a:pt x="119848" y="8090"/>
                  <a:pt x="133996" y="0"/>
                  <a:pt x="151881" y="0"/>
                </a:cubicBezTo>
                <a:cubicBezTo>
                  <a:pt x="168680" y="0"/>
                  <a:pt x="181774" y="7163"/>
                  <a:pt x="191164" y="21489"/>
                </a:cubicBezTo>
                <a:cubicBezTo>
                  <a:pt x="199276" y="33896"/>
                  <a:pt x="203332" y="49021"/>
                  <a:pt x="203332" y="66864"/>
                </a:cubicBezTo>
                <a:cubicBezTo>
                  <a:pt x="203332" y="95515"/>
                  <a:pt x="198797" y="117020"/>
                  <a:pt x="189726" y="131378"/>
                </a:cubicBezTo>
                <a:cubicBezTo>
                  <a:pt x="180656" y="145735"/>
                  <a:pt x="167051" y="152914"/>
                  <a:pt x="148911" y="152914"/>
                </a:cubicBezTo>
                <a:moveTo>
                  <a:pt x="151785" y="18587"/>
                </a:moveTo>
                <a:cubicBezTo>
                  <a:pt x="139905" y="18587"/>
                  <a:pt x="130483" y="24628"/>
                  <a:pt x="123521" y="36711"/>
                </a:cubicBezTo>
                <a:cubicBezTo>
                  <a:pt x="117709" y="46811"/>
                  <a:pt x="114802" y="58350"/>
                  <a:pt x="114802" y="71328"/>
                </a:cubicBezTo>
                <a:cubicBezTo>
                  <a:pt x="114802" y="92359"/>
                  <a:pt x="117645" y="108148"/>
                  <a:pt x="123330" y="118698"/>
                </a:cubicBezTo>
                <a:cubicBezTo>
                  <a:pt x="129014" y="129245"/>
                  <a:pt x="137541" y="134518"/>
                  <a:pt x="148911" y="134518"/>
                </a:cubicBezTo>
                <a:cubicBezTo>
                  <a:pt x="162452" y="134518"/>
                  <a:pt x="172161" y="126784"/>
                  <a:pt x="178038" y="111314"/>
                </a:cubicBezTo>
                <a:cubicBezTo>
                  <a:pt x="182125" y="100573"/>
                  <a:pt x="184169" y="86956"/>
                  <a:pt x="184169" y="70463"/>
                </a:cubicBezTo>
                <a:cubicBezTo>
                  <a:pt x="184169" y="53139"/>
                  <a:pt x="181471" y="40163"/>
                  <a:pt x="176073" y="31534"/>
                </a:cubicBezTo>
                <a:cubicBezTo>
                  <a:pt x="170676" y="22903"/>
                  <a:pt x="162580" y="18587"/>
                  <a:pt x="151785" y="185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89B2EB-1717-4275-8C86-1FEA0346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773" y="3509053"/>
            <a:ext cx="455986" cy="232951"/>
          </a:xfrm>
          <a:custGeom xmlns:a="http://schemas.openxmlformats.org/drawingml/2006/main">
            <a:pathLst>
              <a:path w="455986" h="232951">
                <a:moveTo>
                  <a:pt x="0" y="38546"/>
                </a:moveTo>
                <a:cubicBezTo>
                  <a:pt x="698" y="17625"/>
                  <a:pt x="18044" y="279"/>
                  <a:pt x="40222" y="0"/>
                </a:cubicBezTo>
                <a:lnTo>
                  <a:pt x="417300" y="0"/>
                </a:lnTo>
                <a:cubicBezTo>
                  <a:pt x="438640" y="279"/>
                  <a:pt x="455986" y="17625"/>
                  <a:pt x="455846" y="38546"/>
                </a:cubicBezTo>
                <a:lnTo>
                  <a:pt x="455846" y="194405"/>
                </a:lnTo>
                <a:cubicBezTo>
                  <a:pt x="455986" y="215465"/>
                  <a:pt x="438640" y="232811"/>
                  <a:pt x="417300" y="232951"/>
                </a:cubicBezTo>
                <a:lnTo>
                  <a:pt x="40222" y="232951"/>
                </a:lnTo>
                <a:cubicBezTo>
                  <a:pt x="18044" y="232811"/>
                  <a:pt x="698" y="215465"/>
                  <a:pt x="0" y="194405"/>
                </a:cubicBezTo>
                <a:lnTo>
                  <a:pt x="0" y="38546"/>
                </a:lnTo>
              </a:path>
            </a:pathLst>
          </a:custGeom>
          <a:solidFill xmlns:a="http://schemas.openxmlformats.org/drawingml/2006/main">
            <a:srgbClr val="ECF5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649AC-144E-4161-86D0-BC65001A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997" y="3498857"/>
            <a:ext cx="476236" cy="253481"/>
          </a:xfrm>
          <a:custGeom xmlns:a="http://schemas.openxmlformats.org/drawingml/2006/main">
            <a:pathLst>
              <a:path w="476236" h="253481">
                <a:moveTo>
                  <a:pt x="3855" y="223412"/>
                </a:moveTo>
                <a:lnTo>
                  <a:pt x="5935" y="227727"/>
                </a:lnTo>
                <a:lnTo>
                  <a:pt x="8407" y="231792"/>
                </a:lnTo>
                <a:lnTo>
                  <a:pt x="11243" y="235576"/>
                </a:lnTo>
                <a:lnTo>
                  <a:pt x="14413" y="239068"/>
                </a:lnTo>
                <a:lnTo>
                  <a:pt x="17904" y="242238"/>
                </a:lnTo>
                <a:lnTo>
                  <a:pt x="21689" y="245073"/>
                </a:lnTo>
                <a:lnTo>
                  <a:pt x="25753" y="247545"/>
                </a:lnTo>
                <a:lnTo>
                  <a:pt x="30069" y="249626"/>
                </a:lnTo>
                <a:lnTo>
                  <a:pt x="34593" y="251274"/>
                </a:lnTo>
                <a:lnTo>
                  <a:pt x="39314" y="252489"/>
                </a:lnTo>
                <a:lnTo>
                  <a:pt x="44216" y="253243"/>
                </a:lnTo>
                <a:lnTo>
                  <a:pt x="48964" y="253481"/>
                </a:lnTo>
                <a:lnTo>
                  <a:pt x="427272" y="253481"/>
                </a:lnTo>
                <a:lnTo>
                  <a:pt x="432020" y="253243"/>
                </a:lnTo>
                <a:lnTo>
                  <a:pt x="436922" y="252489"/>
                </a:lnTo>
                <a:lnTo>
                  <a:pt x="441643" y="251274"/>
                </a:lnTo>
                <a:lnTo>
                  <a:pt x="446168" y="249626"/>
                </a:lnTo>
                <a:lnTo>
                  <a:pt x="450483" y="247545"/>
                </a:lnTo>
                <a:lnTo>
                  <a:pt x="454547" y="245073"/>
                </a:lnTo>
                <a:lnTo>
                  <a:pt x="458332" y="242238"/>
                </a:lnTo>
                <a:lnTo>
                  <a:pt x="461823" y="239068"/>
                </a:lnTo>
                <a:lnTo>
                  <a:pt x="464994" y="235576"/>
                </a:lnTo>
                <a:lnTo>
                  <a:pt x="467829" y="231792"/>
                </a:lnTo>
                <a:lnTo>
                  <a:pt x="470301" y="227727"/>
                </a:lnTo>
                <a:lnTo>
                  <a:pt x="472382" y="223412"/>
                </a:lnTo>
                <a:lnTo>
                  <a:pt x="474030" y="218887"/>
                </a:lnTo>
                <a:lnTo>
                  <a:pt x="475245" y="214167"/>
                </a:lnTo>
                <a:lnTo>
                  <a:pt x="475999" y="209265"/>
                </a:lnTo>
                <a:lnTo>
                  <a:pt x="476236" y="204516"/>
                </a:lnTo>
                <a:lnTo>
                  <a:pt x="476236" y="48964"/>
                </a:lnTo>
                <a:lnTo>
                  <a:pt x="475999" y="44216"/>
                </a:lnTo>
                <a:lnTo>
                  <a:pt x="475245" y="39314"/>
                </a:lnTo>
                <a:lnTo>
                  <a:pt x="474030" y="34593"/>
                </a:lnTo>
                <a:lnTo>
                  <a:pt x="472382" y="30069"/>
                </a:lnTo>
                <a:lnTo>
                  <a:pt x="470301" y="25753"/>
                </a:lnTo>
                <a:lnTo>
                  <a:pt x="467829" y="21689"/>
                </a:lnTo>
                <a:lnTo>
                  <a:pt x="464994" y="17904"/>
                </a:lnTo>
                <a:lnTo>
                  <a:pt x="461823" y="14413"/>
                </a:lnTo>
                <a:lnTo>
                  <a:pt x="458332" y="11243"/>
                </a:lnTo>
                <a:lnTo>
                  <a:pt x="454547" y="8407"/>
                </a:lnTo>
                <a:lnTo>
                  <a:pt x="450483" y="5935"/>
                </a:lnTo>
                <a:lnTo>
                  <a:pt x="446168" y="3855"/>
                </a:lnTo>
                <a:lnTo>
                  <a:pt x="441643" y="2207"/>
                </a:lnTo>
                <a:lnTo>
                  <a:pt x="436922" y="992"/>
                </a:lnTo>
                <a:lnTo>
                  <a:pt x="432020" y="237"/>
                </a:lnTo>
                <a:lnTo>
                  <a:pt x="427272" y="0"/>
                </a:lnTo>
                <a:lnTo>
                  <a:pt x="48964" y="0"/>
                </a:lnTo>
                <a:lnTo>
                  <a:pt x="44216" y="237"/>
                </a:lnTo>
                <a:lnTo>
                  <a:pt x="39314" y="992"/>
                </a:lnTo>
                <a:lnTo>
                  <a:pt x="34593" y="2207"/>
                </a:lnTo>
                <a:lnTo>
                  <a:pt x="30069" y="3855"/>
                </a:lnTo>
                <a:lnTo>
                  <a:pt x="25753" y="5935"/>
                </a:lnTo>
                <a:lnTo>
                  <a:pt x="21689" y="8407"/>
                </a:lnTo>
                <a:lnTo>
                  <a:pt x="17904" y="11243"/>
                </a:lnTo>
                <a:lnTo>
                  <a:pt x="14413" y="14413"/>
                </a:lnTo>
                <a:lnTo>
                  <a:pt x="11243" y="17904"/>
                </a:lnTo>
                <a:lnTo>
                  <a:pt x="8407" y="21689"/>
                </a:lnTo>
                <a:lnTo>
                  <a:pt x="5935" y="25753"/>
                </a:lnTo>
                <a:lnTo>
                  <a:pt x="3855" y="30069"/>
                </a:lnTo>
                <a:lnTo>
                  <a:pt x="2207" y="34593"/>
                </a:lnTo>
                <a:lnTo>
                  <a:pt x="992" y="39314"/>
                </a:lnTo>
                <a:lnTo>
                  <a:pt x="237" y="44216"/>
                </a:lnTo>
                <a:lnTo>
                  <a:pt x="0" y="48964"/>
                </a:lnTo>
                <a:lnTo>
                  <a:pt x="0" y="204516"/>
                </a:lnTo>
                <a:lnTo>
                  <a:pt x="237" y="209265"/>
                </a:lnTo>
                <a:lnTo>
                  <a:pt x="992" y="214167"/>
                </a:lnTo>
                <a:lnTo>
                  <a:pt x="2207" y="218887"/>
                </a:lnTo>
                <a:lnTo>
                  <a:pt x="3855" y="223412"/>
                </a:lnTo>
                <a:close/>
                <a:moveTo>
                  <a:pt x="21538" y="43533"/>
                </a:moveTo>
                <a:lnTo>
                  <a:pt x="22232" y="40818"/>
                </a:lnTo>
                <a:lnTo>
                  <a:pt x="23163" y="38266"/>
                </a:lnTo>
                <a:lnTo>
                  <a:pt x="24384" y="35741"/>
                </a:lnTo>
                <a:lnTo>
                  <a:pt x="25761" y="33472"/>
                </a:lnTo>
                <a:lnTo>
                  <a:pt x="27397" y="31270"/>
                </a:lnTo>
                <a:lnTo>
                  <a:pt x="29241" y="29241"/>
                </a:lnTo>
                <a:lnTo>
                  <a:pt x="31270" y="27397"/>
                </a:lnTo>
                <a:lnTo>
                  <a:pt x="33472" y="25761"/>
                </a:lnTo>
                <a:lnTo>
                  <a:pt x="35741" y="24384"/>
                </a:lnTo>
                <a:lnTo>
                  <a:pt x="38266" y="23163"/>
                </a:lnTo>
                <a:lnTo>
                  <a:pt x="40818" y="22232"/>
                </a:lnTo>
                <a:lnTo>
                  <a:pt x="43533" y="21538"/>
                </a:lnTo>
                <a:lnTo>
                  <a:pt x="46396" y="21101"/>
                </a:lnTo>
                <a:lnTo>
                  <a:pt x="49477" y="20949"/>
                </a:lnTo>
                <a:lnTo>
                  <a:pt x="426759" y="20949"/>
                </a:lnTo>
                <a:lnTo>
                  <a:pt x="429841" y="21101"/>
                </a:lnTo>
                <a:lnTo>
                  <a:pt x="432704" y="21538"/>
                </a:lnTo>
                <a:lnTo>
                  <a:pt x="435418" y="22232"/>
                </a:lnTo>
                <a:lnTo>
                  <a:pt x="437970" y="23163"/>
                </a:lnTo>
                <a:lnTo>
                  <a:pt x="440495" y="24384"/>
                </a:lnTo>
                <a:lnTo>
                  <a:pt x="442765" y="25761"/>
                </a:lnTo>
                <a:lnTo>
                  <a:pt x="444966" y="27397"/>
                </a:lnTo>
                <a:lnTo>
                  <a:pt x="446996" y="29241"/>
                </a:lnTo>
                <a:lnTo>
                  <a:pt x="448840" y="31270"/>
                </a:lnTo>
                <a:lnTo>
                  <a:pt x="450475" y="33472"/>
                </a:lnTo>
                <a:lnTo>
                  <a:pt x="451853" y="35741"/>
                </a:lnTo>
                <a:lnTo>
                  <a:pt x="453074" y="38266"/>
                </a:lnTo>
                <a:lnTo>
                  <a:pt x="454004" y="40818"/>
                </a:lnTo>
                <a:lnTo>
                  <a:pt x="454698" y="43533"/>
                </a:lnTo>
                <a:lnTo>
                  <a:pt x="455135" y="46396"/>
                </a:lnTo>
                <a:lnTo>
                  <a:pt x="455287" y="49477"/>
                </a:lnTo>
                <a:lnTo>
                  <a:pt x="455287" y="204003"/>
                </a:lnTo>
                <a:lnTo>
                  <a:pt x="455135" y="207085"/>
                </a:lnTo>
                <a:lnTo>
                  <a:pt x="454698" y="209948"/>
                </a:lnTo>
                <a:lnTo>
                  <a:pt x="454004" y="212662"/>
                </a:lnTo>
                <a:lnTo>
                  <a:pt x="453074" y="215214"/>
                </a:lnTo>
                <a:lnTo>
                  <a:pt x="451853" y="217740"/>
                </a:lnTo>
                <a:lnTo>
                  <a:pt x="450475" y="220009"/>
                </a:lnTo>
                <a:lnTo>
                  <a:pt x="448840" y="222211"/>
                </a:lnTo>
                <a:lnTo>
                  <a:pt x="446996" y="224240"/>
                </a:lnTo>
                <a:lnTo>
                  <a:pt x="444966" y="226084"/>
                </a:lnTo>
                <a:lnTo>
                  <a:pt x="442765" y="227720"/>
                </a:lnTo>
                <a:lnTo>
                  <a:pt x="440495" y="229097"/>
                </a:lnTo>
                <a:lnTo>
                  <a:pt x="437970" y="230318"/>
                </a:lnTo>
                <a:lnTo>
                  <a:pt x="435418" y="231249"/>
                </a:lnTo>
                <a:lnTo>
                  <a:pt x="432704" y="231943"/>
                </a:lnTo>
                <a:lnTo>
                  <a:pt x="429841" y="232380"/>
                </a:lnTo>
                <a:lnTo>
                  <a:pt x="426759" y="232532"/>
                </a:lnTo>
                <a:lnTo>
                  <a:pt x="49477" y="232532"/>
                </a:lnTo>
                <a:lnTo>
                  <a:pt x="46396" y="232380"/>
                </a:lnTo>
                <a:lnTo>
                  <a:pt x="43533" y="231943"/>
                </a:lnTo>
                <a:lnTo>
                  <a:pt x="40818" y="231249"/>
                </a:lnTo>
                <a:lnTo>
                  <a:pt x="38266" y="230318"/>
                </a:lnTo>
                <a:lnTo>
                  <a:pt x="35741" y="229097"/>
                </a:lnTo>
                <a:lnTo>
                  <a:pt x="33472" y="227720"/>
                </a:lnTo>
                <a:lnTo>
                  <a:pt x="31270" y="226084"/>
                </a:lnTo>
                <a:lnTo>
                  <a:pt x="29241" y="224240"/>
                </a:lnTo>
                <a:lnTo>
                  <a:pt x="27397" y="222211"/>
                </a:lnTo>
                <a:lnTo>
                  <a:pt x="25761" y="220009"/>
                </a:lnTo>
                <a:lnTo>
                  <a:pt x="24384" y="217740"/>
                </a:lnTo>
                <a:lnTo>
                  <a:pt x="23163" y="215214"/>
                </a:lnTo>
                <a:lnTo>
                  <a:pt x="22232" y="212662"/>
                </a:lnTo>
                <a:lnTo>
                  <a:pt x="21538" y="209948"/>
                </a:lnTo>
                <a:lnTo>
                  <a:pt x="21101" y="207085"/>
                </a:lnTo>
                <a:lnTo>
                  <a:pt x="20949" y="204003"/>
                </a:lnTo>
                <a:lnTo>
                  <a:pt x="20949" y="49477"/>
                </a:lnTo>
                <a:lnTo>
                  <a:pt x="21101" y="46396"/>
                </a:lnTo>
                <a:lnTo>
                  <a:pt x="21538" y="43533"/>
                </a:lnTo>
                <a:close/>
              </a:path>
            </a:pathLst>
          </a:custGeom>
          <a:solidFill xmlns:a="http://schemas.openxmlformats.org/drawingml/2006/main">
            <a:srgbClr val="AAD1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y">
            <a:extLst xmlns:a="http://schemas.openxmlformats.org/drawingml/2006/main">
              <a:ext uri="{FF2B5EF4-FFF2-40B4-BE49-F238E27FC236}">
                <a16:creationId xmlns:a16="http://schemas.microsoft.com/office/drawing/2014/main" id="{F9B25C83-13A7-4A51-8F43-1795DD6B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833" y="3559305"/>
            <a:ext cx="98493" cy="155213"/>
          </a:xfrm>
          <a:custGeom xmlns:a="http://schemas.openxmlformats.org/drawingml/2006/main">
            <a:pathLst>
              <a:path w="98493" h="155213">
                <a:moveTo>
                  <a:pt x="97248" y="14165"/>
                </a:moveTo>
                <a:lnTo>
                  <a:pt x="64097" y="85840"/>
                </a:lnTo>
                <a:cubicBezTo>
                  <a:pt x="55922" y="103280"/>
                  <a:pt x="49662" y="117876"/>
                  <a:pt x="45319" y="129629"/>
                </a:cubicBezTo>
                <a:lnTo>
                  <a:pt x="38995" y="148219"/>
                </a:lnTo>
                <a:cubicBezTo>
                  <a:pt x="37334" y="152882"/>
                  <a:pt x="34460" y="155213"/>
                  <a:pt x="30372" y="155213"/>
                </a:cubicBezTo>
                <a:cubicBezTo>
                  <a:pt x="27689" y="155213"/>
                  <a:pt x="25374" y="154330"/>
                  <a:pt x="23426" y="152564"/>
                </a:cubicBezTo>
                <a:cubicBezTo>
                  <a:pt x="21478" y="150799"/>
                  <a:pt x="20504" y="148601"/>
                  <a:pt x="20504" y="145968"/>
                </a:cubicBezTo>
                <a:cubicBezTo>
                  <a:pt x="20504" y="139548"/>
                  <a:pt x="27402" y="121078"/>
                  <a:pt x="41199" y="90556"/>
                </a:cubicBezTo>
                <a:lnTo>
                  <a:pt x="6898" y="24453"/>
                </a:lnTo>
                <a:lnTo>
                  <a:pt x="2587" y="17447"/>
                </a:lnTo>
                <a:cubicBezTo>
                  <a:pt x="862" y="14504"/>
                  <a:pt x="0" y="12042"/>
                  <a:pt x="0" y="10060"/>
                </a:cubicBezTo>
                <a:cubicBezTo>
                  <a:pt x="0" y="7441"/>
                  <a:pt x="1006" y="5142"/>
                  <a:pt x="3018" y="3162"/>
                </a:cubicBezTo>
                <a:cubicBezTo>
                  <a:pt x="5030" y="1182"/>
                  <a:pt x="7282" y="192"/>
                  <a:pt x="9773" y="192"/>
                </a:cubicBezTo>
                <a:cubicBezTo>
                  <a:pt x="12711" y="192"/>
                  <a:pt x="14978" y="1309"/>
                  <a:pt x="16575" y="3545"/>
                </a:cubicBezTo>
                <a:cubicBezTo>
                  <a:pt x="27434" y="18641"/>
                  <a:pt x="39091" y="40134"/>
                  <a:pt x="51546" y="68023"/>
                </a:cubicBezTo>
                <a:lnTo>
                  <a:pt x="65726" y="34866"/>
                </a:lnTo>
                <a:cubicBezTo>
                  <a:pt x="70836" y="23427"/>
                  <a:pt x="75754" y="13593"/>
                  <a:pt x="80481" y="5365"/>
                </a:cubicBezTo>
                <a:cubicBezTo>
                  <a:pt x="82525" y="1788"/>
                  <a:pt x="85208" y="0"/>
                  <a:pt x="88529" y="0"/>
                </a:cubicBezTo>
                <a:cubicBezTo>
                  <a:pt x="91148" y="0"/>
                  <a:pt x="93463" y="925"/>
                  <a:pt x="95475" y="2776"/>
                </a:cubicBezTo>
                <a:cubicBezTo>
                  <a:pt x="97487" y="4626"/>
                  <a:pt x="98493" y="6828"/>
                  <a:pt x="98493" y="9380"/>
                </a:cubicBezTo>
                <a:cubicBezTo>
                  <a:pt x="98493" y="10784"/>
                  <a:pt x="98078" y="12379"/>
                  <a:pt x="97248" y="14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Text 2">
            <a:extLst xmlns:a="http://schemas.openxmlformats.org/drawingml/2006/main">
              <a:ext uri="{FF2B5EF4-FFF2-40B4-BE49-F238E27FC236}">
                <a16:creationId xmlns:a16="http://schemas.microsoft.com/office/drawing/2014/main" id="{F9194F17-1654-4EBC-B174-F85210F8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345" y="3602037"/>
            <a:ext cx="58208" cy="95565"/>
          </a:xfrm>
          <a:custGeom xmlns:a="http://schemas.openxmlformats.org/drawingml/2006/main">
            <a:pathLst>
              <a:path w="58208" h="95565">
                <a:moveTo>
                  <a:pt x="52375" y="95441"/>
                </a:moveTo>
                <a:cubicBezTo>
                  <a:pt x="51340" y="95441"/>
                  <a:pt x="49882" y="95110"/>
                  <a:pt x="48000" y="94448"/>
                </a:cubicBezTo>
                <a:cubicBezTo>
                  <a:pt x="46117" y="93786"/>
                  <a:pt x="44680" y="93455"/>
                  <a:pt x="43687" y="93455"/>
                </a:cubicBezTo>
                <a:cubicBezTo>
                  <a:pt x="41577" y="93455"/>
                  <a:pt x="38412" y="93587"/>
                  <a:pt x="34193" y="93851"/>
                </a:cubicBezTo>
                <a:cubicBezTo>
                  <a:pt x="29973" y="94115"/>
                  <a:pt x="26787" y="94247"/>
                  <a:pt x="24636" y="94247"/>
                </a:cubicBezTo>
                <a:cubicBezTo>
                  <a:pt x="23023" y="94247"/>
                  <a:pt x="20633" y="94466"/>
                  <a:pt x="17469" y="94906"/>
                </a:cubicBezTo>
                <a:cubicBezTo>
                  <a:pt x="14304" y="95346"/>
                  <a:pt x="11915" y="95565"/>
                  <a:pt x="10301" y="95565"/>
                </a:cubicBezTo>
                <a:cubicBezTo>
                  <a:pt x="9846" y="95565"/>
                  <a:pt x="9184" y="95483"/>
                  <a:pt x="8315" y="95317"/>
                </a:cubicBezTo>
                <a:cubicBezTo>
                  <a:pt x="7447" y="95152"/>
                  <a:pt x="6785" y="95069"/>
                  <a:pt x="6330" y="95069"/>
                </a:cubicBezTo>
                <a:cubicBezTo>
                  <a:pt x="3475" y="95069"/>
                  <a:pt x="1613" y="93682"/>
                  <a:pt x="745" y="90907"/>
                </a:cubicBezTo>
                <a:cubicBezTo>
                  <a:pt x="248" y="89458"/>
                  <a:pt x="0" y="86974"/>
                  <a:pt x="0" y="83455"/>
                </a:cubicBezTo>
                <a:cubicBezTo>
                  <a:pt x="0" y="73809"/>
                  <a:pt x="2627" y="66046"/>
                  <a:pt x="7881" y="60167"/>
                </a:cubicBezTo>
                <a:cubicBezTo>
                  <a:pt x="10281" y="57476"/>
                  <a:pt x="16755" y="52509"/>
                  <a:pt x="27304" y="45264"/>
                </a:cubicBezTo>
                <a:cubicBezTo>
                  <a:pt x="33220" y="41205"/>
                  <a:pt x="37171" y="38038"/>
                  <a:pt x="39157" y="35761"/>
                </a:cubicBezTo>
                <a:cubicBezTo>
                  <a:pt x="42715" y="31787"/>
                  <a:pt x="44494" y="27130"/>
                  <a:pt x="44494" y="21789"/>
                </a:cubicBezTo>
                <a:cubicBezTo>
                  <a:pt x="44494" y="19139"/>
                  <a:pt x="42777" y="16779"/>
                  <a:pt x="39343" y="14709"/>
                </a:cubicBezTo>
                <a:cubicBezTo>
                  <a:pt x="36323" y="12846"/>
                  <a:pt x="33365" y="11915"/>
                  <a:pt x="30469" y="11915"/>
                </a:cubicBezTo>
                <a:cubicBezTo>
                  <a:pt x="26663" y="11915"/>
                  <a:pt x="23043" y="13017"/>
                  <a:pt x="19610" y="15221"/>
                </a:cubicBezTo>
                <a:lnTo>
                  <a:pt x="10736" y="22206"/>
                </a:lnTo>
                <a:cubicBezTo>
                  <a:pt x="8957" y="23619"/>
                  <a:pt x="7529" y="24326"/>
                  <a:pt x="6454" y="24326"/>
                </a:cubicBezTo>
                <a:cubicBezTo>
                  <a:pt x="2193" y="24326"/>
                  <a:pt x="62" y="22625"/>
                  <a:pt x="62" y="19224"/>
                </a:cubicBezTo>
                <a:cubicBezTo>
                  <a:pt x="62" y="17274"/>
                  <a:pt x="848" y="15595"/>
                  <a:pt x="2420" y="14185"/>
                </a:cubicBezTo>
                <a:cubicBezTo>
                  <a:pt x="7260" y="9623"/>
                  <a:pt x="11460" y="6326"/>
                  <a:pt x="15017" y="4293"/>
                </a:cubicBezTo>
                <a:cubicBezTo>
                  <a:pt x="20023" y="1431"/>
                  <a:pt x="25174" y="0"/>
                  <a:pt x="30469" y="0"/>
                </a:cubicBezTo>
                <a:cubicBezTo>
                  <a:pt x="37171" y="0"/>
                  <a:pt x="43149" y="1820"/>
                  <a:pt x="48403" y="5461"/>
                </a:cubicBezTo>
                <a:cubicBezTo>
                  <a:pt x="54278" y="9557"/>
                  <a:pt x="57215" y="14811"/>
                  <a:pt x="57215" y="21223"/>
                </a:cubicBezTo>
                <a:cubicBezTo>
                  <a:pt x="57215" y="25443"/>
                  <a:pt x="56615" y="29332"/>
                  <a:pt x="55415" y="32889"/>
                </a:cubicBezTo>
                <a:cubicBezTo>
                  <a:pt x="54216" y="36447"/>
                  <a:pt x="52395" y="39695"/>
                  <a:pt x="49955" y="42632"/>
                </a:cubicBezTo>
                <a:cubicBezTo>
                  <a:pt x="46852" y="46355"/>
                  <a:pt x="41598" y="50513"/>
                  <a:pt x="34193" y="55105"/>
                </a:cubicBezTo>
                <a:cubicBezTo>
                  <a:pt x="26415" y="59987"/>
                  <a:pt x="21306" y="63690"/>
                  <a:pt x="18865" y="66213"/>
                </a:cubicBezTo>
                <a:cubicBezTo>
                  <a:pt x="14273" y="70971"/>
                  <a:pt x="12018" y="76742"/>
                  <a:pt x="12101" y="83527"/>
                </a:cubicBezTo>
                <a:lnTo>
                  <a:pt x="24884" y="82309"/>
                </a:lnTo>
                <a:cubicBezTo>
                  <a:pt x="33655" y="81797"/>
                  <a:pt x="39922" y="81541"/>
                  <a:pt x="43687" y="81541"/>
                </a:cubicBezTo>
                <a:cubicBezTo>
                  <a:pt x="46831" y="81541"/>
                  <a:pt x="49810" y="82081"/>
                  <a:pt x="52623" y="83162"/>
                </a:cubicBezTo>
                <a:cubicBezTo>
                  <a:pt x="56346" y="84616"/>
                  <a:pt x="58208" y="86632"/>
                  <a:pt x="58208" y="89208"/>
                </a:cubicBezTo>
                <a:cubicBezTo>
                  <a:pt x="58208" y="90828"/>
                  <a:pt x="57649" y="92272"/>
                  <a:pt x="56532" y="93541"/>
                </a:cubicBezTo>
                <a:cubicBezTo>
                  <a:pt x="55415" y="94808"/>
                  <a:pt x="54030" y="95441"/>
                  <a:pt x="52375" y="954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4AD7C2-CD7F-444F-BF80-A327421E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773" y="3968250"/>
            <a:ext cx="455986" cy="233090"/>
          </a:xfrm>
          <a:custGeom xmlns:a="http://schemas.openxmlformats.org/drawingml/2006/main">
            <a:pathLst>
              <a:path w="455986" h="233090">
                <a:moveTo>
                  <a:pt x="0" y="38546"/>
                </a:moveTo>
                <a:cubicBezTo>
                  <a:pt x="698" y="17904"/>
                  <a:pt x="18044" y="559"/>
                  <a:pt x="40222" y="0"/>
                </a:cubicBezTo>
                <a:lnTo>
                  <a:pt x="417300" y="0"/>
                </a:lnTo>
                <a:cubicBezTo>
                  <a:pt x="438640" y="559"/>
                  <a:pt x="455986" y="17904"/>
                  <a:pt x="455846" y="38546"/>
                </a:cubicBezTo>
                <a:lnTo>
                  <a:pt x="455846" y="194405"/>
                </a:lnTo>
                <a:cubicBezTo>
                  <a:pt x="455986" y="215745"/>
                  <a:pt x="438640" y="233090"/>
                  <a:pt x="417300" y="232951"/>
                </a:cubicBezTo>
                <a:lnTo>
                  <a:pt x="40222" y="232951"/>
                </a:lnTo>
                <a:cubicBezTo>
                  <a:pt x="18044" y="233090"/>
                  <a:pt x="698" y="215745"/>
                  <a:pt x="0" y="194405"/>
                </a:cubicBezTo>
                <a:lnTo>
                  <a:pt x="0" y="38546"/>
                </a:lnTo>
              </a:path>
            </a:pathLst>
          </a:custGeom>
          <a:solidFill xmlns:a="http://schemas.openxmlformats.org/drawingml/2006/main">
            <a:srgbClr val="ECF5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9A240-6EBD-41F4-8344-43040E02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997" y="3958335"/>
            <a:ext cx="476236" cy="253481"/>
          </a:xfrm>
          <a:custGeom xmlns:a="http://schemas.openxmlformats.org/drawingml/2006/main">
            <a:pathLst>
              <a:path w="476236" h="253481">
                <a:moveTo>
                  <a:pt x="3855" y="223412"/>
                </a:moveTo>
                <a:lnTo>
                  <a:pt x="5935" y="227727"/>
                </a:lnTo>
                <a:lnTo>
                  <a:pt x="8407" y="231792"/>
                </a:lnTo>
                <a:lnTo>
                  <a:pt x="11243" y="235576"/>
                </a:lnTo>
                <a:lnTo>
                  <a:pt x="14413" y="239068"/>
                </a:lnTo>
                <a:lnTo>
                  <a:pt x="17904" y="242238"/>
                </a:lnTo>
                <a:lnTo>
                  <a:pt x="21689" y="245073"/>
                </a:lnTo>
                <a:lnTo>
                  <a:pt x="25753" y="247545"/>
                </a:lnTo>
                <a:lnTo>
                  <a:pt x="30069" y="249626"/>
                </a:lnTo>
                <a:lnTo>
                  <a:pt x="34593" y="251274"/>
                </a:lnTo>
                <a:lnTo>
                  <a:pt x="39314" y="252489"/>
                </a:lnTo>
                <a:lnTo>
                  <a:pt x="44216" y="253243"/>
                </a:lnTo>
                <a:lnTo>
                  <a:pt x="48964" y="253481"/>
                </a:lnTo>
                <a:lnTo>
                  <a:pt x="427272" y="253481"/>
                </a:lnTo>
                <a:lnTo>
                  <a:pt x="432020" y="253243"/>
                </a:lnTo>
                <a:lnTo>
                  <a:pt x="436922" y="252489"/>
                </a:lnTo>
                <a:lnTo>
                  <a:pt x="441643" y="251274"/>
                </a:lnTo>
                <a:lnTo>
                  <a:pt x="446168" y="249626"/>
                </a:lnTo>
                <a:lnTo>
                  <a:pt x="450483" y="247545"/>
                </a:lnTo>
                <a:lnTo>
                  <a:pt x="454547" y="245073"/>
                </a:lnTo>
                <a:lnTo>
                  <a:pt x="458332" y="242238"/>
                </a:lnTo>
                <a:lnTo>
                  <a:pt x="461823" y="239068"/>
                </a:lnTo>
                <a:lnTo>
                  <a:pt x="464994" y="235576"/>
                </a:lnTo>
                <a:lnTo>
                  <a:pt x="467829" y="231792"/>
                </a:lnTo>
                <a:lnTo>
                  <a:pt x="470301" y="227727"/>
                </a:lnTo>
                <a:lnTo>
                  <a:pt x="472382" y="223412"/>
                </a:lnTo>
                <a:lnTo>
                  <a:pt x="474030" y="218887"/>
                </a:lnTo>
                <a:lnTo>
                  <a:pt x="475245" y="214167"/>
                </a:lnTo>
                <a:lnTo>
                  <a:pt x="475999" y="209265"/>
                </a:lnTo>
                <a:lnTo>
                  <a:pt x="476236" y="204516"/>
                </a:lnTo>
                <a:lnTo>
                  <a:pt x="476236" y="48964"/>
                </a:lnTo>
                <a:lnTo>
                  <a:pt x="475999" y="44216"/>
                </a:lnTo>
                <a:lnTo>
                  <a:pt x="475245" y="39314"/>
                </a:lnTo>
                <a:lnTo>
                  <a:pt x="474030" y="34593"/>
                </a:lnTo>
                <a:lnTo>
                  <a:pt x="472382" y="30055"/>
                </a:lnTo>
                <a:lnTo>
                  <a:pt x="470301" y="25753"/>
                </a:lnTo>
                <a:lnTo>
                  <a:pt x="467829" y="21689"/>
                </a:lnTo>
                <a:lnTo>
                  <a:pt x="464994" y="17904"/>
                </a:lnTo>
                <a:lnTo>
                  <a:pt x="461823" y="14413"/>
                </a:lnTo>
                <a:lnTo>
                  <a:pt x="458332" y="11243"/>
                </a:lnTo>
                <a:lnTo>
                  <a:pt x="454547" y="8407"/>
                </a:lnTo>
                <a:lnTo>
                  <a:pt x="450483" y="5935"/>
                </a:lnTo>
                <a:lnTo>
                  <a:pt x="446168" y="3855"/>
                </a:lnTo>
                <a:lnTo>
                  <a:pt x="441643" y="2207"/>
                </a:lnTo>
                <a:lnTo>
                  <a:pt x="436922" y="992"/>
                </a:lnTo>
                <a:lnTo>
                  <a:pt x="432020" y="237"/>
                </a:lnTo>
                <a:lnTo>
                  <a:pt x="427272" y="0"/>
                </a:lnTo>
                <a:lnTo>
                  <a:pt x="48964" y="0"/>
                </a:lnTo>
                <a:lnTo>
                  <a:pt x="44216" y="237"/>
                </a:lnTo>
                <a:lnTo>
                  <a:pt x="39314" y="992"/>
                </a:lnTo>
                <a:lnTo>
                  <a:pt x="34593" y="2207"/>
                </a:lnTo>
                <a:lnTo>
                  <a:pt x="30069" y="3855"/>
                </a:lnTo>
                <a:lnTo>
                  <a:pt x="25753" y="5935"/>
                </a:lnTo>
                <a:lnTo>
                  <a:pt x="21689" y="8407"/>
                </a:lnTo>
                <a:lnTo>
                  <a:pt x="17904" y="11243"/>
                </a:lnTo>
                <a:lnTo>
                  <a:pt x="14413" y="14413"/>
                </a:lnTo>
                <a:lnTo>
                  <a:pt x="11243" y="17904"/>
                </a:lnTo>
                <a:lnTo>
                  <a:pt x="8407" y="21689"/>
                </a:lnTo>
                <a:lnTo>
                  <a:pt x="5935" y="25753"/>
                </a:lnTo>
                <a:lnTo>
                  <a:pt x="3855" y="30055"/>
                </a:lnTo>
                <a:lnTo>
                  <a:pt x="2207" y="34593"/>
                </a:lnTo>
                <a:lnTo>
                  <a:pt x="992" y="39314"/>
                </a:lnTo>
                <a:lnTo>
                  <a:pt x="237" y="44216"/>
                </a:lnTo>
                <a:lnTo>
                  <a:pt x="0" y="48964"/>
                </a:lnTo>
                <a:lnTo>
                  <a:pt x="0" y="204516"/>
                </a:lnTo>
                <a:lnTo>
                  <a:pt x="237" y="209265"/>
                </a:lnTo>
                <a:lnTo>
                  <a:pt x="992" y="214167"/>
                </a:lnTo>
                <a:lnTo>
                  <a:pt x="2207" y="218887"/>
                </a:lnTo>
                <a:lnTo>
                  <a:pt x="3855" y="223412"/>
                </a:lnTo>
                <a:close/>
                <a:moveTo>
                  <a:pt x="21538" y="43533"/>
                </a:moveTo>
                <a:lnTo>
                  <a:pt x="22232" y="40818"/>
                </a:lnTo>
                <a:lnTo>
                  <a:pt x="23163" y="38266"/>
                </a:lnTo>
                <a:lnTo>
                  <a:pt x="24384" y="35741"/>
                </a:lnTo>
                <a:lnTo>
                  <a:pt x="25761" y="33472"/>
                </a:lnTo>
                <a:lnTo>
                  <a:pt x="27397" y="31270"/>
                </a:lnTo>
                <a:lnTo>
                  <a:pt x="29241" y="29241"/>
                </a:lnTo>
                <a:lnTo>
                  <a:pt x="31270" y="27397"/>
                </a:lnTo>
                <a:lnTo>
                  <a:pt x="33472" y="25761"/>
                </a:lnTo>
                <a:lnTo>
                  <a:pt x="35741" y="24384"/>
                </a:lnTo>
                <a:lnTo>
                  <a:pt x="38266" y="23163"/>
                </a:lnTo>
                <a:lnTo>
                  <a:pt x="40818" y="22232"/>
                </a:lnTo>
                <a:lnTo>
                  <a:pt x="43533" y="21538"/>
                </a:lnTo>
                <a:lnTo>
                  <a:pt x="46396" y="21101"/>
                </a:lnTo>
                <a:lnTo>
                  <a:pt x="49477" y="20949"/>
                </a:lnTo>
                <a:lnTo>
                  <a:pt x="426759" y="20949"/>
                </a:lnTo>
                <a:lnTo>
                  <a:pt x="429841" y="21101"/>
                </a:lnTo>
                <a:lnTo>
                  <a:pt x="432704" y="21538"/>
                </a:lnTo>
                <a:lnTo>
                  <a:pt x="435418" y="22232"/>
                </a:lnTo>
                <a:lnTo>
                  <a:pt x="437970" y="23163"/>
                </a:lnTo>
                <a:lnTo>
                  <a:pt x="440495" y="24384"/>
                </a:lnTo>
                <a:lnTo>
                  <a:pt x="442765" y="25761"/>
                </a:lnTo>
                <a:lnTo>
                  <a:pt x="444966" y="27397"/>
                </a:lnTo>
                <a:lnTo>
                  <a:pt x="446996" y="29241"/>
                </a:lnTo>
                <a:lnTo>
                  <a:pt x="448840" y="31270"/>
                </a:lnTo>
                <a:lnTo>
                  <a:pt x="450475" y="33472"/>
                </a:lnTo>
                <a:lnTo>
                  <a:pt x="451853" y="35741"/>
                </a:lnTo>
                <a:lnTo>
                  <a:pt x="453074" y="38266"/>
                </a:lnTo>
                <a:lnTo>
                  <a:pt x="454004" y="40818"/>
                </a:lnTo>
                <a:lnTo>
                  <a:pt x="454698" y="43533"/>
                </a:lnTo>
                <a:lnTo>
                  <a:pt x="455135" y="46396"/>
                </a:lnTo>
                <a:lnTo>
                  <a:pt x="455287" y="49477"/>
                </a:lnTo>
                <a:lnTo>
                  <a:pt x="455287" y="204003"/>
                </a:lnTo>
                <a:lnTo>
                  <a:pt x="455135" y="207085"/>
                </a:lnTo>
                <a:lnTo>
                  <a:pt x="454698" y="209948"/>
                </a:lnTo>
                <a:lnTo>
                  <a:pt x="454004" y="212662"/>
                </a:lnTo>
                <a:lnTo>
                  <a:pt x="453074" y="215214"/>
                </a:lnTo>
                <a:lnTo>
                  <a:pt x="451853" y="217740"/>
                </a:lnTo>
                <a:lnTo>
                  <a:pt x="450475" y="220009"/>
                </a:lnTo>
                <a:lnTo>
                  <a:pt x="448840" y="222211"/>
                </a:lnTo>
                <a:lnTo>
                  <a:pt x="446996" y="224240"/>
                </a:lnTo>
                <a:lnTo>
                  <a:pt x="444966" y="226084"/>
                </a:lnTo>
                <a:lnTo>
                  <a:pt x="442765" y="227720"/>
                </a:lnTo>
                <a:lnTo>
                  <a:pt x="440495" y="229097"/>
                </a:lnTo>
                <a:lnTo>
                  <a:pt x="437970" y="230318"/>
                </a:lnTo>
                <a:lnTo>
                  <a:pt x="435418" y="231249"/>
                </a:lnTo>
                <a:lnTo>
                  <a:pt x="432704" y="231943"/>
                </a:lnTo>
                <a:lnTo>
                  <a:pt x="429841" y="232380"/>
                </a:lnTo>
                <a:lnTo>
                  <a:pt x="426759" y="232532"/>
                </a:lnTo>
                <a:lnTo>
                  <a:pt x="49477" y="232532"/>
                </a:lnTo>
                <a:lnTo>
                  <a:pt x="46396" y="232380"/>
                </a:lnTo>
                <a:lnTo>
                  <a:pt x="43533" y="231943"/>
                </a:lnTo>
                <a:lnTo>
                  <a:pt x="40818" y="231249"/>
                </a:lnTo>
                <a:lnTo>
                  <a:pt x="38266" y="230318"/>
                </a:lnTo>
                <a:lnTo>
                  <a:pt x="35741" y="229097"/>
                </a:lnTo>
                <a:lnTo>
                  <a:pt x="33472" y="227720"/>
                </a:lnTo>
                <a:lnTo>
                  <a:pt x="31270" y="226084"/>
                </a:lnTo>
                <a:lnTo>
                  <a:pt x="29241" y="224240"/>
                </a:lnTo>
                <a:lnTo>
                  <a:pt x="27397" y="222211"/>
                </a:lnTo>
                <a:lnTo>
                  <a:pt x="25761" y="220009"/>
                </a:lnTo>
                <a:lnTo>
                  <a:pt x="24384" y="217740"/>
                </a:lnTo>
                <a:lnTo>
                  <a:pt x="23163" y="215214"/>
                </a:lnTo>
                <a:lnTo>
                  <a:pt x="22232" y="212662"/>
                </a:lnTo>
                <a:lnTo>
                  <a:pt x="21538" y="209948"/>
                </a:lnTo>
                <a:lnTo>
                  <a:pt x="21101" y="207085"/>
                </a:lnTo>
                <a:lnTo>
                  <a:pt x="20949" y="204003"/>
                </a:lnTo>
                <a:lnTo>
                  <a:pt x="20949" y="49477"/>
                </a:lnTo>
                <a:lnTo>
                  <a:pt x="21101" y="46396"/>
                </a:lnTo>
                <a:lnTo>
                  <a:pt x="21538" y="43533"/>
                </a:lnTo>
                <a:close/>
              </a:path>
            </a:pathLst>
          </a:custGeom>
          <a:solidFill xmlns:a="http://schemas.openxmlformats.org/drawingml/2006/main">
            <a:srgbClr val="AAD1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Text y">
            <a:extLst xmlns:a="http://schemas.openxmlformats.org/drawingml/2006/main">
              <a:ext uri="{FF2B5EF4-FFF2-40B4-BE49-F238E27FC236}">
                <a16:creationId xmlns:a16="http://schemas.microsoft.com/office/drawing/2014/main" id="{C7A339EA-262B-4889-92E7-23B3E002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833" y="4018782"/>
            <a:ext cx="98493" cy="155213"/>
          </a:xfrm>
          <a:custGeom xmlns:a="http://schemas.openxmlformats.org/drawingml/2006/main">
            <a:pathLst>
              <a:path w="98493" h="155213">
                <a:moveTo>
                  <a:pt x="97248" y="14165"/>
                </a:moveTo>
                <a:lnTo>
                  <a:pt x="64097" y="85840"/>
                </a:lnTo>
                <a:cubicBezTo>
                  <a:pt x="55922" y="103280"/>
                  <a:pt x="49662" y="117876"/>
                  <a:pt x="45319" y="129629"/>
                </a:cubicBezTo>
                <a:lnTo>
                  <a:pt x="38995" y="148219"/>
                </a:lnTo>
                <a:cubicBezTo>
                  <a:pt x="37334" y="152882"/>
                  <a:pt x="34460" y="155213"/>
                  <a:pt x="30372" y="155213"/>
                </a:cubicBezTo>
                <a:cubicBezTo>
                  <a:pt x="27689" y="155213"/>
                  <a:pt x="25374" y="154330"/>
                  <a:pt x="23426" y="152564"/>
                </a:cubicBezTo>
                <a:cubicBezTo>
                  <a:pt x="21478" y="150799"/>
                  <a:pt x="20504" y="148601"/>
                  <a:pt x="20504" y="145968"/>
                </a:cubicBezTo>
                <a:cubicBezTo>
                  <a:pt x="20504" y="139548"/>
                  <a:pt x="27402" y="121078"/>
                  <a:pt x="41199" y="90556"/>
                </a:cubicBezTo>
                <a:lnTo>
                  <a:pt x="6898" y="24453"/>
                </a:lnTo>
                <a:lnTo>
                  <a:pt x="2587" y="17447"/>
                </a:lnTo>
                <a:cubicBezTo>
                  <a:pt x="862" y="14504"/>
                  <a:pt x="0" y="12042"/>
                  <a:pt x="0" y="10060"/>
                </a:cubicBezTo>
                <a:cubicBezTo>
                  <a:pt x="0" y="7441"/>
                  <a:pt x="1006" y="5142"/>
                  <a:pt x="3018" y="3162"/>
                </a:cubicBezTo>
                <a:cubicBezTo>
                  <a:pt x="5030" y="1182"/>
                  <a:pt x="7282" y="192"/>
                  <a:pt x="9773" y="192"/>
                </a:cubicBezTo>
                <a:cubicBezTo>
                  <a:pt x="12711" y="192"/>
                  <a:pt x="14978" y="1309"/>
                  <a:pt x="16575" y="3545"/>
                </a:cubicBezTo>
                <a:cubicBezTo>
                  <a:pt x="27434" y="18641"/>
                  <a:pt x="39091" y="40134"/>
                  <a:pt x="51546" y="68023"/>
                </a:cubicBezTo>
                <a:lnTo>
                  <a:pt x="65726" y="34866"/>
                </a:lnTo>
                <a:cubicBezTo>
                  <a:pt x="70836" y="23427"/>
                  <a:pt x="75754" y="13593"/>
                  <a:pt x="80481" y="5365"/>
                </a:cubicBezTo>
                <a:cubicBezTo>
                  <a:pt x="82525" y="1788"/>
                  <a:pt x="85208" y="0"/>
                  <a:pt x="88529" y="0"/>
                </a:cubicBezTo>
                <a:cubicBezTo>
                  <a:pt x="91148" y="0"/>
                  <a:pt x="93463" y="925"/>
                  <a:pt x="95475" y="2776"/>
                </a:cubicBezTo>
                <a:cubicBezTo>
                  <a:pt x="97487" y="4626"/>
                  <a:pt x="98493" y="6828"/>
                  <a:pt x="98493" y="9380"/>
                </a:cubicBezTo>
                <a:cubicBezTo>
                  <a:pt x="98493" y="10784"/>
                  <a:pt x="98078" y="12379"/>
                  <a:pt x="97248" y="14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Text 3">
            <a:extLst xmlns:a="http://schemas.openxmlformats.org/drawingml/2006/main">
              <a:ext uri="{FF2B5EF4-FFF2-40B4-BE49-F238E27FC236}">
                <a16:creationId xmlns:a16="http://schemas.microsoft.com/office/drawing/2014/main" id="{DD6F970A-36EB-4321-8601-BB218563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28" y="4062135"/>
            <a:ext cx="58146" cy="97551"/>
          </a:xfrm>
          <a:custGeom xmlns:a="http://schemas.openxmlformats.org/drawingml/2006/main">
            <a:pathLst>
              <a:path w="58146" h="97551">
                <a:moveTo>
                  <a:pt x="28483" y="97551"/>
                </a:moveTo>
                <a:cubicBezTo>
                  <a:pt x="22237" y="97551"/>
                  <a:pt x="16631" y="96248"/>
                  <a:pt x="11666" y="93642"/>
                </a:cubicBezTo>
                <a:cubicBezTo>
                  <a:pt x="6081" y="90622"/>
                  <a:pt x="2317" y="86381"/>
                  <a:pt x="372" y="80920"/>
                </a:cubicBezTo>
                <a:cubicBezTo>
                  <a:pt x="124" y="80176"/>
                  <a:pt x="0" y="79452"/>
                  <a:pt x="0" y="78748"/>
                </a:cubicBezTo>
                <a:cubicBezTo>
                  <a:pt x="0" y="77093"/>
                  <a:pt x="631" y="75718"/>
                  <a:pt x="1893" y="74622"/>
                </a:cubicBezTo>
                <a:cubicBezTo>
                  <a:pt x="3154" y="73525"/>
                  <a:pt x="4613" y="72977"/>
                  <a:pt x="6268" y="72977"/>
                </a:cubicBezTo>
                <a:cubicBezTo>
                  <a:pt x="7922" y="72977"/>
                  <a:pt x="9350" y="73742"/>
                  <a:pt x="10549" y="75273"/>
                </a:cubicBezTo>
                <a:lnTo>
                  <a:pt x="13404" y="79555"/>
                </a:lnTo>
                <a:cubicBezTo>
                  <a:pt x="14893" y="81582"/>
                  <a:pt x="16900" y="83103"/>
                  <a:pt x="19423" y="84116"/>
                </a:cubicBezTo>
                <a:cubicBezTo>
                  <a:pt x="21947" y="85130"/>
                  <a:pt x="24967" y="85636"/>
                  <a:pt x="28483" y="85636"/>
                </a:cubicBezTo>
                <a:cubicBezTo>
                  <a:pt x="32993" y="85636"/>
                  <a:pt x="36944" y="84230"/>
                  <a:pt x="40336" y="81417"/>
                </a:cubicBezTo>
                <a:cubicBezTo>
                  <a:pt x="43935" y="78438"/>
                  <a:pt x="45735" y="74797"/>
                  <a:pt x="45735" y="70495"/>
                </a:cubicBezTo>
                <a:cubicBezTo>
                  <a:pt x="45735" y="64248"/>
                  <a:pt x="43439" y="59263"/>
                  <a:pt x="38847" y="55540"/>
                </a:cubicBezTo>
                <a:cubicBezTo>
                  <a:pt x="34792" y="52313"/>
                  <a:pt x="29414" y="50348"/>
                  <a:pt x="22712" y="49644"/>
                </a:cubicBezTo>
                <a:cubicBezTo>
                  <a:pt x="18120" y="49189"/>
                  <a:pt x="15824" y="47328"/>
                  <a:pt x="15824" y="44059"/>
                </a:cubicBezTo>
                <a:cubicBezTo>
                  <a:pt x="15824" y="41618"/>
                  <a:pt x="17624" y="39757"/>
                  <a:pt x="21223" y="38474"/>
                </a:cubicBezTo>
                <a:lnTo>
                  <a:pt x="36054" y="34813"/>
                </a:lnTo>
                <a:cubicBezTo>
                  <a:pt x="38909" y="33779"/>
                  <a:pt x="41060" y="32383"/>
                  <a:pt x="42508" y="30624"/>
                </a:cubicBezTo>
                <a:cubicBezTo>
                  <a:pt x="43956" y="28866"/>
                  <a:pt x="44701" y="26725"/>
                  <a:pt x="44742" y="24202"/>
                </a:cubicBezTo>
                <a:cubicBezTo>
                  <a:pt x="44825" y="20561"/>
                  <a:pt x="43418" y="17624"/>
                  <a:pt x="40522" y="15390"/>
                </a:cubicBezTo>
                <a:cubicBezTo>
                  <a:pt x="37502" y="13073"/>
                  <a:pt x="33262" y="11915"/>
                  <a:pt x="27801" y="11915"/>
                </a:cubicBezTo>
                <a:cubicBezTo>
                  <a:pt x="24988" y="11915"/>
                  <a:pt x="22257" y="12602"/>
                  <a:pt x="19610" y="13978"/>
                </a:cubicBezTo>
                <a:lnTo>
                  <a:pt x="12597" y="18421"/>
                </a:lnTo>
                <a:cubicBezTo>
                  <a:pt x="11232" y="19296"/>
                  <a:pt x="10136" y="19734"/>
                  <a:pt x="9308" y="19734"/>
                </a:cubicBezTo>
                <a:cubicBezTo>
                  <a:pt x="7653" y="19734"/>
                  <a:pt x="6237" y="19101"/>
                  <a:pt x="5058" y="17835"/>
                </a:cubicBezTo>
                <a:cubicBezTo>
                  <a:pt x="3878" y="16569"/>
                  <a:pt x="3289" y="15127"/>
                  <a:pt x="3289" y="13509"/>
                </a:cubicBezTo>
                <a:cubicBezTo>
                  <a:pt x="3289" y="10230"/>
                  <a:pt x="6454" y="7076"/>
                  <a:pt x="12783" y="4047"/>
                </a:cubicBezTo>
                <a:cubicBezTo>
                  <a:pt x="18286" y="1349"/>
                  <a:pt x="22816" y="0"/>
                  <a:pt x="26374" y="0"/>
                </a:cubicBezTo>
                <a:cubicBezTo>
                  <a:pt x="35268" y="0"/>
                  <a:pt x="42322" y="1963"/>
                  <a:pt x="47534" y="5888"/>
                </a:cubicBezTo>
                <a:cubicBezTo>
                  <a:pt x="53119" y="10101"/>
                  <a:pt x="55912" y="16112"/>
                  <a:pt x="55912" y="23920"/>
                </a:cubicBezTo>
                <a:cubicBezTo>
                  <a:pt x="55912" y="33628"/>
                  <a:pt x="51982" y="40032"/>
                  <a:pt x="44121" y="43130"/>
                </a:cubicBezTo>
                <a:cubicBezTo>
                  <a:pt x="43418" y="43419"/>
                  <a:pt x="42611" y="43708"/>
                  <a:pt x="41701" y="43997"/>
                </a:cubicBezTo>
                <a:cubicBezTo>
                  <a:pt x="47203" y="46027"/>
                  <a:pt x="51320" y="49061"/>
                  <a:pt x="54050" y="53100"/>
                </a:cubicBezTo>
                <a:cubicBezTo>
                  <a:pt x="56781" y="57137"/>
                  <a:pt x="58146" y="62179"/>
                  <a:pt x="58146" y="68226"/>
                </a:cubicBezTo>
                <a:cubicBezTo>
                  <a:pt x="58146" y="76386"/>
                  <a:pt x="55271" y="83314"/>
                  <a:pt x="49520" y="89009"/>
                </a:cubicBezTo>
                <a:cubicBezTo>
                  <a:pt x="43770" y="94704"/>
                  <a:pt x="36757" y="97551"/>
                  <a:pt x="28483" y="975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EDC99B-F6F6-4E16-946D-23028877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25" y="1987052"/>
            <a:ext cx="456125" cy="233230"/>
          </a:xfrm>
          <a:custGeom xmlns:a="http://schemas.openxmlformats.org/drawingml/2006/main">
            <a:pathLst>
              <a:path w="456125" h="233230">
                <a:moveTo>
                  <a:pt x="0" y="38825"/>
                </a:moveTo>
                <a:cubicBezTo>
                  <a:pt x="140" y="17346"/>
                  <a:pt x="17485" y="0"/>
                  <a:pt x="38546" y="279"/>
                </a:cubicBezTo>
                <a:lnTo>
                  <a:pt x="417300" y="279"/>
                </a:lnTo>
                <a:cubicBezTo>
                  <a:pt x="438780" y="0"/>
                  <a:pt x="456125" y="17346"/>
                  <a:pt x="455846" y="38825"/>
                </a:cubicBezTo>
                <a:lnTo>
                  <a:pt x="455846" y="193008"/>
                </a:lnTo>
                <a:cubicBezTo>
                  <a:pt x="456125" y="215186"/>
                  <a:pt x="438780" y="232532"/>
                  <a:pt x="417300" y="233230"/>
                </a:cubicBezTo>
                <a:lnTo>
                  <a:pt x="38546" y="233230"/>
                </a:lnTo>
                <a:cubicBezTo>
                  <a:pt x="17485" y="232532"/>
                  <a:pt x="140" y="215186"/>
                  <a:pt x="0" y="193008"/>
                </a:cubicBezTo>
                <a:lnTo>
                  <a:pt x="0" y="38825"/>
                </a:lnTo>
              </a:path>
            </a:pathLst>
          </a:custGeom>
          <a:solidFill xmlns:a="http://schemas.openxmlformats.org/drawingml/2006/main">
            <a:srgbClr val="FCF3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96C47A-A6A0-43A0-B69E-BE0BB4DD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790" y="1976578"/>
            <a:ext cx="476935" cy="253481"/>
          </a:xfrm>
          <a:custGeom xmlns:a="http://schemas.openxmlformats.org/drawingml/2006/main">
            <a:pathLst>
              <a:path w="476935" h="253481">
                <a:moveTo>
                  <a:pt x="3855" y="223412"/>
                </a:moveTo>
                <a:lnTo>
                  <a:pt x="5935" y="227727"/>
                </a:lnTo>
                <a:lnTo>
                  <a:pt x="8407" y="231792"/>
                </a:lnTo>
                <a:lnTo>
                  <a:pt x="11243" y="235576"/>
                </a:lnTo>
                <a:lnTo>
                  <a:pt x="14413" y="239068"/>
                </a:lnTo>
                <a:lnTo>
                  <a:pt x="17904" y="242238"/>
                </a:lnTo>
                <a:lnTo>
                  <a:pt x="21689" y="245073"/>
                </a:lnTo>
                <a:lnTo>
                  <a:pt x="25753" y="247545"/>
                </a:lnTo>
                <a:lnTo>
                  <a:pt x="30055" y="249626"/>
                </a:lnTo>
                <a:lnTo>
                  <a:pt x="34593" y="251274"/>
                </a:lnTo>
                <a:lnTo>
                  <a:pt x="39314" y="252489"/>
                </a:lnTo>
                <a:lnTo>
                  <a:pt x="44216" y="253243"/>
                </a:lnTo>
                <a:lnTo>
                  <a:pt x="48964" y="253481"/>
                </a:lnTo>
                <a:lnTo>
                  <a:pt x="427970" y="253481"/>
                </a:lnTo>
                <a:lnTo>
                  <a:pt x="432719" y="253243"/>
                </a:lnTo>
                <a:lnTo>
                  <a:pt x="437621" y="252489"/>
                </a:lnTo>
                <a:lnTo>
                  <a:pt x="442341" y="251274"/>
                </a:lnTo>
                <a:lnTo>
                  <a:pt x="446866" y="249626"/>
                </a:lnTo>
                <a:lnTo>
                  <a:pt x="451181" y="247545"/>
                </a:lnTo>
                <a:lnTo>
                  <a:pt x="455246" y="245073"/>
                </a:lnTo>
                <a:lnTo>
                  <a:pt x="459030" y="242238"/>
                </a:lnTo>
                <a:lnTo>
                  <a:pt x="462522" y="239068"/>
                </a:lnTo>
                <a:lnTo>
                  <a:pt x="465692" y="235576"/>
                </a:lnTo>
                <a:lnTo>
                  <a:pt x="468527" y="231792"/>
                </a:lnTo>
                <a:lnTo>
                  <a:pt x="470999" y="227727"/>
                </a:lnTo>
                <a:lnTo>
                  <a:pt x="473080" y="223412"/>
                </a:lnTo>
                <a:lnTo>
                  <a:pt x="474728" y="218887"/>
                </a:lnTo>
                <a:lnTo>
                  <a:pt x="475943" y="214167"/>
                </a:lnTo>
                <a:lnTo>
                  <a:pt x="476697" y="209265"/>
                </a:lnTo>
                <a:lnTo>
                  <a:pt x="476935" y="204516"/>
                </a:lnTo>
                <a:lnTo>
                  <a:pt x="476935" y="48964"/>
                </a:lnTo>
                <a:lnTo>
                  <a:pt x="476697" y="44216"/>
                </a:lnTo>
                <a:lnTo>
                  <a:pt x="475943" y="39314"/>
                </a:lnTo>
                <a:lnTo>
                  <a:pt x="474728" y="34593"/>
                </a:lnTo>
                <a:lnTo>
                  <a:pt x="473080" y="30069"/>
                </a:lnTo>
                <a:lnTo>
                  <a:pt x="470999" y="25753"/>
                </a:lnTo>
                <a:lnTo>
                  <a:pt x="468527" y="21689"/>
                </a:lnTo>
                <a:lnTo>
                  <a:pt x="465692" y="17904"/>
                </a:lnTo>
                <a:lnTo>
                  <a:pt x="462522" y="14413"/>
                </a:lnTo>
                <a:lnTo>
                  <a:pt x="459030" y="11243"/>
                </a:lnTo>
                <a:lnTo>
                  <a:pt x="455246" y="8407"/>
                </a:lnTo>
                <a:lnTo>
                  <a:pt x="451181" y="5935"/>
                </a:lnTo>
                <a:lnTo>
                  <a:pt x="446866" y="3855"/>
                </a:lnTo>
                <a:lnTo>
                  <a:pt x="442341" y="2207"/>
                </a:lnTo>
                <a:lnTo>
                  <a:pt x="437621" y="992"/>
                </a:lnTo>
                <a:lnTo>
                  <a:pt x="432719" y="237"/>
                </a:lnTo>
                <a:lnTo>
                  <a:pt x="427970" y="0"/>
                </a:lnTo>
                <a:lnTo>
                  <a:pt x="48964" y="0"/>
                </a:lnTo>
                <a:lnTo>
                  <a:pt x="44216" y="237"/>
                </a:lnTo>
                <a:lnTo>
                  <a:pt x="39314" y="992"/>
                </a:lnTo>
                <a:lnTo>
                  <a:pt x="34593" y="2207"/>
                </a:lnTo>
                <a:lnTo>
                  <a:pt x="30055" y="3855"/>
                </a:lnTo>
                <a:lnTo>
                  <a:pt x="25753" y="5935"/>
                </a:lnTo>
                <a:lnTo>
                  <a:pt x="21689" y="8407"/>
                </a:lnTo>
                <a:lnTo>
                  <a:pt x="17904" y="11243"/>
                </a:lnTo>
                <a:lnTo>
                  <a:pt x="14413" y="14413"/>
                </a:lnTo>
                <a:lnTo>
                  <a:pt x="11243" y="17904"/>
                </a:lnTo>
                <a:lnTo>
                  <a:pt x="8407" y="21689"/>
                </a:lnTo>
                <a:lnTo>
                  <a:pt x="5935" y="25753"/>
                </a:lnTo>
                <a:lnTo>
                  <a:pt x="3855" y="30069"/>
                </a:lnTo>
                <a:lnTo>
                  <a:pt x="2207" y="34593"/>
                </a:lnTo>
                <a:lnTo>
                  <a:pt x="992" y="39314"/>
                </a:lnTo>
                <a:lnTo>
                  <a:pt x="237" y="44216"/>
                </a:lnTo>
                <a:lnTo>
                  <a:pt x="0" y="48964"/>
                </a:lnTo>
                <a:lnTo>
                  <a:pt x="0" y="204516"/>
                </a:lnTo>
                <a:lnTo>
                  <a:pt x="237" y="209265"/>
                </a:lnTo>
                <a:lnTo>
                  <a:pt x="992" y="214167"/>
                </a:lnTo>
                <a:lnTo>
                  <a:pt x="2207" y="218887"/>
                </a:lnTo>
                <a:lnTo>
                  <a:pt x="3855" y="223412"/>
                </a:lnTo>
                <a:close/>
                <a:moveTo>
                  <a:pt x="21538" y="43533"/>
                </a:moveTo>
                <a:lnTo>
                  <a:pt x="22232" y="40818"/>
                </a:lnTo>
                <a:lnTo>
                  <a:pt x="23163" y="38266"/>
                </a:lnTo>
                <a:lnTo>
                  <a:pt x="24384" y="35741"/>
                </a:lnTo>
                <a:lnTo>
                  <a:pt x="25761" y="33472"/>
                </a:lnTo>
                <a:lnTo>
                  <a:pt x="27397" y="31270"/>
                </a:lnTo>
                <a:lnTo>
                  <a:pt x="29241" y="29241"/>
                </a:lnTo>
                <a:lnTo>
                  <a:pt x="31270" y="27397"/>
                </a:lnTo>
                <a:lnTo>
                  <a:pt x="33472" y="25761"/>
                </a:lnTo>
                <a:lnTo>
                  <a:pt x="35741" y="24384"/>
                </a:lnTo>
                <a:lnTo>
                  <a:pt x="38266" y="23163"/>
                </a:lnTo>
                <a:lnTo>
                  <a:pt x="40818" y="22232"/>
                </a:lnTo>
                <a:lnTo>
                  <a:pt x="43533" y="21538"/>
                </a:lnTo>
                <a:lnTo>
                  <a:pt x="46396" y="21101"/>
                </a:lnTo>
                <a:lnTo>
                  <a:pt x="49477" y="20949"/>
                </a:lnTo>
                <a:lnTo>
                  <a:pt x="427457" y="20949"/>
                </a:lnTo>
                <a:lnTo>
                  <a:pt x="430539" y="21101"/>
                </a:lnTo>
                <a:lnTo>
                  <a:pt x="433402" y="21538"/>
                </a:lnTo>
                <a:lnTo>
                  <a:pt x="436116" y="22232"/>
                </a:lnTo>
                <a:lnTo>
                  <a:pt x="438668" y="23163"/>
                </a:lnTo>
                <a:lnTo>
                  <a:pt x="441194" y="24384"/>
                </a:lnTo>
                <a:lnTo>
                  <a:pt x="443463" y="25761"/>
                </a:lnTo>
                <a:lnTo>
                  <a:pt x="445664" y="27397"/>
                </a:lnTo>
                <a:lnTo>
                  <a:pt x="447694" y="29241"/>
                </a:lnTo>
                <a:lnTo>
                  <a:pt x="449538" y="31270"/>
                </a:lnTo>
                <a:lnTo>
                  <a:pt x="451174" y="33472"/>
                </a:lnTo>
                <a:lnTo>
                  <a:pt x="452551" y="35741"/>
                </a:lnTo>
                <a:lnTo>
                  <a:pt x="453772" y="38266"/>
                </a:lnTo>
                <a:lnTo>
                  <a:pt x="454703" y="40818"/>
                </a:lnTo>
                <a:lnTo>
                  <a:pt x="455397" y="43533"/>
                </a:lnTo>
                <a:lnTo>
                  <a:pt x="455834" y="46396"/>
                </a:lnTo>
                <a:lnTo>
                  <a:pt x="455986" y="49477"/>
                </a:lnTo>
                <a:lnTo>
                  <a:pt x="455986" y="204003"/>
                </a:lnTo>
                <a:lnTo>
                  <a:pt x="455834" y="207085"/>
                </a:lnTo>
                <a:lnTo>
                  <a:pt x="455397" y="209948"/>
                </a:lnTo>
                <a:lnTo>
                  <a:pt x="454703" y="212662"/>
                </a:lnTo>
                <a:lnTo>
                  <a:pt x="453772" y="215214"/>
                </a:lnTo>
                <a:lnTo>
                  <a:pt x="452551" y="217740"/>
                </a:lnTo>
                <a:lnTo>
                  <a:pt x="451174" y="220009"/>
                </a:lnTo>
                <a:lnTo>
                  <a:pt x="449538" y="222211"/>
                </a:lnTo>
                <a:lnTo>
                  <a:pt x="447694" y="224240"/>
                </a:lnTo>
                <a:lnTo>
                  <a:pt x="445664" y="226084"/>
                </a:lnTo>
                <a:lnTo>
                  <a:pt x="443463" y="227720"/>
                </a:lnTo>
                <a:lnTo>
                  <a:pt x="441194" y="229097"/>
                </a:lnTo>
                <a:lnTo>
                  <a:pt x="438668" y="230318"/>
                </a:lnTo>
                <a:lnTo>
                  <a:pt x="436116" y="231249"/>
                </a:lnTo>
                <a:lnTo>
                  <a:pt x="433402" y="231943"/>
                </a:lnTo>
                <a:lnTo>
                  <a:pt x="430539" y="232380"/>
                </a:lnTo>
                <a:lnTo>
                  <a:pt x="427457" y="232532"/>
                </a:lnTo>
                <a:lnTo>
                  <a:pt x="49477" y="232532"/>
                </a:lnTo>
                <a:lnTo>
                  <a:pt x="46396" y="232380"/>
                </a:lnTo>
                <a:lnTo>
                  <a:pt x="43533" y="231943"/>
                </a:lnTo>
                <a:lnTo>
                  <a:pt x="40818" y="231249"/>
                </a:lnTo>
                <a:lnTo>
                  <a:pt x="38266" y="230318"/>
                </a:lnTo>
                <a:lnTo>
                  <a:pt x="35741" y="229097"/>
                </a:lnTo>
                <a:lnTo>
                  <a:pt x="33472" y="227720"/>
                </a:lnTo>
                <a:lnTo>
                  <a:pt x="31270" y="226084"/>
                </a:lnTo>
                <a:lnTo>
                  <a:pt x="29241" y="224240"/>
                </a:lnTo>
                <a:lnTo>
                  <a:pt x="27397" y="222211"/>
                </a:lnTo>
                <a:lnTo>
                  <a:pt x="25761" y="220009"/>
                </a:lnTo>
                <a:lnTo>
                  <a:pt x="24384" y="217740"/>
                </a:lnTo>
                <a:lnTo>
                  <a:pt x="23163" y="215214"/>
                </a:lnTo>
                <a:lnTo>
                  <a:pt x="22232" y="212662"/>
                </a:lnTo>
                <a:lnTo>
                  <a:pt x="21538" y="209948"/>
                </a:lnTo>
                <a:lnTo>
                  <a:pt x="21101" y="207085"/>
                </a:lnTo>
                <a:lnTo>
                  <a:pt x="20949" y="204003"/>
                </a:lnTo>
                <a:lnTo>
                  <a:pt x="20949" y="49477"/>
                </a:lnTo>
                <a:lnTo>
                  <a:pt x="21101" y="46396"/>
                </a:lnTo>
                <a:lnTo>
                  <a:pt x="21538" y="43533"/>
                </a:lnTo>
                <a:close/>
              </a:path>
            </a:pathLst>
          </a:custGeom>
          <a:solidFill xmlns:a="http://schemas.openxmlformats.org/drawingml/2006/main">
            <a:srgbClr val="FC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Text y">
            <a:extLst xmlns:a="http://schemas.openxmlformats.org/drawingml/2006/main">
              <a:ext uri="{FF2B5EF4-FFF2-40B4-BE49-F238E27FC236}">
                <a16:creationId xmlns:a16="http://schemas.microsoft.com/office/drawing/2014/main" id="{A98CF4A5-E80F-49BC-8127-F43F5160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101" y="2037025"/>
            <a:ext cx="98493" cy="155213"/>
          </a:xfrm>
          <a:custGeom xmlns:a="http://schemas.openxmlformats.org/drawingml/2006/main">
            <a:pathLst>
              <a:path w="98493" h="155213">
                <a:moveTo>
                  <a:pt x="97248" y="14165"/>
                </a:moveTo>
                <a:lnTo>
                  <a:pt x="64097" y="85840"/>
                </a:lnTo>
                <a:cubicBezTo>
                  <a:pt x="55922" y="103280"/>
                  <a:pt x="49662" y="117876"/>
                  <a:pt x="45319" y="129629"/>
                </a:cubicBezTo>
                <a:lnTo>
                  <a:pt x="38995" y="148219"/>
                </a:lnTo>
                <a:cubicBezTo>
                  <a:pt x="37334" y="152882"/>
                  <a:pt x="34460" y="155213"/>
                  <a:pt x="30372" y="155213"/>
                </a:cubicBezTo>
                <a:cubicBezTo>
                  <a:pt x="27689" y="155213"/>
                  <a:pt x="25374" y="154330"/>
                  <a:pt x="23426" y="152564"/>
                </a:cubicBezTo>
                <a:cubicBezTo>
                  <a:pt x="21478" y="150799"/>
                  <a:pt x="20504" y="148601"/>
                  <a:pt x="20504" y="145968"/>
                </a:cubicBezTo>
                <a:cubicBezTo>
                  <a:pt x="20504" y="139548"/>
                  <a:pt x="27402" y="121078"/>
                  <a:pt x="41199" y="90556"/>
                </a:cubicBezTo>
                <a:lnTo>
                  <a:pt x="6898" y="24453"/>
                </a:lnTo>
                <a:lnTo>
                  <a:pt x="2587" y="17447"/>
                </a:lnTo>
                <a:cubicBezTo>
                  <a:pt x="862" y="14504"/>
                  <a:pt x="0" y="12042"/>
                  <a:pt x="0" y="10060"/>
                </a:cubicBezTo>
                <a:cubicBezTo>
                  <a:pt x="0" y="7441"/>
                  <a:pt x="1006" y="5142"/>
                  <a:pt x="3018" y="3162"/>
                </a:cubicBezTo>
                <a:cubicBezTo>
                  <a:pt x="5030" y="1182"/>
                  <a:pt x="7282" y="192"/>
                  <a:pt x="9773" y="192"/>
                </a:cubicBezTo>
                <a:cubicBezTo>
                  <a:pt x="12711" y="192"/>
                  <a:pt x="14978" y="1309"/>
                  <a:pt x="16575" y="3545"/>
                </a:cubicBezTo>
                <a:cubicBezTo>
                  <a:pt x="27434" y="18641"/>
                  <a:pt x="39091" y="40134"/>
                  <a:pt x="51546" y="68023"/>
                </a:cubicBezTo>
                <a:lnTo>
                  <a:pt x="65726" y="34866"/>
                </a:lnTo>
                <a:cubicBezTo>
                  <a:pt x="70836" y="23427"/>
                  <a:pt x="75754" y="13593"/>
                  <a:pt x="80481" y="5365"/>
                </a:cubicBezTo>
                <a:cubicBezTo>
                  <a:pt x="82525" y="1788"/>
                  <a:pt x="85208" y="0"/>
                  <a:pt x="88529" y="0"/>
                </a:cubicBezTo>
                <a:cubicBezTo>
                  <a:pt x="91148" y="0"/>
                  <a:pt x="93463" y="925"/>
                  <a:pt x="95475" y="2776"/>
                </a:cubicBezTo>
                <a:cubicBezTo>
                  <a:pt x="97487" y="4626"/>
                  <a:pt x="98493" y="6828"/>
                  <a:pt x="98493" y="9380"/>
                </a:cubicBezTo>
                <a:cubicBezTo>
                  <a:pt x="98493" y="10784"/>
                  <a:pt x="98078" y="12379"/>
                  <a:pt x="97248" y="14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Text 1">
            <a:extLst xmlns:a="http://schemas.openxmlformats.org/drawingml/2006/main">
              <a:ext uri="{FF2B5EF4-FFF2-40B4-BE49-F238E27FC236}">
                <a16:creationId xmlns:a16="http://schemas.microsoft.com/office/drawing/2014/main" id="{59DBCC75-76E4-403A-A9C9-4A3337C0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240" y="2078268"/>
            <a:ext cx="39902" cy="96931"/>
          </a:xfrm>
          <a:custGeom xmlns:a="http://schemas.openxmlformats.org/drawingml/2006/main">
            <a:pathLst>
              <a:path w="39902" h="96931">
                <a:moveTo>
                  <a:pt x="33882" y="96931"/>
                </a:moveTo>
                <a:lnTo>
                  <a:pt x="21533" y="96931"/>
                </a:lnTo>
                <a:lnTo>
                  <a:pt x="9246" y="96868"/>
                </a:lnTo>
                <a:cubicBezTo>
                  <a:pt x="6350" y="96868"/>
                  <a:pt x="4323" y="96682"/>
                  <a:pt x="3165" y="96310"/>
                </a:cubicBezTo>
                <a:cubicBezTo>
                  <a:pt x="1055" y="95565"/>
                  <a:pt x="0" y="93993"/>
                  <a:pt x="0" y="91594"/>
                </a:cubicBezTo>
                <a:cubicBezTo>
                  <a:pt x="0" y="87415"/>
                  <a:pt x="3248" y="85326"/>
                  <a:pt x="9743" y="85326"/>
                </a:cubicBezTo>
                <a:lnTo>
                  <a:pt x="12721" y="85388"/>
                </a:lnTo>
                <a:lnTo>
                  <a:pt x="15266" y="85512"/>
                </a:lnTo>
                <a:cubicBezTo>
                  <a:pt x="15266" y="83523"/>
                  <a:pt x="15090" y="80580"/>
                  <a:pt x="14738" y="76685"/>
                </a:cubicBezTo>
                <a:cubicBezTo>
                  <a:pt x="14387" y="72788"/>
                  <a:pt x="14211" y="69866"/>
                  <a:pt x="14211" y="67918"/>
                </a:cubicBezTo>
                <a:cubicBezTo>
                  <a:pt x="14211" y="62653"/>
                  <a:pt x="14686" y="54653"/>
                  <a:pt x="15638" y="43918"/>
                </a:cubicBezTo>
                <a:cubicBezTo>
                  <a:pt x="16548" y="33349"/>
                  <a:pt x="16982" y="25329"/>
                  <a:pt x="16941" y="19858"/>
                </a:cubicBezTo>
                <a:cubicBezTo>
                  <a:pt x="11398" y="24160"/>
                  <a:pt x="7860" y="26311"/>
                  <a:pt x="6330" y="26311"/>
                </a:cubicBezTo>
                <a:cubicBezTo>
                  <a:pt x="4675" y="26311"/>
                  <a:pt x="3237" y="25691"/>
                  <a:pt x="2017" y="24450"/>
                </a:cubicBezTo>
                <a:cubicBezTo>
                  <a:pt x="796" y="23209"/>
                  <a:pt x="186" y="21781"/>
                  <a:pt x="186" y="20168"/>
                </a:cubicBezTo>
                <a:cubicBezTo>
                  <a:pt x="186" y="18224"/>
                  <a:pt x="1965" y="15865"/>
                  <a:pt x="5523" y="13094"/>
                </a:cubicBezTo>
                <a:cubicBezTo>
                  <a:pt x="7757" y="11522"/>
                  <a:pt x="10922" y="8998"/>
                  <a:pt x="15017" y="5523"/>
                </a:cubicBezTo>
                <a:cubicBezTo>
                  <a:pt x="18658" y="1841"/>
                  <a:pt x="22133" y="0"/>
                  <a:pt x="25443" y="0"/>
                </a:cubicBezTo>
                <a:cubicBezTo>
                  <a:pt x="28215" y="0"/>
                  <a:pt x="29600" y="1595"/>
                  <a:pt x="29600" y="4786"/>
                </a:cubicBezTo>
                <a:cubicBezTo>
                  <a:pt x="29600" y="5739"/>
                  <a:pt x="29476" y="7158"/>
                  <a:pt x="29228" y="9043"/>
                </a:cubicBezTo>
                <a:cubicBezTo>
                  <a:pt x="28980" y="10928"/>
                  <a:pt x="28856" y="12346"/>
                  <a:pt x="28856" y="13299"/>
                </a:cubicBezTo>
                <a:cubicBezTo>
                  <a:pt x="28856" y="14667"/>
                  <a:pt x="28928" y="16739"/>
                  <a:pt x="29073" y="19514"/>
                </a:cubicBezTo>
                <a:cubicBezTo>
                  <a:pt x="29218" y="22290"/>
                  <a:pt x="29290" y="24361"/>
                  <a:pt x="29290" y="25728"/>
                </a:cubicBezTo>
                <a:cubicBezTo>
                  <a:pt x="29290" y="30452"/>
                  <a:pt x="28794" y="37496"/>
                  <a:pt x="27801" y="46860"/>
                </a:cubicBezTo>
                <a:cubicBezTo>
                  <a:pt x="26808" y="56222"/>
                  <a:pt x="26311" y="63244"/>
                  <a:pt x="26311" y="67925"/>
                </a:cubicBezTo>
                <a:cubicBezTo>
                  <a:pt x="26311" y="70329"/>
                  <a:pt x="26477" y="73250"/>
                  <a:pt x="26808" y="76689"/>
                </a:cubicBezTo>
                <a:cubicBezTo>
                  <a:pt x="27139" y="80128"/>
                  <a:pt x="27325" y="82945"/>
                  <a:pt x="27366" y="85140"/>
                </a:cubicBezTo>
                <a:lnTo>
                  <a:pt x="33882" y="85016"/>
                </a:lnTo>
                <a:cubicBezTo>
                  <a:pt x="35620" y="85016"/>
                  <a:pt x="37057" y="85585"/>
                  <a:pt x="38195" y="86722"/>
                </a:cubicBezTo>
                <a:cubicBezTo>
                  <a:pt x="39333" y="87860"/>
                  <a:pt x="39902" y="89277"/>
                  <a:pt x="39902" y="90973"/>
                </a:cubicBezTo>
                <a:cubicBezTo>
                  <a:pt x="39902" y="92711"/>
                  <a:pt x="39333" y="94138"/>
                  <a:pt x="38195" y="95255"/>
                </a:cubicBezTo>
                <a:cubicBezTo>
                  <a:pt x="37057" y="96372"/>
                  <a:pt x="35620" y="96931"/>
                  <a:pt x="33882" y="969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F211B-30E7-422C-BE10-BD26721D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180" y="3011309"/>
            <a:ext cx="456544" cy="232951"/>
          </a:xfrm>
          <a:custGeom xmlns:a="http://schemas.openxmlformats.org/drawingml/2006/main">
            <a:pathLst>
              <a:path w="456544" h="232951">
                <a:moveTo>
                  <a:pt x="0" y="38546"/>
                </a:moveTo>
                <a:cubicBezTo>
                  <a:pt x="559" y="17485"/>
                  <a:pt x="17904" y="140"/>
                  <a:pt x="38546" y="0"/>
                </a:cubicBezTo>
                <a:lnTo>
                  <a:pt x="417300" y="0"/>
                </a:lnTo>
                <a:cubicBezTo>
                  <a:pt x="439199" y="140"/>
                  <a:pt x="456544" y="17485"/>
                  <a:pt x="455846" y="38546"/>
                </a:cubicBezTo>
                <a:lnTo>
                  <a:pt x="455846" y="194405"/>
                </a:lnTo>
                <a:cubicBezTo>
                  <a:pt x="456544" y="215326"/>
                  <a:pt x="439199" y="232671"/>
                  <a:pt x="417300" y="232951"/>
                </a:cubicBezTo>
                <a:lnTo>
                  <a:pt x="38546" y="232951"/>
                </a:lnTo>
                <a:cubicBezTo>
                  <a:pt x="17904" y="232671"/>
                  <a:pt x="559" y="215326"/>
                  <a:pt x="0" y="194405"/>
                </a:cubicBezTo>
                <a:lnTo>
                  <a:pt x="0" y="38546"/>
                </a:lnTo>
              </a:path>
            </a:pathLst>
          </a:custGeom>
          <a:solidFill xmlns:a="http://schemas.openxmlformats.org/drawingml/2006/main">
            <a:srgbClr val="FCF3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3CDBC4-DB4B-4978-B2A4-A1162DFA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264" y="3000974"/>
            <a:ext cx="476935" cy="253481"/>
          </a:xfrm>
          <a:custGeom xmlns:a="http://schemas.openxmlformats.org/drawingml/2006/main">
            <a:pathLst>
              <a:path w="476935" h="253481">
                <a:moveTo>
                  <a:pt x="3855" y="223412"/>
                </a:moveTo>
                <a:lnTo>
                  <a:pt x="5935" y="227727"/>
                </a:lnTo>
                <a:lnTo>
                  <a:pt x="8407" y="231792"/>
                </a:lnTo>
                <a:lnTo>
                  <a:pt x="11243" y="235576"/>
                </a:lnTo>
                <a:lnTo>
                  <a:pt x="14413" y="239068"/>
                </a:lnTo>
                <a:lnTo>
                  <a:pt x="17904" y="242238"/>
                </a:lnTo>
                <a:lnTo>
                  <a:pt x="21689" y="245073"/>
                </a:lnTo>
                <a:lnTo>
                  <a:pt x="25753" y="247545"/>
                </a:lnTo>
                <a:lnTo>
                  <a:pt x="30055" y="249626"/>
                </a:lnTo>
                <a:lnTo>
                  <a:pt x="34593" y="251274"/>
                </a:lnTo>
                <a:lnTo>
                  <a:pt x="39314" y="252489"/>
                </a:lnTo>
                <a:lnTo>
                  <a:pt x="44216" y="253243"/>
                </a:lnTo>
                <a:lnTo>
                  <a:pt x="48964" y="253481"/>
                </a:lnTo>
                <a:lnTo>
                  <a:pt x="427970" y="253481"/>
                </a:lnTo>
                <a:lnTo>
                  <a:pt x="432719" y="253243"/>
                </a:lnTo>
                <a:lnTo>
                  <a:pt x="437621" y="252489"/>
                </a:lnTo>
                <a:lnTo>
                  <a:pt x="442341" y="251274"/>
                </a:lnTo>
                <a:lnTo>
                  <a:pt x="446866" y="249626"/>
                </a:lnTo>
                <a:lnTo>
                  <a:pt x="451181" y="247545"/>
                </a:lnTo>
                <a:lnTo>
                  <a:pt x="455246" y="245073"/>
                </a:lnTo>
                <a:lnTo>
                  <a:pt x="459030" y="242238"/>
                </a:lnTo>
                <a:lnTo>
                  <a:pt x="462522" y="239068"/>
                </a:lnTo>
                <a:lnTo>
                  <a:pt x="465692" y="235576"/>
                </a:lnTo>
                <a:lnTo>
                  <a:pt x="468527" y="231792"/>
                </a:lnTo>
                <a:lnTo>
                  <a:pt x="470999" y="227727"/>
                </a:lnTo>
                <a:lnTo>
                  <a:pt x="473080" y="223412"/>
                </a:lnTo>
                <a:lnTo>
                  <a:pt x="474728" y="218887"/>
                </a:lnTo>
                <a:lnTo>
                  <a:pt x="475943" y="214167"/>
                </a:lnTo>
                <a:lnTo>
                  <a:pt x="476697" y="209265"/>
                </a:lnTo>
                <a:lnTo>
                  <a:pt x="476935" y="204516"/>
                </a:lnTo>
                <a:lnTo>
                  <a:pt x="476935" y="48964"/>
                </a:lnTo>
                <a:lnTo>
                  <a:pt x="476697" y="44216"/>
                </a:lnTo>
                <a:lnTo>
                  <a:pt x="475943" y="39314"/>
                </a:lnTo>
                <a:lnTo>
                  <a:pt x="474728" y="34593"/>
                </a:lnTo>
                <a:lnTo>
                  <a:pt x="473080" y="30069"/>
                </a:lnTo>
                <a:lnTo>
                  <a:pt x="470999" y="25753"/>
                </a:lnTo>
                <a:lnTo>
                  <a:pt x="468527" y="21689"/>
                </a:lnTo>
                <a:lnTo>
                  <a:pt x="465692" y="17904"/>
                </a:lnTo>
                <a:lnTo>
                  <a:pt x="462522" y="14413"/>
                </a:lnTo>
                <a:lnTo>
                  <a:pt x="459030" y="11243"/>
                </a:lnTo>
                <a:lnTo>
                  <a:pt x="455246" y="8407"/>
                </a:lnTo>
                <a:lnTo>
                  <a:pt x="451181" y="5935"/>
                </a:lnTo>
                <a:lnTo>
                  <a:pt x="446866" y="3855"/>
                </a:lnTo>
                <a:lnTo>
                  <a:pt x="442341" y="2207"/>
                </a:lnTo>
                <a:lnTo>
                  <a:pt x="437621" y="992"/>
                </a:lnTo>
                <a:lnTo>
                  <a:pt x="432719" y="237"/>
                </a:lnTo>
                <a:lnTo>
                  <a:pt x="427970" y="0"/>
                </a:lnTo>
                <a:lnTo>
                  <a:pt x="48964" y="0"/>
                </a:lnTo>
                <a:lnTo>
                  <a:pt x="44216" y="237"/>
                </a:lnTo>
                <a:lnTo>
                  <a:pt x="39314" y="992"/>
                </a:lnTo>
                <a:lnTo>
                  <a:pt x="34593" y="2207"/>
                </a:lnTo>
                <a:lnTo>
                  <a:pt x="30055" y="3855"/>
                </a:lnTo>
                <a:lnTo>
                  <a:pt x="25753" y="5935"/>
                </a:lnTo>
                <a:lnTo>
                  <a:pt x="21689" y="8407"/>
                </a:lnTo>
                <a:lnTo>
                  <a:pt x="17904" y="11243"/>
                </a:lnTo>
                <a:lnTo>
                  <a:pt x="14413" y="14413"/>
                </a:lnTo>
                <a:lnTo>
                  <a:pt x="11243" y="17904"/>
                </a:lnTo>
                <a:lnTo>
                  <a:pt x="8407" y="21689"/>
                </a:lnTo>
                <a:lnTo>
                  <a:pt x="5935" y="25753"/>
                </a:lnTo>
                <a:lnTo>
                  <a:pt x="3855" y="30069"/>
                </a:lnTo>
                <a:lnTo>
                  <a:pt x="2207" y="34593"/>
                </a:lnTo>
                <a:lnTo>
                  <a:pt x="992" y="39314"/>
                </a:lnTo>
                <a:lnTo>
                  <a:pt x="237" y="44216"/>
                </a:lnTo>
                <a:lnTo>
                  <a:pt x="0" y="48964"/>
                </a:lnTo>
                <a:lnTo>
                  <a:pt x="0" y="204516"/>
                </a:lnTo>
                <a:lnTo>
                  <a:pt x="237" y="209265"/>
                </a:lnTo>
                <a:lnTo>
                  <a:pt x="992" y="214167"/>
                </a:lnTo>
                <a:lnTo>
                  <a:pt x="2207" y="218887"/>
                </a:lnTo>
                <a:lnTo>
                  <a:pt x="3855" y="223412"/>
                </a:lnTo>
                <a:close/>
                <a:moveTo>
                  <a:pt x="21538" y="43533"/>
                </a:moveTo>
                <a:lnTo>
                  <a:pt x="22232" y="40818"/>
                </a:lnTo>
                <a:lnTo>
                  <a:pt x="23163" y="38266"/>
                </a:lnTo>
                <a:lnTo>
                  <a:pt x="24384" y="35741"/>
                </a:lnTo>
                <a:lnTo>
                  <a:pt x="25761" y="33472"/>
                </a:lnTo>
                <a:lnTo>
                  <a:pt x="27397" y="31270"/>
                </a:lnTo>
                <a:lnTo>
                  <a:pt x="29241" y="29241"/>
                </a:lnTo>
                <a:lnTo>
                  <a:pt x="31270" y="27397"/>
                </a:lnTo>
                <a:lnTo>
                  <a:pt x="33472" y="25761"/>
                </a:lnTo>
                <a:lnTo>
                  <a:pt x="35741" y="24384"/>
                </a:lnTo>
                <a:lnTo>
                  <a:pt x="38266" y="23163"/>
                </a:lnTo>
                <a:lnTo>
                  <a:pt x="40818" y="22232"/>
                </a:lnTo>
                <a:lnTo>
                  <a:pt x="43533" y="21538"/>
                </a:lnTo>
                <a:lnTo>
                  <a:pt x="46396" y="21101"/>
                </a:lnTo>
                <a:lnTo>
                  <a:pt x="49477" y="20949"/>
                </a:lnTo>
                <a:lnTo>
                  <a:pt x="427457" y="20949"/>
                </a:lnTo>
                <a:lnTo>
                  <a:pt x="430539" y="21101"/>
                </a:lnTo>
                <a:lnTo>
                  <a:pt x="433402" y="21538"/>
                </a:lnTo>
                <a:lnTo>
                  <a:pt x="436116" y="22232"/>
                </a:lnTo>
                <a:lnTo>
                  <a:pt x="438668" y="23163"/>
                </a:lnTo>
                <a:lnTo>
                  <a:pt x="441194" y="24384"/>
                </a:lnTo>
                <a:lnTo>
                  <a:pt x="443463" y="25761"/>
                </a:lnTo>
                <a:lnTo>
                  <a:pt x="445664" y="27397"/>
                </a:lnTo>
                <a:lnTo>
                  <a:pt x="447694" y="29241"/>
                </a:lnTo>
                <a:lnTo>
                  <a:pt x="449538" y="31270"/>
                </a:lnTo>
                <a:lnTo>
                  <a:pt x="451174" y="33472"/>
                </a:lnTo>
                <a:lnTo>
                  <a:pt x="452551" y="35741"/>
                </a:lnTo>
                <a:lnTo>
                  <a:pt x="453772" y="38266"/>
                </a:lnTo>
                <a:lnTo>
                  <a:pt x="454703" y="40818"/>
                </a:lnTo>
                <a:lnTo>
                  <a:pt x="455397" y="43533"/>
                </a:lnTo>
                <a:lnTo>
                  <a:pt x="455834" y="46396"/>
                </a:lnTo>
                <a:lnTo>
                  <a:pt x="455986" y="49477"/>
                </a:lnTo>
                <a:lnTo>
                  <a:pt x="455986" y="204003"/>
                </a:lnTo>
                <a:lnTo>
                  <a:pt x="455834" y="207085"/>
                </a:lnTo>
                <a:lnTo>
                  <a:pt x="455397" y="209948"/>
                </a:lnTo>
                <a:lnTo>
                  <a:pt x="454703" y="212662"/>
                </a:lnTo>
                <a:lnTo>
                  <a:pt x="453772" y="215214"/>
                </a:lnTo>
                <a:lnTo>
                  <a:pt x="452551" y="217740"/>
                </a:lnTo>
                <a:lnTo>
                  <a:pt x="451174" y="220009"/>
                </a:lnTo>
                <a:lnTo>
                  <a:pt x="449538" y="222211"/>
                </a:lnTo>
                <a:lnTo>
                  <a:pt x="447694" y="224240"/>
                </a:lnTo>
                <a:lnTo>
                  <a:pt x="445664" y="226084"/>
                </a:lnTo>
                <a:lnTo>
                  <a:pt x="443463" y="227720"/>
                </a:lnTo>
                <a:lnTo>
                  <a:pt x="441194" y="229097"/>
                </a:lnTo>
                <a:lnTo>
                  <a:pt x="438668" y="230318"/>
                </a:lnTo>
                <a:lnTo>
                  <a:pt x="436116" y="231249"/>
                </a:lnTo>
                <a:lnTo>
                  <a:pt x="433402" y="231943"/>
                </a:lnTo>
                <a:lnTo>
                  <a:pt x="430539" y="232380"/>
                </a:lnTo>
                <a:lnTo>
                  <a:pt x="427457" y="232532"/>
                </a:lnTo>
                <a:lnTo>
                  <a:pt x="49477" y="232532"/>
                </a:lnTo>
                <a:lnTo>
                  <a:pt x="46396" y="232380"/>
                </a:lnTo>
                <a:lnTo>
                  <a:pt x="43533" y="231943"/>
                </a:lnTo>
                <a:lnTo>
                  <a:pt x="40818" y="231249"/>
                </a:lnTo>
                <a:lnTo>
                  <a:pt x="38266" y="230318"/>
                </a:lnTo>
                <a:lnTo>
                  <a:pt x="35741" y="229097"/>
                </a:lnTo>
                <a:lnTo>
                  <a:pt x="33472" y="227720"/>
                </a:lnTo>
                <a:lnTo>
                  <a:pt x="31270" y="226084"/>
                </a:lnTo>
                <a:lnTo>
                  <a:pt x="29241" y="224240"/>
                </a:lnTo>
                <a:lnTo>
                  <a:pt x="27397" y="222211"/>
                </a:lnTo>
                <a:lnTo>
                  <a:pt x="25761" y="220009"/>
                </a:lnTo>
                <a:lnTo>
                  <a:pt x="24384" y="217740"/>
                </a:lnTo>
                <a:lnTo>
                  <a:pt x="23163" y="215214"/>
                </a:lnTo>
                <a:lnTo>
                  <a:pt x="22232" y="212662"/>
                </a:lnTo>
                <a:lnTo>
                  <a:pt x="21538" y="209948"/>
                </a:lnTo>
                <a:lnTo>
                  <a:pt x="21101" y="207085"/>
                </a:lnTo>
                <a:lnTo>
                  <a:pt x="20949" y="204003"/>
                </a:lnTo>
                <a:lnTo>
                  <a:pt x="20949" y="49477"/>
                </a:lnTo>
                <a:lnTo>
                  <a:pt x="21101" y="46396"/>
                </a:lnTo>
                <a:lnTo>
                  <a:pt x="21538" y="43533"/>
                </a:lnTo>
                <a:close/>
              </a:path>
            </a:pathLst>
          </a:custGeom>
          <a:solidFill xmlns:a="http://schemas.openxmlformats.org/drawingml/2006/main">
            <a:srgbClr val="FC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Text y">
            <a:extLst xmlns:a="http://schemas.openxmlformats.org/drawingml/2006/main">
              <a:ext uri="{FF2B5EF4-FFF2-40B4-BE49-F238E27FC236}">
                <a16:creationId xmlns:a16="http://schemas.microsoft.com/office/drawing/2014/main" id="{82033ACA-F42B-43F7-A17E-6F0DEBD9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989" y="3061422"/>
            <a:ext cx="98493" cy="155213"/>
          </a:xfrm>
          <a:custGeom xmlns:a="http://schemas.openxmlformats.org/drawingml/2006/main">
            <a:pathLst>
              <a:path w="98493" h="155213">
                <a:moveTo>
                  <a:pt x="97248" y="14165"/>
                </a:moveTo>
                <a:lnTo>
                  <a:pt x="64097" y="85840"/>
                </a:lnTo>
                <a:cubicBezTo>
                  <a:pt x="55922" y="103280"/>
                  <a:pt x="49662" y="117876"/>
                  <a:pt x="45319" y="129629"/>
                </a:cubicBezTo>
                <a:lnTo>
                  <a:pt x="38995" y="148219"/>
                </a:lnTo>
                <a:cubicBezTo>
                  <a:pt x="37334" y="152882"/>
                  <a:pt x="34460" y="155213"/>
                  <a:pt x="30372" y="155213"/>
                </a:cubicBezTo>
                <a:cubicBezTo>
                  <a:pt x="27689" y="155213"/>
                  <a:pt x="25374" y="154330"/>
                  <a:pt x="23426" y="152564"/>
                </a:cubicBezTo>
                <a:cubicBezTo>
                  <a:pt x="21478" y="150799"/>
                  <a:pt x="20504" y="148601"/>
                  <a:pt x="20504" y="145968"/>
                </a:cubicBezTo>
                <a:cubicBezTo>
                  <a:pt x="20504" y="139548"/>
                  <a:pt x="27402" y="121078"/>
                  <a:pt x="41199" y="90556"/>
                </a:cubicBezTo>
                <a:lnTo>
                  <a:pt x="6898" y="24453"/>
                </a:lnTo>
                <a:lnTo>
                  <a:pt x="2587" y="17447"/>
                </a:lnTo>
                <a:cubicBezTo>
                  <a:pt x="862" y="14504"/>
                  <a:pt x="0" y="12042"/>
                  <a:pt x="0" y="10060"/>
                </a:cubicBezTo>
                <a:cubicBezTo>
                  <a:pt x="0" y="7441"/>
                  <a:pt x="1006" y="5142"/>
                  <a:pt x="3018" y="3162"/>
                </a:cubicBezTo>
                <a:cubicBezTo>
                  <a:pt x="5030" y="1182"/>
                  <a:pt x="7282" y="192"/>
                  <a:pt x="9773" y="192"/>
                </a:cubicBezTo>
                <a:cubicBezTo>
                  <a:pt x="12711" y="192"/>
                  <a:pt x="14978" y="1309"/>
                  <a:pt x="16575" y="3545"/>
                </a:cubicBezTo>
                <a:cubicBezTo>
                  <a:pt x="27434" y="18641"/>
                  <a:pt x="39091" y="40134"/>
                  <a:pt x="51546" y="68023"/>
                </a:cubicBezTo>
                <a:lnTo>
                  <a:pt x="65726" y="34866"/>
                </a:lnTo>
                <a:cubicBezTo>
                  <a:pt x="70836" y="23427"/>
                  <a:pt x="75754" y="13593"/>
                  <a:pt x="80481" y="5365"/>
                </a:cubicBezTo>
                <a:cubicBezTo>
                  <a:pt x="82525" y="1788"/>
                  <a:pt x="85208" y="0"/>
                  <a:pt x="88529" y="0"/>
                </a:cubicBezTo>
                <a:cubicBezTo>
                  <a:pt x="91148" y="0"/>
                  <a:pt x="93463" y="925"/>
                  <a:pt x="95475" y="2776"/>
                </a:cubicBezTo>
                <a:cubicBezTo>
                  <a:pt x="97487" y="4626"/>
                  <a:pt x="98493" y="6828"/>
                  <a:pt x="98493" y="9380"/>
                </a:cubicBezTo>
                <a:cubicBezTo>
                  <a:pt x="98493" y="10784"/>
                  <a:pt x="98078" y="12379"/>
                  <a:pt x="97248" y="14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Text k">
            <a:extLst xmlns:a="http://schemas.openxmlformats.org/drawingml/2006/main">
              <a:ext uri="{FF2B5EF4-FFF2-40B4-BE49-F238E27FC236}">
                <a16:creationId xmlns:a16="http://schemas.microsoft.com/office/drawing/2014/main" id="{9512E547-246A-4114-BB64-EA846029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438" y="3099810"/>
            <a:ext cx="56657" cy="102143"/>
          </a:xfrm>
          <a:custGeom xmlns:a="http://schemas.openxmlformats.org/drawingml/2006/main">
            <a:pathLst>
              <a:path w="56657" h="102143">
                <a:moveTo>
                  <a:pt x="50203" y="102143"/>
                </a:moveTo>
                <a:cubicBezTo>
                  <a:pt x="47927" y="102143"/>
                  <a:pt x="46169" y="100943"/>
                  <a:pt x="44928" y="98544"/>
                </a:cubicBezTo>
                <a:cubicBezTo>
                  <a:pt x="42777" y="94363"/>
                  <a:pt x="39529" y="89416"/>
                  <a:pt x="35185" y="83703"/>
                </a:cubicBezTo>
                <a:lnTo>
                  <a:pt x="24202" y="68738"/>
                </a:lnTo>
                <a:cubicBezTo>
                  <a:pt x="21802" y="70642"/>
                  <a:pt x="18079" y="73313"/>
                  <a:pt x="13032" y="76749"/>
                </a:cubicBezTo>
                <a:cubicBezTo>
                  <a:pt x="12577" y="83165"/>
                  <a:pt x="12349" y="89415"/>
                  <a:pt x="12349" y="95499"/>
                </a:cubicBezTo>
                <a:cubicBezTo>
                  <a:pt x="12349" y="97362"/>
                  <a:pt x="11780" y="98873"/>
                  <a:pt x="10642" y="100031"/>
                </a:cubicBezTo>
                <a:cubicBezTo>
                  <a:pt x="9505" y="101191"/>
                  <a:pt x="8047" y="101771"/>
                  <a:pt x="6268" y="101771"/>
                </a:cubicBezTo>
                <a:cubicBezTo>
                  <a:pt x="2089" y="101771"/>
                  <a:pt x="0" y="98956"/>
                  <a:pt x="0" y="93325"/>
                </a:cubicBezTo>
                <a:cubicBezTo>
                  <a:pt x="0" y="89890"/>
                  <a:pt x="238" y="84748"/>
                  <a:pt x="714" y="77897"/>
                </a:cubicBezTo>
                <a:cubicBezTo>
                  <a:pt x="1189" y="71045"/>
                  <a:pt x="1427" y="65902"/>
                  <a:pt x="1427" y="62467"/>
                </a:cubicBezTo>
                <a:cubicBezTo>
                  <a:pt x="1427" y="56174"/>
                  <a:pt x="1520" y="48982"/>
                  <a:pt x="1707" y="40889"/>
                </a:cubicBezTo>
                <a:cubicBezTo>
                  <a:pt x="1893" y="32796"/>
                  <a:pt x="1986" y="25644"/>
                  <a:pt x="1986" y="19435"/>
                </a:cubicBezTo>
                <a:cubicBezTo>
                  <a:pt x="1986" y="17572"/>
                  <a:pt x="1893" y="15378"/>
                  <a:pt x="1707" y="12853"/>
                </a:cubicBezTo>
                <a:cubicBezTo>
                  <a:pt x="1520" y="10328"/>
                  <a:pt x="1427" y="8134"/>
                  <a:pt x="1427" y="6271"/>
                </a:cubicBezTo>
                <a:cubicBezTo>
                  <a:pt x="1427" y="4409"/>
                  <a:pt x="1996" y="2898"/>
                  <a:pt x="3134" y="1739"/>
                </a:cubicBezTo>
                <a:cubicBezTo>
                  <a:pt x="4271" y="580"/>
                  <a:pt x="5730" y="0"/>
                  <a:pt x="7509" y="0"/>
                </a:cubicBezTo>
                <a:cubicBezTo>
                  <a:pt x="9288" y="0"/>
                  <a:pt x="10746" y="580"/>
                  <a:pt x="11884" y="1739"/>
                </a:cubicBezTo>
                <a:cubicBezTo>
                  <a:pt x="13021" y="2898"/>
                  <a:pt x="13590" y="4409"/>
                  <a:pt x="13590" y="6271"/>
                </a:cubicBezTo>
                <a:cubicBezTo>
                  <a:pt x="13590" y="8176"/>
                  <a:pt x="13694" y="10422"/>
                  <a:pt x="13900" y="13010"/>
                </a:cubicBezTo>
                <a:cubicBezTo>
                  <a:pt x="14107" y="15597"/>
                  <a:pt x="14211" y="17842"/>
                  <a:pt x="14211" y="19745"/>
                </a:cubicBezTo>
                <a:lnTo>
                  <a:pt x="13776" y="39741"/>
                </a:lnTo>
                <a:cubicBezTo>
                  <a:pt x="13569" y="46943"/>
                  <a:pt x="13507" y="54146"/>
                  <a:pt x="13590" y="61350"/>
                </a:cubicBezTo>
                <a:cubicBezTo>
                  <a:pt x="19216" y="57044"/>
                  <a:pt x="24636" y="52325"/>
                  <a:pt x="29849" y="47191"/>
                </a:cubicBezTo>
                <a:lnTo>
                  <a:pt x="43501" y="33097"/>
                </a:lnTo>
                <a:cubicBezTo>
                  <a:pt x="44866" y="31690"/>
                  <a:pt x="46335" y="30987"/>
                  <a:pt x="47907" y="30987"/>
                </a:cubicBezTo>
                <a:cubicBezTo>
                  <a:pt x="49520" y="30987"/>
                  <a:pt x="50978" y="31628"/>
                  <a:pt x="52282" y="32911"/>
                </a:cubicBezTo>
                <a:cubicBezTo>
                  <a:pt x="53585" y="34193"/>
                  <a:pt x="54236" y="35683"/>
                  <a:pt x="54236" y="37381"/>
                </a:cubicBezTo>
                <a:cubicBezTo>
                  <a:pt x="54236" y="38788"/>
                  <a:pt x="53637" y="40175"/>
                  <a:pt x="52437" y="41540"/>
                </a:cubicBezTo>
                <a:cubicBezTo>
                  <a:pt x="47348" y="47492"/>
                  <a:pt x="41081" y="53878"/>
                  <a:pt x="33634" y="60698"/>
                </a:cubicBezTo>
                <a:lnTo>
                  <a:pt x="47162" y="79171"/>
                </a:lnTo>
                <a:cubicBezTo>
                  <a:pt x="53492" y="87823"/>
                  <a:pt x="56657" y="93452"/>
                  <a:pt x="56657" y="96060"/>
                </a:cubicBezTo>
                <a:cubicBezTo>
                  <a:pt x="56657" y="97716"/>
                  <a:pt x="56005" y="99144"/>
                  <a:pt x="54702" y="100344"/>
                </a:cubicBezTo>
                <a:cubicBezTo>
                  <a:pt x="53399" y="101543"/>
                  <a:pt x="51899" y="102143"/>
                  <a:pt x="50203" y="102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1ACD41-CD66-49EE-9BC6-B91488FF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812" y="1962193"/>
            <a:ext cx="548021" cy="243425"/>
          </a:xfrm>
          <a:custGeom xmlns:a="http://schemas.openxmlformats.org/drawingml/2006/main">
            <a:pathLst>
              <a:path w="548021" h="243425">
                <a:moveTo>
                  <a:pt x="0" y="40222"/>
                </a:moveTo>
                <a:cubicBezTo>
                  <a:pt x="140" y="18547"/>
                  <a:pt x="18267" y="419"/>
                  <a:pt x="40222" y="0"/>
                </a:cubicBezTo>
                <a:lnTo>
                  <a:pt x="507799" y="0"/>
                </a:lnTo>
                <a:cubicBezTo>
                  <a:pt x="529474" y="419"/>
                  <a:pt x="547602" y="18547"/>
                  <a:pt x="548021" y="40222"/>
                </a:cubicBezTo>
                <a:lnTo>
                  <a:pt x="548021" y="202784"/>
                </a:lnTo>
                <a:cubicBezTo>
                  <a:pt x="547602" y="225297"/>
                  <a:pt x="529474" y="243425"/>
                  <a:pt x="507799" y="243006"/>
                </a:cubicBezTo>
                <a:lnTo>
                  <a:pt x="40222" y="243006"/>
                </a:lnTo>
                <a:cubicBezTo>
                  <a:pt x="18267" y="243425"/>
                  <a:pt x="140" y="225297"/>
                  <a:pt x="0" y="202784"/>
                </a:cubicBezTo>
                <a:lnTo>
                  <a:pt x="0" y="40222"/>
                </a:lnTo>
              </a:path>
            </a:pathLst>
          </a:custGeom>
          <a:solidFill xmlns:a="http://schemas.openxmlformats.org/drawingml/2006/main">
            <a:srgbClr val="CF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71DCB0-CFDC-4AD9-B3A7-AFA6DA35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477" y="1952137"/>
            <a:ext cx="568411" cy="263955"/>
          </a:xfrm>
          <a:custGeom xmlns:a="http://schemas.openxmlformats.org/drawingml/2006/main">
            <a:pathLst>
              <a:path w="568411" h="263955">
                <a:moveTo>
                  <a:pt x="3994" y="232825"/>
                </a:moveTo>
                <a:lnTo>
                  <a:pt x="6145" y="237294"/>
                </a:lnTo>
                <a:lnTo>
                  <a:pt x="8701" y="241498"/>
                </a:lnTo>
                <a:lnTo>
                  <a:pt x="11634" y="245422"/>
                </a:lnTo>
                <a:lnTo>
                  <a:pt x="14916" y="249039"/>
                </a:lnTo>
                <a:lnTo>
                  <a:pt x="18533" y="252321"/>
                </a:lnTo>
                <a:lnTo>
                  <a:pt x="22457" y="255254"/>
                </a:lnTo>
                <a:lnTo>
                  <a:pt x="26661" y="257810"/>
                </a:lnTo>
                <a:lnTo>
                  <a:pt x="31130" y="259961"/>
                </a:lnTo>
                <a:lnTo>
                  <a:pt x="35822" y="261679"/>
                </a:lnTo>
                <a:lnTo>
                  <a:pt x="40711" y="262935"/>
                </a:lnTo>
                <a:lnTo>
                  <a:pt x="45780" y="263704"/>
                </a:lnTo>
                <a:lnTo>
                  <a:pt x="50710" y="263955"/>
                </a:lnTo>
                <a:lnTo>
                  <a:pt x="517701" y="263955"/>
                </a:lnTo>
                <a:lnTo>
                  <a:pt x="522631" y="263704"/>
                </a:lnTo>
                <a:lnTo>
                  <a:pt x="527700" y="262935"/>
                </a:lnTo>
                <a:lnTo>
                  <a:pt x="532588" y="261679"/>
                </a:lnTo>
                <a:lnTo>
                  <a:pt x="537281" y="259961"/>
                </a:lnTo>
                <a:lnTo>
                  <a:pt x="541750" y="257810"/>
                </a:lnTo>
                <a:lnTo>
                  <a:pt x="545954" y="255254"/>
                </a:lnTo>
                <a:lnTo>
                  <a:pt x="549878" y="252321"/>
                </a:lnTo>
                <a:lnTo>
                  <a:pt x="553495" y="249039"/>
                </a:lnTo>
                <a:lnTo>
                  <a:pt x="556777" y="245422"/>
                </a:lnTo>
                <a:lnTo>
                  <a:pt x="559710" y="241498"/>
                </a:lnTo>
                <a:lnTo>
                  <a:pt x="562266" y="237294"/>
                </a:lnTo>
                <a:lnTo>
                  <a:pt x="564417" y="232825"/>
                </a:lnTo>
                <a:lnTo>
                  <a:pt x="566135" y="228133"/>
                </a:lnTo>
                <a:lnTo>
                  <a:pt x="567391" y="223244"/>
                </a:lnTo>
                <a:lnTo>
                  <a:pt x="568160" y="218175"/>
                </a:lnTo>
                <a:lnTo>
                  <a:pt x="568411" y="213245"/>
                </a:lnTo>
                <a:lnTo>
                  <a:pt x="568411" y="50710"/>
                </a:lnTo>
                <a:lnTo>
                  <a:pt x="568160" y="45780"/>
                </a:lnTo>
                <a:lnTo>
                  <a:pt x="567391" y="40711"/>
                </a:lnTo>
                <a:lnTo>
                  <a:pt x="566135" y="35822"/>
                </a:lnTo>
                <a:lnTo>
                  <a:pt x="564417" y="31130"/>
                </a:lnTo>
                <a:lnTo>
                  <a:pt x="562266" y="26661"/>
                </a:lnTo>
                <a:lnTo>
                  <a:pt x="559710" y="22457"/>
                </a:lnTo>
                <a:lnTo>
                  <a:pt x="556777" y="18533"/>
                </a:lnTo>
                <a:lnTo>
                  <a:pt x="553495" y="14916"/>
                </a:lnTo>
                <a:lnTo>
                  <a:pt x="549878" y="11634"/>
                </a:lnTo>
                <a:lnTo>
                  <a:pt x="545954" y="8701"/>
                </a:lnTo>
                <a:lnTo>
                  <a:pt x="541750" y="6145"/>
                </a:lnTo>
                <a:lnTo>
                  <a:pt x="537281" y="3994"/>
                </a:lnTo>
                <a:lnTo>
                  <a:pt x="532588" y="2276"/>
                </a:lnTo>
                <a:lnTo>
                  <a:pt x="527700" y="1020"/>
                </a:lnTo>
                <a:lnTo>
                  <a:pt x="522631" y="251"/>
                </a:lnTo>
                <a:lnTo>
                  <a:pt x="517701" y="0"/>
                </a:lnTo>
                <a:lnTo>
                  <a:pt x="50710" y="0"/>
                </a:lnTo>
                <a:lnTo>
                  <a:pt x="45780" y="251"/>
                </a:lnTo>
                <a:lnTo>
                  <a:pt x="40711" y="1020"/>
                </a:lnTo>
                <a:lnTo>
                  <a:pt x="35822" y="2276"/>
                </a:lnTo>
                <a:lnTo>
                  <a:pt x="31130" y="3994"/>
                </a:lnTo>
                <a:lnTo>
                  <a:pt x="26661" y="6145"/>
                </a:lnTo>
                <a:lnTo>
                  <a:pt x="22457" y="8701"/>
                </a:lnTo>
                <a:lnTo>
                  <a:pt x="18533" y="11634"/>
                </a:lnTo>
                <a:lnTo>
                  <a:pt x="14916" y="14916"/>
                </a:lnTo>
                <a:lnTo>
                  <a:pt x="11634" y="18533"/>
                </a:lnTo>
                <a:lnTo>
                  <a:pt x="8701" y="22457"/>
                </a:lnTo>
                <a:lnTo>
                  <a:pt x="6145" y="26661"/>
                </a:lnTo>
                <a:lnTo>
                  <a:pt x="3994" y="31130"/>
                </a:lnTo>
                <a:lnTo>
                  <a:pt x="2276" y="35822"/>
                </a:lnTo>
                <a:lnTo>
                  <a:pt x="1020" y="40711"/>
                </a:lnTo>
                <a:lnTo>
                  <a:pt x="251" y="45780"/>
                </a:lnTo>
                <a:lnTo>
                  <a:pt x="0" y="50710"/>
                </a:lnTo>
                <a:lnTo>
                  <a:pt x="0" y="213245"/>
                </a:lnTo>
                <a:lnTo>
                  <a:pt x="251" y="218175"/>
                </a:lnTo>
                <a:lnTo>
                  <a:pt x="1020" y="223244"/>
                </a:lnTo>
                <a:lnTo>
                  <a:pt x="2276" y="228133"/>
                </a:lnTo>
                <a:lnTo>
                  <a:pt x="3994" y="232825"/>
                </a:lnTo>
                <a:close/>
                <a:moveTo>
                  <a:pt x="21569" y="44911"/>
                </a:moveTo>
                <a:lnTo>
                  <a:pt x="22310" y="42049"/>
                </a:lnTo>
                <a:lnTo>
                  <a:pt x="23285" y="39374"/>
                </a:lnTo>
                <a:lnTo>
                  <a:pt x="24600" y="36637"/>
                </a:lnTo>
                <a:lnTo>
                  <a:pt x="26051" y="34245"/>
                </a:lnTo>
                <a:lnTo>
                  <a:pt x="27803" y="31895"/>
                </a:lnTo>
                <a:lnTo>
                  <a:pt x="29750" y="29750"/>
                </a:lnTo>
                <a:lnTo>
                  <a:pt x="31895" y="27803"/>
                </a:lnTo>
                <a:lnTo>
                  <a:pt x="34245" y="26051"/>
                </a:lnTo>
                <a:lnTo>
                  <a:pt x="36637" y="24600"/>
                </a:lnTo>
                <a:lnTo>
                  <a:pt x="39374" y="23285"/>
                </a:lnTo>
                <a:lnTo>
                  <a:pt x="42049" y="22310"/>
                </a:lnTo>
                <a:lnTo>
                  <a:pt x="44911" y="21569"/>
                </a:lnTo>
                <a:lnTo>
                  <a:pt x="47851" y="21119"/>
                </a:lnTo>
                <a:lnTo>
                  <a:pt x="51230" y="20949"/>
                </a:lnTo>
                <a:lnTo>
                  <a:pt x="517181" y="20949"/>
                </a:lnTo>
                <a:lnTo>
                  <a:pt x="520560" y="21119"/>
                </a:lnTo>
                <a:lnTo>
                  <a:pt x="523500" y="21569"/>
                </a:lnTo>
                <a:lnTo>
                  <a:pt x="526362" y="22310"/>
                </a:lnTo>
                <a:lnTo>
                  <a:pt x="529037" y="23285"/>
                </a:lnTo>
                <a:lnTo>
                  <a:pt x="531774" y="24600"/>
                </a:lnTo>
                <a:lnTo>
                  <a:pt x="534157" y="26046"/>
                </a:lnTo>
                <a:lnTo>
                  <a:pt x="536573" y="27855"/>
                </a:lnTo>
                <a:lnTo>
                  <a:pt x="538661" y="29750"/>
                </a:lnTo>
                <a:lnTo>
                  <a:pt x="540608" y="31895"/>
                </a:lnTo>
                <a:lnTo>
                  <a:pt x="542360" y="34245"/>
                </a:lnTo>
                <a:lnTo>
                  <a:pt x="543811" y="36637"/>
                </a:lnTo>
                <a:lnTo>
                  <a:pt x="545126" y="39374"/>
                </a:lnTo>
                <a:lnTo>
                  <a:pt x="546101" y="42049"/>
                </a:lnTo>
                <a:lnTo>
                  <a:pt x="546842" y="44911"/>
                </a:lnTo>
                <a:lnTo>
                  <a:pt x="547292" y="47851"/>
                </a:lnTo>
                <a:lnTo>
                  <a:pt x="547462" y="51230"/>
                </a:lnTo>
                <a:lnTo>
                  <a:pt x="547462" y="212725"/>
                </a:lnTo>
                <a:lnTo>
                  <a:pt x="547292" y="216104"/>
                </a:lnTo>
                <a:lnTo>
                  <a:pt x="546842" y="219044"/>
                </a:lnTo>
                <a:lnTo>
                  <a:pt x="546101" y="221906"/>
                </a:lnTo>
                <a:lnTo>
                  <a:pt x="545126" y="224581"/>
                </a:lnTo>
                <a:lnTo>
                  <a:pt x="543811" y="227318"/>
                </a:lnTo>
                <a:lnTo>
                  <a:pt x="542365" y="229701"/>
                </a:lnTo>
                <a:lnTo>
                  <a:pt x="540556" y="232117"/>
                </a:lnTo>
                <a:lnTo>
                  <a:pt x="538661" y="234205"/>
                </a:lnTo>
                <a:lnTo>
                  <a:pt x="536573" y="236100"/>
                </a:lnTo>
                <a:lnTo>
                  <a:pt x="534157" y="237909"/>
                </a:lnTo>
                <a:lnTo>
                  <a:pt x="531774" y="239355"/>
                </a:lnTo>
                <a:lnTo>
                  <a:pt x="529037" y="240670"/>
                </a:lnTo>
                <a:lnTo>
                  <a:pt x="526362" y="241645"/>
                </a:lnTo>
                <a:lnTo>
                  <a:pt x="523500" y="242386"/>
                </a:lnTo>
                <a:lnTo>
                  <a:pt x="520560" y="242836"/>
                </a:lnTo>
                <a:lnTo>
                  <a:pt x="517181" y="243006"/>
                </a:lnTo>
                <a:lnTo>
                  <a:pt x="51230" y="243006"/>
                </a:lnTo>
                <a:lnTo>
                  <a:pt x="47851" y="242836"/>
                </a:lnTo>
                <a:lnTo>
                  <a:pt x="44911" y="242386"/>
                </a:lnTo>
                <a:lnTo>
                  <a:pt x="42049" y="241645"/>
                </a:lnTo>
                <a:lnTo>
                  <a:pt x="39374" y="240670"/>
                </a:lnTo>
                <a:lnTo>
                  <a:pt x="36637" y="239355"/>
                </a:lnTo>
                <a:lnTo>
                  <a:pt x="34245" y="237904"/>
                </a:lnTo>
                <a:lnTo>
                  <a:pt x="31895" y="236152"/>
                </a:lnTo>
                <a:lnTo>
                  <a:pt x="29750" y="234205"/>
                </a:lnTo>
                <a:lnTo>
                  <a:pt x="27855" y="232117"/>
                </a:lnTo>
                <a:lnTo>
                  <a:pt x="26046" y="229701"/>
                </a:lnTo>
                <a:lnTo>
                  <a:pt x="24600" y="227318"/>
                </a:lnTo>
                <a:lnTo>
                  <a:pt x="23285" y="224581"/>
                </a:lnTo>
                <a:lnTo>
                  <a:pt x="22310" y="221906"/>
                </a:lnTo>
                <a:lnTo>
                  <a:pt x="21569" y="219044"/>
                </a:lnTo>
                <a:lnTo>
                  <a:pt x="21119" y="216104"/>
                </a:lnTo>
                <a:lnTo>
                  <a:pt x="20949" y="212725"/>
                </a:lnTo>
                <a:lnTo>
                  <a:pt x="20949" y="51230"/>
                </a:lnTo>
                <a:lnTo>
                  <a:pt x="21119" y="47851"/>
                </a:lnTo>
                <a:lnTo>
                  <a:pt x="21569" y="44911"/>
                </a:ln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Text c">
            <a:extLst xmlns:a="http://schemas.openxmlformats.org/drawingml/2006/main">
              <a:ext uri="{FF2B5EF4-FFF2-40B4-BE49-F238E27FC236}">
                <a16:creationId xmlns:a16="http://schemas.microsoft.com/office/drawing/2014/main" id="{A6247739-55CE-408A-A2A5-4DDB7902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010" y="2027727"/>
            <a:ext cx="93975" cy="122690"/>
          </a:xfrm>
          <a:custGeom xmlns:a="http://schemas.openxmlformats.org/drawingml/2006/main">
            <a:pathLst>
              <a:path w="93975" h="122690">
                <a:moveTo>
                  <a:pt x="52861" y="122690"/>
                </a:moveTo>
                <a:cubicBezTo>
                  <a:pt x="37996" y="122690"/>
                  <a:pt x="25597" y="118186"/>
                  <a:pt x="15663" y="109179"/>
                </a:cubicBezTo>
                <a:cubicBezTo>
                  <a:pt x="5221" y="99736"/>
                  <a:pt x="0" y="87278"/>
                  <a:pt x="0" y="71803"/>
                </a:cubicBezTo>
                <a:cubicBezTo>
                  <a:pt x="0" y="57059"/>
                  <a:pt x="4895" y="41841"/>
                  <a:pt x="14684" y="26152"/>
                </a:cubicBezTo>
                <a:cubicBezTo>
                  <a:pt x="25560" y="8717"/>
                  <a:pt x="37815" y="0"/>
                  <a:pt x="51447" y="0"/>
                </a:cubicBezTo>
                <a:cubicBezTo>
                  <a:pt x="58553" y="0"/>
                  <a:pt x="66493" y="1673"/>
                  <a:pt x="75267" y="5020"/>
                </a:cubicBezTo>
                <a:cubicBezTo>
                  <a:pt x="86361" y="9314"/>
                  <a:pt x="91908" y="14553"/>
                  <a:pt x="91908" y="20737"/>
                </a:cubicBezTo>
                <a:cubicBezTo>
                  <a:pt x="91908" y="23502"/>
                  <a:pt x="91002" y="25958"/>
                  <a:pt x="89189" y="28106"/>
                </a:cubicBezTo>
                <a:cubicBezTo>
                  <a:pt x="87376" y="30252"/>
                  <a:pt x="85129" y="31325"/>
                  <a:pt x="82446" y="31325"/>
                </a:cubicBezTo>
                <a:cubicBezTo>
                  <a:pt x="80343" y="31325"/>
                  <a:pt x="78512" y="30685"/>
                  <a:pt x="76953" y="29405"/>
                </a:cubicBezTo>
                <a:cubicBezTo>
                  <a:pt x="75394" y="28122"/>
                  <a:pt x="73889" y="26858"/>
                  <a:pt x="72439" y="25611"/>
                </a:cubicBezTo>
                <a:cubicBezTo>
                  <a:pt x="68161" y="22169"/>
                  <a:pt x="61164" y="20448"/>
                  <a:pt x="51447" y="20448"/>
                </a:cubicBezTo>
                <a:cubicBezTo>
                  <a:pt x="44051" y="20448"/>
                  <a:pt x="36727" y="27065"/>
                  <a:pt x="29476" y="40298"/>
                </a:cubicBezTo>
                <a:cubicBezTo>
                  <a:pt x="22877" y="52439"/>
                  <a:pt x="19578" y="62945"/>
                  <a:pt x="19578" y="71814"/>
                </a:cubicBezTo>
                <a:cubicBezTo>
                  <a:pt x="19578" y="81410"/>
                  <a:pt x="22841" y="88972"/>
                  <a:pt x="29367" y="94498"/>
                </a:cubicBezTo>
                <a:cubicBezTo>
                  <a:pt x="35458" y="99660"/>
                  <a:pt x="43289" y="102241"/>
                  <a:pt x="52861" y="102241"/>
                </a:cubicBezTo>
                <a:cubicBezTo>
                  <a:pt x="57212" y="102241"/>
                  <a:pt x="61852" y="101081"/>
                  <a:pt x="66783" y="98761"/>
                </a:cubicBezTo>
                <a:lnTo>
                  <a:pt x="79400" y="92017"/>
                </a:lnTo>
                <a:cubicBezTo>
                  <a:pt x="81576" y="90857"/>
                  <a:pt x="83135" y="90277"/>
                  <a:pt x="84077" y="90277"/>
                </a:cubicBezTo>
                <a:cubicBezTo>
                  <a:pt x="86760" y="90277"/>
                  <a:pt x="89081" y="91346"/>
                  <a:pt x="91038" y="93486"/>
                </a:cubicBezTo>
                <a:cubicBezTo>
                  <a:pt x="92996" y="95625"/>
                  <a:pt x="93975" y="98072"/>
                  <a:pt x="93975" y="100827"/>
                </a:cubicBezTo>
                <a:cubicBezTo>
                  <a:pt x="93975" y="106121"/>
                  <a:pt x="88392" y="111233"/>
                  <a:pt x="77225" y="116164"/>
                </a:cubicBezTo>
                <a:cubicBezTo>
                  <a:pt x="67436" y="120514"/>
                  <a:pt x="59314" y="122690"/>
                  <a:pt x="52861" y="1226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Text 1">
            <a:extLst xmlns:a="http://schemas.openxmlformats.org/drawingml/2006/main">
              <a:ext uri="{FF2B5EF4-FFF2-40B4-BE49-F238E27FC236}">
                <a16:creationId xmlns:a16="http://schemas.microsoft.com/office/drawing/2014/main" id="{A1D03ED7-C07B-48BC-B2DB-DD5982A8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369" y="2076281"/>
            <a:ext cx="45821" cy="111310"/>
          </a:xfrm>
          <a:custGeom xmlns:a="http://schemas.openxmlformats.org/drawingml/2006/main">
            <a:pathLst>
              <a:path w="45821" h="111310">
                <a:moveTo>
                  <a:pt x="38909" y="111310"/>
                </a:moveTo>
                <a:lnTo>
                  <a:pt x="24728" y="111310"/>
                </a:lnTo>
                <a:lnTo>
                  <a:pt x="10618" y="111239"/>
                </a:lnTo>
                <a:cubicBezTo>
                  <a:pt x="7292" y="111239"/>
                  <a:pt x="4965" y="111025"/>
                  <a:pt x="3634" y="110598"/>
                </a:cubicBezTo>
                <a:cubicBezTo>
                  <a:pt x="1211" y="109743"/>
                  <a:pt x="0" y="107937"/>
                  <a:pt x="0" y="105182"/>
                </a:cubicBezTo>
                <a:cubicBezTo>
                  <a:pt x="0" y="100384"/>
                  <a:pt x="3729" y="97984"/>
                  <a:pt x="11188" y="97984"/>
                </a:cubicBezTo>
                <a:lnTo>
                  <a:pt x="14609" y="98056"/>
                </a:lnTo>
                <a:lnTo>
                  <a:pt x="17530" y="98198"/>
                </a:lnTo>
                <a:cubicBezTo>
                  <a:pt x="17530" y="95913"/>
                  <a:pt x="17328" y="92534"/>
                  <a:pt x="16925" y="88061"/>
                </a:cubicBezTo>
                <a:cubicBezTo>
                  <a:pt x="16521" y="83587"/>
                  <a:pt x="16319" y="80231"/>
                  <a:pt x="16319" y="77993"/>
                </a:cubicBezTo>
                <a:cubicBezTo>
                  <a:pt x="16319" y="71948"/>
                  <a:pt x="16865" y="62761"/>
                  <a:pt x="17958" y="50433"/>
                </a:cubicBezTo>
                <a:cubicBezTo>
                  <a:pt x="19003" y="38296"/>
                  <a:pt x="19502" y="29087"/>
                  <a:pt x="19454" y="22804"/>
                </a:cubicBezTo>
                <a:cubicBezTo>
                  <a:pt x="13088" y="27744"/>
                  <a:pt x="9026" y="30215"/>
                  <a:pt x="7269" y="30215"/>
                </a:cubicBezTo>
                <a:cubicBezTo>
                  <a:pt x="5368" y="30215"/>
                  <a:pt x="3717" y="29502"/>
                  <a:pt x="2316" y="28077"/>
                </a:cubicBezTo>
                <a:cubicBezTo>
                  <a:pt x="915" y="26652"/>
                  <a:pt x="214" y="25013"/>
                  <a:pt x="214" y="23160"/>
                </a:cubicBezTo>
                <a:cubicBezTo>
                  <a:pt x="214" y="20927"/>
                  <a:pt x="2257" y="18219"/>
                  <a:pt x="6342" y="15036"/>
                </a:cubicBezTo>
                <a:cubicBezTo>
                  <a:pt x="8908" y="13231"/>
                  <a:pt x="12542" y="10333"/>
                  <a:pt x="17245" y="6342"/>
                </a:cubicBezTo>
                <a:cubicBezTo>
                  <a:pt x="21426" y="2114"/>
                  <a:pt x="25417" y="0"/>
                  <a:pt x="29217" y="0"/>
                </a:cubicBezTo>
                <a:cubicBezTo>
                  <a:pt x="32400" y="0"/>
                  <a:pt x="33992" y="1832"/>
                  <a:pt x="33992" y="5496"/>
                </a:cubicBezTo>
                <a:cubicBezTo>
                  <a:pt x="33992" y="6590"/>
                  <a:pt x="33849" y="8220"/>
                  <a:pt x="33564" y="10384"/>
                </a:cubicBezTo>
                <a:cubicBezTo>
                  <a:pt x="33279" y="12549"/>
                  <a:pt x="33137" y="14178"/>
                  <a:pt x="33137" y="15272"/>
                </a:cubicBezTo>
                <a:cubicBezTo>
                  <a:pt x="33137" y="16843"/>
                  <a:pt x="33220" y="19222"/>
                  <a:pt x="33386" y="22409"/>
                </a:cubicBezTo>
                <a:cubicBezTo>
                  <a:pt x="33552" y="25597"/>
                  <a:pt x="33635" y="27975"/>
                  <a:pt x="33635" y="29545"/>
                </a:cubicBezTo>
                <a:cubicBezTo>
                  <a:pt x="33635" y="34969"/>
                  <a:pt x="33065" y="43058"/>
                  <a:pt x="31925" y="53811"/>
                </a:cubicBezTo>
                <a:cubicBezTo>
                  <a:pt x="30785" y="64563"/>
                  <a:pt x="30215" y="72627"/>
                  <a:pt x="30215" y="78002"/>
                </a:cubicBezTo>
                <a:cubicBezTo>
                  <a:pt x="30215" y="80762"/>
                  <a:pt x="30405" y="84117"/>
                  <a:pt x="30785" y="88066"/>
                </a:cubicBezTo>
                <a:cubicBezTo>
                  <a:pt x="31165" y="92015"/>
                  <a:pt x="31379" y="95250"/>
                  <a:pt x="31426" y="97771"/>
                </a:cubicBezTo>
                <a:lnTo>
                  <a:pt x="38909" y="97628"/>
                </a:lnTo>
                <a:cubicBezTo>
                  <a:pt x="40904" y="97628"/>
                  <a:pt x="42555" y="98281"/>
                  <a:pt x="43861" y="99588"/>
                </a:cubicBezTo>
                <a:cubicBezTo>
                  <a:pt x="45168" y="100894"/>
                  <a:pt x="45821" y="102521"/>
                  <a:pt x="45821" y="104469"/>
                </a:cubicBezTo>
                <a:cubicBezTo>
                  <a:pt x="45821" y="106465"/>
                  <a:pt x="45168" y="108104"/>
                  <a:pt x="43861" y="109386"/>
                </a:cubicBezTo>
                <a:cubicBezTo>
                  <a:pt x="42555" y="110669"/>
                  <a:pt x="40904" y="111310"/>
                  <a:pt x="38909" y="1113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4F3051-DD9E-4EA8-A47F-6343792B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79" y="3091752"/>
            <a:ext cx="791027" cy="135748"/>
          </a:xfrm>
          <a:custGeom xmlns:a="http://schemas.openxmlformats.org/drawingml/2006/main">
            <a:pathLst>
              <a:path w="791027" h="135748">
                <a:moveTo>
                  <a:pt x="0" y="35194"/>
                </a:moveTo>
                <a:lnTo>
                  <a:pt x="723991" y="35194"/>
                </a:lnTo>
                <a:lnTo>
                  <a:pt x="723991" y="0"/>
                </a:lnTo>
                <a:lnTo>
                  <a:pt x="791027" y="68712"/>
                </a:lnTo>
                <a:lnTo>
                  <a:pt x="723991" y="135748"/>
                </a:lnTo>
                <a:lnTo>
                  <a:pt x="723991" y="102230"/>
                </a:lnTo>
                <a:lnTo>
                  <a:pt x="0" y="102230"/>
                </a:lnTo>
                <a:lnTo>
                  <a:pt x="33518" y="68712"/>
                </a:lnTo>
                <a:lnTo>
                  <a:pt x="0" y="35194"/>
                </a:lnTo>
              </a:path>
            </a:pathLst>
          </a:custGeom>
          <a:solidFill xmlns:a="http://schemas.openxmlformats.org/drawingml/2006/main">
            <a:srgbClr val="D8E4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.">
            <a:extLst xmlns:a="http://schemas.openxmlformats.org/drawingml/2006/main">
              <a:ext uri="{FF2B5EF4-FFF2-40B4-BE49-F238E27FC236}">
                <a16:creationId xmlns:a16="http://schemas.microsoft.com/office/drawing/2014/main" id="{F8D5E497-EC66-4C21-84F2-7A563BE3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644" y="3421012"/>
            <a:ext cx="35676" cy="29802"/>
          </a:xfrm>
          <a:custGeom xmlns:a="http://schemas.openxmlformats.org/drawingml/2006/main">
            <a:pathLst>
              <a:path w="35676" h="29802">
                <a:moveTo>
                  <a:pt x="17947" y="29802"/>
                </a:moveTo>
                <a:cubicBezTo>
                  <a:pt x="13088" y="29802"/>
                  <a:pt x="8883" y="28292"/>
                  <a:pt x="5330" y="25271"/>
                </a:cubicBezTo>
                <a:cubicBezTo>
                  <a:pt x="1777" y="22251"/>
                  <a:pt x="0" y="18848"/>
                  <a:pt x="0" y="15064"/>
                </a:cubicBezTo>
                <a:cubicBezTo>
                  <a:pt x="0" y="11208"/>
                  <a:pt x="1777" y="7733"/>
                  <a:pt x="5330" y="4640"/>
                </a:cubicBezTo>
                <a:cubicBezTo>
                  <a:pt x="8883" y="1547"/>
                  <a:pt x="13088" y="0"/>
                  <a:pt x="17947" y="0"/>
                </a:cubicBezTo>
                <a:cubicBezTo>
                  <a:pt x="23095" y="0"/>
                  <a:pt x="27337" y="1456"/>
                  <a:pt x="30672" y="4368"/>
                </a:cubicBezTo>
                <a:cubicBezTo>
                  <a:pt x="34008" y="7277"/>
                  <a:pt x="35676" y="10843"/>
                  <a:pt x="35676" y="15064"/>
                </a:cubicBezTo>
                <a:cubicBezTo>
                  <a:pt x="35676" y="18921"/>
                  <a:pt x="33935" y="22342"/>
                  <a:pt x="30455" y="25326"/>
                </a:cubicBezTo>
                <a:cubicBezTo>
                  <a:pt x="26974" y="28310"/>
                  <a:pt x="22805" y="29802"/>
                  <a:pt x="17947" y="29802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.">
            <a:extLst xmlns:a="http://schemas.openxmlformats.org/drawingml/2006/main">
              <a:ext uri="{FF2B5EF4-FFF2-40B4-BE49-F238E27FC236}">
                <a16:creationId xmlns:a16="http://schemas.microsoft.com/office/drawing/2014/main" id="{905257A7-3429-4A44-A37A-0331DF3C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644" y="3532739"/>
            <a:ext cx="35676" cy="29802"/>
          </a:xfrm>
          <a:custGeom xmlns:a="http://schemas.openxmlformats.org/drawingml/2006/main">
            <a:pathLst>
              <a:path w="35676" h="29802">
                <a:moveTo>
                  <a:pt x="17947" y="29802"/>
                </a:moveTo>
                <a:cubicBezTo>
                  <a:pt x="13088" y="29802"/>
                  <a:pt x="8883" y="28292"/>
                  <a:pt x="5330" y="25271"/>
                </a:cubicBezTo>
                <a:cubicBezTo>
                  <a:pt x="1777" y="22251"/>
                  <a:pt x="0" y="18848"/>
                  <a:pt x="0" y="15064"/>
                </a:cubicBezTo>
                <a:cubicBezTo>
                  <a:pt x="0" y="11208"/>
                  <a:pt x="1777" y="7733"/>
                  <a:pt x="5330" y="4640"/>
                </a:cubicBezTo>
                <a:cubicBezTo>
                  <a:pt x="8883" y="1547"/>
                  <a:pt x="13088" y="0"/>
                  <a:pt x="17947" y="0"/>
                </a:cubicBezTo>
                <a:cubicBezTo>
                  <a:pt x="23095" y="0"/>
                  <a:pt x="27337" y="1456"/>
                  <a:pt x="30672" y="4368"/>
                </a:cubicBezTo>
                <a:cubicBezTo>
                  <a:pt x="34008" y="7277"/>
                  <a:pt x="35676" y="10843"/>
                  <a:pt x="35676" y="15064"/>
                </a:cubicBezTo>
                <a:cubicBezTo>
                  <a:pt x="35676" y="18921"/>
                  <a:pt x="33935" y="22342"/>
                  <a:pt x="30455" y="25326"/>
                </a:cubicBezTo>
                <a:cubicBezTo>
                  <a:pt x="26974" y="28310"/>
                  <a:pt x="22805" y="29802"/>
                  <a:pt x="17947" y="29802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Text .">
            <a:extLst xmlns:a="http://schemas.openxmlformats.org/drawingml/2006/main">
              <a:ext uri="{FF2B5EF4-FFF2-40B4-BE49-F238E27FC236}">
                <a16:creationId xmlns:a16="http://schemas.microsoft.com/office/drawing/2014/main" id="{09A880CE-414B-4ED9-94CA-8D4E3D08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644" y="3644466"/>
            <a:ext cx="35676" cy="29802"/>
          </a:xfrm>
          <a:custGeom xmlns:a="http://schemas.openxmlformats.org/drawingml/2006/main">
            <a:pathLst>
              <a:path w="35676" h="29802">
                <a:moveTo>
                  <a:pt x="17947" y="29802"/>
                </a:moveTo>
                <a:cubicBezTo>
                  <a:pt x="13088" y="29802"/>
                  <a:pt x="8883" y="28292"/>
                  <a:pt x="5330" y="25271"/>
                </a:cubicBezTo>
                <a:cubicBezTo>
                  <a:pt x="1777" y="22251"/>
                  <a:pt x="0" y="18848"/>
                  <a:pt x="0" y="15064"/>
                </a:cubicBezTo>
                <a:cubicBezTo>
                  <a:pt x="0" y="11208"/>
                  <a:pt x="1777" y="7733"/>
                  <a:pt x="5330" y="4640"/>
                </a:cubicBezTo>
                <a:cubicBezTo>
                  <a:pt x="8883" y="1547"/>
                  <a:pt x="13088" y="0"/>
                  <a:pt x="17947" y="0"/>
                </a:cubicBezTo>
                <a:cubicBezTo>
                  <a:pt x="23095" y="0"/>
                  <a:pt x="27337" y="1456"/>
                  <a:pt x="30672" y="4368"/>
                </a:cubicBezTo>
                <a:cubicBezTo>
                  <a:pt x="34008" y="7277"/>
                  <a:pt x="35676" y="10843"/>
                  <a:pt x="35676" y="15064"/>
                </a:cubicBezTo>
                <a:cubicBezTo>
                  <a:pt x="35676" y="18921"/>
                  <a:pt x="33935" y="22342"/>
                  <a:pt x="30455" y="25326"/>
                </a:cubicBezTo>
                <a:cubicBezTo>
                  <a:pt x="26974" y="28310"/>
                  <a:pt x="22805" y="29802"/>
                  <a:pt x="17947" y="29802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59AC6F-9849-4C40-BC89-BA84B1BD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519" y="3320807"/>
            <a:ext cx="751364" cy="118682"/>
          </a:xfrm>
          <a:custGeom xmlns:a="http://schemas.openxmlformats.org/drawingml/2006/main">
            <a:pathLst>
              <a:path w="751364" h="118682">
                <a:moveTo>
                  <a:pt x="639497" y="100694"/>
                </a:moveTo>
                <a:lnTo>
                  <a:pt x="637905" y="102663"/>
                </a:lnTo>
                <a:lnTo>
                  <a:pt x="636830" y="104954"/>
                </a:lnTo>
                <a:lnTo>
                  <a:pt x="636341" y="107425"/>
                </a:lnTo>
                <a:lnTo>
                  <a:pt x="636453" y="109953"/>
                </a:lnTo>
                <a:lnTo>
                  <a:pt x="637165" y="112369"/>
                </a:lnTo>
                <a:lnTo>
                  <a:pt x="638436" y="114548"/>
                </a:lnTo>
                <a:lnTo>
                  <a:pt x="640196" y="116364"/>
                </a:lnTo>
                <a:lnTo>
                  <a:pt x="642332" y="117704"/>
                </a:lnTo>
                <a:lnTo>
                  <a:pt x="644734" y="118486"/>
                </a:lnTo>
                <a:lnTo>
                  <a:pt x="647248" y="118682"/>
                </a:lnTo>
                <a:lnTo>
                  <a:pt x="649734" y="118263"/>
                </a:lnTo>
                <a:lnTo>
                  <a:pt x="652053" y="117271"/>
                </a:lnTo>
                <a:lnTo>
                  <a:pt x="751364" y="59341"/>
                </a:lnTo>
                <a:lnTo>
                  <a:pt x="652053" y="1411"/>
                </a:lnTo>
                <a:lnTo>
                  <a:pt x="649734" y="419"/>
                </a:lnTo>
                <a:lnTo>
                  <a:pt x="647248" y="0"/>
                </a:lnTo>
                <a:lnTo>
                  <a:pt x="644734" y="182"/>
                </a:lnTo>
                <a:lnTo>
                  <a:pt x="642332" y="978"/>
                </a:lnTo>
                <a:lnTo>
                  <a:pt x="640196" y="2318"/>
                </a:lnTo>
                <a:lnTo>
                  <a:pt x="638436" y="4134"/>
                </a:lnTo>
                <a:lnTo>
                  <a:pt x="637165" y="6313"/>
                </a:lnTo>
                <a:lnTo>
                  <a:pt x="636453" y="8729"/>
                </a:lnTo>
                <a:lnTo>
                  <a:pt x="636341" y="11256"/>
                </a:lnTo>
                <a:lnTo>
                  <a:pt x="636830" y="13728"/>
                </a:lnTo>
                <a:lnTo>
                  <a:pt x="637905" y="16019"/>
                </a:lnTo>
                <a:lnTo>
                  <a:pt x="639497" y="17988"/>
                </a:lnTo>
                <a:lnTo>
                  <a:pt x="641508" y="19510"/>
                </a:lnTo>
                <a:lnTo>
                  <a:pt x="691833" y="48867"/>
                </a:lnTo>
                <a:lnTo>
                  <a:pt x="0" y="48867"/>
                </a:lnTo>
                <a:lnTo>
                  <a:pt x="0" y="69815"/>
                </a:lnTo>
                <a:lnTo>
                  <a:pt x="691833" y="69815"/>
                </a:lnTo>
                <a:lnTo>
                  <a:pt x="641508" y="99172"/>
                </a:lnTo>
                <a:lnTo>
                  <a:pt x="639497" y="100694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Text selective">
            <a:extLst xmlns:a="http://schemas.openxmlformats.org/drawingml/2006/main">
              <a:ext uri="{FF2B5EF4-FFF2-40B4-BE49-F238E27FC236}">
                <a16:creationId xmlns:a16="http://schemas.microsoft.com/office/drawing/2014/main" id="{3947343E-EC2B-4526-A96D-16662AA1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449" y="3034883"/>
            <a:ext cx="574870" cy="113584"/>
          </a:xfrm>
          <a:custGeom xmlns:a="http://schemas.openxmlformats.org/drawingml/2006/main">
            <a:pathLst>
              <a:path w="574870" h="113584">
                <a:moveTo>
                  <a:pt x="52449" y="56995"/>
                </a:moveTo>
                <a:cubicBezTo>
                  <a:pt x="49962" y="56995"/>
                  <a:pt x="48220" y="56164"/>
                  <a:pt x="47225" y="54502"/>
                </a:cubicBezTo>
                <a:cubicBezTo>
                  <a:pt x="46546" y="53334"/>
                  <a:pt x="45958" y="50909"/>
                  <a:pt x="45461" y="47225"/>
                </a:cubicBezTo>
                <a:cubicBezTo>
                  <a:pt x="42068" y="48083"/>
                  <a:pt x="36844" y="49664"/>
                  <a:pt x="29787" y="51968"/>
                </a:cubicBezTo>
                <a:cubicBezTo>
                  <a:pt x="22504" y="54860"/>
                  <a:pt x="18840" y="58430"/>
                  <a:pt x="18795" y="62676"/>
                </a:cubicBezTo>
                <a:cubicBezTo>
                  <a:pt x="20152" y="63174"/>
                  <a:pt x="21486" y="63535"/>
                  <a:pt x="22798" y="63762"/>
                </a:cubicBezTo>
                <a:cubicBezTo>
                  <a:pt x="33202" y="65613"/>
                  <a:pt x="40937" y="68166"/>
                  <a:pt x="46003" y="71420"/>
                </a:cubicBezTo>
                <a:cubicBezTo>
                  <a:pt x="53377" y="76166"/>
                  <a:pt x="57063" y="83035"/>
                  <a:pt x="57063" y="92028"/>
                </a:cubicBezTo>
                <a:cubicBezTo>
                  <a:pt x="57063" y="99394"/>
                  <a:pt x="53874" y="104953"/>
                  <a:pt x="47496" y="108703"/>
                </a:cubicBezTo>
                <a:cubicBezTo>
                  <a:pt x="42204" y="111776"/>
                  <a:pt x="35509" y="113312"/>
                  <a:pt x="27412" y="113312"/>
                </a:cubicBezTo>
                <a:cubicBezTo>
                  <a:pt x="21486" y="113312"/>
                  <a:pt x="15832" y="112317"/>
                  <a:pt x="10449" y="110327"/>
                </a:cubicBezTo>
                <a:cubicBezTo>
                  <a:pt x="3483" y="107794"/>
                  <a:pt x="0" y="104266"/>
                  <a:pt x="0" y="99742"/>
                </a:cubicBezTo>
                <a:cubicBezTo>
                  <a:pt x="0" y="97933"/>
                  <a:pt x="712" y="96350"/>
                  <a:pt x="2137" y="94992"/>
                </a:cubicBezTo>
                <a:cubicBezTo>
                  <a:pt x="3562" y="93635"/>
                  <a:pt x="5179" y="92957"/>
                  <a:pt x="6989" y="92957"/>
                </a:cubicBezTo>
                <a:cubicBezTo>
                  <a:pt x="8391" y="92957"/>
                  <a:pt x="10200" y="94043"/>
                  <a:pt x="12417" y="96214"/>
                </a:cubicBezTo>
                <a:cubicBezTo>
                  <a:pt x="13503" y="97254"/>
                  <a:pt x="15945" y="98114"/>
                  <a:pt x="19745" y="98792"/>
                </a:cubicBezTo>
                <a:cubicBezTo>
                  <a:pt x="22776" y="99335"/>
                  <a:pt x="25331" y="99606"/>
                  <a:pt x="27412" y="99606"/>
                </a:cubicBezTo>
                <a:cubicBezTo>
                  <a:pt x="31212" y="99606"/>
                  <a:pt x="34559" y="99155"/>
                  <a:pt x="37454" y="98251"/>
                </a:cubicBezTo>
                <a:cubicBezTo>
                  <a:pt x="41661" y="96941"/>
                  <a:pt x="43764" y="94863"/>
                  <a:pt x="43764" y="92018"/>
                </a:cubicBezTo>
                <a:cubicBezTo>
                  <a:pt x="43764" y="85873"/>
                  <a:pt x="39467" y="81716"/>
                  <a:pt x="30873" y="79548"/>
                </a:cubicBezTo>
                <a:lnTo>
                  <a:pt x="23816" y="77987"/>
                </a:lnTo>
                <a:cubicBezTo>
                  <a:pt x="17800" y="76674"/>
                  <a:pt x="13525" y="75135"/>
                  <a:pt x="10992" y="73369"/>
                </a:cubicBezTo>
                <a:cubicBezTo>
                  <a:pt x="7328" y="70834"/>
                  <a:pt x="5496" y="67011"/>
                  <a:pt x="5496" y="61898"/>
                </a:cubicBezTo>
                <a:cubicBezTo>
                  <a:pt x="5496" y="52438"/>
                  <a:pt x="9952" y="45694"/>
                  <a:pt x="18863" y="41665"/>
                </a:cubicBezTo>
                <a:cubicBezTo>
                  <a:pt x="21577" y="40444"/>
                  <a:pt x="25919" y="38985"/>
                  <a:pt x="31890" y="37289"/>
                </a:cubicBezTo>
                <a:cubicBezTo>
                  <a:pt x="37861" y="35591"/>
                  <a:pt x="42136" y="34153"/>
                  <a:pt x="44714" y="32976"/>
                </a:cubicBezTo>
                <a:cubicBezTo>
                  <a:pt x="46569" y="32162"/>
                  <a:pt x="48582" y="31755"/>
                  <a:pt x="50753" y="31755"/>
                </a:cubicBezTo>
                <a:cubicBezTo>
                  <a:pt x="52698" y="31755"/>
                  <a:pt x="54293" y="32388"/>
                  <a:pt x="55537" y="33654"/>
                </a:cubicBezTo>
                <a:cubicBezTo>
                  <a:pt x="56781" y="34921"/>
                  <a:pt x="57403" y="36572"/>
                  <a:pt x="57403" y="38608"/>
                </a:cubicBezTo>
                <a:cubicBezTo>
                  <a:pt x="57403" y="39919"/>
                  <a:pt x="57685" y="41842"/>
                  <a:pt x="58251" y="44375"/>
                </a:cubicBezTo>
                <a:cubicBezTo>
                  <a:pt x="58816" y="46908"/>
                  <a:pt x="59099" y="48831"/>
                  <a:pt x="59099" y="50142"/>
                </a:cubicBezTo>
                <a:cubicBezTo>
                  <a:pt x="59099" y="52178"/>
                  <a:pt x="58477" y="53829"/>
                  <a:pt x="57233" y="55096"/>
                </a:cubicBezTo>
                <a:cubicBezTo>
                  <a:pt x="55989" y="56362"/>
                  <a:pt x="54395" y="56995"/>
                  <a:pt x="52449" y="56995"/>
                </a:cubicBezTo>
                <a:close/>
                <a:moveTo>
                  <a:pt x="106071" y="112363"/>
                </a:moveTo>
                <a:cubicBezTo>
                  <a:pt x="95848" y="112363"/>
                  <a:pt x="87570" y="109805"/>
                  <a:pt x="81237" y="104689"/>
                </a:cubicBezTo>
                <a:cubicBezTo>
                  <a:pt x="74316" y="99029"/>
                  <a:pt x="70856" y="91105"/>
                  <a:pt x="70856" y="80917"/>
                </a:cubicBezTo>
                <a:cubicBezTo>
                  <a:pt x="70856" y="69147"/>
                  <a:pt x="73705" y="59277"/>
                  <a:pt x="79405" y="51309"/>
                </a:cubicBezTo>
                <a:cubicBezTo>
                  <a:pt x="85602" y="42615"/>
                  <a:pt x="93880" y="38268"/>
                  <a:pt x="104239" y="38268"/>
                </a:cubicBezTo>
                <a:cubicBezTo>
                  <a:pt x="111748" y="38268"/>
                  <a:pt x="117877" y="39535"/>
                  <a:pt x="122627" y="42068"/>
                </a:cubicBezTo>
                <a:cubicBezTo>
                  <a:pt x="128462" y="45189"/>
                  <a:pt x="131379" y="49984"/>
                  <a:pt x="131379" y="56453"/>
                </a:cubicBezTo>
                <a:cubicBezTo>
                  <a:pt x="131379" y="60976"/>
                  <a:pt x="128824" y="65092"/>
                  <a:pt x="123712" y="68802"/>
                </a:cubicBezTo>
                <a:cubicBezTo>
                  <a:pt x="121450" y="70430"/>
                  <a:pt x="116656" y="72963"/>
                  <a:pt x="109328" y="76401"/>
                </a:cubicBezTo>
                <a:lnTo>
                  <a:pt x="83408" y="88682"/>
                </a:lnTo>
                <a:cubicBezTo>
                  <a:pt x="85941" y="92437"/>
                  <a:pt x="89096" y="95264"/>
                  <a:pt x="92874" y="97164"/>
                </a:cubicBezTo>
                <a:cubicBezTo>
                  <a:pt x="96651" y="99064"/>
                  <a:pt x="101050" y="100014"/>
                  <a:pt x="106071" y="100014"/>
                </a:cubicBezTo>
                <a:cubicBezTo>
                  <a:pt x="109192" y="100014"/>
                  <a:pt x="112856" y="99425"/>
                  <a:pt x="117063" y="98249"/>
                </a:cubicBezTo>
                <a:cubicBezTo>
                  <a:pt x="122400" y="96757"/>
                  <a:pt x="125838" y="94800"/>
                  <a:pt x="127376" y="92380"/>
                </a:cubicBezTo>
                <a:cubicBezTo>
                  <a:pt x="128914" y="89960"/>
                  <a:pt x="130565" y="88750"/>
                  <a:pt x="132329" y="88750"/>
                </a:cubicBezTo>
                <a:cubicBezTo>
                  <a:pt x="133913" y="88750"/>
                  <a:pt x="135326" y="89352"/>
                  <a:pt x="136570" y="90555"/>
                </a:cubicBezTo>
                <a:cubicBezTo>
                  <a:pt x="137814" y="91756"/>
                  <a:pt x="138436" y="93151"/>
                  <a:pt x="138436" y="94738"/>
                </a:cubicBezTo>
                <a:cubicBezTo>
                  <a:pt x="138436" y="99773"/>
                  <a:pt x="134388" y="104106"/>
                  <a:pt x="126291" y="107736"/>
                </a:cubicBezTo>
                <a:cubicBezTo>
                  <a:pt x="119370" y="110820"/>
                  <a:pt x="112630" y="112363"/>
                  <a:pt x="106071" y="112363"/>
                </a:cubicBezTo>
                <a:moveTo>
                  <a:pt x="104239" y="50482"/>
                </a:moveTo>
                <a:cubicBezTo>
                  <a:pt x="98720" y="50482"/>
                  <a:pt x="94129" y="52619"/>
                  <a:pt x="90465" y="56894"/>
                </a:cubicBezTo>
                <a:cubicBezTo>
                  <a:pt x="86801" y="61168"/>
                  <a:pt x="84064" y="67603"/>
                  <a:pt x="82255" y="76198"/>
                </a:cubicBezTo>
                <a:lnTo>
                  <a:pt x="103085" y="66291"/>
                </a:lnTo>
                <a:cubicBezTo>
                  <a:pt x="111273" y="62311"/>
                  <a:pt x="117108" y="58850"/>
                  <a:pt x="120591" y="55910"/>
                </a:cubicBezTo>
                <a:cubicBezTo>
                  <a:pt x="116701" y="52291"/>
                  <a:pt x="111250" y="50482"/>
                  <a:pt x="104239" y="50482"/>
                </a:cubicBezTo>
                <a:close/>
                <a:moveTo>
                  <a:pt x="168430" y="55910"/>
                </a:moveTo>
                <a:lnTo>
                  <a:pt x="167413" y="89672"/>
                </a:lnTo>
                <a:cubicBezTo>
                  <a:pt x="167413" y="93250"/>
                  <a:pt x="167232" y="98504"/>
                  <a:pt x="166870" y="105433"/>
                </a:cubicBezTo>
                <a:cubicBezTo>
                  <a:pt x="166418" y="109962"/>
                  <a:pt x="164201" y="112227"/>
                  <a:pt x="160220" y="112227"/>
                </a:cubicBezTo>
                <a:cubicBezTo>
                  <a:pt x="155787" y="112227"/>
                  <a:pt x="153571" y="109917"/>
                  <a:pt x="153571" y="105297"/>
                </a:cubicBezTo>
                <a:cubicBezTo>
                  <a:pt x="153571" y="99817"/>
                  <a:pt x="153820" y="91586"/>
                  <a:pt x="154317" y="80604"/>
                </a:cubicBezTo>
                <a:cubicBezTo>
                  <a:pt x="154815" y="69622"/>
                  <a:pt x="155064" y="61390"/>
                  <a:pt x="155064" y="55910"/>
                </a:cubicBezTo>
                <a:cubicBezTo>
                  <a:pt x="155064" y="48754"/>
                  <a:pt x="155177" y="40568"/>
                  <a:pt x="155403" y="31352"/>
                </a:cubicBezTo>
                <a:cubicBezTo>
                  <a:pt x="155629" y="22135"/>
                  <a:pt x="155742" y="13949"/>
                  <a:pt x="155742" y="6794"/>
                </a:cubicBezTo>
                <a:cubicBezTo>
                  <a:pt x="155742" y="2265"/>
                  <a:pt x="157959" y="0"/>
                  <a:pt x="162392" y="0"/>
                </a:cubicBezTo>
                <a:cubicBezTo>
                  <a:pt x="166870" y="0"/>
                  <a:pt x="169109" y="2265"/>
                  <a:pt x="169109" y="6794"/>
                </a:cubicBezTo>
                <a:cubicBezTo>
                  <a:pt x="169109" y="13949"/>
                  <a:pt x="168996" y="22135"/>
                  <a:pt x="168770" y="31352"/>
                </a:cubicBezTo>
                <a:cubicBezTo>
                  <a:pt x="168544" y="40568"/>
                  <a:pt x="168430" y="48754"/>
                  <a:pt x="168430" y="55910"/>
                </a:cubicBezTo>
                <a:close/>
                <a:moveTo>
                  <a:pt x="221289" y="112363"/>
                </a:moveTo>
                <a:cubicBezTo>
                  <a:pt x="211066" y="112363"/>
                  <a:pt x="202788" y="109805"/>
                  <a:pt x="196456" y="104689"/>
                </a:cubicBezTo>
                <a:cubicBezTo>
                  <a:pt x="189535" y="99029"/>
                  <a:pt x="186074" y="91105"/>
                  <a:pt x="186074" y="80917"/>
                </a:cubicBezTo>
                <a:cubicBezTo>
                  <a:pt x="186074" y="69147"/>
                  <a:pt x="188924" y="59277"/>
                  <a:pt x="194624" y="51309"/>
                </a:cubicBezTo>
                <a:cubicBezTo>
                  <a:pt x="200821" y="42615"/>
                  <a:pt x="209099" y="38268"/>
                  <a:pt x="219457" y="38268"/>
                </a:cubicBezTo>
                <a:cubicBezTo>
                  <a:pt x="226966" y="38268"/>
                  <a:pt x="233096" y="39535"/>
                  <a:pt x="237845" y="42068"/>
                </a:cubicBezTo>
                <a:cubicBezTo>
                  <a:pt x="243680" y="45189"/>
                  <a:pt x="246598" y="49984"/>
                  <a:pt x="246598" y="56453"/>
                </a:cubicBezTo>
                <a:cubicBezTo>
                  <a:pt x="246598" y="60976"/>
                  <a:pt x="244042" y="65092"/>
                  <a:pt x="238931" y="68802"/>
                </a:cubicBezTo>
                <a:cubicBezTo>
                  <a:pt x="236669" y="70430"/>
                  <a:pt x="231874" y="72963"/>
                  <a:pt x="224546" y="76401"/>
                </a:cubicBezTo>
                <a:lnTo>
                  <a:pt x="198627" y="88682"/>
                </a:lnTo>
                <a:cubicBezTo>
                  <a:pt x="201160" y="92437"/>
                  <a:pt x="204315" y="95264"/>
                  <a:pt x="208092" y="97164"/>
                </a:cubicBezTo>
                <a:cubicBezTo>
                  <a:pt x="211869" y="99064"/>
                  <a:pt x="216268" y="100014"/>
                  <a:pt x="221289" y="100014"/>
                </a:cubicBezTo>
                <a:cubicBezTo>
                  <a:pt x="224411" y="100014"/>
                  <a:pt x="228075" y="99425"/>
                  <a:pt x="232281" y="98249"/>
                </a:cubicBezTo>
                <a:cubicBezTo>
                  <a:pt x="237619" y="96757"/>
                  <a:pt x="241057" y="94800"/>
                  <a:pt x="242595" y="92380"/>
                </a:cubicBezTo>
                <a:cubicBezTo>
                  <a:pt x="244133" y="89960"/>
                  <a:pt x="245784" y="88750"/>
                  <a:pt x="247548" y="88750"/>
                </a:cubicBezTo>
                <a:cubicBezTo>
                  <a:pt x="249131" y="88750"/>
                  <a:pt x="250545" y="89352"/>
                  <a:pt x="251789" y="90555"/>
                </a:cubicBezTo>
                <a:cubicBezTo>
                  <a:pt x="253033" y="91756"/>
                  <a:pt x="253655" y="93151"/>
                  <a:pt x="253655" y="94738"/>
                </a:cubicBezTo>
                <a:cubicBezTo>
                  <a:pt x="253655" y="99773"/>
                  <a:pt x="249606" y="104106"/>
                  <a:pt x="241509" y="107736"/>
                </a:cubicBezTo>
                <a:cubicBezTo>
                  <a:pt x="234588" y="110820"/>
                  <a:pt x="227848" y="112363"/>
                  <a:pt x="221289" y="112363"/>
                </a:cubicBezTo>
                <a:moveTo>
                  <a:pt x="219457" y="50482"/>
                </a:moveTo>
                <a:cubicBezTo>
                  <a:pt x="213939" y="50482"/>
                  <a:pt x="209347" y="52619"/>
                  <a:pt x="205683" y="56894"/>
                </a:cubicBezTo>
                <a:cubicBezTo>
                  <a:pt x="202019" y="61168"/>
                  <a:pt x="199283" y="67603"/>
                  <a:pt x="197473" y="76198"/>
                </a:cubicBezTo>
                <a:lnTo>
                  <a:pt x="218304" y="66291"/>
                </a:lnTo>
                <a:cubicBezTo>
                  <a:pt x="226491" y="62311"/>
                  <a:pt x="232327" y="58850"/>
                  <a:pt x="235810" y="55910"/>
                </a:cubicBezTo>
                <a:cubicBezTo>
                  <a:pt x="231920" y="52291"/>
                  <a:pt x="226469" y="50482"/>
                  <a:pt x="219457" y="50482"/>
                </a:cubicBezTo>
                <a:close/>
                <a:moveTo>
                  <a:pt x="297084" y="113584"/>
                </a:moveTo>
                <a:cubicBezTo>
                  <a:pt x="287811" y="113584"/>
                  <a:pt x="280076" y="110774"/>
                  <a:pt x="273878" y="105155"/>
                </a:cubicBezTo>
                <a:cubicBezTo>
                  <a:pt x="267365" y="99265"/>
                  <a:pt x="264108" y="91493"/>
                  <a:pt x="264108" y="81840"/>
                </a:cubicBezTo>
                <a:cubicBezTo>
                  <a:pt x="264108" y="72642"/>
                  <a:pt x="267161" y="63149"/>
                  <a:pt x="273268" y="53361"/>
                </a:cubicBezTo>
                <a:cubicBezTo>
                  <a:pt x="280053" y="42485"/>
                  <a:pt x="287698" y="37047"/>
                  <a:pt x="296202" y="37047"/>
                </a:cubicBezTo>
                <a:cubicBezTo>
                  <a:pt x="300635" y="37047"/>
                  <a:pt x="305588" y="38091"/>
                  <a:pt x="311061" y="40179"/>
                </a:cubicBezTo>
                <a:cubicBezTo>
                  <a:pt x="317982" y="42858"/>
                  <a:pt x="321443" y="46126"/>
                  <a:pt x="321443" y="49983"/>
                </a:cubicBezTo>
                <a:cubicBezTo>
                  <a:pt x="321443" y="51708"/>
                  <a:pt x="320877" y="53240"/>
                  <a:pt x="319746" y="54580"/>
                </a:cubicBezTo>
                <a:cubicBezTo>
                  <a:pt x="318615" y="55919"/>
                  <a:pt x="317213" y="56588"/>
                  <a:pt x="315539" y="56588"/>
                </a:cubicBezTo>
                <a:cubicBezTo>
                  <a:pt x="314228" y="56588"/>
                  <a:pt x="313086" y="56189"/>
                  <a:pt x="312113" y="55390"/>
                </a:cubicBezTo>
                <a:cubicBezTo>
                  <a:pt x="311140" y="54590"/>
                  <a:pt x="310202" y="53802"/>
                  <a:pt x="309297" y="53024"/>
                </a:cubicBezTo>
                <a:cubicBezTo>
                  <a:pt x="306628" y="50877"/>
                  <a:pt x="302263" y="49803"/>
                  <a:pt x="296202" y="49803"/>
                </a:cubicBezTo>
                <a:cubicBezTo>
                  <a:pt x="291588" y="49803"/>
                  <a:pt x="287019" y="53931"/>
                  <a:pt x="282496" y="62186"/>
                </a:cubicBezTo>
                <a:cubicBezTo>
                  <a:pt x="278379" y="69760"/>
                  <a:pt x="276321" y="76313"/>
                  <a:pt x="276321" y="81846"/>
                </a:cubicBezTo>
                <a:cubicBezTo>
                  <a:pt x="276321" y="87833"/>
                  <a:pt x="278357" y="92550"/>
                  <a:pt x="282428" y="95998"/>
                </a:cubicBezTo>
                <a:cubicBezTo>
                  <a:pt x="286228" y="99218"/>
                  <a:pt x="291113" y="100828"/>
                  <a:pt x="297084" y="100828"/>
                </a:cubicBezTo>
                <a:cubicBezTo>
                  <a:pt x="299798" y="100828"/>
                  <a:pt x="302693" y="100104"/>
                  <a:pt x="305769" y="98656"/>
                </a:cubicBezTo>
                <a:lnTo>
                  <a:pt x="313640" y="94450"/>
                </a:lnTo>
                <a:cubicBezTo>
                  <a:pt x="314997" y="93726"/>
                  <a:pt x="315969" y="93364"/>
                  <a:pt x="316557" y="93364"/>
                </a:cubicBezTo>
                <a:cubicBezTo>
                  <a:pt x="318231" y="93364"/>
                  <a:pt x="319678" y="94031"/>
                  <a:pt x="320900" y="95366"/>
                </a:cubicBezTo>
                <a:cubicBezTo>
                  <a:pt x="322121" y="96700"/>
                  <a:pt x="322732" y="98227"/>
                  <a:pt x="322732" y="99946"/>
                </a:cubicBezTo>
                <a:cubicBezTo>
                  <a:pt x="322732" y="103248"/>
                  <a:pt x="319249" y="106437"/>
                  <a:pt x="312283" y="109513"/>
                </a:cubicBezTo>
                <a:cubicBezTo>
                  <a:pt x="306176" y="112227"/>
                  <a:pt x="301110" y="113584"/>
                  <a:pt x="297084" y="113584"/>
                </a:cubicBezTo>
                <a:close/>
                <a:moveTo>
                  <a:pt x="383732" y="51491"/>
                </a:moveTo>
                <a:cubicBezTo>
                  <a:pt x="382782" y="51491"/>
                  <a:pt x="381662" y="51446"/>
                  <a:pt x="380373" y="51355"/>
                </a:cubicBezTo>
                <a:cubicBezTo>
                  <a:pt x="379084" y="51263"/>
                  <a:pt x="377964" y="51217"/>
                  <a:pt x="377014" y="51217"/>
                </a:cubicBezTo>
                <a:cubicBezTo>
                  <a:pt x="375974" y="51217"/>
                  <a:pt x="372898" y="51560"/>
                  <a:pt x="367787" y="52246"/>
                </a:cubicBezTo>
                <a:lnTo>
                  <a:pt x="369076" y="92302"/>
                </a:lnTo>
                <a:lnTo>
                  <a:pt x="369144" y="95285"/>
                </a:lnTo>
                <a:lnTo>
                  <a:pt x="369211" y="98741"/>
                </a:lnTo>
                <a:cubicBezTo>
                  <a:pt x="369392" y="108636"/>
                  <a:pt x="367018" y="113584"/>
                  <a:pt x="362087" y="113584"/>
                </a:cubicBezTo>
                <a:cubicBezTo>
                  <a:pt x="360278" y="113584"/>
                  <a:pt x="358706" y="112997"/>
                  <a:pt x="357371" y="111822"/>
                </a:cubicBezTo>
                <a:cubicBezTo>
                  <a:pt x="356037" y="110647"/>
                  <a:pt x="355370" y="109178"/>
                  <a:pt x="355370" y="107416"/>
                </a:cubicBezTo>
                <a:cubicBezTo>
                  <a:pt x="355370" y="105700"/>
                  <a:pt x="355438" y="103125"/>
                  <a:pt x="355573" y="99691"/>
                </a:cubicBezTo>
                <a:cubicBezTo>
                  <a:pt x="355709" y="96256"/>
                  <a:pt x="355777" y="93680"/>
                  <a:pt x="355777" y="91962"/>
                </a:cubicBezTo>
                <a:lnTo>
                  <a:pt x="354420" y="52382"/>
                </a:lnTo>
                <a:cubicBezTo>
                  <a:pt x="351118" y="52246"/>
                  <a:pt x="346097" y="51859"/>
                  <a:pt x="339357" y="51222"/>
                </a:cubicBezTo>
                <a:cubicBezTo>
                  <a:pt x="335331" y="50676"/>
                  <a:pt x="333318" y="48426"/>
                  <a:pt x="333318" y="44473"/>
                </a:cubicBezTo>
                <a:cubicBezTo>
                  <a:pt x="333318" y="42472"/>
                  <a:pt x="333929" y="40814"/>
                  <a:pt x="335150" y="39498"/>
                </a:cubicBezTo>
                <a:cubicBezTo>
                  <a:pt x="336371" y="38181"/>
                  <a:pt x="337932" y="37522"/>
                  <a:pt x="339832" y="37522"/>
                </a:cubicBezTo>
                <a:lnTo>
                  <a:pt x="354081" y="38676"/>
                </a:lnTo>
                <a:cubicBezTo>
                  <a:pt x="354081" y="36361"/>
                  <a:pt x="353979" y="33266"/>
                  <a:pt x="353775" y="29388"/>
                </a:cubicBezTo>
                <a:cubicBezTo>
                  <a:pt x="353572" y="25509"/>
                  <a:pt x="353470" y="22708"/>
                  <a:pt x="353470" y="20985"/>
                </a:cubicBezTo>
                <a:cubicBezTo>
                  <a:pt x="353470" y="19080"/>
                  <a:pt x="354126" y="17504"/>
                  <a:pt x="355438" y="16257"/>
                </a:cubicBezTo>
                <a:cubicBezTo>
                  <a:pt x="356749" y="15009"/>
                  <a:pt x="358355" y="14385"/>
                  <a:pt x="360255" y="14385"/>
                </a:cubicBezTo>
                <a:cubicBezTo>
                  <a:pt x="364326" y="14385"/>
                  <a:pt x="366701" y="17709"/>
                  <a:pt x="367379" y="24359"/>
                </a:cubicBezTo>
                <a:cubicBezTo>
                  <a:pt x="367515" y="26032"/>
                  <a:pt x="367583" y="28045"/>
                  <a:pt x="367583" y="30398"/>
                </a:cubicBezTo>
                <a:lnTo>
                  <a:pt x="367447" y="34333"/>
                </a:lnTo>
                <a:lnTo>
                  <a:pt x="367379" y="38540"/>
                </a:lnTo>
                <a:cubicBezTo>
                  <a:pt x="372989" y="37816"/>
                  <a:pt x="376200" y="37454"/>
                  <a:pt x="377014" y="37454"/>
                </a:cubicBezTo>
                <a:cubicBezTo>
                  <a:pt x="381719" y="37454"/>
                  <a:pt x="384795" y="37680"/>
                  <a:pt x="386242" y="38133"/>
                </a:cubicBezTo>
                <a:cubicBezTo>
                  <a:pt x="389002" y="39043"/>
                  <a:pt x="390381" y="41189"/>
                  <a:pt x="390381" y="44570"/>
                </a:cubicBezTo>
                <a:cubicBezTo>
                  <a:pt x="390381" y="46580"/>
                  <a:pt x="389759" y="48236"/>
                  <a:pt x="388515" y="49538"/>
                </a:cubicBezTo>
                <a:cubicBezTo>
                  <a:pt x="387271" y="50840"/>
                  <a:pt x="385677" y="51491"/>
                  <a:pt x="383732" y="51491"/>
                </a:cubicBezTo>
                <a:close/>
                <a:moveTo>
                  <a:pt x="416939" y="23341"/>
                </a:moveTo>
                <a:cubicBezTo>
                  <a:pt x="414767" y="23341"/>
                  <a:pt x="412890" y="22572"/>
                  <a:pt x="411307" y="21034"/>
                </a:cubicBezTo>
                <a:cubicBezTo>
                  <a:pt x="409724" y="19496"/>
                  <a:pt x="408932" y="17641"/>
                  <a:pt x="408932" y="15470"/>
                </a:cubicBezTo>
                <a:cubicBezTo>
                  <a:pt x="408932" y="13299"/>
                  <a:pt x="409724" y="11444"/>
                  <a:pt x="411307" y="9906"/>
                </a:cubicBezTo>
                <a:cubicBezTo>
                  <a:pt x="412890" y="8368"/>
                  <a:pt x="414767" y="7599"/>
                  <a:pt x="416939" y="7599"/>
                </a:cubicBezTo>
                <a:cubicBezTo>
                  <a:pt x="419110" y="7599"/>
                  <a:pt x="420976" y="8368"/>
                  <a:pt x="422536" y="9906"/>
                </a:cubicBezTo>
                <a:cubicBezTo>
                  <a:pt x="424097" y="11444"/>
                  <a:pt x="424877" y="13299"/>
                  <a:pt x="424877" y="15470"/>
                </a:cubicBezTo>
                <a:cubicBezTo>
                  <a:pt x="424877" y="17641"/>
                  <a:pt x="424097" y="19496"/>
                  <a:pt x="422536" y="21034"/>
                </a:cubicBezTo>
                <a:cubicBezTo>
                  <a:pt x="420976" y="22572"/>
                  <a:pt x="419110" y="23341"/>
                  <a:pt x="416939" y="23341"/>
                </a:cubicBezTo>
                <a:moveTo>
                  <a:pt x="419992" y="78475"/>
                </a:moveTo>
                <a:cubicBezTo>
                  <a:pt x="419992" y="81192"/>
                  <a:pt x="420071" y="85256"/>
                  <a:pt x="420229" y="90667"/>
                </a:cubicBezTo>
                <a:cubicBezTo>
                  <a:pt x="420388" y="96077"/>
                  <a:pt x="420467" y="100140"/>
                  <a:pt x="420467" y="102857"/>
                </a:cubicBezTo>
                <a:cubicBezTo>
                  <a:pt x="420467" y="104849"/>
                  <a:pt x="419856" y="106479"/>
                  <a:pt x="418635" y="107746"/>
                </a:cubicBezTo>
                <a:cubicBezTo>
                  <a:pt x="417413" y="109014"/>
                  <a:pt x="415808" y="109648"/>
                  <a:pt x="413817" y="109648"/>
                </a:cubicBezTo>
                <a:cubicBezTo>
                  <a:pt x="411872" y="109648"/>
                  <a:pt x="410278" y="109014"/>
                  <a:pt x="409034" y="107746"/>
                </a:cubicBezTo>
                <a:cubicBezTo>
                  <a:pt x="407790" y="106479"/>
                  <a:pt x="407168" y="104849"/>
                  <a:pt x="407168" y="102857"/>
                </a:cubicBezTo>
                <a:cubicBezTo>
                  <a:pt x="407168" y="100140"/>
                  <a:pt x="407089" y="96077"/>
                  <a:pt x="406930" y="90667"/>
                </a:cubicBezTo>
                <a:cubicBezTo>
                  <a:pt x="406772" y="85256"/>
                  <a:pt x="406693" y="81192"/>
                  <a:pt x="406693" y="78475"/>
                </a:cubicBezTo>
                <a:cubicBezTo>
                  <a:pt x="406693" y="74219"/>
                  <a:pt x="406919" y="68910"/>
                  <a:pt x="407371" y="62549"/>
                </a:cubicBezTo>
                <a:cubicBezTo>
                  <a:pt x="407824" y="56186"/>
                  <a:pt x="408050" y="50877"/>
                  <a:pt x="408050" y="46621"/>
                </a:cubicBezTo>
                <a:cubicBezTo>
                  <a:pt x="408050" y="44584"/>
                  <a:pt x="408672" y="42931"/>
                  <a:pt x="409916" y="41663"/>
                </a:cubicBezTo>
                <a:cubicBezTo>
                  <a:pt x="411160" y="40395"/>
                  <a:pt x="412754" y="39761"/>
                  <a:pt x="414699" y="39761"/>
                </a:cubicBezTo>
                <a:cubicBezTo>
                  <a:pt x="416645" y="39761"/>
                  <a:pt x="418239" y="40395"/>
                  <a:pt x="419483" y="41663"/>
                </a:cubicBezTo>
                <a:cubicBezTo>
                  <a:pt x="420727" y="42931"/>
                  <a:pt x="421349" y="44584"/>
                  <a:pt x="421349" y="46621"/>
                </a:cubicBezTo>
                <a:cubicBezTo>
                  <a:pt x="421349" y="50877"/>
                  <a:pt x="421123" y="56186"/>
                  <a:pt x="420670" y="62549"/>
                </a:cubicBezTo>
                <a:cubicBezTo>
                  <a:pt x="420218" y="68910"/>
                  <a:pt x="419992" y="74219"/>
                  <a:pt x="419992" y="78475"/>
                </a:cubicBezTo>
                <a:close/>
                <a:moveTo>
                  <a:pt x="474363" y="105713"/>
                </a:moveTo>
                <a:cubicBezTo>
                  <a:pt x="474227" y="109875"/>
                  <a:pt x="472169" y="111955"/>
                  <a:pt x="468188" y="111955"/>
                </a:cubicBezTo>
                <a:cubicBezTo>
                  <a:pt x="464886" y="111955"/>
                  <a:pt x="462488" y="110010"/>
                  <a:pt x="460996" y="106120"/>
                </a:cubicBezTo>
                <a:lnTo>
                  <a:pt x="450614" y="78572"/>
                </a:lnTo>
                <a:lnTo>
                  <a:pt x="438537" y="47428"/>
                </a:lnTo>
                <a:cubicBezTo>
                  <a:pt x="438084" y="46252"/>
                  <a:pt x="437858" y="45212"/>
                  <a:pt x="437858" y="44307"/>
                </a:cubicBezTo>
                <a:cubicBezTo>
                  <a:pt x="437858" y="42453"/>
                  <a:pt x="438559" y="40869"/>
                  <a:pt x="439962" y="39558"/>
                </a:cubicBezTo>
                <a:cubicBezTo>
                  <a:pt x="441364" y="38246"/>
                  <a:pt x="442992" y="37590"/>
                  <a:pt x="444847" y="37590"/>
                </a:cubicBezTo>
                <a:cubicBezTo>
                  <a:pt x="447561" y="37590"/>
                  <a:pt x="449506" y="38970"/>
                  <a:pt x="450682" y="41729"/>
                </a:cubicBezTo>
                <a:lnTo>
                  <a:pt x="467917" y="89157"/>
                </a:lnTo>
                <a:cubicBezTo>
                  <a:pt x="471309" y="81920"/>
                  <a:pt x="475584" y="71425"/>
                  <a:pt x="480741" y="57674"/>
                </a:cubicBezTo>
                <a:cubicBezTo>
                  <a:pt x="481962" y="54055"/>
                  <a:pt x="483884" y="48944"/>
                  <a:pt x="486508" y="42340"/>
                </a:cubicBezTo>
                <a:cubicBezTo>
                  <a:pt x="487910" y="39444"/>
                  <a:pt x="489901" y="37997"/>
                  <a:pt x="492479" y="37997"/>
                </a:cubicBezTo>
                <a:cubicBezTo>
                  <a:pt x="494334" y="37997"/>
                  <a:pt x="495962" y="38653"/>
                  <a:pt x="497364" y="39965"/>
                </a:cubicBezTo>
                <a:cubicBezTo>
                  <a:pt x="498767" y="41276"/>
                  <a:pt x="499468" y="42837"/>
                  <a:pt x="499468" y="44646"/>
                </a:cubicBezTo>
                <a:cubicBezTo>
                  <a:pt x="499468" y="46365"/>
                  <a:pt x="495736" y="56046"/>
                  <a:pt x="488272" y="73687"/>
                </a:cubicBezTo>
                <a:lnTo>
                  <a:pt x="474363" y="105713"/>
                </a:lnTo>
                <a:close/>
                <a:moveTo>
                  <a:pt x="542504" y="112363"/>
                </a:moveTo>
                <a:cubicBezTo>
                  <a:pt x="532281" y="112363"/>
                  <a:pt x="524003" y="109805"/>
                  <a:pt x="517671" y="104689"/>
                </a:cubicBezTo>
                <a:cubicBezTo>
                  <a:pt x="510750" y="99029"/>
                  <a:pt x="507289" y="91105"/>
                  <a:pt x="507289" y="80917"/>
                </a:cubicBezTo>
                <a:cubicBezTo>
                  <a:pt x="507289" y="69147"/>
                  <a:pt x="510139" y="59277"/>
                  <a:pt x="515839" y="51309"/>
                </a:cubicBezTo>
                <a:cubicBezTo>
                  <a:pt x="522036" y="42615"/>
                  <a:pt x="530314" y="38268"/>
                  <a:pt x="540672" y="38268"/>
                </a:cubicBezTo>
                <a:cubicBezTo>
                  <a:pt x="548181" y="38268"/>
                  <a:pt x="554311" y="39535"/>
                  <a:pt x="559060" y="42068"/>
                </a:cubicBezTo>
                <a:cubicBezTo>
                  <a:pt x="564895" y="45189"/>
                  <a:pt x="567813" y="49984"/>
                  <a:pt x="567813" y="56453"/>
                </a:cubicBezTo>
                <a:cubicBezTo>
                  <a:pt x="567813" y="60976"/>
                  <a:pt x="565257" y="65092"/>
                  <a:pt x="560146" y="68802"/>
                </a:cubicBezTo>
                <a:cubicBezTo>
                  <a:pt x="557884" y="70430"/>
                  <a:pt x="553089" y="72963"/>
                  <a:pt x="545761" y="76401"/>
                </a:cubicBezTo>
                <a:lnTo>
                  <a:pt x="519842" y="88682"/>
                </a:lnTo>
                <a:cubicBezTo>
                  <a:pt x="522375" y="92437"/>
                  <a:pt x="525530" y="95264"/>
                  <a:pt x="529307" y="97164"/>
                </a:cubicBezTo>
                <a:cubicBezTo>
                  <a:pt x="533084" y="99064"/>
                  <a:pt x="537483" y="100014"/>
                  <a:pt x="542504" y="100014"/>
                </a:cubicBezTo>
                <a:cubicBezTo>
                  <a:pt x="545626" y="100014"/>
                  <a:pt x="549290" y="99425"/>
                  <a:pt x="553496" y="98249"/>
                </a:cubicBezTo>
                <a:cubicBezTo>
                  <a:pt x="558834" y="96757"/>
                  <a:pt x="562272" y="94800"/>
                  <a:pt x="563810" y="92380"/>
                </a:cubicBezTo>
                <a:cubicBezTo>
                  <a:pt x="565348" y="89960"/>
                  <a:pt x="566999" y="88750"/>
                  <a:pt x="568763" y="88750"/>
                </a:cubicBezTo>
                <a:cubicBezTo>
                  <a:pt x="570346" y="88750"/>
                  <a:pt x="571760" y="89352"/>
                  <a:pt x="573004" y="90555"/>
                </a:cubicBezTo>
                <a:cubicBezTo>
                  <a:pt x="574248" y="91756"/>
                  <a:pt x="574870" y="93151"/>
                  <a:pt x="574870" y="94738"/>
                </a:cubicBezTo>
                <a:cubicBezTo>
                  <a:pt x="574870" y="99773"/>
                  <a:pt x="570821" y="104106"/>
                  <a:pt x="562724" y="107736"/>
                </a:cubicBezTo>
                <a:cubicBezTo>
                  <a:pt x="555803" y="110820"/>
                  <a:pt x="549063" y="112363"/>
                  <a:pt x="542504" y="112363"/>
                </a:cubicBezTo>
                <a:moveTo>
                  <a:pt x="540672" y="50482"/>
                </a:moveTo>
                <a:cubicBezTo>
                  <a:pt x="535154" y="50482"/>
                  <a:pt x="530562" y="52619"/>
                  <a:pt x="526898" y="56894"/>
                </a:cubicBezTo>
                <a:cubicBezTo>
                  <a:pt x="523235" y="61168"/>
                  <a:pt x="520498" y="67603"/>
                  <a:pt x="518688" y="76198"/>
                </a:cubicBezTo>
                <a:lnTo>
                  <a:pt x="539519" y="66291"/>
                </a:lnTo>
                <a:cubicBezTo>
                  <a:pt x="547706" y="62311"/>
                  <a:pt x="553542" y="58850"/>
                  <a:pt x="557025" y="55910"/>
                </a:cubicBezTo>
                <a:cubicBezTo>
                  <a:pt x="553135" y="52291"/>
                  <a:pt x="547684" y="50482"/>
                  <a:pt x="540672" y="50482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sampling">
            <a:extLst xmlns:a="http://schemas.openxmlformats.org/drawingml/2006/main">
              <a:ext uri="{FF2B5EF4-FFF2-40B4-BE49-F238E27FC236}">
                <a16:creationId xmlns:a16="http://schemas.microsoft.com/office/drawing/2014/main" id="{FDBDEAB8-61F0-46A6-B6A2-365B98ED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449" y="3202474"/>
            <a:ext cx="538493" cy="148731"/>
          </a:xfrm>
          <a:custGeom xmlns:a="http://schemas.openxmlformats.org/drawingml/2006/main">
            <a:pathLst>
              <a:path w="538493" h="148731">
                <a:moveTo>
                  <a:pt x="52449" y="56995"/>
                </a:moveTo>
                <a:cubicBezTo>
                  <a:pt x="49962" y="56995"/>
                  <a:pt x="48220" y="56164"/>
                  <a:pt x="47225" y="54502"/>
                </a:cubicBezTo>
                <a:cubicBezTo>
                  <a:pt x="46546" y="53334"/>
                  <a:pt x="45958" y="50909"/>
                  <a:pt x="45461" y="47225"/>
                </a:cubicBezTo>
                <a:cubicBezTo>
                  <a:pt x="42068" y="48083"/>
                  <a:pt x="36844" y="49664"/>
                  <a:pt x="29787" y="51968"/>
                </a:cubicBezTo>
                <a:cubicBezTo>
                  <a:pt x="22504" y="54860"/>
                  <a:pt x="18840" y="58430"/>
                  <a:pt x="18795" y="62676"/>
                </a:cubicBezTo>
                <a:cubicBezTo>
                  <a:pt x="20152" y="63174"/>
                  <a:pt x="21486" y="63535"/>
                  <a:pt x="22798" y="63762"/>
                </a:cubicBezTo>
                <a:cubicBezTo>
                  <a:pt x="33202" y="65613"/>
                  <a:pt x="40937" y="68166"/>
                  <a:pt x="46003" y="71420"/>
                </a:cubicBezTo>
                <a:cubicBezTo>
                  <a:pt x="53377" y="76166"/>
                  <a:pt x="57063" y="83035"/>
                  <a:pt x="57063" y="92028"/>
                </a:cubicBezTo>
                <a:cubicBezTo>
                  <a:pt x="57063" y="99394"/>
                  <a:pt x="53874" y="104953"/>
                  <a:pt x="47496" y="108703"/>
                </a:cubicBezTo>
                <a:cubicBezTo>
                  <a:pt x="42204" y="111776"/>
                  <a:pt x="35509" y="113312"/>
                  <a:pt x="27412" y="113312"/>
                </a:cubicBezTo>
                <a:cubicBezTo>
                  <a:pt x="21486" y="113312"/>
                  <a:pt x="15832" y="112317"/>
                  <a:pt x="10449" y="110327"/>
                </a:cubicBezTo>
                <a:cubicBezTo>
                  <a:pt x="3483" y="107794"/>
                  <a:pt x="0" y="104266"/>
                  <a:pt x="0" y="99742"/>
                </a:cubicBezTo>
                <a:cubicBezTo>
                  <a:pt x="0" y="97933"/>
                  <a:pt x="712" y="96350"/>
                  <a:pt x="2137" y="94992"/>
                </a:cubicBezTo>
                <a:cubicBezTo>
                  <a:pt x="3562" y="93635"/>
                  <a:pt x="5179" y="92957"/>
                  <a:pt x="6989" y="92957"/>
                </a:cubicBezTo>
                <a:cubicBezTo>
                  <a:pt x="8391" y="92957"/>
                  <a:pt x="10200" y="94043"/>
                  <a:pt x="12417" y="96214"/>
                </a:cubicBezTo>
                <a:cubicBezTo>
                  <a:pt x="13503" y="97254"/>
                  <a:pt x="15945" y="98114"/>
                  <a:pt x="19745" y="98792"/>
                </a:cubicBezTo>
                <a:cubicBezTo>
                  <a:pt x="22776" y="99335"/>
                  <a:pt x="25331" y="99606"/>
                  <a:pt x="27412" y="99606"/>
                </a:cubicBezTo>
                <a:cubicBezTo>
                  <a:pt x="31212" y="99606"/>
                  <a:pt x="34559" y="99155"/>
                  <a:pt x="37454" y="98251"/>
                </a:cubicBezTo>
                <a:cubicBezTo>
                  <a:pt x="41661" y="96941"/>
                  <a:pt x="43764" y="94863"/>
                  <a:pt x="43764" y="92018"/>
                </a:cubicBezTo>
                <a:cubicBezTo>
                  <a:pt x="43764" y="85873"/>
                  <a:pt x="39467" y="81716"/>
                  <a:pt x="30873" y="79548"/>
                </a:cubicBezTo>
                <a:lnTo>
                  <a:pt x="23816" y="77987"/>
                </a:lnTo>
                <a:cubicBezTo>
                  <a:pt x="17800" y="76674"/>
                  <a:pt x="13525" y="75135"/>
                  <a:pt x="10992" y="73369"/>
                </a:cubicBezTo>
                <a:cubicBezTo>
                  <a:pt x="7328" y="70834"/>
                  <a:pt x="5496" y="67011"/>
                  <a:pt x="5496" y="61898"/>
                </a:cubicBezTo>
                <a:cubicBezTo>
                  <a:pt x="5496" y="52438"/>
                  <a:pt x="9952" y="45694"/>
                  <a:pt x="18863" y="41665"/>
                </a:cubicBezTo>
                <a:cubicBezTo>
                  <a:pt x="21577" y="40444"/>
                  <a:pt x="25919" y="38985"/>
                  <a:pt x="31890" y="37289"/>
                </a:cubicBezTo>
                <a:cubicBezTo>
                  <a:pt x="37861" y="35591"/>
                  <a:pt x="42136" y="34153"/>
                  <a:pt x="44714" y="32976"/>
                </a:cubicBezTo>
                <a:cubicBezTo>
                  <a:pt x="46569" y="32162"/>
                  <a:pt x="48582" y="31755"/>
                  <a:pt x="50753" y="31755"/>
                </a:cubicBezTo>
                <a:cubicBezTo>
                  <a:pt x="52698" y="31755"/>
                  <a:pt x="54293" y="32388"/>
                  <a:pt x="55537" y="33654"/>
                </a:cubicBezTo>
                <a:cubicBezTo>
                  <a:pt x="56781" y="34921"/>
                  <a:pt x="57403" y="36572"/>
                  <a:pt x="57403" y="38608"/>
                </a:cubicBezTo>
                <a:cubicBezTo>
                  <a:pt x="57403" y="39919"/>
                  <a:pt x="57685" y="41842"/>
                  <a:pt x="58251" y="44375"/>
                </a:cubicBezTo>
                <a:cubicBezTo>
                  <a:pt x="58816" y="46908"/>
                  <a:pt x="59099" y="48831"/>
                  <a:pt x="59099" y="50142"/>
                </a:cubicBezTo>
                <a:cubicBezTo>
                  <a:pt x="59099" y="52178"/>
                  <a:pt x="58477" y="53829"/>
                  <a:pt x="57233" y="55096"/>
                </a:cubicBezTo>
                <a:cubicBezTo>
                  <a:pt x="55989" y="56362"/>
                  <a:pt x="54395" y="56995"/>
                  <a:pt x="52449" y="56995"/>
                </a:cubicBezTo>
                <a:close/>
                <a:moveTo>
                  <a:pt x="127376" y="113720"/>
                </a:moveTo>
                <a:cubicBezTo>
                  <a:pt x="126517" y="113720"/>
                  <a:pt x="124956" y="112716"/>
                  <a:pt x="122694" y="110709"/>
                </a:cubicBezTo>
                <a:cubicBezTo>
                  <a:pt x="120659" y="108838"/>
                  <a:pt x="119143" y="107173"/>
                  <a:pt x="118148" y="105713"/>
                </a:cubicBezTo>
                <a:cubicBezTo>
                  <a:pt x="113806" y="108088"/>
                  <a:pt x="109984" y="109880"/>
                  <a:pt x="106681" y="111090"/>
                </a:cubicBezTo>
                <a:cubicBezTo>
                  <a:pt x="103379" y="112300"/>
                  <a:pt x="100620" y="112905"/>
                  <a:pt x="98403" y="112905"/>
                </a:cubicBezTo>
                <a:cubicBezTo>
                  <a:pt x="87819" y="112905"/>
                  <a:pt x="80106" y="109920"/>
                  <a:pt x="75266" y="103949"/>
                </a:cubicBezTo>
                <a:cubicBezTo>
                  <a:pt x="70697" y="98340"/>
                  <a:pt x="68413" y="89745"/>
                  <a:pt x="68413" y="78165"/>
                </a:cubicBezTo>
                <a:cubicBezTo>
                  <a:pt x="68413" y="67218"/>
                  <a:pt x="72179" y="57855"/>
                  <a:pt x="79710" y="50075"/>
                </a:cubicBezTo>
                <a:cubicBezTo>
                  <a:pt x="87242" y="42294"/>
                  <a:pt x="96232" y="38404"/>
                  <a:pt x="106681" y="38404"/>
                </a:cubicBezTo>
                <a:cubicBezTo>
                  <a:pt x="110617" y="38404"/>
                  <a:pt x="115027" y="39422"/>
                  <a:pt x="119912" y="41457"/>
                </a:cubicBezTo>
                <a:cubicBezTo>
                  <a:pt x="126064" y="43991"/>
                  <a:pt x="129140" y="47044"/>
                  <a:pt x="129140" y="50617"/>
                </a:cubicBezTo>
                <a:cubicBezTo>
                  <a:pt x="129140" y="51839"/>
                  <a:pt x="128688" y="52924"/>
                  <a:pt x="127783" y="53874"/>
                </a:cubicBezTo>
                <a:cubicBezTo>
                  <a:pt x="127331" y="55593"/>
                  <a:pt x="126980" y="58420"/>
                  <a:pt x="126732" y="62356"/>
                </a:cubicBezTo>
                <a:cubicBezTo>
                  <a:pt x="126483" y="66291"/>
                  <a:pt x="126336" y="71335"/>
                  <a:pt x="126291" y="77487"/>
                </a:cubicBezTo>
                <a:cubicBezTo>
                  <a:pt x="126245" y="83096"/>
                  <a:pt x="126630" y="87529"/>
                  <a:pt x="127444" y="90786"/>
                </a:cubicBezTo>
                <a:cubicBezTo>
                  <a:pt x="127896" y="92776"/>
                  <a:pt x="129321" y="96757"/>
                  <a:pt x="131719" y="102728"/>
                </a:cubicBezTo>
                <a:cubicBezTo>
                  <a:pt x="132035" y="103542"/>
                  <a:pt x="132556" y="104741"/>
                  <a:pt x="133279" y="106324"/>
                </a:cubicBezTo>
                <a:lnTo>
                  <a:pt x="133686" y="107477"/>
                </a:lnTo>
                <a:cubicBezTo>
                  <a:pt x="133686" y="109287"/>
                  <a:pt x="133053" y="110779"/>
                  <a:pt x="131787" y="111955"/>
                </a:cubicBezTo>
                <a:cubicBezTo>
                  <a:pt x="130520" y="113132"/>
                  <a:pt x="129050" y="113720"/>
                  <a:pt x="127376" y="113720"/>
                </a:cubicBezTo>
                <a:moveTo>
                  <a:pt x="113263" y="66588"/>
                </a:moveTo>
                <a:cubicBezTo>
                  <a:pt x="113263" y="64647"/>
                  <a:pt x="113387" y="62538"/>
                  <a:pt x="113636" y="60261"/>
                </a:cubicBezTo>
                <a:cubicBezTo>
                  <a:pt x="113885" y="57982"/>
                  <a:pt x="114258" y="55557"/>
                  <a:pt x="114756" y="52986"/>
                </a:cubicBezTo>
                <a:cubicBezTo>
                  <a:pt x="113082" y="52128"/>
                  <a:pt x="111646" y="51496"/>
                  <a:pt x="110447" y="51090"/>
                </a:cubicBezTo>
                <a:cubicBezTo>
                  <a:pt x="109248" y="50685"/>
                  <a:pt x="108287" y="50482"/>
                  <a:pt x="107563" y="50482"/>
                </a:cubicBezTo>
                <a:cubicBezTo>
                  <a:pt x="100552" y="50482"/>
                  <a:pt x="94502" y="53335"/>
                  <a:pt x="89413" y="59042"/>
                </a:cubicBezTo>
                <a:cubicBezTo>
                  <a:pt x="84324" y="64748"/>
                  <a:pt x="81780" y="71324"/>
                  <a:pt x="81780" y="78767"/>
                </a:cubicBezTo>
                <a:cubicBezTo>
                  <a:pt x="81780" y="86166"/>
                  <a:pt x="83092" y="91715"/>
                  <a:pt x="85715" y="95414"/>
                </a:cubicBezTo>
                <a:cubicBezTo>
                  <a:pt x="88339" y="99114"/>
                  <a:pt x="92274" y="100963"/>
                  <a:pt x="97521" y="100963"/>
                </a:cubicBezTo>
                <a:cubicBezTo>
                  <a:pt x="101864" y="100963"/>
                  <a:pt x="105551" y="100174"/>
                  <a:pt x="108581" y="98595"/>
                </a:cubicBezTo>
                <a:cubicBezTo>
                  <a:pt x="110210" y="97738"/>
                  <a:pt x="112494" y="96024"/>
                  <a:pt x="115434" y="93453"/>
                </a:cubicBezTo>
                <a:cubicBezTo>
                  <a:pt x="113987" y="81497"/>
                  <a:pt x="113263" y="72542"/>
                  <a:pt x="113263" y="66588"/>
                </a:cubicBezTo>
                <a:close/>
                <a:moveTo>
                  <a:pt x="231782" y="114941"/>
                </a:moveTo>
                <a:cubicBezTo>
                  <a:pt x="228073" y="114941"/>
                  <a:pt x="225901" y="112969"/>
                  <a:pt x="225268" y="109025"/>
                </a:cubicBezTo>
                <a:cubicBezTo>
                  <a:pt x="224454" y="104038"/>
                  <a:pt x="223640" y="97012"/>
                  <a:pt x="222825" y="87946"/>
                </a:cubicBezTo>
                <a:lnTo>
                  <a:pt x="220518" y="66866"/>
                </a:lnTo>
                <a:cubicBezTo>
                  <a:pt x="220066" y="63739"/>
                  <a:pt x="219297" y="60679"/>
                  <a:pt x="218211" y="57687"/>
                </a:cubicBezTo>
                <a:cubicBezTo>
                  <a:pt x="216673" y="53607"/>
                  <a:pt x="215000" y="51567"/>
                  <a:pt x="213190" y="51567"/>
                </a:cubicBezTo>
                <a:cubicBezTo>
                  <a:pt x="211517" y="51567"/>
                  <a:pt x="208395" y="52994"/>
                  <a:pt x="203827" y="55846"/>
                </a:cubicBezTo>
                <a:cubicBezTo>
                  <a:pt x="199484" y="58473"/>
                  <a:pt x="196635" y="60578"/>
                  <a:pt x="195277" y="62163"/>
                </a:cubicBezTo>
                <a:cubicBezTo>
                  <a:pt x="195232" y="66419"/>
                  <a:pt x="195345" y="70675"/>
                  <a:pt x="195617" y="74932"/>
                </a:cubicBezTo>
                <a:lnTo>
                  <a:pt x="197652" y="93067"/>
                </a:lnTo>
                <a:cubicBezTo>
                  <a:pt x="198512" y="100221"/>
                  <a:pt x="198941" y="106131"/>
                  <a:pt x="198941" y="110796"/>
                </a:cubicBezTo>
                <a:cubicBezTo>
                  <a:pt x="198941" y="112787"/>
                  <a:pt x="198319" y="114428"/>
                  <a:pt x="197076" y="115719"/>
                </a:cubicBezTo>
                <a:cubicBezTo>
                  <a:pt x="195832" y="117010"/>
                  <a:pt x="194237" y="117655"/>
                  <a:pt x="192292" y="117655"/>
                </a:cubicBezTo>
                <a:cubicBezTo>
                  <a:pt x="190347" y="117655"/>
                  <a:pt x="188752" y="117010"/>
                  <a:pt x="187508" y="115719"/>
                </a:cubicBezTo>
                <a:cubicBezTo>
                  <a:pt x="186265" y="114428"/>
                  <a:pt x="185643" y="112787"/>
                  <a:pt x="185643" y="110796"/>
                </a:cubicBezTo>
                <a:cubicBezTo>
                  <a:pt x="185643" y="105317"/>
                  <a:pt x="185088" y="97222"/>
                  <a:pt x="183980" y="86513"/>
                </a:cubicBezTo>
                <a:cubicBezTo>
                  <a:pt x="182872" y="75804"/>
                  <a:pt x="182318" y="67710"/>
                  <a:pt x="182318" y="62231"/>
                </a:cubicBezTo>
                <a:cubicBezTo>
                  <a:pt x="182318" y="57432"/>
                  <a:pt x="181639" y="53696"/>
                  <a:pt x="180282" y="51025"/>
                </a:cubicBezTo>
                <a:cubicBezTo>
                  <a:pt x="177116" y="52475"/>
                  <a:pt x="173904" y="54832"/>
                  <a:pt x="170647" y="58096"/>
                </a:cubicBezTo>
                <a:lnTo>
                  <a:pt x="162641" y="67074"/>
                </a:lnTo>
                <a:cubicBezTo>
                  <a:pt x="161917" y="68161"/>
                  <a:pt x="160764" y="69588"/>
                  <a:pt x="159180" y="71357"/>
                </a:cubicBezTo>
                <a:cubicBezTo>
                  <a:pt x="159180" y="74076"/>
                  <a:pt x="158932" y="78089"/>
                  <a:pt x="158434" y="83394"/>
                </a:cubicBezTo>
                <a:cubicBezTo>
                  <a:pt x="157936" y="88698"/>
                  <a:pt x="157688" y="92619"/>
                  <a:pt x="157688" y="95158"/>
                </a:cubicBezTo>
                <a:cubicBezTo>
                  <a:pt x="157688" y="96518"/>
                  <a:pt x="157902" y="98422"/>
                  <a:pt x="158332" y="100870"/>
                </a:cubicBezTo>
                <a:cubicBezTo>
                  <a:pt x="158762" y="103317"/>
                  <a:pt x="158977" y="105085"/>
                  <a:pt x="158977" y="106173"/>
                </a:cubicBezTo>
                <a:cubicBezTo>
                  <a:pt x="158977" y="108032"/>
                  <a:pt x="158287" y="109596"/>
                  <a:pt x="156907" y="110866"/>
                </a:cubicBezTo>
                <a:cubicBezTo>
                  <a:pt x="155528" y="112135"/>
                  <a:pt x="153911" y="112770"/>
                  <a:pt x="152056" y="112770"/>
                </a:cubicBezTo>
                <a:cubicBezTo>
                  <a:pt x="146944" y="112770"/>
                  <a:pt x="144389" y="106952"/>
                  <a:pt x="144389" y="95317"/>
                </a:cubicBezTo>
                <a:cubicBezTo>
                  <a:pt x="144389" y="92600"/>
                  <a:pt x="144637" y="88548"/>
                  <a:pt x="145135" y="83161"/>
                </a:cubicBezTo>
                <a:cubicBezTo>
                  <a:pt x="145633" y="77774"/>
                  <a:pt x="145881" y="73722"/>
                  <a:pt x="145881" y="71005"/>
                </a:cubicBezTo>
                <a:cubicBezTo>
                  <a:pt x="145881" y="68606"/>
                  <a:pt x="145667" y="65007"/>
                  <a:pt x="145237" y="60208"/>
                </a:cubicBezTo>
                <a:cubicBezTo>
                  <a:pt x="144807" y="55409"/>
                  <a:pt x="144592" y="51786"/>
                  <a:pt x="144592" y="49341"/>
                </a:cubicBezTo>
                <a:cubicBezTo>
                  <a:pt x="144592" y="39064"/>
                  <a:pt x="146899" y="33926"/>
                  <a:pt x="151513" y="33926"/>
                </a:cubicBezTo>
                <a:cubicBezTo>
                  <a:pt x="153277" y="33926"/>
                  <a:pt x="154894" y="34684"/>
                  <a:pt x="156364" y="36199"/>
                </a:cubicBezTo>
                <a:cubicBezTo>
                  <a:pt x="157835" y="37714"/>
                  <a:pt x="158570" y="39377"/>
                  <a:pt x="158570" y="41186"/>
                </a:cubicBezTo>
                <a:cubicBezTo>
                  <a:pt x="158570" y="42045"/>
                  <a:pt x="158457" y="43380"/>
                  <a:pt x="158230" y="45189"/>
                </a:cubicBezTo>
                <a:cubicBezTo>
                  <a:pt x="158004" y="46999"/>
                  <a:pt x="157891" y="48378"/>
                  <a:pt x="157891" y="49328"/>
                </a:cubicBezTo>
                <a:lnTo>
                  <a:pt x="158027" y="56453"/>
                </a:lnTo>
                <a:cubicBezTo>
                  <a:pt x="160379" y="51613"/>
                  <a:pt x="163839" y="47236"/>
                  <a:pt x="168408" y="43323"/>
                </a:cubicBezTo>
                <a:cubicBezTo>
                  <a:pt x="172977" y="39411"/>
                  <a:pt x="176867" y="37454"/>
                  <a:pt x="180079" y="37454"/>
                </a:cubicBezTo>
                <a:cubicBezTo>
                  <a:pt x="187181" y="37454"/>
                  <a:pt x="192066" y="40982"/>
                  <a:pt x="194735" y="48039"/>
                </a:cubicBezTo>
                <a:cubicBezTo>
                  <a:pt x="197223" y="44737"/>
                  <a:pt x="200185" y="42260"/>
                  <a:pt x="203623" y="40609"/>
                </a:cubicBezTo>
                <a:cubicBezTo>
                  <a:pt x="207061" y="38958"/>
                  <a:pt x="210996" y="38133"/>
                  <a:pt x="215429" y="38133"/>
                </a:cubicBezTo>
                <a:cubicBezTo>
                  <a:pt x="222984" y="38133"/>
                  <a:pt x="228140" y="42211"/>
                  <a:pt x="230900" y="50367"/>
                </a:cubicBezTo>
                <a:cubicBezTo>
                  <a:pt x="231442" y="51998"/>
                  <a:pt x="232370" y="58365"/>
                  <a:pt x="233682" y="69467"/>
                </a:cubicBezTo>
                <a:cubicBezTo>
                  <a:pt x="234948" y="77262"/>
                  <a:pt x="236577" y="90245"/>
                  <a:pt x="238567" y="108417"/>
                </a:cubicBezTo>
                <a:cubicBezTo>
                  <a:pt x="238703" y="110229"/>
                  <a:pt x="238092" y="111769"/>
                  <a:pt x="236735" y="113037"/>
                </a:cubicBezTo>
                <a:cubicBezTo>
                  <a:pt x="235378" y="114306"/>
                  <a:pt x="233727" y="114941"/>
                  <a:pt x="231782" y="114941"/>
                </a:cubicBezTo>
                <a:close/>
                <a:moveTo>
                  <a:pt x="282682" y="111684"/>
                </a:moveTo>
                <a:cubicBezTo>
                  <a:pt x="278159" y="111684"/>
                  <a:pt x="273183" y="110960"/>
                  <a:pt x="267755" y="109513"/>
                </a:cubicBezTo>
                <a:lnTo>
                  <a:pt x="267619" y="141946"/>
                </a:lnTo>
                <a:cubicBezTo>
                  <a:pt x="267619" y="143936"/>
                  <a:pt x="266997" y="145565"/>
                  <a:pt x="265753" y="146831"/>
                </a:cubicBezTo>
                <a:cubicBezTo>
                  <a:pt x="264509" y="148098"/>
                  <a:pt x="262915" y="148731"/>
                  <a:pt x="260970" y="148731"/>
                </a:cubicBezTo>
                <a:cubicBezTo>
                  <a:pt x="259025" y="148731"/>
                  <a:pt x="257430" y="148097"/>
                  <a:pt x="256186" y="146829"/>
                </a:cubicBezTo>
                <a:cubicBezTo>
                  <a:pt x="254942" y="145561"/>
                  <a:pt x="254320" y="143931"/>
                  <a:pt x="254320" y="141937"/>
                </a:cubicBezTo>
                <a:lnTo>
                  <a:pt x="254524" y="114765"/>
                </a:lnTo>
                <a:lnTo>
                  <a:pt x="254524" y="87660"/>
                </a:lnTo>
                <a:cubicBezTo>
                  <a:pt x="254388" y="77741"/>
                  <a:pt x="254049" y="68706"/>
                  <a:pt x="253506" y="60556"/>
                </a:cubicBezTo>
                <a:lnTo>
                  <a:pt x="252488" y="46765"/>
                </a:lnTo>
                <a:cubicBezTo>
                  <a:pt x="252488" y="43549"/>
                  <a:pt x="253076" y="40831"/>
                  <a:pt x="254252" y="38612"/>
                </a:cubicBezTo>
                <a:cubicBezTo>
                  <a:pt x="255609" y="35940"/>
                  <a:pt x="257577" y="34604"/>
                  <a:pt x="260155" y="34604"/>
                </a:cubicBezTo>
                <a:cubicBezTo>
                  <a:pt x="261920" y="34604"/>
                  <a:pt x="263401" y="35236"/>
                  <a:pt x="264600" y="36498"/>
                </a:cubicBezTo>
                <a:cubicBezTo>
                  <a:pt x="265798" y="37760"/>
                  <a:pt x="266398" y="39300"/>
                  <a:pt x="266398" y="41118"/>
                </a:cubicBezTo>
                <a:cubicBezTo>
                  <a:pt x="266398" y="41525"/>
                  <a:pt x="266330" y="42272"/>
                  <a:pt x="266194" y="43357"/>
                </a:cubicBezTo>
                <a:cubicBezTo>
                  <a:pt x="265968" y="44760"/>
                  <a:pt x="265810" y="46049"/>
                  <a:pt x="265719" y="47225"/>
                </a:cubicBezTo>
                <a:cubicBezTo>
                  <a:pt x="269609" y="44556"/>
                  <a:pt x="273364" y="42554"/>
                  <a:pt x="276983" y="41220"/>
                </a:cubicBezTo>
                <a:cubicBezTo>
                  <a:pt x="280601" y="39886"/>
                  <a:pt x="284062" y="39218"/>
                  <a:pt x="287364" y="39218"/>
                </a:cubicBezTo>
                <a:cubicBezTo>
                  <a:pt x="296637" y="39218"/>
                  <a:pt x="303422" y="43338"/>
                  <a:pt x="307720" y="51578"/>
                </a:cubicBezTo>
                <a:cubicBezTo>
                  <a:pt x="311112" y="58099"/>
                  <a:pt x="312808" y="66724"/>
                  <a:pt x="312808" y="77455"/>
                </a:cubicBezTo>
                <a:cubicBezTo>
                  <a:pt x="312808" y="87234"/>
                  <a:pt x="310185" y="95294"/>
                  <a:pt x="304938" y="101633"/>
                </a:cubicBezTo>
                <a:cubicBezTo>
                  <a:pt x="299374" y="108334"/>
                  <a:pt x="291955" y="111684"/>
                  <a:pt x="282682" y="111684"/>
                </a:cubicBezTo>
                <a:moveTo>
                  <a:pt x="287364" y="52789"/>
                </a:moveTo>
                <a:cubicBezTo>
                  <a:pt x="283202" y="52789"/>
                  <a:pt x="279448" y="53716"/>
                  <a:pt x="276101" y="55571"/>
                </a:cubicBezTo>
                <a:cubicBezTo>
                  <a:pt x="273703" y="56882"/>
                  <a:pt x="270672" y="59280"/>
                  <a:pt x="267008" y="62763"/>
                </a:cubicBezTo>
                <a:cubicBezTo>
                  <a:pt x="267597" y="73031"/>
                  <a:pt x="267891" y="83820"/>
                  <a:pt x="267891" y="95128"/>
                </a:cubicBezTo>
                <a:cubicBezTo>
                  <a:pt x="272821" y="97028"/>
                  <a:pt x="277752" y="97978"/>
                  <a:pt x="282682" y="97978"/>
                </a:cubicBezTo>
                <a:cubicBezTo>
                  <a:pt x="288337" y="97978"/>
                  <a:pt x="292656" y="95875"/>
                  <a:pt x="295642" y="91668"/>
                </a:cubicBezTo>
                <a:cubicBezTo>
                  <a:pt x="298220" y="88004"/>
                  <a:pt x="299509" y="83254"/>
                  <a:pt x="299509" y="77419"/>
                </a:cubicBezTo>
                <a:cubicBezTo>
                  <a:pt x="299509" y="69186"/>
                  <a:pt x="298503" y="63023"/>
                  <a:pt x="296490" y="58929"/>
                </a:cubicBezTo>
                <a:cubicBezTo>
                  <a:pt x="294477" y="54836"/>
                  <a:pt x="291435" y="52789"/>
                  <a:pt x="287364" y="52789"/>
                </a:cubicBezTo>
                <a:close/>
                <a:moveTo>
                  <a:pt x="345797" y="55910"/>
                </a:moveTo>
                <a:lnTo>
                  <a:pt x="344780" y="89672"/>
                </a:lnTo>
                <a:cubicBezTo>
                  <a:pt x="344780" y="93250"/>
                  <a:pt x="344599" y="98504"/>
                  <a:pt x="344237" y="105433"/>
                </a:cubicBezTo>
                <a:cubicBezTo>
                  <a:pt x="343785" y="109962"/>
                  <a:pt x="341568" y="112227"/>
                  <a:pt x="337587" y="112227"/>
                </a:cubicBezTo>
                <a:cubicBezTo>
                  <a:pt x="333154" y="112227"/>
                  <a:pt x="330938" y="109917"/>
                  <a:pt x="330938" y="105297"/>
                </a:cubicBezTo>
                <a:cubicBezTo>
                  <a:pt x="330938" y="99817"/>
                  <a:pt x="331187" y="91586"/>
                  <a:pt x="331684" y="80604"/>
                </a:cubicBezTo>
                <a:cubicBezTo>
                  <a:pt x="332182" y="69622"/>
                  <a:pt x="332431" y="61390"/>
                  <a:pt x="332431" y="55910"/>
                </a:cubicBezTo>
                <a:cubicBezTo>
                  <a:pt x="332431" y="48754"/>
                  <a:pt x="332544" y="40568"/>
                  <a:pt x="332770" y="31352"/>
                </a:cubicBezTo>
                <a:cubicBezTo>
                  <a:pt x="332996" y="22135"/>
                  <a:pt x="333109" y="13949"/>
                  <a:pt x="333109" y="6794"/>
                </a:cubicBezTo>
                <a:cubicBezTo>
                  <a:pt x="333109" y="2265"/>
                  <a:pt x="335326" y="0"/>
                  <a:pt x="339759" y="0"/>
                </a:cubicBezTo>
                <a:cubicBezTo>
                  <a:pt x="344237" y="0"/>
                  <a:pt x="346476" y="2265"/>
                  <a:pt x="346476" y="6794"/>
                </a:cubicBezTo>
                <a:cubicBezTo>
                  <a:pt x="346476" y="13949"/>
                  <a:pt x="346363" y="22135"/>
                  <a:pt x="346137" y="31352"/>
                </a:cubicBezTo>
                <a:cubicBezTo>
                  <a:pt x="345911" y="40568"/>
                  <a:pt x="345797" y="48754"/>
                  <a:pt x="345797" y="55910"/>
                </a:cubicBezTo>
                <a:close/>
                <a:moveTo>
                  <a:pt x="379929" y="23341"/>
                </a:moveTo>
                <a:cubicBezTo>
                  <a:pt x="377758" y="23341"/>
                  <a:pt x="375881" y="22572"/>
                  <a:pt x="374297" y="21034"/>
                </a:cubicBezTo>
                <a:cubicBezTo>
                  <a:pt x="372714" y="19496"/>
                  <a:pt x="371923" y="17641"/>
                  <a:pt x="371923" y="15470"/>
                </a:cubicBezTo>
                <a:cubicBezTo>
                  <a:pt x="371923" y="13299"/>
                  <a:pt x="372714" y="11444"/>
                  <a:pt x="374297" y="9906"/>
                </a:cubicBezTo>
                <a:cubicBezTo>
                  <a:pt x="375881" y="8368"/>
                  <a:pt x="377758" y="7599"/>
                  <a:pt x="379929" y="7599"/>
                </a:cubicBezTo>
                <a:cubicBezTo>
                  <a:pt x="382100" y="7599"/>
                  <a:pt x="383966" y="8368"/>
                  <a:pt x="385527" y="9906"/>
                </a:cubicBezTo>
                <a:cubicBezTo>
                  <a:pt x="387087" y="11444"/>
                  <a:pt x="387868" y="13299"/>
                  <a:pt x="387868" y="15470"/>
                </a:cubicBezTo>
                <a:cubicBezTo>
                  <a:pt x="387868" y="17641"/>
                  <a:pt x="387087" y="19496"/>
                  <a:pt x="385527" y="21034"/>
                </a:cubicBezTo>
                <a:cubicBezTo>
                  <a:pt x="383966" y="22572"/>
                  <a:pt x="382100" y="23341"/>
                  <a:pt x="379929" y="23341"/>
                </a:cubicBezTo>
                <a:moveTo>
                  <a:pt x="382982" y="78475"/>
                </a:moveTo>
                <a:cubicBezTo>
                  <a:pt x="382982" y="81192"/>
                  <a:pt x="383062" y="85256"/>
                  <a:pt x="383220" y="90667"/>
                </a:cubicBezTo>
                <a:cubicBezTo>
                  <a:pt x="383378" y="96077"/>
                  <a:pt x="383457" y="100140"/>
                  <a:pt x="383457" y="102857"/>
                </a:cubicBezTo>
                <a:cubicBezTo>
                  <a:pt x="383457" y="104849"/>
                  <a:pt x="382847" y="106479"/>
                  <a:pt x="381625" y="107746"/>
                </a:cubicBezTo>
                <a:cubicBezTo>
                  <a:pt x="380404" y="109014"/>
                  <a:pt x="378798" y="109648"/>
                  <a:pt x="376808" y="109648"/>
                </a:cubicBezTo>
                <a:cubicBezTo>
                  <a:pt x="374863" y="109648"/>
                  <a:pt x="373268" y="109014"/>
                  <a:pt x="372024" y="107746"/>
                </a:cubicBezTo>
                <a:cubicBezTo>
                  <a:pt x="370780" y="106479"/>
                  <a:pt x="370158" y="104849"/>
                  <a:pt x="370158" y="102857"/>
                </a:cubicBezTo>
                <a:cubicBezTo>
                  <a:pt x="370158" y="100140"/>
                  <a:pt x="370079" y="96077"/>
                  <a:pt x="369921" y="90667"/>
                </a:cubicBezTo>
                <a:cubicBezTo>
                  <a:pt x="369763" y="85256"/>
                  <a:pt x="369683" y="81192"/>
                  <a:pt x="369683" y="78475"/>
                </a:cubicBezTo>
                <a:cubicBezTo>
                  <a:pt x="369683" y="74219"/>
                  <a:pt x="369910" y="68910"/>
                  <a:pt x="370362" y="62549"/>
                </a:cubicBezTo>
                <a:cubicBezTo>
                  <a:pt x="370814" y="56186"/>
                  <a:pt x="371040" y="50877"/>
                  <a:pt x="371040" y="46621"/>
                </a:cubicBezTo>
                <a:cubicBezTo>
                  <a:pt x="371040" y="44584"/>
                  <a:pt x="371662" y="42931"/>
                  <a:pt x="372906" y="41663"/>
                </a:cubicBezTo>
                <a:cubicBezTo>
                  <a:pt x="374150" y="40395"/>
                  <a:pt x="375745" y="39761"/>
                  <a:pt x="377690" y="39761"/>
                </a:cubicBezTo>
                <a:cubicBezTo>
                  <a:pt x="379635" y="39761"/>
                  <a:pt x="381230" y="40395"/>
                  <a:pt x="382473" y="41663"/>
                </a:cubicBezTo>
                <a:cubicBezTo>
                  <a:pt x="383717" y="42931"/>
                  <a:pt x="384339" y="44584"/>
                  <a:pt x="384339" y="46621"/>
                </a:cubicBezTo>
                <a:cubicBezTo>
                  <a:pt x="384339" y="50877"/>
                  <a:pt x="384113" y="56186"/>
                  <a:pt x="383661" y="62549"/>
                </a:cubicBezTo>
                <a:cubicBezTo>
                  <a:pt x="383209" y="68910"/>
                  <a:pt x="382982" y="74219"/>
                  <a:pt x="382982" y="78475"/>
                </a:cubicBezTo>
                <a:close/>
                <a:moveTo>
                  <a:pt x="458116" y="114127"/>
                </a:moveTo>
                <a:cubicBezTo>
                  <a:pt x="454226" y="114127"/>
                  <a:pt x="452032" y="111996"/>
                  <a:pt x="451534" y="107736"/>
                </a:cubicBezTo>
                <a:lnTo>
                  <a:pt x="449634" y="92845"/>
                </a:lnTo>
                <a:cubicBezTo>
                  <a:pt x="449001" y="87541"/>
                  <a:pt x="448684" y="82577"/>
                  <a:pt x="448684" y="77953"/>
                </a:cubicBezTo>
                <a:cubicBezTo>
                  <a:pt x="448684" y="76684"/>
                  <a:pt x="448763" y="74531"/>
                  <a:pt x="448922" y="71495"/>
                </a:cubicBezTo>
                <a:cubicBezTo>
                  <a:pt x="449080" y="68457"/>
                  <a:pt x="449159" y="66303"/>
                  <a:pt x="449159" y="65034"/>
                </a:cubicBezTo>
                <a:cubicBezTo>
                  <a:pt x="449159" y="55242"/>
                  <a:pt x="447350" y="50346"/>
                  <a:pt x="443731" y="50346"/>
                </a:cubicBezTo>
                <a:cubicBezTo>
                  <a:pt x="438665" y="50346"/>
                  <a:pt x="433825" y="53358"/>
                  <a:pt x="429211" y="59381"/>
                </a:cubicBezTo>
                <a:cubicBezTo>
                  <a:pt x="425049" y="64860"/>
                  <a:pt x="421792" y="71788"/>
                  <a:pt x="419440" y="80165"/>
                </a:cubicBezTo>
                <a:cubicBezTo>
                  <a:pt x="419350" y="81932"/>
                  <a:pt x="419146" y="84151"/>
                  <a:pt x="418830" y="86823"/>
                </a:cubicBezTo>
                <a:cubicBezTo>
                  <a:pt x="418558" y="89087"/>
                  <a:pt x="418422" y="91283"/>
                  <a:pt x="418422" y="93411"/>
                </a:cubicBezTo>
                <a:cubicBezTo>
                  <a:pt x="418422" y="94769"/>
                  <a:pt x="418558" y="96807"/>
                  <a:pt x="418830" y="99524"/>
                </a:cubicBezTo>
                <a:cubicBezTo>
                  <a:pt x="419101" y="102241"/>
                  <a:pt x="419237" y="104278"/>
                  <a:pt x="419237" y="105637"/>
                </a:cubicBezTo>
                <a:cubicBezTo>
                  <a:pt x="419237" y="107675"/>
                  <a:pt x="418615" y="109328"/>
                  <a:pt x="417371" y="110596"/>
                </a:cubicBezTo>
                <a:cubicBezTo>
                  <a:pt x="416127" y="111864"/>
                  <a:pt x="414532" y="112498"/>
                  <a:pt x="412587" y="112498"/>
                </a:cubicBezTo>
                <a:cubicBezTo>
                  <a:pt x="410597" y="112498"/>
                  <a:pt x="408991" y="111864"/>
                  <a:pt x="407770" y="110594"/>
                </a:cubicBezTo>
                <a:cubicBezTo>
                  <a:pt x="406548" y="109326"/>
                  <a:pt x="405938" y="107672"/>
                  <a:pt x="405938" y="105632"/>
                </a:cubicBezTo>
                <a:cubicBezTo>
                  <a:pt x="405938" y="104274"/>
                  <a:pt x="405791" y="102236"/>
                  <a:pt x="405497" y="99517"/>
                </a:cubicBezTo>
                <a:cubicBezTo>
                  <a:pt x="405203" y="96798"/>
                  <a:pt x="405056" y="94758"/>
                  <a:pt x="405056" y="93398"/>
                </a:cubicBezTo>
                <a:cubicBezTo>
                  <a:pt x="405056" y="88730"/>
                  <a:pt x="405384" y="82262"/>
                  <a:pt x="406039" y="73992"/>
                </a:cubicBezTo>
                <a:cubicBezTo>
                  <a:pt x="406695" y="65723"/>
                  <a:pt x="407023" y="59254"/>
                  <a:pt x="407023" y="54587"/>
                </a:cubicBezTo>
                <a:cubicBezTo>
                  <a:pt x="407023" y="53136"/>
                  <a:pt x="406944" y="50984"/>
                  <a:pt x="406786" y="48130"/>
                </a:cubicBezTo>
                <a:cubicBezTo>
                  <a:pt x="406628" y="45275"/>
                  <a:pt x="406548" y="43123"/>
                  <a:pt x="406548" y="41674"/>
                </a:cubicBezTo>
                <a:cubicBezTo>
                  <a:pt x="406548" y="39724"/>
                  <a:pt x="407193" y="38127"/>
                  <a:pt x="408482" y="36882"/>
                </a:cubicBezTo>
                <a:cubicBezTo>
                  <a:pt x="409771" y="35635"/>
                  <a:pt x="411366" y="35012"/>
                  <a:pt x="413266" y="35012"/>
                </a:cubicBezTo>
                <a:cubicBezTo>
                  <a:pt x="417427" y="35012"/>
                  <a:pt x="419712" y="37964"/>
                  <a:pt x="420119" y="43868"/>
                </a:cubicBezTo>
                <a:lnTo>
                  <a:pt x="420322" y="51839"/>
                </a:lnTo>
                <a:cubicBezTo>
                  <a:pt x="427922" y="41706"/>
                  <a:pt x="435725" y="36640"/>
                  <a:pt x="443731" y="36640"/>
                </a:cubicBezTo>
                <a:cubicBezTo>
                  <a:pt x="450969" y="36640"/>
                  <a:pt x="456012" y="39835"/>
                  <a:pt x="458862" y="46224"/>
                </a:cubicBezTo>
                <a:cubicBezTo>
                  <a:pt x="460807" y="50483"/>
                  <a:pt x="461870" y="56782"/>
                  <a:pt x="462051" y="65121"/>
                </a:cubicBezTo>
                <a:lnTo>
                  <a:pt x="462051" y="71984"/>
                </a:lnTo>
                <a:lnTo>
                  <a:pt x="461983" y="78305"/>
                </a:lnTo>
                <a:cubicBezTo>
                  <a:pt x="461983" y="82067"/>
                  <a:pt x="462470" y="86927"/>
                  <a:pt x="463442" y="92887"/>
                </a:cubicBezTo>
                <a:cubicBezTo>
                  <a:pt x="464415" y="98845"/>
                  <a:pt x="464901" y="103682"/>
                  <a:pt x="464901" y="107397"/>
                </a:cubicBezTo>
                <a:cubicBezTo>
                  <a:pt x="464901" y="109391"/>
                  <a:pt x="464256" y="111011"/>
                  <a:pt x="462967" y="112257"/>
                </a:cubicBezTo>
                <a:cubicBezTo>
                  <a:pt x="461678" y="113503"/>
                  <a:pt x="460061" y="114127"/>
                  <a:pt x="458116" y="114127"/>
                </a:cubicBezTo>
                <a:close/>
                <a:moveTo>
                  <a:pt x="535236" y="79997"/>
                </a:moveTo>
                <a:lnTo>
                  <a:pt x="533675" y="102795"/>
                </a:lnTo>
                <a:cubicBezTo>
                  <a:pt x="533404" y="111842"/>
                  <a:pt x="532477" y="119238"/>
                  <a:pt x="530893" y="124983"/>
                </a:cubicBezTo>
                <a:cubicBezTo>
                  <a:pt x="528858" y="132311"/>
                  <a:pt x="525601" y="137716"/>
                  <a:pt x="521123" y="141200"/>
                </a:cubicBezTo>
                <a:cubicBezTo>
                  <a:pt x="515695" y="145406"/>
                  <a:pt x="507846" y="147510"/>
                  <a:pt x="497578" y="147510"/>
                </a:cubicBezTo>
                <a:cubicBezTo>
                  <a:pt x="491562" y="147510"/>
                  <a:pt x="486518" y="147103"/>
                  <a:pt x="482447" y="146288"/>
                </a:cubicBezTo>
                <a:cubicBezTo>
                  <a:pt x="476748" y="145158"/>
                  <a:pt x="473898" y="142805"/>
                  <a:pt x="473898" y="139232"/>
                </a:cubicBezTo>
                <a:cubicBezTo>
                  <a:pt x="473898" y="135206"/>
                  <a:pt x="475866" y="133193"/>
                  <a:pt x="479801" y="133193"/>
                </a:cubicBezTo>
                <a:cubicBezTo>
                  <a:pt x="481430" y="133193"/>
                  <a:pt x="484144" y="133589"/>
                  <a:pt x="487943" y="134380"/>
                </a:cubicBezTo>
                <a:cubicBezTo>
                  <a:pt x="491743" y="135172"/>
                  <a:pt x="495950" y="135523"/>
                  <a:pt x="500564" y="135432"/>
                </a:cubicBezTo>
                <a:cubicBezTo>
                  <a:pt x="509249" y="135288"/>
                  <a:pt x="515242" y="130834"/>
                  <a:pt x="518544" y="122070"/>
                </a:cubicBezTo>
                <a:cubicBezTo>
                  <a:pt x="520716" y="116226"/>
                  <a:pt x="521869" y="107245"/>
                  <a:pt x="522005" y="95128"/>
                </a:cubicBezTo>
                <a:cubicBezTo>
                  <a:pt x="519562" y="100421"/>
                  <a:pt x="516656" y="104390"/>
                  <a:pt x="513286" y="107036"/>
                </a:cubicBezTo>
                <a:cubicBezTo>
                  <a:pt x="509916" y="109682"/>
                  <a:pt x="506060" y="111005"/>
                  <a:pt x="501717" y="111005"/>
                </a:cubicBezTo>
                <a:cubicBezTo>
                  <a:pt x="493530" y="111005"/>
                  <a:pt x="486869" y="108209"/>
                  <a:pt x="481735" y="102617"/>
                </a:cubicBezTo>
                <a:cubicBezTo>
                  <a:pt x="476601" y="97025"/>
                  <a:pt x="474034" y="89769"/>
                  <a:pt x="474034" y="80850"/>
                </a:cubicBezTo>
                <a:cubicBezTo>
                  <a:pt x="474034" y="68625"/>
                  <a:pt x="477539" y="58777"/>
                  <a:pt x="484551" y="51307"/>
                </a:cubicBezTo>
                <a:cubicBezTo>
                  <a:pt x="491788" y="43610"/>
                  <a:pt x="501649" y="39761"/>
                  <a:pt x="514134" y="39761"/>
                </a:cubicBezTo>
                <a:cubicBezTo>
                  <a:pt x="518341" y="39761"/>
                  <a:pt x="521869" y="40304"/>
                  <a:pt x="524719" y="41390"/>
                </a:cubicBezTo>
                <a:cubicBezTo>
                  <a:pt x="527569" y="42475"/>
                  <a:pt x="529740" y="44104"/>
                  <a:pt x="531233" y="46275"/>
                </a:cubicBezTo>
                <a:cubicBezTo>
                  <a:pt x="536073" y="46411"/>
                  <a:pt x="538493" y="49102"/>
                  <a:pt x="538493" y="54349"/>
                </a:cubicBezTo>
                <a:cubicBezTo>
                  <a:pt x="538493" y="57561"/>
                  <a:pt x="538018" y="61858"/>
                  <a:pt x="537068" y="67241"/>
                </a:cubicBezTo>
                <a:cubicBezTo>
                  <a:pt x="536028" y="73483"/>
                  <a:pt x="535417" y="77736"/>
                  <a:pt x="535236" y="79997"/>
                </a:cubicBezTo>
                <a:moveTo>
                  <a:pt x="513456" y="53331"/>
                </a:moveTo>
                <a:cubicBezTo>
                  <a:pt x="504861" y="53331"/>
                  <a:pt x="498212" y="55999"/>
                  <a:pt x="493507" y="61334"/>
                </a:cubicBezTo>
                <a:cubicBezTo>
                  <a:pt x="489300" y="66139"/>
                  <a:pt x="487197" y="72247"/>
                  <a:pt x="487197" y="79660"/>
                </a:cubicBezTo>
                <a:cubicBezTo>
                  <a:pt x="487197" y="85565"/>
                  <a:pt x="488441" y="90003"/>
                  <a:pt x="490929" y="92976"/>
                </a:cubicBezTo>
                <a:cubicBezTo>
                  <a:pt x="493417" y="95949"/>
                  <a:pt x="497149" y="97435"/>
                  <a:pt x="502124" y="97435"/>
                </a:cubicBezTo>
                <a:cubicBezTo>
                  <a:pt x="506693" y="97435"/>
                  <a:pt x="511126" y="95114"/>
                  <a:pt x="515423" y="90472"/>
                </a:cubicBezTo>
                <a:cubicBezTo>
                  <a:pt x="519313" y="86196"/>
                  <a:pt x="521530" y="81961"/>
                  <a:pt x="522073" y="77767"/>
                </a:cubicBezTo>
                <a:cubicBezTo>
                  <a:pt x="523023" y="73368"/>
                  <a:pt x="524040" y="66464"/>
                  <a:pt x="525126" y="57057"/>
                </a:cubicBezTo>
                <a:cubicBezTo>
                  <a:pt x="523317" y="55795"/>
                  <a:pt x="521439" y="54858"/>
                  <a:pt x="519494" y="54247"/>
                </a:cubicBezTo>
                <a:cubicBezTo>
                  <a:pt x="517549" y="53637"/>
                  <a:pt x="515536" y="53331"/>
                  <a:pt x="513456" y="53331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F1A55-C600-4FAC-979C-1BC94509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744" y="3444391"/>
            <a:ext cx="768821" cy="823986"/>
          </a:xfrm>
          <a:custGeom xmlns:a="http://schemas.openxmlformats.org/drawingml/2006/main">
            <a:pathLst>
              <a:path w="768821" h="823986">
                <a:moveTo>
                  <a:pt x="93306" y="5963"/>
                </a:moveTo>
                <a:lnTo>
                  <a:pt x="87133" y="8058"/>
                </a:lnTo>
                <a:lnTo>
                  <a:pt x="81100" y="10433"/>
                </a:lnTo>
                <a:lnTo>
                  <a:pt x="75220" y="13100"/>
                </a:lnTo>
                <a:lnTo>
                  <a:pt x="69494" y="16033"/>
                </a:lnTo>
                <a:lnTo>
                  <a:pt x="63936" y="19231"/>
                </a:lnTo>
                <a:lnTo>
                  <a:pt x="61157" y="21005"/>
                </a:lnTo>
                <a:lnTo>
                  <a:pt x="68698" y="32764"/>
                </a:lnTo>
                <a:lnTo>
                  <a:pt x="71324" y="31074"/>
                </a:lnTo>
                <a:lnTo>
                  <a:pt x="71044" y="31256"/>
                </a:lnTo>
                <a:lnTo>
                  <a:pt x="76310" y="28225"/>
                </a:lnTo>
                <a:lnTo>
                  <a:pt x="76002" y="28379"/>
                </a:lnTo>
                <a:lnTo>
                  <a:pt x="81187" y="25727"/>
                </a:lnTo>
                <a:lnTo>
                  <a:pt x="86700" y="23239"/>
                </a:lnTo>
                <a:lnTo>
                  <a:pt x="86379" y="23365"/>
                </a:lnTo>
                <a:lnTo>
                  <a:pt x="92027" y="21141"/>
                </a:lnTo>
                <a:lnTo>
                  <a:pt x="97566" y="19278"/>
                </a:lnTo>
                <a:lnTo>
                  <a:pt x="103145" y="17700"/>
                </a:lnTo>
                <a:lnTo>
                  <a:pt x="108816" y="16384"/>
                </a:lnTo>
                <a:lnTo>
                  <a:pt x="114647" y="15346"/>
                </a:lnTo>
                <a:lnTo>
                  <a:pt x="117886" y="14930"/>
                </a:lnTo>
                <a:lnTo>
                  <a:pt x="116126" y="1075"/>
                </a:lnTo>
                <a:lnTo>
                  <a:pt x="112579" y="1522"/>
                </a:lnTo>
                <a:lnTo>
                  <a:pt x="106043" y="2695"/>
                </a:lnTo>
                <a:lnTo>
                  <a:pt x="99619" y="4176"/>
                </a:lnTo>
                <a:lnTo>
                  <a:pt x="93306" y="5963"/>
                </a:lnTo>
                <a:close/>
                <a:moveTo>
                  <a:pt x="22681" y="58545"/>
                </a:moveTo>
                <a:lnTo>
                  <a:pt x="19231" y="63936"/>
                </a:lnTo>
                <a:lnTo>
                  <a:pt x="16033" y="69494"/>
                </a:lnTo>
                <a:lnTo>
                  <a:pt x="13100" y="75220"/>
                </a:lnTo>
                <a:lnTo>
                  <a:pt x="10433" y="81100"/>
                </a:lnTo>
                <a:lnTo>
                  <a:pt x="8058" y="87133"/>
                </a:lnTo>
                <a:lnTo>
                  <a:pt x="5963" y="93306"/>
                </a:lnTo>
                <a:lnTo>
                  <a:pt x="4176" y="99619"/>
                </a:lnTo>
                <a:lnTo>
                  <a:pt x="3324" y="103292"/>
                </a:lnTo>
                <a:lnTo>
                  <a:pt x="16941" y="106434"/>
                </a:lnTo>
                <a:lnTo>
                  <a:pt x="17702" y="103141"/>
                </a:lnTo>
                <a:lnTo>
                  <a:pt x="19278" y="97566"/>
                </a:lnTo>
                <a:lnTo>
                  <a:pt x="21141" y="92027"/>
                </a:lnTo>
                <a:lnTo>
                  <a:pt x="23365" y="86379"/>
                </a:lnTo>
                <a:lnTo>
                  <a:pt x="23239" y="86700"/>
                </a:lnTo>
                <a:lnTo>
                  <a:pt x="25727" y="81187"/>
                </a:lnTo>
                <a:lnTo>
                  <a:pt x="28379" y="76002"/>
                </a:lnTo>
                <a:lnTo>
                  <a:pt x="28225" y="76310"/>
                </a:lnTo>
                <a:lnTo>
                  <a:pt x="31200" y="71127"/>
                </a:lnTo>
                <a:lnTo>
                  <a:pt x="34186" y="66469"/>
                </a:lnTo>
                <a:lnTo>
                  <a:pt x="37666" y="61562"/>
                </a:lnTo>
                <a:lnTo>
                  <a:pt x="37470" y="61841"/>
                </a:lnTo>
                <a:lnTo>
                  <a:pt x="39523" y="59215"/>
                </a:lnTo>
                <a:lnTo>
                  <a:pt x="28546" y="50584"/>
                </a:lnTo>
                <a:lnTo>
                  <a:pt x="26382" y="53336"/>
                </a:lnTo>
                <a:lnTo>
                  <a:pt x="22681" y="58545"/>
                </a:lnTo>
                <a:close/>
                <a:moveTo>
                  <a:pt x="13966" y="146516"/>
                </a:moveTo>
                <a:lnTo>
                  <a:pt x="0" y="146516"/>
                </a:lnTo>
                <a:lnTo>
                  <a:pt x="0" y="202379"/>
                </a:lnTo>
                <a:lnTo>
                  <a:pt x="13966" y="202379"/>
                </a:lnTo>
                <a:lnTo>
                  <a:pt x="13966" y="146516"/>
                </a:lnTo>
                <a:close/>
                <a:moveTo>
                  <a:pt x="13966" y="244277"/>
                </a:moveTo>
                <a:lnTo>
                  <a:pt x="0" y="244277"/>
                </a:lnTo>
                <a:lnTo>
                  <a:pt x="0" y="300141"/>
                </a:lnTo>
                <a:lnTo>
                  <a:pt x="13966" y="300141"/>
                </a:lnTo>
                <a:lnTo>
                  <a:pt x="13966" y="244277"/>
                </a:lnTo>
                <a:close/>
                <a:moveTo>
                  <a:pt x="0" y="342038"/>
                </a:moveTo>
                <a:lnTo>
                  <a:pt x="0" y="397902"/>
                </a:lnTo>
                <a:lnTo>
                  <a:pt x="13966" y="397902"/>
                </a:lnTo>
                <a:lnTo>
                  <a:pt x="13966" y="342038"/>
                </a:lnTo>
                <a:lnTo>
                  <a:pt x="0" y="342038"/>
                </a:lnTo>
                <a:close/>
                <a:moveTo>
                  <a:pt x="0" y="439799"/>
                </a:moveTo>
                <a:lnTo>
                  <a:pt x="0" y="495663"/>
                </a:lnTo>
                <a:lnTo>
                  <a:pt x="13966" y="495663"/>
                </a:lnTo>
                <a:lnTo>
                  <a:pt x="13966" y="439799"/>
                </a:lnTo>
                <a:lnTo>
                  <a:pt x="0" y="439799"/>
                </a:lnTo>
                <a:close/>
                <a:moveTo>
                  <a:pt x="13966" y="537560"/>
                </a:moveTo>
                <a:lnTo>
                  <a:pt x="0" y="537560"/>
                </a:lnTo>
                <a:lnTo>
                  <a:pt x="0" y="593424"/>
                </a:lnTo>
                <a:lnTo>
                  <a:pt x="13966" y="593424"/>
                </a:lnTo>
                <a:lnTo>
                  <a:pt x="13966" y="537560"/>
                </a:lnTo>
                <a:close/>
                <a:moveTo>
                  <a:pt x="13966" y="635321"/>
                </a:moveTo>
                <a:lnTo>
                  <a:pt x="0" y="635321"/>
                </a:lnTo>
                <a:lnTo>
                  <a:pt x="0" y="691185"/>
                </a:lnTo>
                <a:lnTo>
                  <a:pt x="13966" y="691185"/>
                </a:lnTo>
                <a:lnTo>
                  <a:pt x="13966" y="635321"/>
                </a:lnTo>
                <a:close/>
                <a:moveTo>
                  <a:pt x="8058" y="736853"/>
                </a:moveTo>
                <a:lnTo>
                  <a:pt x="10433" y="742887"/>
                </a:lnTo>
                <a:lnTo>
                  <a:pt x="13100" y="748766"/>
                </a:lnTo>
                <a:lnTo>
                  <a:pt x="16033" y="754492"/>
                </a:lnTo>
                <a:lnTo>
                  <a:pt x="19231" y="760051"/>
                </a:lnTo>
                <a:lnTo>
                  <a:pt x="22681" y="765441"/>
                </a:lnTo>
                <a:lnTo>
                  <a:pt x="25139" y="768905"/>
                </a:lnTo>
                <a:lnTo>
                  <a:pt x="36521" y="760805"/>
                </a:lnTo>
                <a:lnTo>
                  <a:pt x="34186" y="757517"/>
                </a:lnTo>
                <a:lnTo>
                  <a:pt x="31074" y="752663"/>
                </a:lnTo>
                <a:lnTo>
                  <a:pt x="31256" y="752942"/>
                </a:lnTo>
                <a:lnTo>
                  <a:pt x="28225" y="747677"/>
                </a:lnTo>
                <a:lnTo>
                  <a:pt x="28379" y="747984"/>
                </a:lnTo>
                <a:lnTo>
                  <a:pt x="25727" y="742800"/>
                </a:lnTo>
                <a:lnTo>
                  <a:pt x="23239" y="737286"/>
                </a:lnTo>
                <a:lnTo>
                  <a:pt x="23365" y="737607"/>
                </a:lnTo>
                <a:lnTo>
                  <a:pt x="21116" y="731881"/>
                </a:lnTo>
                <a:lnTo>
                  <a:pt x="21228" y="732217"/>
                </a:lnTo>
                <a:lnTo>
                  <a:pt x="19278" y="726421"/>
                </a:lnTo>
                <a:lnTo>
                  <a:pt x="17700" y="720841"/>
                </a:lnTo>
                <a:lnTo>
                  <a:pt x="16385" y="715177"/>
                </a:lnTo>
                <a:lnTo>
                  <a:pt x="15949" y="712692"/>
                </a:lnTo>
                <a:lnTo>
                  <a:pt x="2193" y="715150"/>
                </a:lnTo>
                <a:lnTo>
                  <a:pt x="2695" y="717944"/>
                </a:lnTo>
                <a:lnTo>
                  <a:pt x="4176" y="724368"/>
                </a:lnTo>
                <a:lnTo>
                  <a:pt x="5963" y="730680"/>
                </a:lnTo>
                <a:lnTo>
                  <a:pt x="8058" y="736853"/>
                </a:lnTo>
                <a:close/>
                <a:moveTo>
                  <a:pt x="75220" y="810886"/>
                </a:moveTo>
                <a:lnTo>
                  <a:pt x="81100" y="813554"/>
                </a:lnTo>
                <a:lnTo>
                  <a:pt x="87133" y="815928"/>
                </a:lnTo>
                <a:lnTo>
                  <a:pt x="93306" y="818023"/>
                </a:lnTo>
                <a:lnTo>
                  <a:pt x="99619" y="819811"/>
                </a:lnTo>
                <a:lnTo>
                  <a:pt x="106043" y="821291"/>
                </a:lnTo>
                <a:lnTo>
                  <a:pt x="110512" y="822087"/>
                </a:lnTo>
                <a:lnTo>
                  <a:pt x="112970" y="808345"/>
                </a:lnTo>
                <a:lnTo>
                  <a:pt x="108818" y="807603"/>
                </a:lnTo>
                <a:lnTo>
                  <a:pt x="103145" y="806286"/>
                </a:lnTo>
                <a:lnTo>
                  <a:pt x="97566" y="804709"/>
                </a:lnTo>
                <a:lnTo>
                  <a:pt x="92027" y="802845"/>
                </a:lnTo>
                <a:lnTo>
                  <a:pt x="86379" y="800622"/>
                </a:lnTo>
                <a:lnTo>
                  <a:pt x="86700" y="800747"/>
                </a:lnTo>
                <a:lnTo>
                  <a:pt x="81187" y="798260"/>
                </a:lnTo>
                <a:lnTo>
                  <a:pt x="76002" y="795608"/>
                </a:lnTo>
                <a:lnTo>
                  <a:pt x="76310" y="795761"/>
                </a:lnTo>
                <a:lnTo>
                  <a:pt x="71044" y="792731"/>
                </a:lnTo>
                <a:lnTo>
                  <a:pt x="71324" y="792912"/>
                </a:lnTo>
                <a:lnTo>
                  <a:pt x="66471" y="789801"/>
                </a:lnTo>
                <a:lnTo>
                  <a:pt x="64564" y="788443"/>
                </a:lnTo>
                <a:lnTo>
                  <a:pt x="56464" y="799825"/>
                </a:lnTo>
                <a:lnTo>
                  <a:pt x="58545" y="801306"/>
                </a:lnTo>
                <a:lnTo>
                  <a:pt x="63936" y="804755"/>
                </a:lnTo>
                <a:lnTo>
                  <a:pt x="69494" y="807954"/>
                </a:lnTo>
                <a:lnTo>
                  <a:pt x="75220" y="810886"/>
                </a:lnTo>
                <a:close/>
                <a:moveTo>
                  <a:pt x="507995" y="0"/>
                </a:moveTo>
                <a:lnTo>
                  <a:pt x="452131" y="0"/>
                </a:lnTo>
                <a:lnTo>
                  <a:pt x="452131" y="13966"/>
                </a:lnTo>
                <a:lnTo>
                  <a:pt x="507995" y="13966"/>
                </a:lnTo>
                <a:lnTo>
                  <a:pt x="507995" y="0"/>
                </a:lnTo>
                <a:close/>
                <a:moveTo>
                  <a:pt x="214711" y="0"/>
                </a:moveTo>
                <a:lnTo>
                  <a:pt x="158848" y="0"/>
                </a:lnTo>
                <a:lnTo>
                  <a:pt x="158848" y="13966"/>
                </a:lnTo>
                <a:lnTo>
                  <a:pt x="214711" y="13966"/>
                </a:lnTo>
                <a:lnTo>
                  <a:pt x="214711" y="0"/>
                </a:lnTo>
                <a:close/>
                <a:moveTo>
                  <a:pt x="312472" y="13966"/>
                </a:moveTo>
                <a:lnTo>
                  <a:pt x="312472" y="0"/>
                </a:lnTo>
                <a:lnTo>
                  <a:pt x="256609" y="0"/>
                </a:lnTo>
                <a:lnTo>
                  <a:pt x="256609" y="13966"/>
                </a:lnTo>
                <a:lnTo>
                  <a:pt x="312472" y="13966"/>
                </a:lnTo>
                <a:close/>
                <a:moveTo>
                  <a:pt x="605756" y="13966"/>
                </a:moveTo>
                <a:lnTo>
                  <a:pt x="605756" y="0"/>
                </a:lnTo>
                <a:lnTo>
                  <a:pt x="549892" y="0"/>
                </a:lnTo>
                <a:lnTo>
                  <a:pt x="549892" y="13966"/>
                </a:lnTo>
                <a:lnTo>
                  <a:pt x="605756" y="13966"/>
                </a:lnTo>
                <a:close/>
                <a:moveTo>
                  <a:pt x="410234" y="13966"/>
                </a:moveTo>
                <a:lnTo>
                  <a:pt x="410234" y="0"/>
                </a:lnTo>
                <a:lnTo>
                  <a:pt x="354370" y="0"/>
                </a:lnTo>
                <a:lnTo>
                  <a:pt x="354370" y="13966"/>
                </a:lnTo>
                <a:lnTo>
                  <a:pt x="410234" y="13966"/>
                </a:lnTo>
                <a:close/>
                <a:moveTo>
                  <a:pt x="641969" y="809881"/>
                </a:moveTo>
                <a:lnTo>
                  <a:pt x="642152" y="809867"/>
                </a:lnTo>
                <a:lnTo>
                  <a:pt x="642151" y="809867"/>
                </a:lnTo>
                <a:lnTo>
                  <a:pt x="642318" y="809853"/>
                </a:lnTo>
                <a:lnTo>
                  <a:pt x="641969" y="809881"/>
                </a:lnTo>
                <a:close/>
                <a:moveTo>
                  <a:pt x="544585" y="810021"/>
                </a:moveTo>
                <a:lnTo>
                  <a:pt x="544585" y="823986"/>
                </a:lnTo>
                <a:lnTo>
                  <a:pt x="600449" y="823986"/>
                </a:lnTo>
                <a:lnTo>
                  <a:pt x="600449" y="810021"/>
                </a:lnTo>
                <a:lnTo>
                  <a:pt x="544585" y="810021"/>
                </a:lnTo>
                <a:close/>
                <a:moveTo>
                  <a:pt x="349063" y="810021"/>
                </a:moveTo>
                <a:lnTo>
                  <a:pt x="349063" y="823986"/>
                </a:lnTo>
                <a:lnTo>
                  <a:pt x="404926" y="823986"/>
                </a:lnTo>
                <a:lnTo>
                  <a:pt x="404926" y="810021"/>
                </a:lnTo>
                <a:lnTo>
                  <a:pt x="349063" y="810021"/>
                </a:lnTo>
                <a:close/>
                <a:moveTo>
                  <a:pt x="251302" y="810021"/>
                </a:moveTo>
                <a:lnTo>
                  <a:pt x="251302" y="823986"/>
                </a:lnTo>
                <a:lnTo>
                  <a:pt x="307165" y="823986"/>
                </a:lnTo>
                <a:lnTo>
                  <a:pt x="307165" y="810021"/>
                </a:lnTo>
                <a:lnTo>
                  <a:pt x="251302" y="810021"/>
                </a:lnTo>
                <a:close/>
                <a:moveTo>
                  <a:pt x="153541" y="823986"/>
                </a:moveTo>
                <a:lnTo>
                  <a:pt x="209404" y="823986"/>
                </a:lnTo>
                <a:lnTo>
                  <a:pt x="209404" y="810021"/>
                </a:lnTo>
                <a:lnTo>
                  <a:pt x="153541" y="810021"/>
                </a:lnTo>
                <a:lnTo>
                  <a:pt x="153541" y="823986"/>
                </a:lnTo>
                <a:close/>
                <a:moveTo>
                  <a:pt x="446824" y="823986"/>
                </a:moveTo>
                <a:lnTo>
                  <a:pt x="502688" y="823986"/>
                </a:lnTo>
                <a:lnTo>
                  <a:pt x="502688" y="810021"/>
                </a:lnTo>
                <a:lnTo>
                  <a:pt x="446824" y="810021"/>
                </a:lnTo>
                <a:lnTo>
                  <a:pt x="446824" y="823986"/>
                </a:lnTo>
                <a:close/>
                <a:moveTo>
                  <a:pt x="693601" y="13100"/>
                </a:moveTo>
                <a:lnTo>
                  <a:pt x="687721" y="10433"/>
                </a:lnTo>
                <a:lnTo>
                  <a:pt x="681688" y="8058"/>
                </a:lnTo>
                <a:lnTo>
                  <a:pt x="675515" y="5963"/>
                </a:lnTo>
                <a:lnTo>
                  <a:pt x="669203" y="4176"/>
                </a:lnTo>
                <a:lnTo>
                  <a:pt x="662778" y="2695"/>
                </a:lnTo>
                <a:lnTo>
                  <a:pt x="656242" y="1522"/>
                </a:lnTo>
                <a:lnTo>
                  <a:pt x="649595" y="684"/>
                </a:lnTo>
                <a:lnTo>
                  <a:pt x="648170" y="573"/>
                </a:lnTo>
                <a:lnTo>
                  <a:pt x="647109" y="14497"/>
                </a:lnTo>
                <a:lnTo>
                  <a:pt x="648305" y="14590"/>
                </a:lnTo>
                <a:lnTo>
                  <a:pt x="654173" y="15346"/>
                </a:lnTo>
                <a:lnTo>
                  <a:pt x="660005" y="16384"/>
                </a:lnTo>
                <a:lnTo>
                  <a:pt x="665676" y="17700"/>
                </a:lnTo>
                <a:lnTo>
                  <a:pt x="671256" y="19278"/>
                </a:lnTo>
                <a:lnTo>
                  <a:pt x="677051" y="21228"/>
                </a:lnTo>
                <a:lnTo>
                  <a:pt x="676716" y="21116"/>
                </a:lnTo>
                <a:lnTo>
                  <a:pt x="682442" y="23365"/>
                </a:lnTo>
                <a:lnTo>
                  <a:pt x="682121" y="23239"/>
                </a:lnTo>
                <a:lnTo>
                  <a:pt x="687635" y="25727"/>
                </a:lnTo>
                <a:lnTo>
                  <a:pt x="692819" y="28379"/>
                </a:lnTo>
                <a:lnTo>
                  <a:pt x="692512" y="28225"/>
                </a:lnTo>
                <a:lnTo>
                  <a:pt x="696841" y="30711"/>
                </a:lnTo>
                <a:lnTo>
                  <a:pt x="703810" y="18603"/>
                </a:lnTo>
                <a:lnTo>
                  <a:pt x="699327" y="16033"/>
                </a:lnTo>
                <a:lnTo>
                  <a:pt x="693601" y="13100"/>
                </a:lnTo>
                <a:close/>
                <a:moveTo>
                  <a:pt x="755721" y="75220"/>
                </a:moveTo>
                <a:lnTo>
                  <a:pt x="752788" y="69494"/>
                </a:lnTo>
                <a:lnTo>
                  <a:pt x="749590" y="63936"/>
                </a:lnTo>
                <a:lnTo>
                  <a:pt x="746141" y="58545"/>
                </a:lnTo>
                <a:lnTo>
                  <a:pt x="742440" y="53336"/>
                </a:lnTo>
                <a:lnTo>
                  <a:pt x="738501" y="48322"/>
                </a:lnTo>
                <a:lnTo>
                  <a:pt x="737412" y="47065"/>
                </a:lnTo>
                <a:lnTo>
                  <a:pt x="726854" y="56199"/>
                </a:lnTo>
                <a:lnTo>
                  <a:pt x="727811" y="57320"/>
                </a:lnTo>
                <a:lnTo>
                  <a:pt x="731351" y="61841"/>
                </a:lnTo>
                <a:lnTo>
                  <a:pt x="731155" y="61562"/>
                </a:lnTo>
                <a:lnTo>
                  <a:pt x="734635" y="66469"/>
                </a:lnTo>
                <a:lnTo>
                  <a:pt x="737621" y="71127"/>
                </a:lnTo>
                <a:lnTo>
                  <a:pt x="740596" y="76310"/>
                </a:lnTo>
                <a:lnTo>
                  <a:pt x="740443" y="76002"/>
                </a:lnTo>
                <a:lnTo>
                  <a:pt x="743095" y="81187"/>
                </a:lnTo>
                <a:lnTo>
                  <a:pt x="745582" y="86700"/>
                </a:lnTo>
                <a:lnTo>
                  <a:pt x="745456" y="86379"/>
                </a:lnTo>
                <a:lnTo>
                  <a:pt x="747680" y="92027"/>
                </a:lnTo>
                <a:lnTo>
                  <a:pt x="749548" y="97578"/>
                </a:lnTo>
                <a:lnTo>
                  <a:pt x="751001" y="102677"/>
                </a:lnTo>
                <a:lnTo>
                  <a:pt x="764436" y="98864"/>
                </a:lnTo>
                <a:lnTo>
                  <a:pt x="762858" y="93306"/>
                </a:lnTo>
                <a:lnTo>
                  <a:pt x="760763" y="87133"/>
                </a:lnTo>
                <a:lnTo>
                  <a:pt x="758389" y="81100"/>
                </a:lnTo>
                <a:lnTo>
                  <a:pt x="755721" y="75220"/>
                </a:lnTo>
                <a:close/>
                <a:moveTo>
                  <a:pt x="754855" y="198176"/>
                </a:moveTo>
                <a:lnTo>
                  <a:pt x="768821" y="198176"/>
                </a:lnTo>
                <a:lnTo>
                  <a:pt x="768821" y="142312"/>
                </a:lnTo>
                <a:lnTo>
                  <a:pt x="754855" y="142312"/>
                </a:lnTo>
                <a:lnTo>
                  <a:pt x="754855" y="198176"/>
                </a:lnTo>
                <a:close/>
                <a:moveTo>
                  <a:pt x="754855" y="295937"/>
                </a:moveTo>
                <a:lnTo>
                  <a:pt x="768821" y="295937"/>
                </a:lnTo>
                <a:lnTo>
                  <a:pt x="768821" y="240073"/>
                </a:lnTo>
                <a:lnTo>
                  <a:pt x="754855" y="240073"/>
                </a:lnTo>
                <a:lnTo>
                  <a:pt x="754855" y="295937"/>
                </a:lnTo>
                <a:close/>
                <a:moveTo>
                  <a:pt x="768821" y="393698"/>
                </a:moveTo>
                <a:lnTo>
                  <a:pt x="768821" y="337834"/>
                </a:lnTo>
                <a:lnTo>
                  <a:pt x="754855" y="337834"/>
                </a:lnTo>
                <a:lnTo>
                  <a:pt x="754855" y="393698"/>
                </a:lnTo>
                <a:lnTo>
                  <a:pt x="768821" y="393698"/>
                </a:lnTo>
                <a:close/>
                <a:moveTo>
                  <a:pt x="768821" y="491459"/>
                </a:moveTo>
                <a:lnTo>
                  <a:pt x="768821" y="435596"/>
                </a:lnTo>
                <a:lnTo>
                  <a:pt x="754855" y="435596"/>
                </a:lnTo>
                <a:lnTo>
                  <a:pt x="754855" y="491459"/>
                </a:lnTo>
                <a:lnTo>
                  <a:pt x="768821" y="491459"/>
                </a:lnTo>
                <a:close/>
                <a:moveTo>
                  <a:pt x="754855" y="589220"/>
                </a:moveTo>
                <a:lnTo>
                  <a:pt x="768821" y="589220"/>
                </a:lnTo>
                <a:lnTo>
                  <a:pt x="768821" y="533357"/>
                </a:lnTo>
                <a:lnTo>
                  <a:pt x="754855" y="533357"/>
                </a:lnTo>
                <a:lnTo>
                  <a:pt x="754855" y="589220"/>
                </a:lnTo>
                <a:close/>
                <a:moveTo>
                  <a:pt x="754855" y="686981"/>
                </a:moveTo>
                <a:lnTo>
                  <a:pt x="768821" y="686981"/>
                </a:lnTo>
                <a:lnTo>
                  <a:pt x="768821" y="631118"/>
                </a:lnTo>
                <a:lnTo>
                  <a:pt x="754855" y="631118"/>
                </a:lnTo>
                <a:lnTo>
                  <a:pt x="754855" y="686981"/>
                </a:lnTo>
                <a:close/>
                <a:moveTo>
                  <a:pt x="749590" y="760051"/>
                </a:moveTo>
                <a:lnTo>
                  <a:pt x="752788" y="754492"/>
                </a:lnTo>
                <a:lnTo>
                  <a:pt x="755721" y="748766"/>
                </a:lnTo>
                <a:lnTo>
                  <a:pt x="758389" y="742887"/>
                </a:lnTo>
                <a:lnTo>
                  <a:pt x="760763" y="736853"/>
                </a:lnTo>
                <a:lnTo>
                  <a:pt x="762858" y="730680"/>
                </a:lnTo>
                <a:lnTo>
                  <a:pt x="762983" y="730234"/>
                </a:lnTo>
                <a:lnTo>
                  <a:pt x="749548" y="726421"/>
                </a:lnTo>
                <a:lnTo>
                  <a:pt x="749465" y="726700"/>
                </a:lnTo>
                <a:lnTo>
                  <a:pt x="749562" y="726365"/>
                </a:lnTo>
                <a:lnTo>
                  <a:pt x="747593" y="732217"/>
                </a:lnTo>
                <a:lnTo>
                  <a:pt x="747705" y="731881"/>
                </a:lnTo>
                <a:lnTo>
                  <a:pt x="745456" y="737607"/>
                </a:lnTo>
                <a:lnTo>
                  <a:pt x="745582" y="737286"/>
                </a:lnTo>
                <a:lnTo>
                  <a:pt x="743095" y="742800"/>
                </a:lnTo>
                <a:lnTo>
                  <a:pt x="740443" y="747984"/>
                </a:lnTo>
                <a:lnTo>
                  <a:pt x="740596" y="747677"/>
                </a:lnTo>
                <a:lnTo>
                  <a:pt x="737566" y="752942"/>
                </a:lnTo>
                <a:lnTo>
                  <a:pt x="737747" y="752663"/>
                </a:lnTo>
                <a:lnTo>
                  <a:pt x="734635" y="757518"/>
                </a:lnTo>
                <a:lnTo>
                  <a:pt x="731155" y="762425"/>
                </a:lnTo>
                <a:lnTo>
                  <a:pt x="731351" y="762146"/>
                </a:lnTo>
                <a:lnTo>
                  <a:pt x="727813" y="766663"/>
                </a:lnTo>
                <a:lnTo>
                  <a:pt x="723942" y="771136"/>
                </a:lnTo>
                <a:lnTo>
                  <a:pt x="723558" y="771531"/>
                </a:lnTo>
                <a:lnTo>
                  <a:pt x="733669" y="781167"/>
                </a:lnTo>
                <a:lnTo>
                  <a:pt x="734326" y="780483"/>
                </a:lnTo>
                <a:lnTo>
                  <a:pt x="738501" y="775664"/>
                </a:lnTo>
                <a:lnTo>
                  <a:pt x="742440" y="770651"/>
                </a:lnTo>
                <a:lnTo>
                  <a:pt x="746141" y="765441"/>
                </a:lnTo>
                <a:lnTo>
                  <a:pt x="749590" y="760051"/>
                </a:lnTo>
                <a:close/>
                <a:moveTo>
                  <a:pt x="669203" y="819811"/>
                </a:moveTo>
                <a:lnTo>
                  <a:pt x="675515" y="818023"/>
                </a:lnTo>
                <a:lnTo>
                  <a:pt x="681688" y="815928"/>
                </a:lnTo>
                <a:lnTo>
                  <a:pt x="687721" y="813554"/>
                </a:lnTo>
                <a:lnTo>
                  <a:pt x="693601" y="810886"/>
                </a:lnTo>
                <a:lnTo>
                  <a:pt x="698894" y="808177"/>
                </a:lnTo>
                <a:lnTo>
                  <a:pt x="692526" y="795747"/>
                </a:lnTo>
                <a:lnTo>
                  <a:pt x="687627" y="798263"/>
                </a:lnTo>
                <a:lnTo>
                  <a:pt x="682121" y="800747"/>
                </a:lnTo>
                <a:lnTo>
                  <a:pt x="682442" y="800622"/>
                </a:lnTo>
                <a:lnTo>
                  <a:pt x="676716" y="802870"/>
                </a:lnTo>
                <a:lnTo>
                  <a:pt x="677051" y="802758"/>
                </a:lnTo>
                <a:lnTo>
                  <a:pt x="671256" y="804709"/>
                </a:lnTo>
                <a:lnTo>
                  <a:pt x="665676" y="806286"/>
                </a:lnTo>
                <a:lnTo>
                  <a:pt x="660005" y="807603"/>
                </a:lnTo>
                <a:lnTo>
                  <a:pt x="654179" y="808639"/>
                </a:lnTo>
                <a:lnTo>
                  <a:pt x="648041" y="809417"/>
                </a:lnTo>
                <a:lnTo>
                  <a:pt x="642152" y="809867"/>
                </a:lnTo>
                <a:lnTo>
                  <a:pt x="642165" y="809867"/>
                </a:lnTo>
                <a:lnTo>
                  <a:pt x="642514" y="823819"/>
                </a:lnTo>
                <a:lnTo>
                  <a:pt x="642849" y="823819"/>
                </a:lnTo>
                <a:lnTo>
                  <a:pt x="649595" y="823302"/>
                </a:lnTo>
                <a:lnTo>
                  <a:pt x="656242" y="822464"/>
                </a:lnTo>
                <a:lnTo>
                  <a:pt x="662778" y="821291"/>
                </a:lnTo>
                <a:lnTo>
                  <a:pt x="669203" y="819811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019D13-7F9D-4B1F-B30C-964BF615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924" y="3602903"/>
            <a:ext cx="697176" cy="135748"/>
          </a:xfrm>
          <a:custGeom xmlns:a="http://schemas.openxmlformats.org/drawingml/2006/main">
            <a:pathLst>
              <a:path w="697176" h="135748">
                <a:moveTo>
                  <a:pt x="0" y="33518"/>
                </a:moveTo>
                <a:lnTo>
                  <a:pt x="630140" y="33518"/>
                </a:lnTo>
                <a:lnTo>
                  <a:pt x="630140" y="0"/>
                </a:lnTo>
                <a:lnTo>
                  <a:pt x="697176" y="67036"/>
                </a:lnTo>
                <a:lnTo>
                  <a:pt x="630140" y="135748"/>
                </a:lnTo>
                <a:lnTo>
                  <a:pt x="630140" y="102230"/>
                </a:lnTo>
                <a:lnTo>
                  <a:pt x="0" y="102230"/>
                </a:lnTo>
                <a:lnTo>
                  <a:pt x="33518" y="67036"/>
                </a:lnTo>
                <a:lnTo>
                  <a:pt x="0" y="33518"/>
                </a:lnTo>
              </a:path>
            </a:pathLst>
          </a:custGeom>
          <a:solidFill xmlns:a="http://schemas.openxmlformats.org/drawingml/2006/main">
            <a:srgbClr val="D8E4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63DE86-E800-4FE4-A3D1-09422F27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924" y="4005120"/>
            <a:ext cx="697176" cy="135748"/>
          </a:xfrm>
          <a:custGeom xmlns:a="http://schemas.openxmlformats.org/drawingml/2006/main">
            <a:pathLst>
              <a:path w="697176" h="135748">
                <a:moveTo>
                  <a:pt x="0" y="35194"/>
                </a:moveTo>
                <a:lnTo>
                  <a:pt x="630140" y="35194"/>
                </a:lnTo>
                <a:lnTo>
                  <a:pt x="630140" y="0"/>
                </a:lnTo>
                <a:lnTo>
                  <a:pt x="697176" y="68712"/>
                </a:lnTo>
                <a:lnTo>
                  <a:pt x="630140" y="135748"/>
                </a:lnTo>
                <a:lnTo>
                  <a:pt x="630140" y="102230"/>
                </a:lnTo>
                <a:lnTo>
                  <a:pt x="0" y="102230"/>
                </a:lnTo>
                <a:lnTo>
                  <a:pt x="33518" y="68712"/>
                </a:lnTo>
                <a:lnTo>
                  <a:pt x="0" y="35194"/>
                </a:lnTo>
              </a:path>
            </a:pathLst>
          </a:custGeom>
          <a:solidFill xmlns:a="http://schemas.openxmlformats.org/drawingml/2006/main">
            <a:srgbClr val="D8E4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BBE725-1B68-451A-9964-F71A0993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276" y="2019173"/>
            <a:ext cx="697176" cy="135748"/>
          </a:xfrm>
          <a:custGeom xmlns:a="http://schemas.openxmlformats.org/drawingml/2006/main">
            <a:pathLst>
              <a:path w="697176" h="135748">
                <a:moveTo>
                  <a:pt x="0" y="35194"/>
                </a:moveTo>
                <a:lnTo>
                  <a:pt x="630140" y="35194"/>
                </a:lnTo>
                <a:lnTo>
                  <a:pt x="630140" y="0"/>
                </a:lnTo>
                <a:lnTo>
                  <a:pt x="697176" y="68712"/>
                </a:lnTo>
                <a:lnTo>
                  <a:pt x="630140" y="135748"/>
                </a:lnTo>
                <a:lnTo>
                  <a:pt x="630140" y="102230"/>
                </a:lnTo>
                <a:lnTo>
                  <a:pt x="0" y="102230"/>
                </a:lnTo>
                <a:lnTo>
                  <a:pt x="33518" y="68712"/>
                </a:lnTo>
                <a:lnTo>
                  <a:pt x="0" y="35194"/>
                </a:lnTo>
              </a:path>
            </a:pathLst>
          </a:custGeom>
          <a:solidFill xmlns:a="http://schemas.openxmlformats.org/drawingml/2006/main">
            <a:srgbClr val="D8E4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4CCF37-7D53-4D45-8472-5ADB6B82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276" y="3069966"/>
            <a:ext cx="697176" cy="135748"/>
          </a:xfrm>
          <a:custGeom xmlns:a="http://schemas.openxmlformats.org/drawingml/2006/main">
            <a:pathLst>
              <a:path w="697176" h="135748">
                <a:moveTo>
                  <a:pt x="0" y="33518"/>
                </a:moveTo>
                <a:lnTo>
                  <a:pt x="630140" y="33518"/>
                </a:lnTo>
                <a:lnTo>
                  <a:pt x="630140" y="0"/>
                </a:lnTo>
                <a:lnTo>
                  <a:pt x="697176" y="68712"/>
                </a:lnTo>
                <a:lnTo>
                  <a:pt x="630140" y="135748"/>
                </a:lnTo>
                <a:lnTo>
                  <a:pt x="630140" y="102230"/>
                </a:lnTo>
                <a:lnTo>
                  <a:pt x="0" y="102230"/>
                </a:lnTo>
                <a:lnTo>
                  <a:pt x="33518" y="68712"/>
                </a:lnTo>
                <a:lnTo>
                  <a:pt x="0" y="33518"/>
                </a:lnTo>
              </a:path>
            </a:pathLst>
          </a:custGeom>
          <a:solidFill xmlns:a="http://schemas.openxmlformats.org/drawingml/2006/main">
            <a:srgbClr val="D8E4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533118-384B-4C6F-920D-399027EC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236" y="1844600"/>
            <a:ext cx="768821" cy="1506219"/>
          </a:xfrm>
          <a:custGeom xmlns:a="http://schemas.openxmlformats.org/drawingml/2006/main">
            <a:pathLst>
              <a:path w="768821" h="1506219">
                <a:moveTo>
                  <a:pt x="22681" y="58545"/>
                </a:moveTo>
                <a:lnTo>
                  <a:pt x="19231" y="63936"/>
                </a:lnTo>
                <a:lnTo>
                  <a:pt x="16033" y="69494"/>
                </a:lnTo>
                <a:lnTo>
                  <a:pt x="13100" y="75220"/>
                </a:lnTo>
                <a:lnTo>
                  <a:pt x="10433" y="81100"/>
                </a:lnTo>
                <a:lnTo>
                  <a:pt x="8058" y="87133"/>
                </a:lnTo>
                <a:lnTo>
                  <a:pt x="5963" y="93306"/>
                </a:lnTo>
                <a:lnTo>
                  <a:pt x="4176" y="99619"/>
                </a:lnTo>
                <a:lnTo>
                  <a:pt x="3799" y="101253"/>
                </a:lnTo>
                <a:lnTo>
                  <a:pt x="17415" y="104395"/>
                </a:lnTo>
                <a:lnTo>
                  <a:pt x="17704" y="103131"/>
                </a:lnTo>
                <a:lnTo>
                  <a:pt x="19278" y="97566"/>
                </a:lnTo>
                <a:lnTo>
                  <a:pt x="21141" y="92027"/>
                </a:lnTo>
                <a:lnTo>
                  <a:pt x="23365" y="86379"/>
                </a:lnTo>
                <a:lnTo>
                  <a:pt x="23239" y="86700"/>
                </a:lnTo>
                <a:lnTo>
                  <a:pt x="25727" y="81187"/>
                </a:lnTo>
                <a:lnTo>
                  <a:pt x="28379" y="76002"/>
                </a:lnTo>
                <a:lnTo>
                  <a:pt x="28225" y="76310"/>
                </a:lnTo>
                <a:lnTo>
                  <a:pt x="31200" y="71127"/>
                </a:lnTo>
                <a:lnTo>
                  <a:pt x="34186" y="66469"/>
                </a:lnTo>
                <a:lnTo>
                  <a:pt x="37666" y="61562"/>
                </a:lnTo>
                <a:lnTo>
                  <a:pt x="37470" y="61841"/>
                </a:lnTo>
                <a:lnTo>
                  <a:pt x="40822" y="57567"/>
                </a:lnTo>
                <a:lnTo>
                  <a:pt x="29845" y="48936"/>
                </a:lnTo>
                <a:lnTo>
                  <a:pt x="26382" y="53336"/>
                </a:lnTo>
                <a:lnTo>
                  <a:pt x="22681" y="58545"/>
                </a:lnTo>
                <a:close/>
                <a:moveTo>
                  <a:pt x="0" y="144421"/>
                </a:moveTo>
                <a:lnTo>
                  <a:pt x="0" y="200285"/>
                </a:lnTo>
                <a:lnTo>
                  <a:pt x="13966" y="200285"/>
                </a:lnTo>
                <a:lnTo>
                  <a:pt x="13966" y="144421"/>
                </a:lnTo>
                <a:lnTo>
                  <a:pt x="0" y="144421"/>
                </a:lnTo>
                <a:close/>
                <a:moveTo>
                  <a:pt x="13966" y="242182"/>
                </a:moveTo>
                <a:lnTo>
                  <a:pt x="0" y="242182"/>
                </a:lnTo>
                <a:lnTo>
                  <a:pt x="0" y="298046"/>
                </a:lnTo>
                <a:lnTo>
                  <a:pt x="13966" y="298046"/>
                </a:lnTo>
                <a:lnTo>
                  <a:pt x="13966" y="242182"/>
                </a:lnTo>
                <a:close/>
                <a:moveTo>
                  <a:pt x="0" y="339943"/>
                </a:moveTo>
                <a:lnTo>
                  <a:pt x="0" y="395807"/>
                </a:lnTo>
                <a:lnTo>
                  <a:pt x="13966" y="395807"/>
                </a:lnTo>
                <a:lnTo>
                  <a:pt x="13966" y="339943"/>
                </a:lnTo>
                <a:lnTo>
                  <a:pt x="0" y="339943"/>
                </a:lnTo>
                <a:close/>
                <a:moveTo>
                  <a:pt x="0" y="437704"/>
                </a:moveTo>
                <a:lnTo>
                  <a:pt x="0" y="493568"/>
                </a:lnTo>
                <a:lnTo>
                  <a:pt x="13966" y="493568"/>
                </a:lnTo>
                <a:lnTo>
                  <a:pt x="13966" y="437704"/>
                </a:lnTo>
                <a:lnTo>
                  <a:pt x="0" y="437704"/>
                </a:lnTo>
                <a:close/>
                <a:moveTo>
                  <a:pt x="13966" y="535465"/>
                </a:moveTo>
                <a:lnTo>
                  <a:pt x="0" y="535465"/>
                </a:lnTo>
                <a:lnTo>
                  <a:pt x="0" y="591329"/>
                </a:lnTo>
                <a:lnTo>
                  <a:pt x="13966" y="591329"/>
                </a:lnTo>
                <a:lnTo>
                  <a:pt x="13966" y="535465"/>
                </a:lnTo>
                <a:close/>
                <a:moveTo>
                  <a:pt x="0" y="633227"/>
                </a:moveTo>
                <a:lnTo>
                  <a:pt x="0" y="689090"/>
                </a:lnTo>
                <a:lnTo>
                  <a:pt x="13966" y="689090"/>
                </a:lnTo>
                <a:lnTo>
                  <a:pt x="13966" y="633227"/>
                </a:lnTo>
                <a:lnTo>
                  <a:pt x="0" y="633227"/>
                </a:lnTo>
                <a:close/>
                <a:moveTo>
                  <a:pt x="0" y="730988"/>
                </a:moveTo>
                <a:lnTo>
                  <a:pt x="0" y="786851"/>
                </a:lnTo>
                <a:lnTo>
                  <a:pt x="13966" y="786851"/>
                </a:lnTo>
                <a:lnTo>
                  <a:pt x="13966" y="730988"/>
                </a:lnTo>
                <a:lnTo>
                  <a:pt x="0" y="730988"/>
                </a:lnTo>
                <a:close/>
                <a:moveTo>
                  <a:pt x="13966" y="828749"/>
                </a:moveTo>
                <a:lnTo>
                  <a:pt x="0" y="828749"/>
                </a:lnTo>
                <a:lnTo>
                  <a:pt x="0" y="884612"/>
                </a:lnTo>
                <a:lnTo>
                  <a:pt x="13966" y="884612"/>
                </a:lnTo>
                <a:lnTo>
                  <a:pt x="13966" y="828749"/>
                </a:lnTo>
                <a:close/>
                <a:moveTo>
                  <a:pt x="0" y="926510"/>
                </a:moveTo>
                <a:lnTo>
                  <a:pt x="0" y="982373"/>
                </a:lnTo>
                <a:lnTo>
                  <a:pt x="13966" y="982373"/>
                </a:lnTo>
                <a:lnTo>
                  <a:pt x="13966" y="926510"/>
                </a:lnTo>
                <a:lnTo>
                  <a:pt x="0" y="926510"/>
                </a:lnTo>
                <a:close/>
                <a:moveTo>
                  <a:pt x="0" y="1024271"/>
                </a:moveTo>
                <a:lnTo>
                  <a:pt x="0" y="1080134"/>
                </a:lnTo>
                <a:lnTo>
                  <a:pt x="13966" y="1080134"/>
                </a:lnTo>
                <a:lnTo>
                  <a:pt x="13966" y="1024271"/>
                </a:lnTo>
                <a:lnTo>
                  <a:pt x="0" y="1024271"/>
                </a:lnTo>
                <a:close/>
                <a:moveTo>
                  <a:pt x="13966" y="1122032"/>
                </a:moveTo>
                <a:lnTo>
                  <a:pt x="0" y="1122032"/>
                </a:lnTo>
                <a:lnTo>
                  <a:pt x="0" y="1177896"/>
                </a:lnTo>
                <a:lnTo>
                  <a:pt x="13966" y="1177896"/>
                </a:lnTo>
                <a:lnTo>
                  <a:pt x="13966" y="1122032"/>
                </a:lnTo>
                <a:close/>
                <a:moveTo>
                  <a:pt x="0" y="1219793"/>
                </a:moveTo>
                <a:lnTo>
                  <a:pt x="0" y="1275657"/>
                </a:lnTo>
                <a:lnTo>
                  <a:pt x="13966" y="1275657"/>
                </a:lnTo>
                <a:lnTo>
                  <a:pt x="13966" y="1219793"/>
                </a:lnTo>
                <a:lnTo>
                  <a:pt x="0" y="1219793"/>
                </a:lnTo>
                <a:close/>
                <a:moveTo>
                  <a:pt x="0" y="1317554"/>
                </a:moveTo>
                <a:lnTo>
                  <a:pt x="0" y="1373418"/>
                </a:lnTo>
                <a:lnTo>
                  <a:pt x="13966" y="1373418"/>
                </a:lnTo>
                <a:lnTo>
                  <a:pt x="13966" y="1317554"/>
                </a:lnTo>
                <a:lnTo>
                  <a:pt x="0" y="1317554"/>
                </a:lnTo>
                <a:close/>
                <a:moveTo>
                  <a:pt x="8058" y="1419086"/>
                </a:moveTo>
                <a:lnTo>
                  <a:pt x="10433" y="1425119"/>
                </a:lnTo>
                <a:lnTo>
                  <a:pt x="13100" y="1430999"/>
                </a:lnTo>
                <a:lnTo>
                  <a:pt x="16033" y="1436725"/>
                </a:lnTo>
                <a:lnTo>
                  <a:pt x="19231" y="1442283"/>
                </a:lnTo>
                <a:lnTo>
                  <a:pt x="22527" y="1447437"/>
                </a:lnTo>
                <a:lnTo>
                  <a:pt x="34286" y="1439895"/>
                </a:lnTo>
                <a:lnTo>
                  <a:pt x="31074" y="1434896"/>
                </a:lnTo>
                <a:lnTo>
                  <a:pt x="31256" y="1435175"/>
                </a:lnTo>
                <a:lnTo>
                  <a:pt x="28225" y="1429910"/>
                </a:lnTo>
                <a:lnTo>
                  <a:pt x="28379" y="1430217"/>
                </a:lnTo>
                <a:lnTo>
                  <a:pt x="25727" y="1425033"/>
                </a:lnTo>
                <a:lnTo>
                  <a:pt x="23239" y="1419519"/>
                </a:lnTo>
                <a:lnTo>
                  <a:pt x="23365" y="1419840"/>
                </a:lnTo>
                <a:lnTo>
                  <a:pt x="21141" y="1414192"/>
                </a:lnTo>
                <a:lnTo>
                  <a:pt x="19278" y="1408654"/>
                </a:lnTo>
                <a:lnTo>
                  <a:pt x="17700" y="1403074"/>
                </a:lnTo>
                <a:lnTo>
                  <a:pt x="16384" y="1397403"/>
                </a:lnTo>
                <a:lnTo>
                  <a:pt x="15348" y="1391581"/>
                </a:lnTo>
                <a:lnTo>
                  <a:pt x="15293" y="1391140"/>
                </a:lnTo>
                <a:lnTo>
                  <a:pt x="1438" y="1392900"/>
                </a:lnTo>
                <a:lnTo>
                  <a:pt x="1522" y="1393640"/>
                </a:lnTo>
                <a:lnTo>
                  <a:pt x="2695" y="1400176"/>
                </a:lnTo>
                <a:lnTo>
                  <a:pt x="4176" y="1406601"/>
                </a:lnTo>
                <a:lnTo>
                  <a:pt x="5963" y="1412913"/>
                </a:lnTo>
                <a:lnTo>
                  <a:pt x="8058" y="1419086"/>
                </a:lnTo>
                <a:close/>
                <a:moveTo>
                  <a:pt x="216806" y="13966"/>
                </a:moveTo>
                <a:lnTo>
                  <a:pt x="216806" y="0"/>
                </a:lnTo>
                <a:lnTo>
                  <a:pt x="160943" y="0"/>
                </a:lnTo>
                <a:lnTo>
                  <a:pt x="160943" y="13966"/>
                </a:lnTo>
                <a:lnTo>
                  <a:pt x="216806" y="13966"/>
                </a:lnTo>
                <a:close/>
                <a:moveTo>
                  <a:pt x="93306" y="5963"/>
                </a:moveTo>
                <a:lnTo>
                  <a:pt x="87133" y="8058"/>
                </a:lnTo>
                <a:lnTo>
                  <a:pt x="81100" y="10433"/>
                </a:lnTo>
                <a:lnTo>
                  <a:pt x="75220" y="13100"/>
                </a:lnTo>
                <a:lnTo>
                  <a:pt x="69494" y="16033"/>
                </a:lnTo>
                <a:lnTo>
                  <a:pt x="63936" y="19231"/>
                </a:lnTo>
                <a:lnTo>
                  <a:pt x="62916" y="19873"/>
                </a:lnTo>
                <a:lnTo>
                  <a:pt x="70458" y="31633"/>
                </a:lnTo>
                <a:lnTo>
                  <a:pt x="71324" y="31074"/>
                </a:lnTo>
                <a:lnTo>
                  <a:pt x="71044" y="31256"/>
                </a:lnTo>
                <a:lnTo>
                  <a:pt x="76310" y="28225"/>
                </a:lnTo>
                <a:lnTo>
                  <a:pt x="76002" y="28379"/>
                </a:lnTo>
                <a:lnTo>
                  <a:pt x="81187" y="25727"/>
                </a:lnTo>
                <a:lnTo>
                  <a:pt x="86700" y="23239"/>
                </a:lnTo>
                <a:lnTo>
                  <a:pt x="86379" y="23365"/>
                </a:lnTo>
                <a:lnTo>
                  <a:pt x="92027" y="21141"/>
                </a:lnTo>
                <a:lnTo>
                  <a:pt x="97566" y="19278"/>
                </a:lnTo>
                <a:lnTo>
                  <a:pt x="103145" y="17700"/>
                </a:lnTo>
                <a:lnTo>
                  <a:pt x="108816" y="16384"/>
                </a:lnTo>
                <a:lnTo>
                  <a:pt x="114647" y="15346"/>
                </a:lnTo>
                <a:lnTo>
                  <a:pt x="119953" y="14664"/>
                </a:lnTo>
                <a:lnTo>
                  <a:pt x="118193" y="810"/>
                </a:lnTo>
                <a:lnTo>
                  <a:pt x="112579" y="1522"/>
                </a:lnTo>
                <a:lnTo>
                  <a:pt x="106043" y="2695"/>
                </a:lnTo>
                <a:lnTo>
                  <a:pt x="99619" y="4176"/>
                </a:lnTo>
                <a:lnTo>
                  <a:pt x="93306" y="5963"/>
                </a:lnTo>
                <a:close/>
                <a:moveTo>
                  <a:pt x="63936" y="1486988"/>
                </a:moveTo>
                <a:lnTo>
                  <a:pt x="69494" y="1490186"/>
                </a:lnTo>
                <a:lnTo>
                  <a:pt x="75220" y="1493119"/>
                </a:lnTo>
                <a:lnTo>
                  <a:pt x="81100" y="1495787"/>
                </a:lnTo>
                <a:lnTo>
                  <a:pt x="87133" y="1498161"/>
                </a:lnTo>
                <a:lnTo>
                  <a:pt x="93306" y="1500256"/>
                </a:lnTo>
                <a:lnTo>
                  <a:pt x="99619" y="1502043"/>
                </a:lnTo>
                <a:lnTo>
                  <a:pt x="106043" y="1503524"/>
                </a:lnTo>
                <a:lnTo>
                  <a:pt x="106392" y="1503580"/>
                </a:lnTo>
                <a:lnTo>
                  <a:pt x="108848" y="1489847"/>
                </a:lnTo>
                <a:lnTo>
                  <a:pt x="109004" y="1489879"/>
                </a:lnTo>
                <a:lnTo>
                  <a:pt x="108849" y="1489843"/>
                </a:lnTo>
                <a:lnTo>
                  <a:pt x="108850" y="1489837"/>
                </a:lnTo>
                <a:lnTo>
                  <a:pt x="108770" y="1489825"/>
                </a:lnTo>
                <a:lnTo>
                  <a:pt x="103145" y="1488519"/>
                </a:lnTo>
                <a:lnTo>
                  <a:pt x="97566" y="1486942"/>
                </a:lnTo>
                <a:lnTo>
                  <a:pt x="92027" y="1485078"/>
                </a:lnTo>
                <a:lnTo>
                  <a:pt x="86379" y="1482854"/>
                </a:lnTo>
                <a:lnTo>
                  <a:pt x="86700" y="1482980"/>
                </a:lnTo>
                <a:lnTo>
                  <a:pt x="81187" y="1480493"/>
                </a:lnTo>
                <a:lnTo>
                  <a:pt x="76002" y="1477841"/>
                </a:lnTo>
                <a:lnTo>
                  <a:pt x="76310" y="1477994"/>
                </a:lnTo>
                <a:lnTo>
                  <a:pt x="71044" y="1474964"/>
                </a:lnTo>
                <a:lnTo>
                  <a:pt x="71324" y="1475145"/>
                </a:lnTo>
                <a:lnTo>
                  <a:pt x="66469" y="1472033"/>
                </a:lnTo>
                <a:lnTo>
                  <a:pt x="61562" y="1468553"/>
                </a:lnTo>
                <a:lnTo>
                  <a:pt x="61841" y="1468749"/>
                </a:lnTo>
                <a:lnTo>
                  <a:pt x="61436" y="1468428"/>
                </a:lnTo>
                <a:lnTo>
                  <a:pt x="52805" y="1479419"/>
                </a:lnTo>
                <a:lnTo>
                  <a:pt x="53336" y="1479838"/>
                </a:lnTo>
                <a:lnTo>
                  <a:pt x="58545" y="1483539"/>
                </a:lnTo>
                <a:lnTo>
                  <a:pt x="63936" y="1486988"/>
                </a:lnTo>
                <a:close/>
                <a:moveTo>
                  <a:pt x="149351" y="1506219"/>
                </a:moveTo>
                <a:lnTo>
                  <a:pt x="205215" y="1506219"/>
                </a:lnTo>
                <a:lnTo>
                  <a:pt x="205215" y="1492253"/>
                </a:lnTo>
                <a:lnTo>
                  <a:pt x="149351" y="1492253"/>
                </a:lnTo>
                <a:lnTo>
                  <a:pt x="149351" y="1506219"/>
                </a:lnTo>
                <a:close/>
                <a:moveTo>
                  <a:pt x="247112" y="1506219"/>
                </a:moveTo>
                <a:lnTo>
                  <a:pt x="302976" y="1506219"/>
                </a:lnTo>
                <a:lnTo>
                  <a:pt x="302976" y="1492253"/>
                </a:lnTo>
                <a:lnTo>
                  <a:pt x="247112" y="1492253"/>
                </a:lnTo>
                <a:lnTo>
                  <a:pt x="247112" y="1506219"/>
                </a:lnTo>
                <a:close/>
                <a:moveTo>
                  <a:pt x="314567" y="13966"/>
                </a:moveTo>
                <a:lnTo>
                  <a:pt x="314567" y="0"/>
                </a:lnTo>
                <a:lnTo>
                  <a:pt x="258704" y="0"/>
                </a:lnTo>
                <a:lnTo>
                  <a:pt x="258704" y="13966"/>
                </a:lnTo>
                <a:lnTo>
                  <a:pt x="314567" y="13966"/>
                </a:lnTo>
                <a:close/>
                <a:moveTo>
                  <a:pt x="412328" y="13966"/>
                </a:moveTo>
                <a:lnTo>
                  <a:pt x="412328" y="0"/>
                </a:lnTo>
                <a:lnTo>
                  <a:pt x="356465" y="0"/>
                </a:lnTo>
                <a:lnTo>
                  <a:pt x="356465" y="13966"/>
                </a:lnTo>
                <a:lnTo>
                  <a:pt x="412328" y="13966"/>
                </a:lnTo>
                <a:close/>
                <a:moveTo>
                  <a:pt x="510089" y="13966"/>
                </a:moveTo>
                <a:lnTo>
                  <a:pt x="510089" y="0"/>
                </a:lnTo>
                <a:lnTo>
                  <a:pt x="454226" y="0"/>
                </a:lnTo>
                <a:lnTo>
                  <a:pt x="454226" y="13966"/>
                </a:lnTo>
                <a:lnTo>
                  <a:pt x="510089" y="13966"/>
                </a:lnTo>
                <a:close/>
                <a:moveTo>
                  <a:pt x="607851" y="0"/>
                </a:moveTo>
                <a:lnTo>
                  <a:pt x="551987" y="0"/>
                </a:lnTo>
                <a:lnTo>
                  <a:pt x="551987" y="13966"/>
                </a:lnTo>
                <a:lnTo>
                  <a:pt x="607851" y="13966"/>
                </a:lnTo>
                <a:lnTo>
                  <a:pt x="607851" y="0"/>
                </a:lnTo>
                <a:close/>
                <a:moveTo>
                  <a:pt x="705891" y="19859"/>
                </a:moveTo>
                <a:lnTo>
                  <a:pt x="704885" y="19231"/>
                </a:lnTo>
                <a:lnTo>
                  <a:pt x="699327" y="16033"/>
                </a:lnTo>
                <a:lnTo>
                  <a:pt x="693601" y="13100"/>
                </a:lnTo>
                <a:lnTo>
                  <a:pt x="687721" y="10433"/>
                </a:lnTo>
                <a:lnTo>
                  <a:pt x="681688" y="8058"/>
                </a:lnTo>
                <a:lnTo>
                  <a:pt x="675515" y="5963"/>
                </a:lnTo>
                <a:lnTo>
                  <a:pt x="669203" y="4176"/>
                </a:lnTo>
                <a:lnTo>
                  <a:pt x="662778" y="2695"/>
                </a:lnTo>
                <a:lnTo>
                  <a:pt x="656242" y="1522"/>
                </a:lnTo>
                <a:lnTo>
                  <a:pt x="650600" y="810"/>
                </a:lnTo>
                <a:lnTo>
                  <a:pt x="648840" y="14664"/>
                </a:lnTo>
                <a:lnTo>
                  <a:pt x="654176" y="15346"/>
                </a:lnTo>
                <a:lnTo>
                  <a:pt x="660005" y="16384"/>
                </a:lnTo>
                <a:lnTo>
                  <a:pt x="665676" y="17700"/>
                </a:lnTo>
                <a:lnTo>
                  <a:pt x="671256" y="19278"/>
                </a:lnTo>
                <a:lnTo>
                  <a:pt x="677051" y="21228"/>
                </a:lnTo>
                <a:lnTo>
                  <a:pt x="676716" y="21116"/>
                </a:lnTo>
                <a:lnTo>
                  <a:pt x="682442" y="23365"/>
                </a:lnTo>
                <a:lnTo>
                  <a:pt x="682121" y="23239"/>
                </a:lnTo>
                <a:lnTo>
                  <a:pt x="687635" y="25727"/>
                </a:lnTo>
                <a:lnTo>
                  <a:pt x="692819" y="28379"/>
                </a:lnTo>
                <a:lnTo>
                  <a:pt x="692512" y="28225"/>
                </a:lnTo>
                <a:lnTo>
                  <a:pt x="697777" y="31256"/>
                </a:lnTo>
                <a:lnTo>
                  <a:pt x="697498" y="31074"/>
                </a:lnTo>
                <a:lnTo>
                  <a:pt x="698349" y="31619"/>
                </a:lnTo>
                <a:lnTo>
                  <a:pt x="705891" y="19859"/>
                </a:lnTo>
                <a:close/>
                <a:moveTo>
                  <a:pt x="656242" y="1504697"/>
                </a:moveTo>
                <a:lnTo>
                  <a:pt x="662778" y="1503524"/>
                </a:lnTo>
                <a:lnTo>
                  <a:pt x="669203" y="1502043"/>
                </a:lnTo>
                <a:lnTo>
                  <a:pt x="675515" y="1500256"/>
                </a:lnTo>
                <a:lnTo>
                  <a:pt x="681688" y="1498161"/>
                </a:lnTo>
                <a:lnTo>
                  <a:pt x="687721" y="1495787"/>
                </a:lnTo>
                <a:lnTo>
                  <a:pt x="693601" y="1493119"/>
                </a:lnTo>
                <a:lnTo>
                  <a:pt x="695165" y="1492323"/>
                </a:lnTo>
                <a:lnTo>
                  <a:pt x="688797" y="1479894"/>
                </a:lnTo>
                <a:lnTo>
                  <a:pt x="687622" y="1480498"/>
                </a:lnTo>
                <a:lnTo>
                  <a:pt x="682121" y="1482980"/>
                </a:lnTo>
                <a:lnTo>
                  <a:pt x="682442" y="1482854"/>
                </a:lnTo>
                <a:lnTo>
                  <a:pt x="676716" y="1485103"/>
                </a:lnTo>
                <a:lnTo>
                  <a:pt x="677051" y="1484991"/>
                </a:lnTo>
                <a:lnTo>
                  <a:pt x="671256" y="1486942"/>
                </a:lnTo>
                <a:lnTo>
                  <a:pt x="665676" y="1488519"/>
                </a:lnTo>
                <a:lnTo>
                  <a:pt x="660005" y="1489836"/>
                </a:lnTo>
                <a:lnTo>
                  <a:pt x="654179" y="1490872"/>
                </a:lnTo>
                <a:lnTo>
                  <a:pt x="648041" y="1491650"/>
                </a:lnTo>
                <a:lnTo>
                  <a:pt x="641969" y="1492114"/>
                </a:lnTo>
                <a:lnTo>
                  <a:pt x="642318" y="1492086"/>
                </a:lnTo>
                <a:lnTo>
                  <a:pt x="637975" y="1492197"/>
                </a:lnTo>
                <a:lnTo>
                  <a:pt x="638324" y="1506163"/>
                </a:lnTo>
                <a:lnTo>
                  <a:pt x="642849" y="1506052"/>
                </a:lnTo>
                <a:lnTo>
                  <a:pt x="649595" y="1505535"/>
                </a:lnTo>
                <a:lnTo>
                  <a:pt x="656242" y="1504697"/>
                </a:lnTo>
                <a:close/>
                <a:moveTo>
                  <a:pt x="344873" y="1492253"/>
                </a:moveTo>
                <a:lnTo>
                  <a:pt x="344873" y="1506219"/>
                </a:lnTo>
                <a:lnTo>
                  <a:pt x="400737" y="1506219"/>
                </a:lnTo>
                <a:lnTo>
                  <a:pt x="400737" y="1492253"/>
                </a:lnTo>
                <a:lnTo>
                  <a:pt x="344873" y="1492253"/>
                </a:lnTo>
                <a:close/>
                <a:moveTo>
                  <a:pt x="442634" y="1506219"/>
                </a:moveTo>
                <a:lnTo>
                  <a:pt x="498498" y="1506219"/>
                </a:lnTo>
                <a:lnTo>
                  <a:pt x="498498" y="1492253"/>
                </a:lnTo>
                <a:lnTo>
                  <a:pt x="442634" y="1492253"/>
                </a:lnTo>
                <a:lnTo>
                  <a:pt x="442634" y="1506219"/>
                </a:lnTo>
                <a:close/>
                <a:moveTo>
                  <a:pt x="540395" y="1506219"/>
                </a:moveTo>
                <a:lnTo>
                  <a:pt x="596259" y="1506219"/>
                </a:lnTo>
                <a:lnTo>
                  <a:pt x="596259" y="1492253"/>
                </a:lnTo>
                <a:lnTo>
                  <a:pt x="540395" y="1492253"/>
                </a:lnTo>
                <a:lnTo>
                  <a:pt x="540395" y="1506219"/>
                </a:lnTo>
                <a:close/>
                <a:moveTo>
                  <a:pt x="758389" y="81100"/>
                </a:moveTo>
                <a:lnTo>
                  <a:pt x="755721" y="75220"/>
                </a:lnTo>
                <a:lnTo>
                  <a:pt x="752788" y="69494"/>
                </a:lnTo>
                <a:lnTo>
                  <a:pt x="749590" y="63936"/>
                </a:lnTo>
                <a:lnTo>
                  <a:pt x="746141" y="58545"/>
                </a:lnTo>
                <a:lnTo>
                  <a:pt x="742440" y="53336"/>
                </a:lnTo>
                <a:lnTo>
                  <a:pt x="738962" y="48922"/>
                </a:lnTo>
                <a:lnTo>
                  <a:pt x="727985" y="57553"/>
                </a:lnTo>
                <a:lnTo>
                  <a:pt x="731351" y="61841"/>
                </a:lnTo>
                <a:lnTo>
                  <a:pt x="731155" y="61562"/>
                </a:lnTo>
                <a:lnTo>
                  <a:pt x="734635" y="66469"/>
                </a:lnTo>
                <a:lnTo>
                  <a:pt x="737621" y="71127"/>
                </a:lnTo>
                <a:lnTo>
                  <a:pt x="740596" y="76310"/>
                </a:lnTo>
                <a:lnTo>
                  <a:pt x="740443" y="76002"/>
                </a:lnTo>
                <a:lnTo>
                  <a:pt x="743095" y="81187"/>
                </a:lnTo>
                <a:lnTo>
                  <a:pt x="745582" y="86700"/>
                </a:lnTo>
                <a:lnTo>
                  <a:pt x="745456" y="86379"/>
                </a:lnTo>
                <a:lnTo>
                  <a:pt x="747680" y="92027"/>
                </a:lnTo>
                <a:lnTo>
                  <a:pt x="749543" y="97566"/>
                </a:lnTo>
                <a:lnTo>
                  <a:pt x="751119" y="103140"/>
                </a:lnTo>
                <a:lnTo>
                  <a:pt x="751406" y="104381"/>
                </a:lnTo>
                <a:lnTo>
                  <a:pt x="765022" y="101239"/>
                </a:lnTo>
                <a:lnTo>
                  <a:pt x="764645" y="99619"/>
                </a:lnTo>
                <a:lnTo>
                  <a:pt x="762858" y="93306"/>
                </a:lnTo>
                <a:lnTo>
                  <a:pt x="760763" y="87133"/>
                </a:lnTo>
                <a:lnTo>
                  <a:pt x="758389" y="81100"/>
                </a:lnTo>
                <a:close/>
                <a:moveTo>
                  <a:pt x="768821" y="200271"/>
                </a:moveTo>
                <a:lnTo>
                  <a:pt x="768821" y="144407"/>
                </a:lnTo>
                <a:lnTo>
                  <a:pt x="754855" y="144407"/>
                </a:lnTo>
                <a:lnTo>
                  <a:pt x="754855" y="200271"/>
                </a:lnTo>
                <a:lnTo>
                  <a:pt x="768821" y="200271"/>
                </a:lnTo>
                <a:close/>
                <a:moveTo>
                  <a:pt x="768821" y="298032"/>
                </a:moveTo>
                <a:lnTo>
                  <a:pt x="768821" y="242168"/>
                </a:lnTo>
                <a:lnTo>
                  <a:pt x="754855" y="242168"/>
                </a:lnTo>
                <a:lnTo>
                  <a:pt x="754855" y="298032"/>
                </a:lnTo>
                <a:lnTo>
                  <a:pt x="768821" y="298032"/>
                </a:lnTo>
                <a:close/>
                <a:moveTo>
                  <a:pt x="754855" y="395793"/>
                </a:moveTo>
                <a:lnTo>
                  <a:pt x="768821" y="395793"/>
                </a:lnTo>
                <a:lnTo>
                  <a:pt x="768821" y="339929"/>
                </a:lnTo>
                <a:lnTo>
                  <a:pt x="754855" y="339929"/>
                </a:lnTo>
                <a:lnTo>
                  <a:pt x="754855" y="395793"/>
                </a:lnTo>
                <a:close/>
                <a:moveTo>
                  <a:pt x="768821" y="493554"/>
                </a:moveTo>
                <a:lnTo>
                  <a:pt x="768821" y="437690"/>
                </a:lnTo>
                <a:lnTo>
                  <a:pt x="754855" y="437690"/>
                </a:lnTo>
                <a:lnTo>
                  <a:pt x="754855" y="493554"/>
                </a:lnTo>
                <a:lnTo>
                  <a:pt x="768821" y="493554"/>
                </a:lnTo>
                <a:close/>
                <a:moveTo>
                  <a:pt x="768821" y="591315"/>
                </a:moveTo>
                <a:lnTo>
                  <a:pt x="768821" y="535452"/>
                </a:lnTo>
                <a:lnTo>
                  <a:pt x="754855" y="535452"/>
                </a:lnTo>
                <a:lnTo>
                  <a:pt x="754855" y="591315"/>
                </a:lnTo>
                <a:lnTo>
                  <a:pt x="768821" y="591315"/>
                </a:lnTo>
                <a:close/>
                <a:moveTo>
                  <a:pt x="754855" y="689076"/>
                </a:moveTo>
                <a:lnTo>
                  <a:pt x="768821" y="689076"/>
                </a:lnTo>
                <a:lnTo>
                  <a:pt x="768821" y="633213"/>
                </a:lnTo>
                <a:lnTo>
                  <a:pt x="754855" y="633213"/>
                </a:lnTo>
                <a:lnTo>
                  <a:pt x="754855" y="689076"/>
                </a:lnTo>
                <a:close/>
                <a:moveTo>
                  <a:pt x="768821" y="786837"/>
                </a:moveTo>
                <a:lnTo>
                  <a:pt x="768821" y="730974"/>
                </a:lnTo>
                <a:lnTo>
                  <a:pt x="754855" y="730974"/>
                </a:lnTo>
                <a:lnTo>
                  <a:pt x="754855" y="786837"/>
                </a:lnTo>
                <a:lnTo>
                  <a:pt x="768821" y="786837"/>
                </a:lnTo>
                <a:close/>
                <a:moveTo>
                  <a:pt x="768821" y="884598"/>
                </a:moveTo>
                <a:lnTo>
                  <a:pt x="768821" y="828735"/>
                </a:lnTo>
                <a:lnTo>
                  <a:pt x="754855" y="828735"/>
                </a:lnTo>
                <a:lnTo>
                  <a:pt x="754855" y="884598"/>
                </a:lnTo>
                <a:lnTo>
                  <a:pt x="768821" y="884598"/>
                </a:lnTo>
                <a:close/>
                <a:moveTo>
                  <a:pt x="754855" y="982359"/>
                </a:moveTo>
                <a:lnTo>
                  <a:pt x="768821" y="982359"/>
                </a:lnTo>
                <a:lnTo>
                  <a:pt x="768821" y="926496"/>
                </a:lnTo>
                <a:lnTo>
                  <a:pt x="754855" y="926496"/>
                </a:lnTo>
                <a:lnTo>
                  <a:pt x="754855" y="982359"/>
                </a:lnTo>
                <a:close/>
                <a:moveTo>
                  <a:pt x="768821" y="1080120"/>
                </a:moveTo>
                <a:lnTo>
                  <a:pt x="768821" y="1024257"/>
                </a:lnTo>
                <a:lnTo>
                  <a:pt x="754855" y="1024257"/>
                </a:lnTo>
                <a:lnTo>
                  <a:pt x="754855" y="1080120"/>
                </a:lnTo>
                <a:lnTo>
                  <a:pt x="768821" y="1080120"/>
                </a:lnTo>
                <a:close/>
                <a:moveTo>
                  <a:pt x="768821" y="1177882"/>
                </a:moveTo>
                <a:lnTo>
                  <a:pt x="768821" y="1122018"/>
                </a:lnTo>
                <a:lnTo>
                  <a:pt x="754855" y="1122018"/>
                </a:lnTo>
                <a:lnTo>
                  <a:pt x="754855" y="1177882"/>
                </a:lnTo>
                <a:lnTo>
                  <a:pt x="768821" y="1177882"/>
                </a:lnTo>
                <a:close/>
                <a:moveTo>
                  <a:pt x="754855" y="1275643"/>
                </a:moveTo>
                <a:lnTo>
                  <a:pt x="768821" y="1275643"/>
                </a:lnTo>
                <a:lnTo>
                  <a:pt x="768821" y="1219779"/>
                </a:lnTo>
                <a:lnTo>
                  <a:pt x="754855" y="1219779"/>
                </a:lnTo>
                <a:lnTo>
                  <a:pt x="754855" y="1275643"/>
                </a:lnTo>
                <a:close/>
                <a:moveTo>
                  <a:pt x="768821" y="1373404"/>
                </a:moveTo>
                <a:lnTo>
                  <a:pt x="768821" y="1317540"/>
                </a:lnTo>
                <a:lnTo>
                  <a:pt x="754855" y="1317540"/>
                </a:lnTo>
                <a:lnTo>
                  <a:pt x="754855" y="1373404"/>
                </a:lnTo>
                <a:lnTo>
                  <a:pt x="768821" y="1373404"/>
                </a:lnTo>
                <a:close/>
                <a:moveTo>
                  <a:pt x="749590" y="1442283"/>
                </a:moveTo>
                <a:lnTo>
                  <a:pt x="752788" y="1436725"/>
                </a:lnTo>
                <a:lnTo>
                  <a:pt x="755721" y="1430999"/>
                </a:lnTo>
                <a:lnTo>
                  <a:pt x="758389" y="1425119"/>
                </a:lnTo>
                <a:lnTo>
                  <a:pt x="760763" y="1419086"/>
                </a:lnTo>
                <a:lnTo>
                  <a:pt x="761545" y="1416768"/>
                </a:lnTo>
                <a:lnTo>
                  <a:pt x="748319" y="1412299"/>
                </a:lnTo>
                <a:lnTo>
                  <a:pt x="747682" y="1414187"/>
                </a:lnTo>
                <a:lnTo>
                  <a:pt x="745456" y="1419840"/>
                </a:lnTo>
                <a:lnTo>
                  <a:pt x="745582" y="1419519"/>
                </a:lnTo>
                <a:lnTo>
                  <a:pt x="743095" y="1425033"/>
                </a:lnTo>
                <a:lnTo>
                  <a:pt x="740443" y="1430217"/>
                </a:lnTo>
                <a:lnTo>
                  <a:pt x="740596" y="1429910"/>
                </a:lnTo>
                <a:lnTo>
                  <a:pt x="737566" y="1435175"/>
                </a:lnTo>
                <a:lnTo>
                  <a:pt x="737747" y="1434896"/>
                </a:lnTo>
                <a:lnTo>
                  <a:pt x="734635" y="1439750"/>
                </a:lnTo>
                <a:lnTo>
                  <a:pt x="731155" y="1444658"/>
                </a:lnTo>
                <a:lnTo>
                  <a:pt x="731351" y="1444378"/>
                </a:lnTo>
                <a:lnTo>
                  <a:pt x="727813" y="1448896"/>
                </a:lnTo>
                <a:lnTo>
                  <a:pt x="723915" y="1453401"/>
                </a:lnTo>
                <a:lnTo>
                  <a:pt x="720667" y="1456794"/>
                </a:lnTo>
                <a:lnTo>
                  <a:pt x="730778" y="1466430"/>
                </a:lnTo>
                <a:lnTo>
                  <a:pt x="734326" y="1462716"/>
                </a:lnTo>
                <a:lnTo>
                  <a:pt x="738501" y="1457897"/>
                </a:lnTo>
                <a:lnTo>
                  <a:pt x="742440" y="1452884"/>
                </a:lnTo>
                <a:lnTo>
                  <a:pt x="746141" y="1447674"/>
                </a:lnTo>
                <a:lnTo>
                  <a:pt x="749590" y="1442283"/>
                </a:lnTo>
                <a:close/>
              </a:path>
            </a:pathLst>
          </a:custGeom>
          <a:solidFill xmlns:a="http://schemas.openxmlformats.org/drawingml/2006/main">
            <a:srgbClr val="E5AC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Text .">
            <a:extLst xmlns:a="http://schemas.openxmlformats.org/drawingml/2006/main">
              <a:ext uri="{FF2B5EF4-FFF2-40B4-BE49-F238E27FC236}">
                <a16:creationId xmlns:a16="http://schemas.microsoft.com/office/drawing/2014/main" id="{14899514-D6DE-4833-8974-384CDA52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872" y="2014622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Text .">
            <a:extLst xmlns:a="http://schemas.openxmlformats.org/drawingml/2006/main">
              <a:ext uri="{FF2B5EF4-FFF2-40B4-BE49-F238E27FC236}">
                <a16:creationId xmlns:a16="http://schemas.microsoft.com/office/drawing/2014/main" id="{60F31797-A9FF-493D-B3F2-FCEA1E38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872" y="2064899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Text .">
            <a:extLst xmlns:a="http://schemas.openxmlformats.org/drawingml/2006/main">
              <a:ext uri="{FF2B5EF4-FFF2-40B4-BE49-F238E27FC236}">
                <a16:creationId xmlns:a16="http://schemas.microsoft.com/office/drawing/2014/main" id="{801F4615-DE2F-4C0F-9CDB-75098377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872" y="2115176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Text .">
            <a:extLst xmlns:a="http://schemas.openxmlformats.org/drawingml/2006/main">
              <a:ext uri="{FF2B5EF4-FFF2-40B4-BE49-F238E27FC236}">
                <a16:creationId xmlns:a16="http://schemas.microsoft.com/office/drawing/2014/main" id="{9297D264-848F-410C-84E3-23BC201F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712" y="1619388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Text .">
            <a:extLst xmlns:a="http://schemas.openxmlformats.org/drawingml/2006/main">
              <a:ext uri="{FF2B5EF4-FFF2-40B4-BE49-F238E27FC236}">
                <a16:creationId xmlns:a16="http://schemas.microsoft.com/office/drawing/2014/main" id="{83D00CA7-7E88-4BFE-9711-85D1B6DD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712" y="1669665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Text .">
            <a:extLst xmlns:a="http://schemas.openxmlformats.org/drawingml/2006/main">
              <a:ext uri="{FF2B5EF4-FFF2-40B4-BE49-F238E27FC236}">
                <a16:creationId xmlns:a16="http://schemas.microsoft.com/office/drawing/2014/main" id="{DEA66AD6-AC5E-4226-82DD-ED338D94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712" y="1719942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Text .">
            <a:extLst xmlns:a="http://schemas.openxmlformats.org/drawingml/2006/main">
              <a:ext uri="{FF2B5EF4-FFF2-40B4-BE49-F238E27FC236}">
                <a16:creationId xmlns:a16="http://schemas.microsoft.com/office/drawing/2014/main" id="{CD7CD0C9-BAA4-47BD-AB06-4CD02972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514" y="2373545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Text .">
            <a:extLst xmlns:a="http://schemas.openxmlformats.org/drawingml/2006/main">
              <a:ext uri="{FF2B5EF4-FFF2-40B4-BE49-F238E27FC236}">
                <a16:creationId xmlns:a16="http://schemas.microsoft.com/office/drawing/2014/main" id="{B18AC4D9-086C-4591-9D22-6EA0457A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514" y="2423822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Text .">
            <a:extLst xmlns:a="http://schemas.openxmlformats.org/drawingml/2006/main">
              <a:ext uri="{FF2B5EF4-FFF2-40B4-BE49-F238E27FC236}">
                <a16:creationId xmlns:a16="http://schemas.microsoft.com/office/drawing/2014/main" id="{F9AC4494-C28B-496B-B893-03066823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514" y="2474099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Text .">
            <a:extLst xmlns:a="http://schemas.openxmlformats.org/drawingml/2006/main">
              <a:ext uri="{FF2B5EF4-FFF2-40B4-BE49-F238E27FC236}">
                <a16:creationId xmlns:a16="http://schemas.microsoft.com/office/drawing/2014/main" id="{A2081DA3-F078-40CF-B2ED-3AF3948E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514" y="3650723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Text .">
            <a:extLst xmlns:a="http://schemas.openxmlformats.org/drawingml/2006/main">
              <a:ext uri="{FF2B5EF4-FFF2-40B4-BE49-F238E27FC236}">
                <a16:creationId xmlns:a16="http://schemas.microsoft.com/office/drawing/2014/main" id="{15931265-9E3B-4994-BF45-CAF1EE88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514" y="3701001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Text .">
            <a:extLst xmlns:a="http://schemas.openxmlformats.org/drawingml/2006/main">
              <a:ext uri="{FF2B5EF4-FFF2-40B4-BE49-F238E27FC236}">
                <a16:creationId xmlns:a16="http://schemas.microsoft.com/office/drawing/2014/main" id="{E54801D6-63F0-4940-B4AD-70BFD49E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514" y="3751278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Text .">
            <a:extLst xmlns:a="http://schemas.openxmlformats.org/drawingml/2006/main">
              <a:ext uri="{FF2B5EF4-FFF2-40B4-BE49-F238E27FC236}">
                <a16:creationId xmlns:a16="http://schemas.microsoft.com/office/drawing/2014/main" id="{3F9A1D42-5FC9-425F-A0F3-BA2F130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820" y="2410998"/>
            <a:ext cx="40261" cy="33633"/>
          </a:xfrm>
          <a:custGeom xmlns:a="http://schemas.openxmlformats.org/drawingml/2006/main">
            <a:pathLst>
              <a:path w="40261" h="33633">
                <a:moveTo>
                  <a:pt x="20253" y="33633"/>
                </a:moveTo>
                <a:cubicBezTo>
                  <a:pt x="14771" y="33633"/>
                  <a:pt x="10024" y="31928"/>
                  <a:pt x="6015" y="28519"/>
                </a:cubicBezTo>
                <a:cubicBezTo>
                  <a:pt x="2005" y="25111"/>
                  <a:pt x="0" y="21271"/>
                  <a:pt x="0" y="17000"/>
                </a:cubicBezTo>
                <a:cubicBezTo>
                  <a:pt x="0" y="12648"/>
                  <a:pt x="2005" y="8727"/>
                  <a:pt x="6015" y="5236"/>
                </a:cubicBezTo>
                <a:cubicBezTo>
                  <a:pt x="10024" y="1745"/>
                  <a:pt x="14771" y="0"/>
                  <a:pt x="20253" y="0"/>
                </a:cubicBezTo>
                <a:cubicBezTo>
                  <a:pt x="26063" y="0"/>
                  <a:pt x="30850" y="1643"/>
                  <a:pt x="34615" y="4929"/>
                </a:cubicBezTo>
                <a:cubicBezTo>
                  <a:pt x="38379" y="8213"/>
                  <a:pt x="40261" y="12236"/>
                  <a:pt x="40261" y="17000"/>
                </a:cubicBezTo>
                <a:cubicBezTo>
                  <a:pt x="40261" y="21353"/>
                  <a:pt x="38297" y="25213"/>
                  <a:pt x="34369" y="28581"/>
                </a:cubicBezTo>
                <a:cubicBezTo>
                  <a:pt x="30441" y="31949"/>
                  <a:pt x="25736" y="33633"/>
                  <a:pt x="20253" y="33633"/>
                </a:cubicBezTo>
                <a:close/>
              </a:path>
            </a:pathLst>
          </a:custGeom>
          <a:solidFill xmlns:a="http://schemas.openxmlformats.org/drawingml/2006/main">
            <a:srgbClr val="E5AC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Text .">
            <a:extLst xmlns:a="http://schemas.openxmlformats.org/drawingml/2006/main">
              <a:ext uri="{FF2B5EF4-FFF2-40B4-BE49-F238E27FC236}">
                <a16:creationId xmlns:a16="http://schemas.microsoft.com/office/drawing/2014/main" id="{C188CD09-4704-48BE-9764-D827E6F0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820" y="2576494"/>
            <a:ext cx="40261" cy="33633"/>
          </a:xfrm>
          <a:custGeom xmlns:a="http://schemas.openxmlformats.org/drawingml/2006/main">
            <a:pathLst>
              <a:path w="40261" h="33633">
                <a:moveTo>
                  <a:pt x="20253" y="33633"/>
                </a:moveTo>
                <a:cubicBezTo>
                  <a:pt x="14771" y="33633"/>
                  <a:pt x="10024" y="31928"/>
                  <a:pt x="6015" y="28519"/>
                </a:cubicBezTo>
                <a:cubicBezTo>
                  <a:pt x="2005" y="25111"/>
                  <a:pt x="0" y="21271"/>
                  <a:pt x="0" y="17000"/>
                </a:cubicBezTo>
                <a:cubicBezTo>
                  <a:pt x="0" y="12648"/>
                  <a:pt x="2005" y="8727"/>
                  <a:pt x="6015" y="5236"/>
                </a:cubicBezTo>
                <a:cubicBezTo>
                  <a:pt x="10024" y="1745"/>
                  <a:pt x="14771" y="0"/>
                  <a:pt x="20253" y="0"/>
                </a:cubicBezTo>
                <a:cubicBezTo>
                  <a:pt x="26063" y="0"/>
                  <a:pt x="30850" y="1643"/>
                  <a:pt x="34615" y="4929"/>
                </a:cubicBezTo>
                <a:cubicBezTo>
                  <a:pt x="38379" y="8213"/>
                  <a:pt x="40261" y="12236"/>
                  <a:pt x="40261" y="17000"/>
                </a:cubicBezTo>
                <a:cubicBezTo>
                  <a:pt x="40261" y="21353"/>
                  <a:pt x="38297" y="25213"/>
                  <a:pt x="34369" y="28581"/>
                </a:cubicBezTo>
                <a:cubicBezTo>
                  <a:pt x="30441" y="31949"/>
                  <a:pt x="25736" y="33633"/>
                  <a:pt x="20253" y="33633"/>
                </a:cubicBezTo>
                <a:close/>
              </a:path>
            </a:pathLst>
          </a:custGeom>
          <a:solidFill xmlns:a="http://schemas.openxmlformats.org/drawingml/2006/main">
            <a:srgbClr val="E5AC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Text .">
            <a:extLst xmlns:a="http://schemas.openxmlformats.org/drawingml/2006/main">
              <a:ext uri="{FF2B5EF4-FFF2-40B4-BE49-F238E27FC236}">
                <a16:creationId xmlns:a16="http://schemas.microsoft.com/office/drawing/2014/main" id="{B2A4B4DB-821A-46A2-A361-A3E7704D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820" y="2741989"/>
            <a:ext cx="40261" cy="33633"/>
          </a:xfrm>
          <a:custGeom xmlns:a="http://schemas.openxmlformats.org/drawingml/2006/main">
            <a:pathLst>
              <a:path w="40261" h="33633">
                <a:moveTo>
                  <a:pt x="20253" y="33633"/>
                </a:moveTo>
                <a:cubicBezTo>
                  <a:pt x="14771" y="33633"/>
                  <a:pt x="10024" y="31928"/>
                  <a:pt x="6015" y="28519"/>
                </a:cubicBezTo>
                <a:cubicBezTo>
                  <a:pt x="2005" y="25111"/>
                  <a:pt x="0" y="21271"/>
                  <a:pt x="0" y="17000"/>
                </a:cubicBezTo>
                <a:cubicBezTo>
                  <a:pt x="0" y="12648"/>
                  <a:pt x="2005" y="8727"/>
                  <a:pt x="6015" y="5236"/>
                </a:cubicBezTo>
                <a:cubicBezTo>
                  <a:pt x="10024" y="1745"/>
                  <a:pt x="14771" y="0"/>
                  <a:pt x="20253" y="0"/>
                </a:cubicBezTo>
                <a:cubicBezTo>
                  <a:pt x="26063" y="0"/>
                  <a:pt x="30850" y="1643"/>
                  <a:pt x="34615" y="4929"/>
                </a:cubicBezTo>
                <a:cubicBezTo>
                  <a:pt x="38379" y="8213"/>
                  <a:pt x="40261" y="12236"/>
                  <a:pt x="40261" y="17000"/>
                </a:cubicBezTo>
                <a:cubicBezTo>
                  <a:pt x="40261" y="21353"/>
                  <a:pt x="38297" y="25213"/>
                  <a:pt x="34369" y="28581"/>
                </a:cubicBezTo>
                <a:cubicBezTo>
                  <a:pt x="30441" y="31949"/>
                  <a:pt x="25736" y="33633"/>
                  <a:pt x="20253" y="33633"/>
                </a:cubicBezTo>
                <a:close/>
              </a:path>
            </a:pathLst>
          </a:custGeom>
          <a:solidFill xmlns:a="http://schemas.openxmlformats.org/drawingml/2006/main">
            <a:srgbClr val="E5AC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Text .">
            <a:extLst xmlns:a="http://schemas.openxmlformats.org/drawingml/2006/main">
              <a:ext uri="{FF2B5EF4-FFF2-40B4-BE49-F238E27FC236}">
                <a16:creationId xmlns:a16="http://schemas.microsoft.com/office/drawing/2014/main" id="{E69732E7-B33F-49F8-ABA6-C9239073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178" y="3807839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Text .">
            <a:extLst xmlns:a="http://schemas.openxmlformats.org/drawingml/2006/main">
              <a:ext uri="{FF2B5EF4-FFF2-40B4-BE49-F238E27FC236}">
                <a16:creationId xmlns:a16="http://schemas.microsoft.com/office/drawing/2014/main" id="{C3FC3803-7575-4C32-9FAF-8317BD92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178" y="3858117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Text .">
            <a:extLst xmlns:a="http://schemas.openxmlformats.org/drawingml/2006/main">
              <a:ext uri="{FF2B5EF4-FFF2-40B4-BE49-F238E27FC236}">
                <a16:creationId xmlns:a16="http://schemas.microsoft.com/office/drawing/2014/main" id="{7AB20803-64ED-4741-B4CB-A0C1CAB5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178" y="3908394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Text selectedexample">
            <a:extLst xmlns:a="http://schemas.openxmlformats.org/drawingml/2006/main">
              <a:ext uri="{FF2B5EF4-FFF2-40B4-BE49-F238E27FC236}">
                <a16:creationId xmlns:a16="http://schemas.microsoft.com/office/drawing/2014/main" id="{55E0E9EF-6B88-4C66-B1E6-B16FDF8C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81" y="3247657"/>
            <a:ext cx="1234194" cy="165174"/>
          </a:xfrm>
          <a:custGeom xmlns:a="http://schemas.openxmlformats.org/drawingml/2006/main">
            <a:pathLst>
              <a:path w="1234194" h="165174">
                <a:moveTo>
                  <a:pt x="58248" y="63296"/>
                </a:moveTo>
                <a:cubicBezTo>
                  <a:pt x="55485" y="63296"/>
                  <a:pt x="53551" y="62373"/>
                  <a:pt x="52446" y="60527"/>
                </a:cubicBezTo>
                <a:cubicBezTo>
                  <a:pt x="51692" y="59231"/>
                  <a:pt x="51039" y="56537"/>
                  <a:pt x="50486" y="52446"/>
                </a:cubicBezTo>
                <a:cubicBezTo>
                  <a:pt x="46719" y="53399"/>
                  <a:pt x="40917" y="55154"/>
                  <a:pt x="33080" y="57713"/>
                </a:cubicBezTo>
                <a:cubicBezTo>
                  <a:pt x="24992" y="60925"/>
                  <a:pt x="20923" y="64889"/>
                  <a:pt x="20873" y="69605"/>
                </a:cubicBezTo>
                <a:cubicBezTo>
                  <a:pt x="22380" y="70158"/>
                  <a:pt x="23862" y="70559"/>
                  <a:pt x="25319" y="70811"/>
                </a:cubicBezTo>
                <a:cubicBezTo>
                  <a:pt x="36873" y="72867"/>
                  <a:pt x="45463" y="75702"/>
                  <a:pt x="51089" y="79316"/>
                </a:cubicBezTo>
                <a:cubicBezTo>
                  <a:pt x="59278" y="84586"/>
                  <a:pt x="63372" y="92215"/>
                  <a:pt x="63372" y="102202"/>
                </a:cubicBezTo>
                <a:cubicBezTo>
                  <a:pt x="63372" y="110383"/>
                  <a:pt x="59830" y="116555"/>
                  <a:pt x="52747" y="120720"/>
                </a:cubicBezTo>
                <a:cubicBezTo>
                  <a:pt x="46870" y="124133"/>
                  <a:pt x="39435" y="125839"/>
                  <a:pt x="30443" y="125839"/>
                </a:cubicBezTo>
                <a:cubicBezTo>
                  <a:pt x="23862" y="125839"/>
                  <a:pt x="17582" y="124734"/>
                  <a:pt x="11604" y="122524"/>
                </a:cubicBezTo>
                <a:cubicBezTo>
                  <a:pt x="3868" y="119711"/>
                  <a:pt x="0" y="115792"/>
                  <a:pt x="0" y="110769"/>
                </a:cubicBezTo>
                <a:cubicBezTo>
                  <a:pt x="0" y="108759"/>
                  <a:pt x="791" y="107001"/>
                  <a:pt x="2374" y="105494"/>
                </a:cubicBezTo>
                <a:cubicBezTo>
                  <a:pt x="3956" y="103987"/>
                  <a:pt x="5752" y="103234"/>
                  <a:pt x="7761" y="103234"/>
                </a:cubicBezTo>
                <a:cubicBezTo>
                  <a:pt x="9319" y="103234"/>
                  <a:pt x="11328" y="104439"/>
                  <a:pt x="13790" y="106851"/>
                </a:cubicBezTo>
                <a:cubicBezTo>
                  <a:pt x="14995" y="108006"/>
                  <a:pt x="17708" y="108960"/>
                  <a:pt x="21928" y="109714"/>
                </a:cubicBezTo>
                <a:cubicBezTo>
                  <a:pt x="25293" y="110317"/>
                  <a:pt x="28132" y="110618"/>
                  <a:pt x="30443" y="110618"/>
                </a:cubicBezTo>
                <a:cubicBezTo>
                  <a:pt x="34662" y="110618"/>
                  <a:pt x="38380" y="110117"/>
                  <a:pt x="41595" y="109113"/>
                </a:cubicBezTo>
                <a:cubicBezTo>
                  <a:pt x="46267" y="107658"/>
                  <a:pt x="48603" y="105351"/>
                  <a:pt x="48603" y="102190"/>
                </a:cubicBezTo>
                <a:cubicBezTo>
                  <a:pt x="48603" y="95366"/>
                  <a:pt x="43830" y="90750"/>
                  <a:pt x="34286" y="88342"/>
                </a:cubicBezTo>
                <a:lnTo>
                  <a:pt x="26449" y="86609"/>
                </a:lnTo>
                <a:cubicBezTo>
                  <a:pt x="19768" y="85150"/>
                  <a:pt x="15020" y="83441"/>
                  <a:pt x="12207" y="81480"/>
                </a:cubicBezTo>
                <a:cubicBezTo>
                  <a:pt x="8138" y="78665"/>
                  <a:pt x="6104" y="74419"/>
                  <a:pt x="6104" y="68741"/>
                </a:cubicBezTo>
                <a:cubicBezTo>
                  <a:pt x="6104" y="58235"/>
                  <a:pt x="11052" y="50746"/>
                  <a:pt x="20948" y="46271"/>
                </a:cubicBezTo>
                <a:cubicBezTo>
                  <a:pt x="23962" y="44915"/>
                  <a:pt x="28785" y="43295"/>
                  <a:pt x="35416" y="41411"/>
                </a:cubicBezTo>
                <a:cubicBezTo>
                  <a:pt x="42047" y="39526"/>
                  <a:pt x="46794" y="37929"/>
                  <a:pt x="49658" y="36622"/>
                </a:cubicBezTo>
                <a:cubicBezTo>
                  <a:pt x="51717" y="35717"/>
                  <a:pt x="53953" y="35265"/>
                  <a:pt x="56364" y="35265"/>
                </a:cubicBezTo>
                <a:cubicBezTo>
                  <a:pt x="58524" y="35265"/>
                  <a:pt x="60295" y="35968"/>
                  <a:pt x="61676" y="37375"/>
                </a:cubicBezTo>
                <a:cubicBezTo>
                  <a:pt x="63058" y="38782"/>
                  <a:pt x="63749" y="40615"/>
                  <a:pt x="63749" y="42876"/>
                </a:cubicBezTo>
                <a:cubicBezTo>
                  <a:pt x="63749" y="44333"/>
                  <a:pt x="64063" y="46468"/>
                  <a:pt x="64691" y="49281"/>
                </a:cubicBezTo>
                <a:cubicBezTo>
                  <a:pt x="65318" y="52094"/>
                  <a:pt x="65632" y="54229"/>
                  <a:pt x="65632" y="55686"/>
                </a:cubicBezTo>
                <a:cubicBezTo>
                  <a:pt x="65632" y="57946"/>
                  <a:pt x="64942" y="59780"/>
                  <a:pt x="63560" y="61187"/>
                </a:cubicBezTo>
                <a:cubicBezTo>
                  <a:pt x="62179" y="62593"/>
                  <a:pt x="60408" y="63296"/>
                  <a:pt x="58248" y="63296"/>
                </a:cubicBezTo>
                <a:close/>
                <a:moveTo>
                  <a:pt x="117292" y="124785"/>
                </a:moveTo>
                <a:cubicBezTo>
                  <a:pt x="105939" y="124785"/>
                  <a:pt x="96746" y="121944"/>
                  <a:pt x="89713" y="116263"/>
                </a:cubicBezTo>
                <a:cubicBezTo>
                  <a:pt x="82027" y="109977"/>
                  <a:pt x="78184" y="101177"/>
                  <a:pt x="78184" y="89863"/>
                </a:cubicBezTo>
                <a:cubicBezTo>
                  <a:pt x="78184" y="76791"/>
                  <a:pt x="81348" y="65830"/>
                  <a:pt x="87678" y="56981"/>
                </a:cubicBezTo>
                <a:cubicBezTo>
                  <a:pt x="94560" y="47326"/>
                  <a:pt x="103753" y="42499"/>
                  <a:pt x="115257" y="42499"/>
                </a:cubicBezTo>
                <a:cubicBezTo>
                  <a:pt x="123596" y="42499"/>
                  <a:pt x="130403" y="43906"/>
                  <a:pt x="135678" y="46719"/>
                </a:cubicBezTo>
                <a:cubicBezTo>
                  <a:pt x="142158" y="50185"/>
                  <a:pt x="145398" y="55510"/>
                  <a:pt x="145398" y="62694"/>
                </a:cubicBezTo>
                <a:cubicBezTo>
                  <a:pt x="145398" y="67717"/>
                  <a:pt x="142560" y="72289"/>
                  <a:pt x="136884" y="76408"/>
                </a:cubicBezTo>
                <a:cubicBezTo>
                  <a:pt x="134372" y="78216"/>
                  <a:pt x="129047" y="81030"/>
                  <a:pt x="120909" y="84847"/>
                </a:cubicBezTo>
                <a:lnTo>
                  <a:pt x="92124" y="98486"/>
                </a:lnTo>
                <a:cubicBezTo>
                  <a:pt x="94937" y="102656"/>
                  <a:pt x="98441" y="105796"/>
                  <a:pt x="102636" y="107905"/>
                </a:cubicBezTo>
                <a:cubicBezTo>
                  <a:pt x="106830" y="110015"/>
                  <a:pt x="111716" y="111070"/>
                  <a:pt x="117292" y="111070"/>
                </a:cubicBezTo>
                <a:cubicBezTo>
                  <a:pt x="120758" y="111070"/>
                  <a:pt x="124827" y="110417"/>
                  <a:pt x="129499" y="109111"/>
                </a:cubicBezTo>
                <a:cubicBezTo>
                  <a:pt x="135427" y="107453"/>
                  <a:pt x="139245" y="105281"/>
                  <a:pt x="140953" y="102593"/>
                </a:cubicBezTo>
                <a:cubicBezTo>
                  <a:pt x="142661" y="99905"/>
                  <a:pt x="144494" y="98562"/>
                  <a:pt x="146453" y="98562"/>
                </a:cubicBezTo>
                <a:cubicBezTo>
                  <a:pt x="148212" y="98562"/>
                  <a:pt x="149782" y="99230"/>
                  <a:pt x="151163" y="100566"/>
                </a:cubicBezTo>
                <a:cubicBezTo>
                  <a:pt x="152544" y="101900"/>
                  <a:pt x="153235" y="103449"/>
                  <a:pt x="153235" y="105212"/>
                </a:cubicBezTo>
                <a:cubicBezTo>
                  <a:pt x="153235" y="110803"/>
                  <a:pt x="148739" y="115615"/>
                  <a:pt x="139747" y="119646"/>
                </a:cubicBezTo>
                <a:cubicBezTo>
                  <a:pt x="132061" y="123072"/>
                  <a:pt x="124576" y="124785"/>
                  <a:pt x="117292" y="124785"/>
                </a:cubicBezTo>
                <a:moveTo>
                  <a:pt x="115257" y="56063"/>
                </a:moveTo>
                <a:cubicBezTo>
                  <a:pt x="109129" y="56063"/>
                  <a:pt x="104030" y="58436"/>
                  <a:pt x="99961" y="63183"/>
                </a:cubicBezTo>
                <a:cubicBezTo>
                  <a:pt x="95892" y="67931"/>
                  <a:pt x="92852" y="75077"/>
                  <a:pt x="90843" y="84621"/>
                </a:cubicBezTo>
                <a:lnTo>
                  <a:pt x="113976" y="73620"/>
                </a:lnTo>
                <a:cubicBezTo>
                  <a:pt x="123069" y="69199"/>
                  <a:pt x="129549" y="65356"/>
                  <a:pt x="133417" y="62091"/>
                </a:cubicBezTo>
                <a:cubicBezTo>
                  <a:pt x="129097" y="58072"/>
                  <a:pt x="123044" y="56063"/>
                  <a:pt x="115257" y="56063"/>
                </a:cubicBezTo>
                <a:close/>
                <a:moveTo>
                  <a:pt x="185735" y="62091"/>
                </a:moveTo>
                <a:lnTo>
                  <a:pt x="184605" y="99586"/>
                </a:lnTo>
                <a:cubicBezTo>
                  <a:pt x="184605" y="103559"/>
                  <a:pt x="184404" y="109394"/>
                  <a:pt x="184002" y="117089"/>
                </a:cubicBezTo>
                <a:cubicBezTo>
                  <a:pt x="183500" y="122119"/>
                  <a:pt x="181038" y="124634"/>
                  <a:pt x="176617" y="124634"/>
                </a:cubicBezTo>
                <a:cubicBezTo>
                  <a:pt x="171694" y="124634"/>
                  <a:pt x="169233" y="122069"/>
                  <a:pt x="169233" y="116938"/>
                </a:cubicBezTo>
                <a:cubicBezTo>
                  <a:pt x="169233" y="110852"/>
                  <a:pt x="169509" y="101711"/>
                  <a:pt x="170062" y="89515"/>
                </a:cubicBezTo>
                <a:cubicBezTo>
                  <a:pt x="170614" y="77318"/>
                  <a:pt x="170891" y="68177"/>
                  <a:pt x="170891" y="62091"/>
                </a:cubicBezTo>
                <a:cubicBezTo>
                  <a:pt x="170891" y="54144"/>
                  <a:pt x="171016" y="45053"/>
                  <a:pt x="171267" y="34818"/>
                </a:cubicBezTo>
                <a:cubicBezTo>
                  <a:pt x="171519" y="24582"/>
                  <a:pt x="171644" y="15491"/>
                  <a:pt x="171644" y="7545"/>
                </a:cubicBezTo>
                <a:cubicBezTo>
                  <a:pt x="171644" y="2515"/>
                  <a:pt x="174106" y="0"/>
                  <a:pt x="179029" y="0"/>
                </a:cubicBezTo>
                <a:cubicBezTo>
                  <a:pt x="184002" y="0"/>
                  <a:pt x="186489" y="2515"/>
                  <a:pt x="186489" y="7545"/>
                </a:cubicBezTo>
                <a:cubicBezTo>
                  <a:pt x="186489" y="15491"/>
                  <a:pt x="186363" y="24582"/>
                  <a:pt x="186112" y="34818"/>
                </a:cubicBezTo>
                <a:cubicBezTo>
                  <a:pt x="185861" y="45053"/>
                  <a:pt x="185735" y="54144"/>
                  <a:pt x="185735" y="62091"/>
                </a:cubicBezTo>
                <a:close/>
                <a:moveTo>
                  <a:pt x="243683" y="124785"/>
                </a:moveTo>
                <a:cubicBezTo>
                  <a:pt x="232330" y="124785"/>
                  <a:pt x="223137" y="121944"/>
                  <a:pt x="216104" y="116263"/>
                </a:cubicBezTo>
                <a:cubicBezTo>
                  <a:pt x="208418" y="109977"/>
                  <a:pt x="204575" y="101177"/>
                  <a:pt x="204575" y="89863"/>
                </a:cubicBezTo>
                <a:cubicBezTo>
                  <a:pt x="204575" y="76791"/>
                  <a:pt x="207740" y="65830"/>
                  <a:pt x="214069" y="56981"/>
                </a:cubicBezTo>
                <a:cubicBezTo>
                  <a:pt x="220951" y="47326"/>
                  <a:pt x="230145" y="42499"/>
                  <a:pt x="241648" y="42499"/>
                </a:cubicBezTo>
                <a:cubicBezTo>
                  <a:pt x="249987" y="42499"/>
                  <a:pt x="256794" y="43906"/>
                  <a:pt x="262069" y="46719"/>
                </a:cubicBezTo>
                <a:cubicBezTo>
                  <a:pt x="268549" y="50185"/>
                  <a:pt x="271790" y="55510"/>
                  <a:pt x="271790" y="62694"/>
                </a:cubicBezTo>
                <a:cubicBezTo>
                  <a:pt x="271790" y="67717"/>
                  <a:pt x="268951" y="72289"/>
                  <a:pt x="263275" y="76408"/>
                </a:cubicBezTo>
                <a:cubicBezTo>
                  <a:pt x="260763" y="78216"/>
                  <a:pt x="255438" y="81030"/>
                  <a:pt x="247300" y="84847"/>
                </a:cubicBezTo>
                <a:lnTo>
                  <a:pt x="218515" y="98486"/>
                </a:lnTo>
                <a:cubicBezTo>
                  <a:pt x="221328" y="102656"/>
                  <a:pt x="224832" y="105796"/>
                  <a:pt x="229027" y="107905"/>
                </a:cubicBezTo>
                <a:cubicBezTo>
                  <a:pt x="233221" y="110015"/>
                  <a:pt x="238107" y="111070"/>
                  <a:pt x="243683" y="111070"/>
                </a:cubicBezTo>
                <a:cubicBezTo>
                  <a:pt x="247149" y="111070"/>
                  <a:pt x="251218" y="110417"/>
                  <a:pt x="255890" y="109111"/>
                </a:cubicBezTo>
                <a:cubicBezTo>
                  <a:pt x="261818" y="107453"/>
                  <a:pt x="265636" y="105281"/>
                  <a:pt x="267344" y="102593"/>
                </a:cubicBezTo>
                <a:cubicBezTo>
                  <a:pt x="269052" y="99905"/>
                  <a:pt x="270885" y="98562"/>
                  <a:pt x="272845" y="98562"/>
                </a:cubicBezTo>
                <a:cubicBezTo>
                  <a:pt x="274603" y="98562"/>
                  <a:pt x="276173" y="99230"/>
                  <a:pt x="277554" y="100566"/>
                </a:cubicBezTo>
                <a:cubicBezTo>
                  <a:pt x="278936" y="101900"/>
                  <a:pt x="279626" y="103449"/>
                  <a:pt x="279626" y="105212"/>
                </a:cubicBezTo>
                <a:cubicBezTo>
                  <a:pt x="279626" y="110803"/>
                  <a:pt x="275130" y="115615"/>
                  <a:pt x="266138" y="119646"/>
                </a:cubicBezTo>
                <a:cubicBezTo>
                  <a:pt x="258452" y="123072"/>
                  <a:pt x="250967" y="124785"/>
                  <a:pt x="243683" y="124785"/>
                </a:cubicBezTo>
                <a:moveTo>
                  <a:pt x="241648" y="56063"/>
                </a:moveTo>
                <a:cubicBezTo>
                  <a:pt x="235520" y="56063"/>
                  <a:pt x="230421" y="58436"/>
                  <a:pt x="226352" y="63183"/>
                </a:cubicBezTo>
                <a:cubicBezTo>
                  <a:pt x="222283" y="67931"/>
                  <a:pt x="219243" y="75077"/>
                  <a:pt x="217234" y="84621"/>
                </a:cubicBezTo>
                <a:lnTo>
                  <a:pt x="240367" y="73620"/>
                </a:lnTo>
                <a:cubicBezTo>
                  <a:pt x="249460" y="69199"/>
                  <a:pt x="255940" y="65356"/>
                  <a:pt x="259808" y="62091"/>
                </a:cubicBezTo>
                <a:cubicBezTo>
                  <a:pt x="255488" y="58072"/>
                  <a:pt x="249435" y="56063"/>
                  <a:pt x="241648" y="56063"/>
                </a:cubicBezTo>
                <a:close/>
                <a:moveTo>
                  <a:pt x="327046" y="126141"/>
                </a:moveTo>
                <a:cubicBezTo>
                  <a:pt x="316748" y="126141"/>
                  <a:pt x="308158" y="123021"/>
                  <a:pt x="301275" y="116781"/>
                </a:cubicBezTo>
                <a:cubicBezTo>
                  <a:pt x="294042" y="110239"/>
                  <a:pt x="290425" y="101608"/>
                  <a:pt x="290425" y="90887"/>
                </a:cubicBezTo>
                <a:cubicBezTo>
                  <a:pt x="290425" y="80672"/>
                  <a:pt x="293816" y="70130"/>
                  <a:pt x="300597" y="59260"/>
                </a:cubicBezTo>
                <a:cubicBezTo>
                  <a:pt x="308133" y="47182"/>
                  <a:pt x="316622" y="41143"/>
                  <a:pt x="326067" y="41143"/>
                </a:cubicBezTo>
                <a:cubicBezTo>
                  <a:pt x="330990" y="41143"/>
                  <a:pt x="336490" y="42302"/>
                  <a:pt x="342569" y="44621"/>
                </a:cubicBezTo>
                <a:cubicBezTo>
                  <a:pt x="350255" y="47596"/>
                  <a:pt x="354098" y="51225"/>
                  <a:pt x="354098" y="55509"/>
                </a:cubicBezTo>
                <a:cubicBezTo>
                  <a:pt x="354098" y="57424"/>
                  <a:pt x="353470" y="59126"/>
                  <a:pt x="352214" y="60614"/>
                </a:cubicBezTo>
                <a:cubicBezTo>
                  <a:pt x="350958" y="62101"/>
                  <a:pt x="349401" y="62844"/>
                  <a:pt x="347542" y="62844"/>
                </a:cubicBezTo>
                <a:cubicBezTo>
                  <a:pt x="346085" y="62844"/>
                  <a:pt x="344817" y="62401"/>
                  <a:pt x="343737" y="61514"/>
                </a:cubicBezTo>
                <a:cubicBezTo>
                  <a:pt x="342657" y="60625"/>
                  <a:pt x="341614" y="59749"/>
                  <a:pt x="340610" y="58886"/>
                </a:cubicBezTo>
                <a:cubicBezTo>
                  <a:pt x="337646" y="56501"/>
                  <a:pt x="332798" y="55309"/>
                  <a:pt x="326067" y="55309"/>
                </a:cubicBezTo>
                <a:cubicBezTo>
                  <a:pt x="320943" y="55309"/>
                  <a:pt x="315869" y="59893"/>
                  <a:pt x="310845" y="69061"/>
                </a:cubicBezTo>
                <a:cubicBezTo>
                  <a:pt x="306274" y="77472"/>
                  <a:pt x="303988" y="84750"/>
                  <a:pt x="303988" y="90895"/>
                </a:cubicBezTo>
                <a:cubicBezTo>
                  <a:pt x="303988" y="97543"/>
                  <a:pt x="306249" y="102781"/>
                  <a:pt x="310770" y="106610"/>
                </a:cubicBezTo>
                <a:cubicBezTo>
                  <a:pt x="314990" y="110186"/>
                  <a:pt x="320415" y="111975"/>
                  <a:pt x="327046" y="111975"/>
                </a:cubicBezTo>
                <a:cubicBezTo>
                  <a:pt x="330060" y="111975"/>
                  <a:pt x="333275" y="111171"/>
                  <a:pt x="336691" y="109563"/>
                </a:cubicBezTo>
                <a:lnTo>
                  <a:pt x="345432" y="104891"/>
                </a:lnTo>
                <a:cubicBezTo>
                  <a:pt x="346939" y="104088"/>
                  <a:pt x="348019" y="103686"/>
                  <a:pt x="348673" y="103686"/>
                </a:cubicBezTo>
                <a:cubicBezTo>
                  <a:pt x="350531" y="103686"/>
                  <a:pt x="352139" y="104427"/>
                  <a:pt x="353495" y="105909"/>
                </a:cubicBezTo>
                <a:cubicBezTo>
                  <a:pt x="354851" y="107391"/>
                  <a:pt x="355530" y="109086"/>
                  <a:pt x="355530" y="110995"/>
                </a:cubicBezTo>
                <a:cubicBezTo>
                  <a:pt x="355530" y="114662"/>
                  <a:pt x="351662" y="118204"/>
                  <a:pt x="343925" y="121620"/>
                </a:cubicBezTo>
                <a:cubicBezTo>
                  <a:pt x="337143" y="124634"/>
                  <a:pt x="331517" y="126141"/>
                  <a:pt x="327046" y="126141"/>
                </a:cubicBezTo>
                <a:close/>
                <a:moveTo>
                  <a:pt x="422305" y="57183"/>
                </a:moveTo>
                <a:cubicBezTo>
                  <a:pt x="421250" y="57183"/>
                  <a:pt x="420007" y="57133"/>
                  <a:pt x="418575" y="57033"/>
                </a:cubicBezTo>
                <a:cubicBezTo>
                  <a:pt x="417143" y="56931"/>
                  <a:pt x="415900" y="56880"/>
                  <a:pt x="414845" y="56880"/>
                </a:cubicBezTo>
                <a:cubicBezTo>
                  <a:pt x="413690" y="56880"/>
                  <a:pt x="410274" y="57260"/>
                  <a:pt x="404597" y="58022"/>
                </a:cubicBezTo>
                <a:lnTo>
                  <a:pt x="406029" y="102506"/>
                </a:lnTo>
                <a:lnTo>
                  <a:pt x="406104" y="105819"/>
                </a:lnTo>
                <a:lnTo>
                  <a:pt x="406179" y="109657"/>
                </a:lnTo>
                <a:cubicBezTo>
                  <a:pt x="406380" y="120646"/>
                  <a:pt x="403743" y="126141"/>
                  <a:pt x="398267" y="126141"/>
                </a:cubicBezTo>
                <a:cubicBezTo>
                  <a:pt x="396258" y="126141"/>
                  <a:pt x="394512" y="125489"/>
                  <a:pt x="393030" y="124184"/>
                </a:cubicBezTo>
                <a:cubicBezTo>
                  <a:pt x="391548" y="122880"/>
                  <a:pt x="390807" y="121248"/>
                  <a:pt x="390807" y="119291"/>
                </a:cubicBezTo>
                <a:cubicBezTo>
                  <a:pt x="390807" y="117385"/>
                  <a:pt x="390883" y="114526"/>
                  <a:pt x="391034" y="110712"/>
                </a:cubicBezTo>
                <a:cubicBezTo>
                  <a:pt x="391184" y="106898"/>
                  <a:pt x="391260" y="104037"/>
                  <a:pt x="391260" y="102129"/>
                </a:cubicBezTo>
                <a:lnTo>
                  <a:pt x="389753" y="58172"/>
                </a:lnTo>
                <a:cubicBezTo>
                  <a:pt x="386085" y="58022"/>
                  <a:pt x="380509" y="57592"/>
                  <a:pt x="373024" y="56884"/>
                </a:cubicBezTo>
                <a:cubicBezTo>
                  <a:pt x="368553" y="56278"/>
                  <a:pt x="366318" y="53780"/>
                  <a:pt x="366318" y="49389"/>
                </a:cubicBezTo>
                <a:cubicBezTo>
                  <a:pt x="366318" y="47168"/>
                  <a:pt x="366996" y="45326"/>
                  <a:pt x="368352" y="43865"/>
                </a:cubicBezTo>
                <a:cubicBezTo>
                  <a:pt x="369709" y="42402"/>
                  <a:pt x="371442" y="41670"/>
                  <a:pt x="373552" y="41670"/>
                </a:cubicBezTo>
                <a:lnTo>
                  <a:pt x="389376" y="42951"/>
                </a:lnTo>
                <a:cubicBezTo>
                  <a:pt x="389376" y="40381"/>
                  <a:pt x="389263" y="36943"/>
                  <a:pt x="389037" y="32637"/>
                </a:cubicBezTo>
                <a:cubicBezTo>
                  <a:pt x="388811" y="28330"/>
                  <a:pt x="388698" y="25219"/>
                  <a:pt x="388698" y="23305"/>
                </a:cubicBezTo>
                <a:cubicBezTo>
                  <a:pt x="388698" y="21189"/>
                  <a:pt x="389426" y="19439"/>
                  <a:pt x="390883" y="18054"/>
                </a:cubicBezTo>
                <a:cubicBezTo>
                  <a:pt x="392340" y="16668"/>
                  <a:pt x="394123" y="15975"/>
                  <a:pt x="396233" y="15975"/>
                </a:cubicBezTo>
                <a:cubicBezTo>
                  <a:pt x="400754" y="15975"/>
                  <a:pt x="403391" y="19667"/>
                  <a:pt x="404145" y="27052"/>
                </a:cubicBezTo>
                <a:cubicBezTo>
                  <a:pt x="404296" y="28910"/>
                  <a:pt x="404371" y="31146"/>
                  <a:pt x="404371" y="33758"/>
                </a:cubicBezTo>
                <a:lnTo>
                  <a:pt x="404220" y="38129"/>
                </a:lnTo>
                <a:lnTo>
                  <a:pt x="404145" y="42800"/>
                </a:lnTo>
                <a:cubicBezTo>
                  <a:pt x="410374" y="41997"/>
                  <a:pt x="413941" y="41595"/>
                  <a:pt x="414845" y="41595"/>
                </a:cubicBezTo>
                <a:cubicBezTo>
                  <a:pt x="420070" y="41595"/>
                  <a:pt x="423486" y="41846"/>
                  <a:pt x="425093" y="42348"/>
                </a:cubicBezTo>
                <a:cubicBezTo>
                  <a:pt x="428157" y="43359"/>
                  <a:pt x="429690" y="45742"/>
                  <a:pt x="429690" y="49497"/>
                </a:cubicBezTo>
                <a:cubicBezTo>
                  <a:pt x="429690" y="51730"/>
                  <a:pt x="428999" y="53569"/>
                  <a:pt x="427617" y="55015"/>
                </a:cubicBezTo>
                <a:cubicBezTo>
                  <a:pt x="426236" y="56461"/>
                  <a:pt x="424465" y="57183"/>
                  <a:pt x="422305" y="57183"/>
                </a:cubicBezTo>
                <a:close/>
                <a:moveTo>
                  <a:pt x="479706" y="124785"/>
                </a:moveTo>
                <a:cubicBezTo>
                  <a:pt x="468353" y="124785"/>
                  <a:pt x="459160" y="121944"/>
                  <a:pt x="452127" y="116263"/>
                </a:cubicBezTo>
                <a:cubicBezTo>
                  <a:pt x="444441" y="109977"/>
                  <a:pt x="440598" y="101177"/>
                  <a:pt x="440598" y="89863"/>
                </a:cubicBezTo>
                <a:cubicBezTo>
                  <a:pt x="440598" y="76791"/>
                  <a:pt x="443763" y="65830"/>
                  <a:pt x="450093" y="56981"/>
                </a:cubicBezTo>
                <a:cubicBezTo>
                  <a:pt x="456975" y="47326"/>
                  <a:pt x="466168" y="42499"/>
                  <a:pt x="477672" y="42499"/>
                </a:cubicBezTo>
                <a:cubicBezTo>
                  <a:pt x="486011" y="42499"/>
                  <a:pt x="492818" y="43906"/>
                  <a:pt x="498092" y="46719"/>
                </a:cubicBezTo>
                <a:cubicBezTo>
                  <a:pt x="504573" y="50185"/>
                  <a:pt x="507813" y="55510"/>
                  <a:pt x="507813" y="62694"/>
                </a:cubicBezTo>
                <a:cubicBezTo>
                  <a:pt x="507813" y="67717"/>
                  <a:pt x="504975" y="72289"/>
                  <a:pt x="499298" y="76408"/>
                </a:cubicBezTo>
                <a:cubicBezTo>
                  <a:pt x="496786" y="78216"/>
                  <a:pt x="491461" y="81030"/>
                  <a:pt x="483323" y="84847"/>
                </a:cubicBezTo>
                <a:lnTo>
                  <a:pt x="454538" y="98486"/>
                </a:lnTo>
                <a:cubicBezTo>
                  <a:pt x="457352" y="102656"/>
                  <a:pt x="460855" y="105796"/>
                  <a:pt x="465050" y="107905"/>
                </a:cubicBezTo>
                <a:cubicBezTo>
                  <a:pt x="469245" y="110015"/>
                  <a:pt x="474130" y="111070"/>
                  <a:pt x="479706" y="111070"/>
                </a:cubicBezTo>
                <a:cubicBezTo>
                  <a:pt x="483173" y="111070"/>
                  <a:pt x="487242" y="110417"/>
                  <a:pt x="491913" y="109111"/>
                </a:cubicBezTo>
                <a:cubicBezTo>
                  <a:pt x="497841" y="107453"/>
                  <a:pt x="501659" y="105281"/>
                  <a:pt x="503367" y="102593"/>
                </a:cubicBezTo>
                <a:cubicBezTo>
                  <a:pt x="505075" y="99905"/>
                  <a:pt x="506909" y="98562"/>
                  <a:pt x="508868" y="98562"/>
                </a:cubicBezTo>
                <a:cubicBezTo>
                  <a:pt x="510626" y="98562"/>
                  <a:pt x="512196" y="99230"/>
                  <a:pt x="513577" y="100566"/>
                </a:cubicBezTo>
                <a:cubicBezTo>
                  <a:pt x="514959" y="101900"/>
                  <a:pt x="515650" y="103449"/>
                  <a:pt x="515650" y="105212"/>
                </a:cubicBezTo>
                <a:cubicBezTo>
                  <a:pt x="515650" y="110803"/>
                  <a:pt x="511154" y="115615"/>
                  <a:pt x="502161" y="119646"/>
                </a:cubicBezTo>
                <a:cubicBezTo>
                  <a:pt x="494475" y="123072"/>
                  <a:pt x="486990" y="124785"/>
                  <a:pt x="479706" y="124785"/>
                </a:cubicBezTo>
                <a:moveTo>
                  <a:pt x="477672" y="56063"/>
                </a:moveTo>
                <a:cubicBezTo>
                  <a:pt x="471543" y="56063"/>
                  <a:pt x="466444" y="58436"/>
                  <a:pt x="462375" y="63183"/>
                </a:cubicBezTo>
                <a:cubicBezTo>
                  <a:pt x="458306" y="67931"/>
                  <a:pt x="455267" y="75077"/>
                  <a:pt x="453257" y="84621"/>
                </a:cubicBezTo>
                <a:lnTo>
                  <a:pt x="476391" y="73620"/>
                </a:lnTo>
                <a:cubicBezTo>
                  <a:pt x="485483" y="69199"/>
                  <a:pt x="491964" y="65356"/>
                  <a:pt x="495832" y="62091"/>
                </a:cubicBezTo>
                <a:cubicBezTo>
                  <a:pt x="491512" y="58072"/>
                  <a:pt x="485458" y="56063"/>
                  <a:pt x="477672" y="56063"/>
                </a:cubicBezTo>
                <a:close/>
                <a:moveTo>
                  <a:pt x="598410" y="54749"/>
                </a:moveTo>
                <a:cubicBezTo>
                  <a:pt x="597807" y="62129"/>
                  <a:pt x="597506" y="69508"/>
                  <a:pt x="597506" y="76888"/>
                </a:cubicBezTo>
                <a:cubicBezTo>
                  <a:pt x="597506" y="93607"/>
                  <a:pt x="598284" y="106234"/>
                  <a:pt x="599842" y="114767"/>
                </a:cubicBezTo>
                <a:cubicBezTo>
                  <a:pt x="599942" y="115471"/>
                  <a:pt x="599992" y="116048"/>
                  <a:pt x="599992" y="116500"/>
                </a:cubicBezTo>
                <a:cubicBezTo>
                  <a:pt x="599992" y="118508"/>
                  <a:pt x="599289" y="120164"/>
                  <a:pt x="597883" y="121469"/>
                </a:cubicBezTo>
                <a:cubicBezTo>
                  <a:pt x="596476" y="122775"/>
                  <a:pt x="594843" y="123428"/>
                  <a:pt x="592985" y="123428"/>
                </a:cubicBezTo>
                <a:cubicBezTo>
                  <a:pt x="589870" y="123428"/>
                  <a:pt x="587584" y="121168"/>
                  <a:pt x="586128" y="116646"/>
                </a:cubicBezTo>
                <a:cubicBezTo>
                  <a:pt x="582511" y="119309"/>
                  <a:pt x="578756" y="121331"/>
                  <a:pt x="574862" y="122712"/>
                </a:cubicBezTo>
                <a:cubicBezTo>
                  <a:pt x="570969" y="124094"/>
                  <a:pt x="566913" y="124785"/>
                  <a:pt x="562693" y="124785"/>
                </a:cubicBezTo>
                <a:cubicBezTo>
                  <a:pt x="552294" y="124785"/>
                  <a:pt x="543679" y="121315"/>
                  <a:pt x="536847" y="114376"/>
                </a:cubicBezTo>
                <a:cubicBezTo>
                  <a:pt x="529814" y="107287"/>
                  <a:pt x="526297" y="98186"/>
                  <a:pt x="526297" y="87073"/>
                </a:cubicBezTo>
                <a:cubicBezTo>
                  <a:pt x="526297" y="73647"/>
                  <a:pt x="529851" y="62888"/>
                  <a:pt x="536960" y="54793"/>
                </a:cubicBezTo>
                <a:cubicBezTo>
                  <a:pt x="544068" y="46698"/>
                  <a:pt x="553299" y="42650"/>
                  <a:pt x="564652" y="42650"/>
                </a:cubicBezTo>
                <a:cubicBezTo>
                  <a:pt x="570479" y="42650"/>
                  <a:pt x="574975" y="43554"/>
                  <a:pt x="578140" y="45362"/>
                </a:cubicBezTo>
                <a:lnTo>
                  <a:pt x="585223" y="50562"/>
                </a:lnTo>
                <a:cubicBezTo>
                  <a:pt x="585927" y="29441"/>
                  <a:pt x="586755" y="15221"/>
                  <a:pt x="587710" y="7900"/>
                </a:cubicBezTo>
                <a:cubicBezTo>
                  <a:pt x="588363" y="3437"/>
                  <a:pt x="590649" y="1206"/>
                  <a:pt x="594567" y="1206"/>
                </a:cubicBezTo>
                <a:cubicBezTo>
                  <a:pt x="599138" y="1206"/>
                  <a:pt x="601424" y="3640"/>
                  <a:pt x="601424" y="8510"/>
                </a:cubicBezTo>
                <a:cubicBezTo>
                  <a:pt x="601424" y="15488"/>
                  <a:pt x="600419" y="30901"/>
                  <a:pt x="598410" y="54749"/>
                </a:cubicBezTo>
                <a:moveTo>
                  <a:pt x="564953" y="56665"/>
                </a:moveTo>
                <a:cubicBezTo>
                  <a:pt x="556514" y="56665"/>
                  <a:pt x="550184" y="59165"/>
                  <a:pt x="545964" y="64163"/>
                </a:cubicBezTo>
                <a:cubicBezTo>
                  <a:pt x="541745" y="69161"/>
                  <a:pt x="539635" y="76684"/>
                  <a:pt x="539635" y="86731"/>
                </a:cubicBezTo>
                <a:cubicBezTo>
                  <a:pt x="539635" y="93212"/>
                  <a:pt x="541933" y="98788"/>
                  <a:pt x="546530" y="103460"/>
                </a:cubicBezTo>
                <a:cubicBezTo>
                  <a:pt x="551126" y="108132"/>
                  <a:pt x="556514" y="110467"/>
                  <a:pt x="562693" y="110467"/>
                </a:cubicBezTo>
                <a:cubicBezTo>
                  <a:pt x="566913" y="110467"/>
                  <a:pt x="570479" y="109689"/>
                  <a:pt x="573393" y="108132"/>
                </a:cubicBezTo>
                <a:cubicBezTo>
                  <a:pt x="575101" y="107227"/>
                  <a:pt x="577889" y="105143"/>
                  <a:pt x="581757" y="101877"/>
                </a:cubicBezTo>
                <a:cubicBezTo>
                  <a:pt x="582511" y="101224"/>
                  <a:pt x="583239" y="100446"/>
                  <a:pt x="583942" y="99541"/>
                </a:cubicBezTo>
                <a:lnTo>
                  <a:pt x="583716" y="86505"/>
                </a:lnTo>
                <a:lnTo>
                  <a:pt x="583792" y="77764"/>
                </a:lnTo>
                <a:lnTo>
                  <a:pt x="583942" y="68873"/>
                </a:lnTo>
                <a:cubicBezTo>
                  <a:pt x="582033" y="64804"/>
                  <a:pt x="579496" y="61752"/>
                  <a:pt x="576332" y="59717"/>
                </a:cubicBezTo>
                <a:cubicBezTo>
                  <a:pt x="573167" y="57683"/>
                  <a:pt x="569374" y="56665"/>
                  <a:pt x="564953" y="56665"/>
                </a:cubicBezTo>
                <a:close/>
                <a:moveTo>
                  <a:pt x="700367" y="124785"/>
                </a:moveTo>
                <a:cubicBezTo>
                  <a:pt x="689014" y="124785"/>
                  <a:pt x="679821" y="121944"/>
                  <a:pt x="672788" y="116263"/>
                </a:cubicBezTo>
                <a:cubicBezTo>
                  <a:pt x="665102" y="109977"/>
                  <a:pt x="661259" y="101177"/>
                  <a:pt x="661259" y="89863"/>
                </a:cubicBezTo>
                <a:cubicBezTo>
                  <a:pt x="661259" y="76791"/>
                  <a:pt x="664424" y="65830"/>
                  <a:pt x="670753" y="56981"/>
                </a:cubicBezTo>
                <a:cubicBezTo>
                  <a:pt x="677636" y="47326"/>
                  <a:pt x="686829" y="42499"/>
                  <a:pt x="698332" y="42499"/>
                </a:cubicBezTo>
                <a:cubicBezTo>
                  <a:pt x="706672" y="42499"/>
                  <a:pt x="713478" y="43906"/>
                  <a:pt x="718753" y="46719"/>
                </a:cubicBezTo>
                <a:cubicBezTo>
                  <a:pt x="725233" y="50185"/>
                  <a:pt x="728474" y="55510"/>
                  <a:pt x="728474" y="62694"/>
                </a:cubicBezTo>
                <a:cubicBezTo>
                  <a:pt x="728474" y="67717"/>
                  <a:pt x="725635" y="72289"/>
                  <a:pt x="719959" y="76408"/>
                </a:cubicBezTo>
                <a:cubicBezTo>
                  <a:pt x="717447" y="78216"/>
                  <a:pt x="712122" y="81030"/>
                  <a:pt x="703984" y="84847"/>
                </a:cubicBezTo>
                <a:lnTo>
                  <a:pt x="675199" y="98486"/>
                </a:lnTo>
                <a:cubicBezTo>
                  <a:pt x="678012" y="102656"/>
                  <a:pt x="681516" y="105796"/>
                  <a:pt x="685711" y="107905"/>
                </a:cubicBezTo>
                <a:cubicBezTo>
                  <a:pt x="689906" y="110015"/>
                  <a:pt x="694791" y="111070"/>
                  <a:pt x="700367" y="111070"/>
                </a:cubicBezTo>
                <a:cubicBezTo>
                  <a:pt x="703833" y="111070"/>
                  <a:pt x="707902" y="110417"/>
                  <a:pt x="712574" y="109111"/>
                </a:cubicBezTo>
                <a:cubicBezTo>
                  <a:pt x="718502" y="107453"/>
                  <a:pt x="722320" y="105281"/>
                  <a:pt x="724028" y="102593"/>
                </a:cubicBezTo>
                <a:cubicBezTo>
                  <a:pt x="725736" y="99905"/>
                  <a:pt x="727569" y="98562"/>
                  <a:pt x="729529" y="98562"/>
                </a:cubicBezTo>
                <a:cubicBezTo>
                  <a:pt x="731287" y="98562"/>
                  <a:pt x="732857" y="99230"/>
                  <a:pt x="734238" y="100566"/>
                </a:cubicBezTo>
                <a:cubicBezTo>
                  <a:pt x="735620" y="101900"/>
                  <a:pt x="736310" y="103449"/>
                  <a:pt x="736310" y="105212"/>
                </a:cubicBezTo>
                <a:cubicBezTo>
                  <a:pt x="736310" y="110803"/>
                  <a:pt x="731814" y="115615"/>
                  <a:pt x="722822" y="119646"/>
                </a:cubicBezTo>
                <a:cubicBezTo>
                  <a:pt x="715136" y="123072"/>
                  <a:pt x="707651" y="124785"/>
                  <a:pt x="700367" y="124785"/>
                </a:cubicBezTo>
                <a:moveTo>
                  <a:pt x="698332" y="56063"/>
                </a:moveTo>
                <a:cubicBezTo>
                  <a:pt x="692204" y="56063"/>
                  <a:pt x="687105" y="58436"/>
                  <a:pt x="683036" y="63183"/>
                </a:cubicBezTo>
                <a:cubicBezTo>
                  <a:pt x="678967" y="67931"/>
                  <a:pt x="675928" y="75077"/>
                  <a:pt x="673918" y="84621"/>
                </a:cubicBezTo>
                <a:lnTo>
                  <a:pt x="697051" y="73620"/>
                </a:lnTo>
                <a:cubicBezTo>
                  <a:pt x="706144" y="69199"/>
                  <a:pt x="712624" y="65356"/>
                  <a:pt x="716493" y="62091"/>
                </a:cubicBezTo>
                <a:cubicBezTo>
                  <a:pt x="712172" y="58072"/>
                  <a:pt x="706119" y="56063"/>
                  <a:pt x="698332" y="56063"/>
                </a:cubicBezTo>
                <a:close/>
                <a:moveTo>
                  <a:pt x="818920" y="56590"/>
                </a:moveTo>
                <a:lnTo>
                  <a:pt x="807919" y="66913"/>
                </a:lnTo>
                <a:lnTo>
                  <a:pt x="794506" y="80251"/>
                </a:lnTo>
                <a:lnTo>
                  <a:pt x="819071" y="112405"/>
                </a:lnTo>
                <a:cubicBezTo>
                  <a:pt x="820327" y="114016"/>
                  <a:pt x="820955" y="115602"/>
                  <a:pt x="820955" y="117162"/>
                </a:cubicBezTo>
                <a:cubicBezTo>
                  <a:pt x="820955" y="119124"/>
                  <a:pt x="820201" y="120860"/>
                  <a:pt x="818694" y="122369"/>
                </a:cubicBezTo>
                <a:cubicBezTo>
                  <a:pt x="817187" y="123879"/>
                  <a:pt x="815479" y="124634"/>
                  <a:pt x="813570" y="124634"/>
                </a:cubicBezTo>
                <a:cubicBezTo>
                  <a:pt x="811661" y="124634"/>
                  <a:pt x="809928" y="123702"/>
                  <a:pt x="808371" y="121839"/>
                </a:cubicBezTo>
                <a:cubicBezTo>
                  <a:pt x="803749" y="116453"/>
                  <a:pt x="795611" y="106081"/>
                  <a:pt x="783956" y="90725"/>
                </a:cubicBezTo>
                <a:lnTo>
                  <a:pt x="769263" y="105871"/>
                </a:lnTo>
                <a:cubicBezTo>
                  <a:pt x="766299" y="108533"/>
                  <a:pt x="761978" y="112678"/>
                  <a:pt x="756302" y="118304"/>
                </a:cubicBezTo>
                <a:cubicBezTo>
                  <a:pt x="754694" y="120113"/>
                  <a:pt x="752961" y="121017"/>
                  <a:pt x="751103" y="121017"/>
                </a:cubicBezTo>
                <a:cubicBezTo>
                  <a:pt x="749194" y="121017"/>
                  <a:pt x="747498" y="120263"/>
                  <a:pt x="746016" y="118756"/>
                </a:cubicBezTo>
                <a:cubicBezTo>
                  <a:pt x="744534" y="117249"/>
                  <a:pt x="743793" y="115516"/>
                  <a:pt x="743793" y="113557"/>
                </a:cubicBezTo>
                <a:cubicBezTo>
                  <a:pt x="743793" y="112000"/>
                  <a:pt x="744421" y="110417"/>
                  <a:pt x="745677" y="108810"/>
                </a:cubicBezTo>
                <a:cubicBezTo>
                  <a:pt x="747084" y="106951"/>
                  <a:pt x="749269" y="104716"/>
                  <a:pt x="752233" y="102103"/>
                </a:cubicBezTo>
                <a:cubicBezTo>
                  <a:pt x="755699" y="99039"/>
                  <a:pt x="757985" y="96929"/>
                  <a:pt x="759090" y="95774"/>
                </a:cubicBezTo>
                <a:lnTo>
                  <a:pt x="775140" y="78970"/>
                </a:lnTo>
                <a:lnTo>
                  <a:pt x="765269" y="64728"/>
                </a:lnTo>
                <a:cubicBezTo>
                  <a:pt x="761300" y="59052"/>
                  <a:pt x="757834" y="54907"/>
                  <a:pt x="754870" y="52295"/>
                </a:cubicBezTo>
                <a:cubicBezTo>
                  <a:pt x="752961" y="50587"/>
                  <a:pt x="752007" y="48728"/>
                  <a:pt x="752007" y="46719"/>
                </a:cubicBezTo>
                <a:cubicBezTo>
                  <a:pt x="752007" y="44709"/>
                  <a:pt x="752723" y="42926"/>
                  <a:pt x="754154" y="41369"/>
                </a:cubicBezTo>
                <a:cubicBezTo>
                  <a:pt x="755586" y="39811"/>
                  <a:pt x="757231" y="39033"/>
                  <a:pt x="759090" y="39033"/>
                </a:cubicBezTo>
                <a:cubicBezTo>
                  <a:pt x="762054" y="39033"/>
                  <a:pt x="766525" y="42901"/>
                  <a:pt x="772503" y="50637"/>
                </a:cubicBezTo>
                <a:lnTo>
                  <a:pt x="785539" y="68647"/>
                </a:lnTo>
                <a:lnTo>
                  <a:pt x="800308" y="55083"/>
                </a:lnTo>
                <a:cubicBezTo>
                  <a:pt x="806437" y="49306"/>
                  <a:pt x="810581" y="44785"/>
                  <a:pt x="812741" y="41519"/>
                </a:cubicBezTo>
                <a:cubicBezTo>
                  <a:pt x="814349" y="39158"/>
                  <a:pt x="816258" y="37978"/>
                  <a:pt x="818468" y="37978"/>
                </a:cubicBezTo>
                <a:cubicBezTo>
                  <a:pt x="820427" y="37978"/>
                  <a:pt x="822160" y="38706"/>
                  <a:pt x="823667" y="40163"/>
                </a:cubicBezTo>
                <a:cubicBezTo>
                  <a:pt x="825174" y="41620"/>
                  <a:pt x="825928" y="43303"/>
                  <a:pt x="825928" y="45212"/>
                </a:cubicBezTo>
                <a:cubicBezTo>
                  <a:pt x="825928" y="47975"/>
                  <a:pt x="823592" y="51767"/>
                  <a:pt x="818920" y="56590"/>
                </a:cubicBezTo>
                <a:close/>
                <a:moveTo>
                  <a:pt x="899300" y="126292"/>
                </a:moveTo>
                <a:cubicBezTo>
                  <a:pt x="898345" y="126292"/>
                  <a:pt x="896612" y="125177"/>
                  <a:pt x="894100" y="122948"/>
                </a:cubicBezTo>
                <a:cubicBezTo>
                  <a:pt x="891840" y="120871"/>
                  <a:pt x="890157" y="119022"/>
                  <a:pt x="889052" y="117400"/>
                </a:cubicBezTo>
                <a:cubicBezTo>
                  <a:pt x="884229" y="120037"/>
                  <a:pt x="879984" y="122028"/>
                  <a:pt x="876317" y="123372"/>
                </a:cubicBezTo>
                <a:cubicBezTo>
                  <a:pt x="872650" y="124715"/>
                  <a:pt x="869585" y="125387"/>
                  <a:pt x="867124" y="125387"/>
                </a:cubicBezTo>
                <a:cubicBezTo>
                  <a:pt x="855369" y="125387"/>
                  <a:pt x="846804" y="122072"/>
                  <a:pt x="841429" y="115441"/>
                </a:cubicBezTo>
                <a:cubicBezTo>
                  <a:pt x="836355" y="109212"/>
                  <a:pt x="833818" y="99667"/>
                  <a:pt x="833818" y="86807"/>
                </a:cubicBezTo>
                <a:cubicBezTo>
                  <a:pt x="833818" y="74650"/>
                  <a:pt x="838000" y="64251"/>
                  <a:pt x="846364" y="55610"/>
                </a:cubicBezTo>
                <a:cubicBezTo>
                  <a:pt x="854728" y="46970"/>
                  <a:pt x="864713" y="42650"/>
                  <a:pt x="876317" y="42650"/>
                </a:cubicBezTo>
                <a:cubicBezTo>
                  <a:pt x="880687" y="42650"/>
                  <a:pt x="885585" y="43780"/>
                  <a:pt x="891011" y="46041"/>
                </a:cubicBezTo>
                <a:cubicBezTo>
                  <a:pt x="897843" y="48854"/>
                  <a:pt x="901259" y="52245"/>
                  <a:pt x="901259" y="56213"/>
                </a:cubicBezTo>
                <a:cubicBezTo>
                  <a:pt x="901259" y="57570"/>
                  <a:pt x="900756" y="58775"/>
                  <a:pt x="899752" y="59830"/>
                </a:cubicBezTo>
                <a:cubicBezTo>
                  <a:pt x="899249" y="61739"/>
                  <a:pt x="898860" y="64879"/>
                  <a:pt x="898584" y="69249"/>
                </a:cubicBezTo>
                <a:cubicBezTo>
                  <a:pt x="898307" y="73620"/>
                  <a:pt x="898144" y="79221"/>
                  <a:pt x="898094" y="86053"/>
                </a:cubicBezTo>
                <a:cubicBezTo>
                  <a:pt x="898044" y="92282"/>
                  <a:pt x="898471" y="97205"/>
                  <a:pt x="899375" y="100822"/>
                </a:cubicBezTo>
                <a:cubicBezTo>
                  <a:pt x="899877" y="103033"/>
                  <a:pt x="901460" y="107453"/>
                  <a:pt x="904122" y="114084"/>
                </a:cubicBezTo>
                <a:cubicBezTo>
                  <a:pt x="904474" y="114989"/>
                  <a:pt x="905052" y="116320"/>
                  <a:pt x="905855" y="118078"/>
                </a:cubicBezTo>
                <a:lnTo>
                  <a:pt x="906307" y="119359"/>
                </a:lnTo>
                <a:cubicBezTo>
                  <a:pt x="906307" y="121369"/>
                  <a:pt x="905604" y="123026"/>
                  <a:pt x="904198" y="124332"/>
                </a:cubicBezTo>
                <a:cubicBezTo>
                  <a:pt x="902791" y="125639"/>
                  <a:pt x="901158" y="126292"/>
                  <a:pt x="899300" y="126292"/>
                </a:cubicBezTo>
                <a:moveTo>
                  <a:pt x="883626" y="73950"/>
                </a:moveTo>
                <a:cubicBezTo>
                  <a:pt x="883626" y="71794"/>
                  <a:pt x="883764" y="69452"/>
                  <a:pt x="884041" y="66923"/>
                </a:cubicBezTo>
                <a:cubicBezTo>
                  <a:pt x="884317" y="64392"/>
                  <a:pt x="884731" y="61699"/>
                  <a:pt x="885284" y="58844"/>
                </a:cubicBezTo>
                <a:cubicBezTo>
                  <a:pt x="883425" y="57891"/>
                  <a:pt x="881830" y="57189"/>
                  <a:pt x="880499" y="56738"/>
                </a:cubicBezTo>
                <a:cubicBezTo>
                  <a:pt x="879168" y="56288"/>
                  <a:pt x="878100" y="56063"/>
                  <a:pt x="877297" y="56063"/>
                </a:cubicBezTo>
                <a:cubicBezTo>
                  <a:pt x="869510" y="56063"/>
                  <a:pt x="862791" y="59231"/>
                  <a:pt x="857140" y="65569"/>
                </a:cubicBezTo>
                <a:cubicBezTo>
                  <a:pt x="851488" y="71906"/>
                  <a:pt x="848662" y="79209"/>
                  <a:pt x="848662" y="87475"/>
                </a:cubicBezTo>
                <a:cubicBezTo>
                  <a:pt x="848662" y="95692"/>
                  <a:pt x="850119" y="101854"/>
                  <a:pt x="853033" y="105963"/>
                </a:cubicBezTo>
                <a:cubicBezTo>
                  <a:pt x="855947" y="110071"/>
                  <a:pt x="860317" y="112125"/>
                  <a:pt x="866144" y="112125"/>
                </a:cubicBezTo>
                <a:cubicBezTo>
                  <a:pt x="870967" y="112125"/>
                  <a:pt x="875061" y="111248"/>
                  <a:pt x="878427" y="109495"/>
                </a:cubicBezTo>
                <a:cubicBezTo>
                  <a:pt x="880235" y="108544"/>
                  <a:pt x="882772" y="106640"/>
                  <a:pt x="886038" y="103785"/>
                </a:cubicBezTo>
                <a:cubicBezTo>
                  <a:pt x="884430" y="90507"/>
                  <a:pt x="883626" y="80562"/>
                  <a:pt x="883626" y="73950"/>
                </a:cubicBezTo>
                <a:close/>
                <a:moveTo>
                  <a:pt x="1015054" y="127648"/>
                </a:moveTo>
                <a:cubicBezTo>
                  <a:pt x="1010935" y="127648"/>
                  <a:pt x="1008524" y="125458"/>
                  <a:pt x="1007820" y="121078"/>
                </a:cubicBezTo>
                <a:cubicBezTo>
                  <a:pt x="1006916" y="115540"/>
                  <a:pt x="1006012" y="107737"/>
                  <a:pt x="1005108" y="97669"/>
                </a:cubicBezTo>
                <a:lnTo>
                  <a:pt x="1002546" y="74258"/>
                </a:lnTo>
                <a:cubicBezTo>
                  <a:pt x="1002043" y="70785"/>
                  <a:pt x="1001189" y="67388"/>
                  <a:pt x="999984" y="64064"/>
                </a:cubicBezTo>
                <a:cubicBezTo>
                  <a:pt x="998276" y="59534"/>
                  <a:pt x="996417" y="57268"/>
                  <a:pt x="994408" y="57268"/>
                </a:cubicBezTo>
                <a:cubicBezTo>
                  <a:pt x="992549" y="57268"/>
                  <a:pt x="989083" y="58852"/>
                  <a:pt x="984009" y="62020"/>
                </a:cubicBezTo>
                <a:cubicBezTo>
                  <a:pt x="979186" y="64937"/>
                  <a:pt x="976022" y="67275"/>
                  <a:pt x="974514" y="69035"/>
                </a:cubicBezTo>
                <a:cubicBezTo>
                  <a:pt x="974464" y="73762"/>
                  <a:pt x="974590" y="78489"/>
                  <a:pt x="974891" y="83216"/>
                </a:cubicBezTo>
                <a:lnTo>
                  <a:pt x="977152" y="103356"/>
                </a:lnTo>
                <a:cubicBezTo>
                  <a:pt x="978106" y="111301"/>
                  <a:pt x="978584" y="117864"/>
                  <a:pt x="978584" y="123044"/>
                </a:cubicBezTo>
                <a:cubicBezTo>
                  <a:pt x="978584" y="125256"/>
                  <a:pt x="977893" y="127079"/>
                  <a:pt x="976511" y="128512"/>
                </a:cubicBezTo>
                <a:cubicBezTo>
                  <a:pt x="975130" y="129945"/>
                  <a:pt x="973359" y="130662"/>
                  <a:pt x="971199" y="130662"/>
                </a:cubicBezTo>
                <a:cubicBezTo>
                  <a:pt x="969039" y="130662"/>
                  <a:pt x="967268" y="129945"/>
                  <a:pt x="965887" y="128512"/>
                </a:cubicBezTo>
                <a:cubicBezTo>
                  <a:pt x="964505" y="127079"/>
                  <a:pt x="963814" y="125256"/>
                  <a:pt x="963814" y="123044"/>
                </a:cubicBezTo>
                <a:cubicBezTo>
                  <a:pt x="963814" y="116960"/>
                  <a:pt x="963199" y="107971"/>
                  <a:pt x="961968" y="96077"/>
                </a:cubicBezTo>
                <a:cubicBezTo>
                  <a:pt x="960737" y="84184"/>
                  <a:pt x="960122" y="75195"/>
                  <a:pt x="960122" y="69110"/>
                </a:cubicBezTo>
                <a:cubicBezTo>
                  <a:pt x="960122" y="63781"/>
                  <a:pt x="959369" y="59632"/>
                  <a:pt x="957861" y="56665"/>
                </a:cubicBezTo>
                <a:cubicBezTo>
                  <a:pt x="954345" y="58276"/>
                  <a:pt x="950778" y="60894"/>
                  <a:pt x="947161" y="64519"/>
                </a:cubicBezTo>
                <a:lnTo>
                  <a:pt x="938270" y="74489"/>
                </a:lnTo>
                <a:cubicBezTo>
                  <a:pt x="937466" y="75696"/>
                  <a:pt x="936185" y="77282"/>
                  <a:pt x="934427" y="79245"/>
                </a:cubicBezTo>
                <a:cubicBezTo>
                  <a:pt x="934427" y="82266"/>
                  <a:pt x="934150" y="86722"/>
                  <a:pt x="933598" y="92614"/>
                </a:cubicBezTo>
                <a:cubicBezTo>
                  <a:pt x="933045" y="98504"/>
                  <a:pt x="932769" y="102858"/>
                  <a:pt x="932769" y="105678"/>
                </a:cubicBezTo>
                <a:cubicBezTo>
                  <a:pt x="932769" y="107188"/>
                  <a:pt x="933008" y="109303"/>
                  <a:pt x="933485" y="112022"/>
                </a:cubicBezTo>
                <a:cubicBezTo>
                  <a:pt x="933962" y="114739"/>
                  <a:pt x="934201" y="116702"/>
                  <a:pt x="934201" y="117911"/>
                </a:cubicBezTo>
                <a:cubicBezTo>
                  <a:pt x="934201" y="119975"/>
                  <a:pt x="933435" y="121712"/>
                  <a:pt x="931902" y="123122"/>
                </a:cubicBezTo>
                <a:cubicBezTo>
                  <a:pt x="930370" y="124532"/>
                  <a:pt x="928574" y="125237"/>
                  <a:pt x="926515" y="125237"/>
                </a:cubicBezTo>
                <a:cubicBezTo>
                  <a:pt x="920838" y="125237"/>
                  <a:pt x="918000" y="118776"/>
                  <a:pt x="918000" y="105854"/>
                </a:cubicBezTo>
                <a:cubicBezTo>
                  <a:pt x="918000" y="102837"/>
                  <a:pt x="918276" y="98337"/>
                  <a:pt x="918829" y="92354"/>
                </a:cubicBezTo>
                <a:cubicBezTo>
                  <a:pt x="919381" y="86372"/>
                  <a:pt x="919657" y="81872"/>
                  <a:pt x="919657" y="78855"/>
                </a:cubicBezTo>
                <a:cubicBezTo>
                  <a:pt x="919657" y="76190"/>
                  <a:pt x="919419" y="72194"/>
                  <a:pt x="918942" y="66864"/>
                </a:cubicBezTo>
                <a:cubicBezTo>
                  <a:pt x="918464" y="61534"/>
                  <a:pt x="918226" y="57512"/>
                  <a:pt x="918226" y="54796"/>
                </a:cubicBezTo>
                <a:cubicBezTo>
                  <a:pt x="918226" y="43383"/>
                  <a:pt x="920788" y="37676"/>
                  <a:pt x="925912" y="37676"/>
                </a:cubicBezTo>
                <a:cubicBezTo>
                  <a:pt x="927871" y="37676"/>
                  <a:pt x="929667" y="38518"/>
                  <a:pt x="931300" y="40201"/>
                </a:cubicBezTo>
                <a:cubicBezTo>
                  <a:pt x="932932" y="41884"/>
                  <a:pt x="933749" y="43730"/>
                  <a:pt x="933749" y="45739"/>
                </a:cubicBezTo>
                <a:cubicBezTo>
                  <a:pt x="933749" y="46694"/>
                  <a:pt x="933623" y="48176"/>
                  <a:pt x="933372" y="50185"/>
                </a:cubicBezTo>
                <a:cubicBezTo>
                  <a:pt x="933121" y="52194"/>
                  <a:pt x="932995" y="53727"/>
                  <a:pt x="932995" y="54782"/>
                </a:cubicBezTo>
                <a:lnTo>
                  <a:pt x="933146" y="62694"/>
                </a:lnTo>
                <a:cubicBezTo>
                  <a:pt x="935758" y="57318"/>
                  <a:pt x="939601" y="52458"/>
                  <a:pt x="944675" y="48113"/>
                </a:cubicBezTo>
                <a:cubicBezTo>
                  <a:pt x="949748" y="43768"/>
                  <a:pt x="954069" y="41595"/>
                  <a:pt x="957635" y="41595"/>
                </a:cubicBezTo>
                <a:cubicBezTo>
                  <a:pt x="965522" y="41595"/>
                  <a:pt x="970948" y="45513"/>
                  <a:pt x="973912" y="53350"/>
                </a:cubicBezTo>
                <a:cubicBezTo>
                  <a:pt x="976675" y="49683"/>
                  <a:pt x="979965" y="46932"/>
                  <a:pt x="983783" y="45099"/>
                </a:cubicBezTo>
                <a:cubicBezTo>
                  <a:pt x="987601" y="43265"/>
                  <a:pt x="991971" y="42348"/>
                  <a:pt x="996894" y="42348"/>
                </a:cubicBezTo>
                <a:cubicBezTo>
                  <a:pt x="1005284" y="42348"/>
                  <a:pt x="1011010" y="46877"/>
                  <a:pt x="1014075" y="55935"/>
                </a:cubicBezTo>
                <a:cubicBezTo>
                  <a:pt x="1014678" y="57747"/>
                  <a:pt x="1015707" y="64818"/>
                  <a:pt x="1017164" y="77147"/>
                </a:cubicBezTo>
                <a:cubicBezTo>
                  <a:pt x="1018571" y="85803"/>
                  <a:pt x="1020379" y="100222"/>
                  <a:pt x="1022590" y="120402"/>
                </a:cubicBezTo>
                <a:cubicBezTo>
                  <a:pt x="1022740" y="122415"/>
                  <a:pt x="1022062" y="124125"/>
                  <a:pt x="1020555" y="125533"/>
                </a:cubicBezTo>
                <a:cubicBezTo>
                  <a:pt x="1019048" y="126943"/>
                  <a:pt x="1017214" y="127648"/>
                  <a:pt x="1015054" y="127648"/>
                </a:cubicBezTo>
                <a:close/>
                <a:moveTo>
                  <a:pt x="1070789" y="124031"/>
                </a:moveTo>
                <a:cubicBezTo>
                  <a:pt x="1065766" y="124031"/>
                  <a:pt x="1060240" y="123227"/>
                  <a:pt x="1054212" y="121620"/>
                </a:cubicBezTo>
                <a:lnTo>
                  <a:pt x="1054061" y="157638"/>
                </a:lnTo>
                <a:cubicBezTo>
                  <a:pt x="1054061" y="159849"/>
                  <a:pt x="1053370" y="161657"/>
                  <a:pt x="1051989" y="163064"/>
                </a:cubicBezTo>
                <a:cubicBezTo>
                  <a:pt x="1050607" y="164470"/>
                  <a:pt x="1048837" y="165174"/>
                  <a:pt x="1046676" y="165174"/>
                </a:cubicBezTo>
                <a:cubicBezTo>
                  <a:pt x="1044516" y="165174"/>
                  <a:pt x="1042745" y="164470"/>
                  <a:pt x="1041364" y="163061"/>
                </a:cubicBezTo>
                <a:cubicBezTo>
                  <a:pt x="1039983" y="161653"/>
                  <a:pt x="1039292" y="159842"/>
                  <a:pt x="1039292" y="157629"/>
                </a:cubicBezTo>
                <a:lnTo>
                  <a:pt x="1039518" y="127452"/>
                </a:lnTo>
                <a:lnTo>
                  <a:pt x="1039518" y="97351"/>
                </a:lnTo>
                <a:cubicBezTo>
                  <a:pt x="1039367" y="86336"/>
                  <a:pt x="1038990" y="76302"/>
                  <a:pt x="1038388" y="67250"/>
                </a:cubicBezTo>
                <a:lnTo>
                  <a:pt x="1037257" y="51935"/>
                </a:lnTo>
                <a:cubicBezTo>
                  <a:pt x="1037257" y="48363"/>
                  <a:pt x="1037910" y="45345"/>
                  <a:pt x="1039216" y="42881"/>
                </a:cubicBezTo>
                <a:cubicBezTo>
                  <a:pt x="1040724" y="39914"/>
                  <a:pt x="1042909" y="38430"/>
                  <a:pt x="1045772" y="38430"/>
                </a:cubicBezTo>
                <a:cubicBezTo>
                  <a:pt x="1047731" y="38430"/>
                  <a:pt x="1049377" y="39131"/>
                  <a:pt x="1050708" y="40533"/>
                </a:cubicBezTo>
                <a:cubicBezTo>
                  <a:pt x="1052039" y="41935"/>
                  <a:pt x="1052705" y="43645"/>
                  <a:pt x="1052705" y="45664"/>
                </a:cubicBezTo>
                <a:cubicBezTo>
                  <a:pt x="1052705" y="46116"/>
                  <a:pt x="1052629" y="46945"/>
                  <a:pt x="1052479" y="48151"/>
                </a:cubicBezTo>
                <a:cubicBezTo>
                  <a:pt x="1052227" y="49708"/>
                  <a:pt x="1052052" y="51140"/>
                  <a:pt x="1051951" y="52446"/>
                </a:cubicBezTo>
                <a:cubicBezTo>
                  <a:pt x="1056271" y="49482"/>
                  <a:pt x="1060441" y="47259"/>
                  <a:pt x="1064460" y="45777"/>
                </a:cubicBezTo>
                <a:cubicBezTo>
                  <a:pt x="1068479" y="44295"/>
                  <a:pt x="1072322" y="43554"/>
                  <a:pt x="1075989" y="43554"/>
                </a:cubicBezTo>
                <a:cubicBezTo>
                  <a:pt x="1086287" y="43554"/>
                  <a:pt x="1093822" y="48129"/>
                  <a:pt x="1098595" y="57280"/>
                </a:cubicBezTo>
                <a:cubicBezTo>
                  <a:pt x="1102362" y="64522"/>
                  <a:pt x="1104246" y="74101"/>
                  <a:pt x="1104246" y="86018"/>
                </a:cubicBezTo>
                <a:cubicBezTo>
                  <a:pt x="1104246" y="96878"/>
                  <a:pt x="1101332" y="105829"/>
                  <a:pt x="1095505" y="112869"/>
                </a:cubicBezTo>
                <a:cubicBezTo>
                  <a:pt x="1089326" y="120310"/>
                  <a:pt x="1081088" y="124031"/>
                  <a:pt x="1070789" y="124031"/>
                </a:cubicBezTo>
                <a:moveTo>
                  <a:pt x="1075989" y="58625"/>
                </a:moveTo>
                <a:cubicBezTo>
                  <a:pt x="1071367" y="58625"/>
                  <a:pt x="1067198" y="59654"/>
                  <a:pt x="1063480" y="61714"/>
                </a:cubicBezTo>
                <a:cubicBezTo>
                  <a:pt x="1060818" y="63171"/>
                  <a:pt x="1057452" y="65833"/>
                  <a:pt x="1053383" y="69701"/>
                </a:cubicBezTo>
                <a:cubicBezTo>
                  <a:pt x="1054036" y="81105"/>
                  <a:pt x="1054362" y="93086"/>
                  <a:pt x="1054362" y="105645"/>
                </a:cubicBezTo>
                <a:cubicBezTo>
                  <a:pt x="1059838" y="107755"/>
                  <a:pt x="1065314" y="108810"/>
                  <a:pt x="1070789" y="108810"/>
                </a:cubicBezTo>
                <a:cubicBezTo>
                  <a:pt x="1077069" y="108810"/>
                  <a:pt x="1081866" y="106474"/>
                  <a:pt x="1085182" y="101802"/>
                </a:cubicBezTo>
                <a:cubicBezTo>
                  <a:pt x="1088045" y="97733"/>
                  <a:pt x="1089477" y="92458"/>
                  <a:pt x="1089477" y="85978"/>
                </a:cubicBezTo>
                <a:cubicBezTo>
                  <a:pt x="1089477" y="76835"/>
                  <a:pt x="1088359" y="69990"/>
                  <a:pt x="1086124" y="65444"/>
                </a:cubicBezTo>
                <a:cubicBezTo>
                  <a:pt x="1083888" y="60898"/>
                  <a:pt x="1080510" y="58625"/>
                  <a:pt x="1075989" y="58625"/>
                </a:cubicBezTo>
                <a:close/>
                <a:moveTo>
                  <a:pt x="1140303" y="62091"/>
                </a:moveTo>
                <a:lnTo>
                  <a:pt x="1139172" y="99586"/>
                </a:lnTo>
                <a:cubicBezTo>
                  <a:pt x="1139172" y="103559"/>
                  <a:pt x="1138971" y="109394"/>
                  <a:pt x="1138570" y="117089"/>
                </a:cubicBezTo>
                <a:cubicBezTo>
                  <a:pt x="1138067" y="122119"/>
                  <a:pt x="1135606" y="124634"/>
                  <a:pt x="1131185" y="124634"/>
                </a:cubicBezTo>
                <a:cubicBezTo>
                  <a:pt x="1126262" y="124634"/>
                  <a:pt x="1123800" y="122069"/>
                  <a:pt x="1123800" y="116938"/>
                </a:cubicBezTo>
                <a:cubicBezTo>
                  <a:pt x="1123800" y="110852"/>
                  <a:pt x="1124077" y="101711"/>
                  <a:pt x="1124629" y="89515"/>
                </a:cubicBezTo>
                <a:cubicBezTo>
                  <a:pt x="1125182" y="77318"/>
                  <a:pt x="1125458" y="68177"/>
                  <a:pt x="1125458" y="62091"/>
                </a:cubicBezTo>
                <a:cubicBezTo>
                  <a:pt x="1125458" y="54144"/>
                  <a:pt x="1125584" y="45053"/>
                  <a:pt x="1125835" y="34818"/>
                </a:cubicBezTo>
                <a:cubicBezTo>
                  <a:pt x="1126086" y="24582"/>
                  <a:pt x="1126212" y="15491"/>
                  <a:pt x="1126212" y="7545"/>
                </a:cubicBezTo>
                <a:cubicBezTo>
                  <a:pt x="1126212" y="2515"/>
                  <a:pt x="1128673" y="0"/>
                  <a:pt x="1133596" y="0"/>
                </a:cubicBezTo>
                <a:cubicBezTo>
                  <a:pt x="1138570" y="0"/>
                  <a:pt x="1141056" y="2515"/>
                  <a:pt x="1141056" y="7545"/>
                </a:cubicBezTo>
                <a:cubicBezTo>
                  <a:pt x="1141056" y="15491"/>
                  <a:pt x="1140931" y="24582"/>
                  <a:pt x="1140679" y="34818"/>
                </a:cubicBezTo>
                <a:cubicBezTo>
                  <a:pt x="1140428" y="45053"/>
                  <a:pt x="1140303" y="54144"/>
                  <a:pt x="1140303" y="62091"/>
                </a:cubicBezTo>
                <a:close/>
                <a:moveTo>
                  <a:pt x="1198250" y="124785"/>
                </a:moveTo>
                <a:cubicBezTo>
                  <a:pt x="1186897" y="124785"/>
                  <a:pt x="1177704" y="121944"/>
                  <a:pt x="1170671" y="116263"/>
                </a:cubicBezTo>
                <a:cubicBezTo>
                  <a:pt x="1162985" y="109977"/>
                  <a:pt x="1159142" y="101177"/>
                  <a:pt x="1159142" y="89863"/>
                </a:cubicBezTo>
                <a:cubicBezTo>
                  <a:pt x="1159142" y="76791"/>
                  <a:pt x="1162307" y="65830"/>
                  <a:pt x="1168637" y="56981"/>
                </a:cubicBezTo>
                <a:cubicBezTo>
                  <a:pt x="1175519" y="47326"/>
                  <a:pt x="1184712" y="42499"/>
                  <a:pt x="1196216" y="42499"/>
                </a:cubicBezTo>
                <a:cubicBezTo>
                  <a:pt x="1204555" y="42499"/>
                  <a:pt x="1211362" y="43906"/>
                  <a:pt x="1216637" y="46719"/>
                </a:cubicBezTo>
                <a:cubicBezTo>
                  <a:pt x="1223117" y="50185"/>
                  <a:pt x="1226357" y="55510"/>
                  <a:pt x="1226357" y="62694"/>
                </a:cubicBezTo>
                <a:cubicBezTo>
                  <a:pt x="1226357" y="67717"/>
                  <a:pt x="1223519" y="72289"/>
                  <a:pt x="1217842" y="76408"/>
                </a:cubicBezTo>
                <a:cubicBezTo>
                  <a:pt x="1215330" y="78216"/>
                  <a:pt x="1210005" y="81030"/>
                  <a:pt x="1201867" y="84847"/>
                </a:cubicBezTo>
                <a:lnTo>
                  <a:pt x="1173082" y="98486"/>
                </a:lnTo>
                <a:cubicBezTo>
                  <a:pt x="1175896" y="102656"/>
                  <a:pt x="1179400" y="105796"/>
                  <a:pt x="1183594" y="107905"/>
                </a:cubicBezTo>
                <a:cubicBezTo>
                  <a:pt x="1187789" y="110015"/>
                  <a:pt x="1192674" y="111070"/>
                  <a:pt x="1198250" y="111070"/>
                </a:cubicBezTo>
                <a:cubicBezTo>
                  <a:pt x="1201717" y="111070"/>
                  <a:pt x="1205786" y="110417"/>
                  <a:pt x="1210458" y="109111"/>
                </a:cubicBezTo>
                <a:cubicBezTo>
                  <a:pt x="1216385" y="107453"/>
                  <a:pt x="1220203" y="105281"/>
                  <a:pt x="1221911" y="102593"/>
                </a:cubicBezTo>
                <a:cubicBezTo>
                  <a:pt x="1223619" y="99905"/>
                  <a:pt x="1225453" y="98562"/>
                  <a:pt x="1227412" y="98562"/>
                </a:cubicBezTo>
                <a:cubicBezTo>
                  <a:pt x="1229170" y="98562"/>
                  <a:pt x="1230740" y="99230"/>
                  <a:pt x="1232122" y="100566"/>
                </a:cubicBezTo>
                <a:cubicBezTo>
                  <a:pt x="1233503" y="101900"/>
                  <a:pt x="1234194" y="103449"/>
                  <a:pt x="1234194" y="105212"/>
                </a:cubicBezTo>
                <a:cubicBezTo>
                  <a:pt x="1234194" y="110803"/>
                  <a:pt x="1229698" y="115615"/>
                  <a:pt x="1220706" y="119646"/>
                </a:cubicBezTo>
                <a:cubicBezTo>
                  <a:pt x="1213020" y="123072"/>
                  <a:pt x="1205535" y="124785"/>
                  <a:pt x="1198250" y="124785"/>
                </a:cubicBezTo>
                <a:moveTo>
                  <a:pt x="1196216" y="56063"/>
                </a:moveTo>
                <a:cubicBezTo>
                  <a:pt x="1190087" y="56063"/>
                  <a:pt x="1184988" y="58436"/>
                  <a:pt x="1180919" y="63183"/>
                </a:cubicBezTo>
                <a:cubicBezTo>
                  <a:pt x="1176850" y="67931"/>
                  <a:pt x="1173811" y="75077"/>
                  <a:pt x="1171801" y="84621"/>
                </a:cubicBezTo>
                <a:lnTo>
                  <a:pt x="1194935" y="73620"/>
                </a:lnTo>
                <a:cubicBezTo>
                  <a:pt x="1204027" y="69199"/>
                  <a:pt x="1210508" y="65356"/>
                  <a:pt x="1214376" y="62091"/>
                </a:cubicBezTo>
                <a:cubicBezTo>
                  <a:pt x="1210056" y="58072"/>
                  <a:pt x="1204002" y="56063"/>
                  <a:pt x="1196216" y="56063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08A90A-32A0-4580-9F6D-844C5EB2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028" y="3445089"/>
            <a:ext cx="768821" cy="823986"/>
          </a:xfrm>
          <a:custGeom xmlns:a="http://schemas.openxmlformats.org/drawingml/2006/main">
            <a:pathLst>
              <a:path w="768821" h="823986">
                <a:moveTo>
                  <a:pt x="93306" y="5963"/>
                </a:moveTo>
                <a:lnTo>
                  <a:pt x="87133" y="8058"/>
                </a:lnTo>
                <a:lnTo>
                  <a:pt x="81100" y="10433"/>
                </a:lnTo>
                <a:lnTo>
                  <a:pt x="75220" y="13100"/>
                </a:lnTo>
                <a:lnTo>
                  <a:pt x="69494" y="16033"/>
                </a:lnTo>
                <a:lnTo>
                  <a:pt x="63936" y="19231"/>
                </a:lnTo>
                <a:lnTo>
                  <a:pt x="61157" y="21005"/>
                </a:lnTo>
                <a:lnTo>
                  <a:pt x="68698" y="32764"/>
                </a:lnTo>
                <a:lnTo>
                  <a:pt x="71324" y="31074"/>
                </a:lnTo>
                <a:lnTo>
                  <a:pt x="71044" y="31256"/>
                </a:lnTo>
                <a:lnTo>
                  <a:pt x="76310" y="28225"/>
                </a:lnTo>
                <a:lnTo>
                  <a:pt x="76002" y="28379"/>
                </a:lnTo>
                <a:lnTo>
                  <a:pt x="81187" y="25727"/>
                </a:lnTo>
                <a:lnTo>
                  <a:pt x="86700" y="23239"/>
                </a:lnTo>
                <a:lnTo>
                  <a:pt x="86379" y="23365"/>
                </a:lnTo>
                <a:lnTo>
                  <a:pt x="92027" y="21141"/>
                </a:lnTo>
                <a:lnTo>
                  <a:pt x="97566" y="19278"/>
                </a:lnTo>
                <a:lnTo>
                  <a:pt x="103145" y="17700"/>
                </a:lnTo>
                <a:lnTo>
                  <a:pt x="108816" y="16384"/>
                </a:lnTo>
                <a:lnTo>
                  <a:pt x="114647" y="15346"/>
                </a:lnTo>
                <a:lnTo>
                  <a:pt x="117886" y="14930"/>
                </a:lnTo>
                <a:lnTo>
                  <a:pt x="116126" y="1075"/>
                </a:lnTo>
                <a:lnTo>
                  <a:pt x="112579" y="1522"/>
                </a:lnTo>
                <a:lnTo>
                  <a:pt x="106043" y="2695"/>
                </a:lnTo>
                <a:lnTo>
                  <a:pt x="99619" y="4176"/>
                </a:lnTo>
                <a:lnTo>
                  <a:pt x="93306" y="5963"/>
                </a:lnTo>
                <a:close/>
                <a:moveTo>
                  <a:pt x="22681" y="58545"/>
                </a:moveTo>
                <a:lnTo>
                  <a:pt x="19231" y="63936"/>
                </a:lnTo>
                <a:lnTo>
                  <a:pt x="16033" y="69494"/>
                </a:lnTo>
                <a:lnTo>
                  <a:pt x="13100" y="75220"/>
                </a:lnTo>
                <a:lnTo>
                  <a:pt x="10433" y="81100"/>
                </a:lnTo>
                <a:lnTo>
                  <a:pt x="8058" y="87133"/>
                </a:lnTo>
                <a:lnTo>
                  <a:pt x="5963" y="93306"/>
                </a:lnTo>
                <a:lnTo>
                  <a:pt x="4176" y="99619"/>
                </a:lnTo>
                <a:lnTo>
                  <a:pt x="3324" y="103292"/>
                </a:lnTo>
                <a:lnTo>
                  <a:pt x="16941" y="106434"/>
                </a:lnTo>
                <a:lnTo>
                  <a:pt x="17702" y="103141"/>
                </a:lnTo>
                <a:lnTo>
                  <a:pt x="19278" y="97566"/>
                </a:lnTo>
                <a:lnTo>
                  <a:pt x="21141" y="92027"/>
                </a:lnTo>
                <a:lnTo>
                  <a:pt x="23365" y="86379"/>
                </a:lnTo>
                <a:lnTo>
                  <a:pt x="23239" y="86700"/>
                </a:lnTo>
                <a:lnTo>
                  <a:pt x="25727" y="81187"/>
                </a:lnTo>
                <a:lnTo>
                  <a:pt x="28379" y="76002"/>
                </a:lnTo>
                <a:lnTo>
                  <a:pt x="28225" y="76310"/>
                </a:lnTo>
                <a:lnTo>
                  <a:pt x="31256" y="71044"/>
                </a:lnTo>
                <a:lnTo>
                  <a:pt x="31074" y="71324"/>
                </a:lnTo>
                <a:lnTo>
                  <a:pt x="34186" y="66469"/>
                </a:lnTo>
                <a:lnTo>
                  <a:pt x="37666" y="61562"/>
                </a:lnTo>
                <a:lnTo>
                  <a:pt x="37470" y="61841"/>
                </a:lnTo>
                <a:lnTo>
                  <a:pt x="39523" y="59215"/>
                </a:lnTo>
                <a:lnTo>
                  <a:pt x="28546" y="50584"/>
                </a:lnTo>
                <a:lnTo>
                  <a:pt x="26382" y="53336"/>
                </a:lnTo>
                <a:lnTo>
                  <a:pt x="22681" y="58545"/>
                </a:lnTo>
                <a:close/>
                <a:moveTo>
                  <a:pt x="13966" y="146516"/>
                </a:moveTo>
                <a:lnTo>
                  <a:pt x="0" y="146516"/>
                </a:lnTo>
                <a:lnTo>
                  <a:pt x="0" y="202379"/>
                </a:lnTo>
                <a:lnTo>
                  <a:pt x="13966" y="202379"/>
                </a:lnTo>
                <a:lnTo>
                  <a:pt x="13966" y="146516"/>
                </a:lnTo>
                <a:close/>
                <a:moveTo>
                  <a:pt x="13966" y="244277"/>
                </a:moveTo>
                <a:lnTo>
                  <a:pt x="0" y="244277"/>
                </a:lnTo>
                <a:lnTo>
                  <a:pt x="0" y="300141"/>
                </a:lnTo>
                <a:lnTo>
                  <a:pt x="13966" y="300141"/>
                </a:lnTo>
                <a:lnTo>
                  <a:pt x="13966" y="244277"/>
                </a:lnTo>
                <a:close/>
                <a:moveTo>
                  <a:pt x="13966" y="342038"/>
                </a:moveTo>
                <a:lnTo>
                  <a:pt x="0" y="342038"/>
                </a:lnTo>
                <a:lnTo>
                  <a:pt x="0" y="397902"/>
                </a:lnTo>
                <a:lnTo>
                  <a:pt x="13966" y="397902"/>
                </a:lnTo>
                <a:lnTo>
                  <a:pt x="13966" y="342038"/>
                </a:lnTo>
                <a:close/>
                <a:moveTo>
                  <a:pt x="0" y="439799"/>
                </a:moveTo>
                <a:lnTo>
                  <a:pt x="0" y="495663"/>
                </a:lnTo>
                <a:lnTo>
                  <a:pt x="13966" y="495663"/>
                </a:lnTo>
                <a:lnTo>
                  <a:pt x="13966" y="439799"/>
                </a:lnTo>
                <a:lnTo>
                  <a:pt x="0" y="439799"/>
                </a:lnTo>
                <a:close/>
                <a:moveTo>
                  <a:pt x="0" y="537560"/>
                </a:moveTo>
                <a:lnTo>
                  <a:pt x="0" y="593424"/>
                </a:lnTo>
                <a:lnTo>
                  <a:pt x="13966" y="593424"/>
                </a:lnTo>
                <a:lnTo>
                  <a:pt x="13966" y="537560"/>
                </a:lnTo>
                <a:lnTo>
                  <a:pt x="0" y="537560"/>
                </a:lnTo>
                <a:close/>
                <a:moveTo>
                  <a:pt x="13966" y="635321"/>
                </a:moveTo>
                <a:lnTo>
                  <a:pt x="0" y="635321"/>
                </a:lnTo>
                <a:lnTo>
                  <a:pt x="0" y="691185"/>
                </a:lnTo>
                <a:lnTo>
                  <a:pt x="13966" y="691185"/>
                </a:lnTo>
                <a:lnTo>
                  <a:pt x="13966" y="635321"/>
                </a:lnTo>
                <a:close/>
                <a:moveTo>
                  <a:pt x="8058" y="736853"/>
                </a:moveTo>
                <a:lnTo>
                  <a:pt x="10433" y="742887"/>
                </a:lnTo>
                <a:lnTo>
                  <a:pt x="13100" y="748766"/>
                </a:lnTo>
                <a:lnTo>
                  <a:pt x="16033" y="754492"/>
                </a:lnTo>
                <a:lnTo>
                  <a:pt x="19231" y="760051"/>
                </a:lnTo>
                <a:lnTo>
                  <a:pt x="22681" y="765441"/>
                </a:lnTo>
                <a:lnTo>
                  <a:pt x="25139" y="768905"/>
                </a:lnTo>
                <a:lnTo>
                  <a:pt x="36521" y="760805"/>
                </a:lnTo>
                <a:lnTo>
                  <a:pt x="34186" y="757517"/>
                </a:lnTo>
                <a:lnTo>
                  <a:pt x="31074" y="752663"/>
                </a:lnTo>
                <a:lnTo>
                  <a:pt x="31256" y="752942"/>
                </a:lnTo>
                <a:lnTo>
                  <a:pt x="28225" y="747677"/>
                </a:lnTo>
                <a:lnTo>
                  <a:pt x="28379" y="747984"/>
                </a:lnTo>
                <a:lnTo>
                  <a:pt x="25727" y="742800"/>
                </a:lnTo>
                <a:lnTo>
                  <a:pt x="23239" y="737286"/>
                </a:lnTo>
                <a:lnTo>
                  <a:pt x="23365" y="737607"/>
                </a:lnTo>
                <a:lnTo>
                  <a:pt x="21141" y="731959"/>
                </a:lnTo>
                <a:lnTo>
                  <a:pt x="19278" y="726421"/>
                </a:lnTo>
                <a:lnTo>
                  <a:pt x="17700" y="720841"/>
                </a:lnTo>
                <a:lnTo>
                  <a:pt x="16385" y="715177"/>
                </a:lnTo>
                <a:lnTo>
                  <a:pt x="15949" y="712692"/>
                </a:lnTo>
                <a:lnTo>
                  <a:pt x="2193" y="715150"/>
                </a:lnTo>
                <a:lnTo>
                  <a:pt x="2695" y="717944"/>
                </a:lnTo>
                <a:lnTo>
                  <a:pt x="4176" y="724368"/>
                </a:lnTo>
                <a:lnTo>
                  <a:pt x="5963" y="730680"/>
                </a:lnTo>
                <a:lnTo>
                  <a:pt x="8058" y="736853"/>
                </a:lnTo>
                <a:close/>
                <a:moveTo>
                  <a:pt x="75220" y="810886"/>
                </a:moveTo>
                <a:lnTo>
                  <a:pt x="81100" y="813554"/>
                </a:lnTo>
                <a:lnTo>
                  <a:pt x="87133" y="815928"/>
                </a:lnTo>
                <a:lnTo>
                  <a:pt x="93306" y="818023"/>
                </a:lnTo>
                <a:lnTo>
                  <a:pt x="99619" y="819811"/>
                </a:lnTo>
                <a:lnTo>
                  <a:pt x="106043" y="821291"/>
                </a:lnTo>
                <a:lnTo>
                  <a:pt x="110512" y="822087"/>
                </a:lnTo>
                <a:lnTo>
                  <a:pt x="112970" y="808345"/>
                </a:lnTo>
                <a:lnTo>
                  <a:pt x="108818" y="807603"/>
                </a:lnTo>
                <a:lnTo>
                  <a:pt x="103145" y="806286"/>
                </a:lnTo>
                <a:lnTo>
                  <a:pt x="97566" y="804709"/>
                </a:lnTo>
                <a:lnTo>
                  <a:pt x="92027" y="802845"/>
                </a:lnTo>
                <a:lnTo>
                  <a:pt x="86379" y="800622"/>
                </a:lnTo>
                <a:lnTo>
                  <a:pt x="86700" y="800747"/>
                </a:lnTo>
                <a:lnTo>
                  <a:pt x="81187" y="798260"/>
                </a:lnTo>
                <a:lnTo>
                  <a:pt x="76002" y="795608"/>
                </a:lnTo>
                <a:lnTo>
                  <a:pt x="76310" y="795761"/>
                </a:lnTo>
                <a:lnTo>
                  <a:pt x="71044" y="792731"/>
                </a:lnTo>
                <a:lnTo>
                  <a:pt x="71324" y="792912"/>
                </a:lnTo>
                <a:lnTo>
                  <a:pt x="66471" y="789801"/>
                </a:lnTo>
                <a:lnTo>
                  <a:pt x="64564" y="788443"/>
                </a:lnTo>
                <a:lnTo>
                  <a:pt x="56464" y="799825"/>
                </a:lnTo>
                <a:lnTo>
                  <a:pt x="58545" y="801306"/>
                </a:lnTo>
                <a:lnTo>
                  <a:pt x="63936" y="804755"/>
                </a:lnTo>
                <a:lnTo>
                  <a:pt x="69494" y="807954"/>
                </a:lnTo>
                <a:lnTo>
                  <a:pt x="75220" y="810886"/>
                </a:lnTo>
                <a:close/>
                <a:moveTo>
                  <a:pt x="507995" y="0"/>
                </a:moveTo>
                <a:lnTo>
                  <a:pt x="452131" y="0"/>
                </a:lnTo>
                <a:lnTo>
                  <a:pt x="452131" y="13966"/>
                </a:lnTo>
                <a:lnTo>
                  <a:pt x="507995" y="13966"/>
                </a:lnTo>
                <a:lnTo>
                  <a:pt x="507995" y="0"/>
                </a:lnTo>
                <a:close/>
                <a:moveTo>
                  <a:pt x="214711" y="0"/>
                </a:moveTo>
                <a:lnTo>
                  <a:pt x="158848" y="0"/>
                </a:lnTo>
                <a:lnTo>
                  <a:pt x="158848" y="13966"/>
                </a:lnTo>
                <a:lnTo>
                  <a:pt x="214711" y="13966"/>
                </a:lnTo>
                <a:lnTo>
                  <a:pt x="214711" y="0"/>
                </a:lnTo>
                <a:close/>
                <a:moveTo>
                  <a:pt x="312472" y="13966"/>
                </a:moveTo>
                <a:lnTo>
                  <a:pt x="312472" y="0"/>
                </a:lnTo>
                <a:lnTo>
                  <a:pt x="256609" y="0"/>
                </a:lnTo>
                <a:lnTo>
                  <a:pt x="256609" y="13966"/>
                </a:lnTo>
                <a:lnTo>
                  <a:pt x="312472" y="13966"/>
                </a:lnTo>
                <a:close/>
                <a:moveTo>
                  <a:pt x="605756" y="13966"/>
                </a:moveTo>
                <a:lnTo>
                  <a:pt x="605756" y="0"/>
                </a:lnTo>
                <a:lnTo>
                  <a:pt x="549892" y="0"/>
                </a:lnTo>
                <a:lnTo>
                  <a:pt x="549892" y="13966"/>
                </a:lnTo>
                <a:lnTo>
                  <a:pt x="605756" y="13966"/>
                </a:lnTo>
                <a:close/>
                <a:moveTo>
                  <a:pt x="410234" y="13966"/>
                </a:moveTo>
                <a:lnTo>
                  <a:pt x="410234" y="0"/>
                </a:lnTo>
                <a:lnTo>
                  <a:pt x="354370" y="0"/>
                </a:lnTo>
                <a:lnTo>
                  <a:pt x="354370" y="13966"/>
                </a:lnTo>
                <a:lnTo>
                  <a:pt x="410234" y="13966"/>
                </a:lnTo>
                <a:close/>
                <a:moveTo>
                  <a:pt x="641969" y="809881"/>
                </a:moveTo>
                <a:lnTo>
                  <a:pt x="642152" y="809867"/>
                </a:lnTo>
                <a:lnTo>
                  <a:pt x="642151" y="809867"/>
                </a:lnTo>
                <a:lnTo>
                  <a:pt x="642318" y="809853"/>
                </a:lnTo>
                <a:lnTo>
                  <a:pt x="641969" y="809881"/>
                </a:lnTo>
                <a:close/>
                <a:moveTo>
                  <a:pt x="544585" y="810021"/>
                </a:moveTo>
                <a:lnTo>
                  <a:pt x="544585" y="823986"/>
                </a:lnTo>
                <a:lnTo>
                  <a:pt x="600449" y="823986"/>
                </a:lnTo>
                <a:lnTo>
                  <a:pt x="600449" y="810021"/>
                </a:lnTo>
                <a:lnTo>
                  <a:pt x="544585" y="810021"/>
                </a:lnTo>
                <a:close/>
                <a:moveTo>
                  <a:pt x="349063" y="810021"/>
                </a:moveTo>
                <a:lnTo>
                  <a:pt x="349063" y="823986"/>
                </a:lnTo>
                <a:lnTo>
                  <a:pt x="404926" y="823986"/>
                </a:lnTo>
                <a:lnTo>
                  <a:pt x="404926" y="810021"/>
                </a:lnTo>
                <a:lnTo>
                  <a:pt x="349063" y="810021"/>
                </a:lnTo>
                <a:close/>
                <a:moveTo>
                  <a:pt x="251302" y="810021"/>
                </a:moveTo>
                <a:lnTo>
                  <a:pt x="251302" y="823986"/>
                </a:lnTo>
                <a:lnTo>
                  <a:pt x="307165" y="823986"/>
                </a:lnTo>
                <a:lnTo>
                  <a:pt x="307165" y="810021"/>
                </a:lnTo>
                <a:lnTo>
                  <a:pt x="251302" y="810021"/>
                </a:lnTo>
                <a:close/>
                <a:moveTo>
                  <a:pt x="153541" y="823986"/>
                </a:moveTo>
                <a:lnTo>
                  <a:pt x="209404" y="823986"/>
                </a:lnTo>
                <a:lnTo>
                  <a:pt x="209404" y="810021"/>
                </a:lnTo>
                <a:lnTo>
                  <a:pt x="153541" y="810021"/>
                </a:lnTo>
                <a:lnTo>
                  <a:pt x="153541" y="823986"/>
                </a:lnTo>
                <a:close/>
                <a:moveTo>
                  <a:pt x="446824" y="823986"/>
                </a:moveTo>
                <a:lnTo>
                  <a:pt x="502688" y="823986"/>
                </a:lnTo>
                <a:lnTo>
                  <a:pt x="502688" y="810021"/>
                </a:lnTo>
                <a:lnTo>
                  <a:pt x="446824" y="810021"/>
                </a:lnTo>
                <a:lnTo>
                  <a:pt x="446824" y="823986"/>
                </a:lnTo>
                <a:close/>
                <a:moveTo>
                  <a:pt x="693601" y="13100"/>
                </a:moveTo>
                <a:lnTo>
                  <a:pt x="687721" y="10433"/>
                </a:lnTo>
                <a:lnTo>
                  <a:pt x="681688" y="8058"/>
                </a:lnTo>
                <a:lnTo>
                  <a:pt x="675515" y="5963"/>
                </a:lnTo>
                <a:lnTo>
                  <a:pt x="669203" y="4176"/>
                </a:lnTo>
                <a:lnTo>
                  <a:pt x="662778" y="2695"/>
                </a:lnTo>
                <a:lnTo>
                  <a:pt x="656242" y="1522"/>
                </a:lnTo>
                <a:lnTo>
                  <a:pt x="649595" y="684"/>
                </a:lnTo>
                <a:lnTo>
                  <a:pt x="648170" y="573"/>
                </a:lnTo>
                <a:lnTo>
                  <a:pt x="647109" y="14497"/>
                </a:lnTo>
                <a:lnTo>
                  <a:pt x="648032" y="14568"/>
                </a:lnTo>
                <a:lnTo>
                  <a:pt x="654179" y="15347"/>
                </a:lnTo>
                <a:lnTo>
                  <a:pt x="660005" y="16384"/>
                </a:lnTo>
                <a:lnTo>
                  <a:pt x="665676" y="17700"/>
                </a:lnTo>
                <a:lnTo>
                  <a:pt x="671256" y="19278"/>
                </a:lnTo>
                <a:lnTo>
                  <a:pt x="677051" y="21228"/>
                </a:lnTo>
                <a:lnTo>
                  <a:pt x="676716" y="21116"/>
                </a:lnTo>
                <a:lnTo>
                  <a:pt x="682442" y="23365"/>
                </a:lnTo>
                <a:lnTo>
                  <a:pt x="682121" y="23239"/>
                </a:lnTo>
                <a:lnTo>
                  <a:pt x="687635" y="25727"/>
                </a:lnTo>
                <a:lnTo>
                  <a:pt x="692819" y="28379"/>
                </a:lnTo>
                <a:lnTo>
                  <a:pt x="692512" y="28225"/>
                </a:lnTo>
                <a:lnTo>
                  <a:pt x="696841" y="30711"/>
                </a:lnTo>
                <a:lnTo>
                  <a:pt x="703810" y="18603"/>
                </a:lnTo>
                <a:lnTo>
                  <a:pt x="699327" y="16033"/>
                </a:lnTo>
                <a:lnTo>
                  <a:pt x="693601" y="13100"/>
                </a:lnTo>
                <a:close/>
                <a:moveTo>
                  <a:pt x="755721" y="75220"/>
                </a:moveTo>
                <a:lnTo>
                  <a:pt x="752788" y="69494"/>
                </a:lnTo>
                <a:lnTo>
                  <a:pt x="749590" y="63936"/>
                </a:lnTo>
                <a:lnTo>
                  <a:pt x="746141" y="58545"/>
                </a:lnTo>
                <a:lnTo>
                  <a:pt x="742440" y="53336"/>
                </a:lnTo>
                <a:lnTo>
                  <a:pt x="738501" y="48322"/>
                </a:lnTo>
                <a:lnTo>
                  <a:pt x="737412" y="47065"/>
                </a:lnTo>
                <a:lnTo>
                  <a:pt x="726854" y="56213"/>
                </a:lnTo>
                <a:lnTo>
                  <a:pt x="727813" y="57323"/>
                </a:lnTo>
                <a:lnTo>
                  <a:pt x="731351" y="61841"/>
                </a:lnTo>
                <a:lnTo>
                  <a:pt x="731155" y="61562"/>
                </a:lnTo>
                <a:lnTo>
                  <a:pt x="734635" y="66469"/>
                </a:lnTo>
                <a:lnTo>
                  <a:pt x="737747" y="71324"/>
                </a:lnTo>
                <a:lnTo>
                  <a:pt x="737566" y="71044"/>
                </a:lnTo>
                <a:lnTo>
                  <a:pt x="740596" y="76310"/>
                </a:lnTo>
                <a:lnTo>
                  <a:pt x="740443" y="76002"/>
                </a:lnTo>
                <a:lnTo>
                  <a:pt x="743095" y="81187"/>
                </a:lnTo>
                <a:lnTo>
                  <a:pt x="745582" y="86700"/>
                </a:lnTo>
                <a:lnTo>
                  <a:pt x="745456" y="86379"/>
                </a:lnTo>
                <a:lnTo>
                  <a:pt x="747680" y="92027"/>
                </a:lnTo>
                <a:lnTo>
                  <a:pt x="749548" y="97578"/>
                </a:lnTo>
                <a:lnTo>
                  <a:pt x="751001" y="102677"/>
                </a:lnTo>
                <a:lnTo>
                  <a:pt x="764436" y="98864"/>
                </a:lnTo>
                <a:lnTo>
                  <a:pt x="762858" y="93306"/>
                </a:lnTo>
                <a:lnTo>
                  <a:pt x="760763" y="87133"/>
                </a:lnTo>
                <a:lnTo>
                  <a:pt x="758389" y="81100"/>
                </a:lnTo>
                <a:lnTo>
                  <a:pt x="755721" y="75220"/>
                </a:lnTo>
                <a:close/>
                <a:moveTo>
                  <a:pt x="754855" y="198176"/>
                </a:moveTo>
                <a:lnTo>
                  <a:pt x="768821" y="198176"/>
                </a:lnTo>
                <a:lnTo>
                  <a:pt x="768821" y="142312"/>
                </a:lnTo>
                <a:lnTo>
                  <a:pt x="754855" y="142312"/>
                </a:lnTo>
                <a:lnTo>
                  <a:pt x="754855" y="198176"/>
                </a:lnTo>
                <a:close/>
                <a:moveTo>
                  <a:pt x="754855" y="295937"/>
                </a:moveTo>
                <a:lnTo>
                  <a:pt x="768821" y="295937"/>
                </a:lnTo>
                <a:lnTo>
                  <a:pt x="768821" y="240073"/>
                </a:lnTo>
                <a:lnTo>
                  <a:pt x="754855" y="240073"/>
                </a:lnTo>
                <a:lnTo>
                  <a:pt x="754855" y="295937"/>
                </a:lnTo>
                <a:close/>
                <a:moveTo>
                  <a:pt x="754855" y="393698"/>
                </a:moveTo>
                <a:lnTo>
                  <a:pt x="768821" y="393698"/>
                </a:lnTo>
                <a:lnTo>
                  <a:pt x="768821" y="337834"/>
                </a:lnTo>
                <a:lnTo>
                  <a:pt x="754855" y="337834"/>
                </a:lnTo>
                <a:lnTo>
                  <a:pt x="754855" y="393698"/>
                </a:lnTo>
                <a:close/>
                <a:moveTo>
                  <a:pt x="768821" y="491459"/>
                </a:moveTo>
                <a:lnTo>
                  <a:pt x="768821" y="435596"/>
                </a:lnTo>
                <a:lnTo>
                  <a:pt x="754855" y="435596"/>
                </a:lnTo>
                <a:lnTo>
                  <a:pt x="754855" y="491459"/>
                </a:lnTo>
                <a:lnTo>
                  <a:pt x="768821" y="491459"/>
                </a:lnTo>
                <a:close/>
                <a:moveTo>
                  <a:pt x="768821" y="589220"/>
                </a:moveTo>
                <a:lnTo>
                  <a:pt x="768821" y="533357"/>
                </a:lnTo>
                <a:lnTo>
                  <a:pt x="754855" y="533357"/>
                </a:lnTo>
                <a:lnTo>
                  <a:pt x="754855" y="589220"/>
                </a:lnTo>
                <a:lnTo>
                  <a:pt x="768821" y="589220"/>
                </a:lnTo>
                <a:close/>
                <a:moveTo>
                  <a:pt x="754855" y="686981"/>
                </a:moveTo>
                <a:lnTo>
                  <a:pt x="768821" y="686981"/>
                </a:lnTo>
                <a:lnTo>
                  <a:pt x="768821" y="631118"/>
                </a:lnTo>
                <a:lnTo>
                  <a:pt x="754855" y="631118"/>
                </a:lnTo>
                <a:lnTo>
                  <a:pt x="754855" y="686981"/>
                </a:lnTo>
                <a:close/>
                <a:moveTo>
                  <a:pt x="749590" y="760051"/>
                </a:moveTo>
                <a:lnTo>
                  <a:pt x="752788" y="754492"/>
                </a:lnTo>
                <a:lnTo>
                  <a:pt x="755721" y="748766"/>
                </a:lnTo>
                <a:lnTo>
                  <a:pt x="758389" y="742887"/>
                </a:lnTo>
                <a:lnTo>
                  <a:pt x="760763" y="736853"/>
                </a:lnTo>
                <a:lnTo>
                  <a:pt x="762858" y="730680"/>
                </a:lnTo>
                <a:lnTo>
                  <a:pt x="762983" y="730234"/>
                </a:lnTo>
                <a:lnTo>
                  <a:pt x="749548" y="726421"/>
                </a:lnTo>
                <a:lnTo>
                  <a:pt x="749465" y="726700"/>
                </a:lnTo>
                <a:lnTo>
                  <a:pt x="749562" y="726365"/>
                </a:lnTo>
                <a:lnTo>
                  <a:pt x="747680" y="731959"/>
                </a:lnTo>
                <a:lnTo>
                  <a:pt x="745456" y="737607"/>
                </a:lnTo>
                <a:lnTo>
                  <a:pt x="745582" y="737286"/>
                </a:lnTo>
                <a:lnTo>
                  <a:pt x="743095" y="742800"/>
                </a:lnTo>
                <a:lnTo>
                  <a:pt x="740443" y="747984"/>
                </a:lnTo>
                <a:lnTo>
                  <a:pt x="740596" y="747677"/>
                </a:lnTo>
                <a:lnTo>
                  <a:pt x="737566" y="752942"/>
                </a:lnTo>
                <a:lnTo>
                  <a:pt x="737747" y="752663"/>
                </a:lnTo>
                <a:lnTo>
                  <a:pt x="734635" y="757518"/>
                </a:lnTo>
                <a:lnTo>
                  <a:pt x="731155" y="762425"/>
                </a:lnTo>
                <a:lnTo>
                  <a:pt x="731351" y="762146"/>
                </a:lnTo>
                <a:lnTo>
                  <a:pt x="727813" y="766663"/>
                </a:lnTo>
                <a:lnTo>
                  <a:pt x="723942" y="771136"/>
                </a:lnTo>
                <a:lnTo>
                  <a:pt x="723558" y="771531"/>
                </a:lnTo>
                <a:lnTo>
                  <a:pt x="733669" y="781167"/>
                </a:lnTo>
                <a:lnTo>
                  <a:pt x="734326" y="780483"/>
                </a:lnTo>
                <a:lnTo>
                  <a:pt x="738501" y="775664"/>
                </a:lnTo>
                <a:lnTo>
                  <a:pt x="742440" y="770651"/>
                </a:lnTo>
                <a:lnTo>
                  <a:pt x="746141" y="765441"/>
                </a:lnTo>
                <a:lnTo>
                  <a:pt x="749590" y="760051"/>
                </a:lnTo>
                <a:close/>
                <a:moveTo>
                  <a:pt x="669203" y="819811"/>
                </a:moveTo>
                <a:lnTo>
                  <a:pt x="675515" y="818023"/>
                </a:lnTo>
                <a:lnTo>
                  <a:pt x="681688" y="815928"/>
                </a:lnTo>
                <a:lnTo>
                  <a:pt x="687721" y="813554"/>
                </a:lnTo>
                <a:lnTo>
                  <a:pt x="693601" y="810886"/>
                </a:lnTo>
                <a:lnTo>
                  <a:pt x="698894" y="808177"/>
                </a:lnTo>
                <a:lnTo>
                  <a:pt x="692526" y="795747"/>
                </a:lnTo>
                <a:lnTo>
                  <a:pt x="687627" y="798263"/>
                </a:lnTo>
                <a:lnTo>
                  <a:pt x="682121" y="800747"/>
                </a:lnTo>
                <a:lnTo>
                  <a:pt x="682442" y="800622"/>
                </a:lnTo>
                <a:lnTo>
                  <a:pt x="676716" y="802870"/>
                </a:lnTo>
                <a:lnTo>
                  <a:pt x="677051" y="802758"/>
                </a:lnTo>
                <a:lnTo>
                  <a:pt x="671256" y="804709"/>
                </a:lnTo>
                <a:lnTo>
                  <a:pt x="665676" y="806286"/>
                </a:lnTo>
                <a:lnTo>
                  <a:pt x="660005" y="807603"/>
                </a:lnTo>
                <a:lnTo>
                  <a:pt x="654179" y="808639"/>
                </a:lnTo>
                <a:lnTo>
                  <a:pt x="648041" y="809417"/>
                </a:lnTo>
                <a:lnTo>
                  <a:pt x="642152" y="809867"/>
                </a:lnTo>
                <a:lnTo>
                  <a:pt x="642165" y="809867"/>
                </a:lnTo>
                <a:lnTo>
                  <a:pt x="642514" y="823819"/>
                </a:lnTo>
                <a:lnTo>
                  <a:pt x="642849" y="823819"/>
                </a:lnTo>
                <a:lnTo>
                  <a:pt x="649595" y="823302"/>
                </a:lnTo>
                <a:lnTo>
                  <a:pt x="656242" y="822464"/>
                </a:lnTo>
                <a:lnTo>
                  <a:pt x="662778" y="821291"/>
                </a:lnTo>
                <a:lnTo>
                  <a:pt x="669203" y="819811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D58560-0639-4DBB-BB71-95629D52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028" y="1844600"/>
            <a:ext cx="768821" cy="1506219"/>
          </a:xfrm>
          <a:custGeom xmlns:a="http://schemas.openxmlformats.org/drawingml/2006/main">
            <a:pathLst>
              <a:path w="768821" h="1506219">
                <a:moveTo>
                  <a:pt x="22681" y="58545"/>
                </a:moveTo>
                <a:lnTo>
                  <a:pt x="19231" y="63936"/>
                </a:lnTo>
                <a:lnTo>
                  <a:pt x="16033" y="69494"/>
                </a:lnTo>
                <a:lnTo>
                  <a:pt x="13100" y="75220"/>
                </a:lnTo>
                <a:lnTo>
                  <a:pt x="10433" y="81100"/>
                </a:lnTo>
                <a:lnTo>
                  <a:pt x="8058" y="87133"/>
                </a:lnTo>
                <a:lnTo>
                  <a:pt x="5963" y="93306"/>
                </a:lnTo>
                <a:lnTo>
                  <a:pt x="4176" y="99619"/>
                </a:lnTo>
                <a:lnTo>
                  <a:pt x="3799" y="101253"/>
                </a:lnTo>
                <a:lnTo>
                  <a:pt x="17415" y="104395"/>
                </a:lnTo>
                <a:lnTo>
                  <a:pt x="17704" y="103131"/>
                </a:lnTo>
                <a:lnTo>
                  <a:pt x="19278" y="97566"/>
                </a:lnTo>
                <a:lnTo>
                  <a:pt x="21141" y="92027"/>
                </a:lnTo>
                <a:lnTo>
                  <a:pt x="23365" y="86379"/>
                </a:lnTo>
                <a:lnTo>
                  <a:pt x="23239" y="86700"/>
                </a:lnTo>
                <a:lnTo>
                  <a:pt x="25727" y="81187"/>
                </a:lnTo>
                <a:lnTo>
                  <a:pt x="28379" y="76002"/>
                </a:lnTo>
                <a:lnTo>
                  <a:pt x="28225" y="76310"/>
                </a:lnTo>
                <a:lnTo>
                  <a:pt x="31200" y="71127"/>
                </a:lnTo>
                <a:lnTo>
                  <a:pt x="34186" y="66469"/>
                </a:lnTo>
                <a:lnTo>
                  <a:pt x="37666" y="61562"/>
                </a:lnTo>
                <a:lnTo>
                  <a:pt x="37470" y="61841"/>
                </a:lnTo>
                <a:lnTo>
                  <a:pt x="40822" y="57567"/>
                </a:lnTo>
                <a:lnTo>
                  <a:pt x="29845" y="48936"/>
                </a:lnTo>
                <a:lnTo>
                  <a:pt x="26382" y="53336"/>
                </a:lnTo>
                <a:lnTo>
                  <a:pt x="22681" y="58545"/>
                </a:lnTo>
                <a:close/>
                <a:moveTo>
                  <a:pt x="0" y="144421"/>
                </a:moveTo>
                <a:lnTo>
                  <a:pt x="0" y="200285"/>
                </a:lnTo>
                <a:lnTo>
                  <a:pt x="13966" y="200285"/>
                </a:lnTo>
                <a:lnTo>
                  <a:pt x="13966" y="144421"/>
                </a:lnTo>
                <a:lnTo>
                  <a:pt x="0" y="144421"/>
                </a:lnTo>
                <a:close/>
                <a:moveTo>
                  <a:pt x="13966" y="242182"/>
                </a:moveTo>
                <a:lnTo>
                  <a:pt x="0" y="242182"/>
                </a:lnTo>
                <a:lnTo>
                  <a:pt x="0" y="298046"/>
                </a:lnTo>
                <a:lnTo>
                  <a:pt x="13966" y="298046"/>
                </a:lnTo>
                <a:lnTo>
                  <a:pt x="13966" y="242182"/>
                </a:lnTo>
                <a:close/>
                <a:moveTo>
                  <a:pt x="0" y="339943"/>
                </a:moveTo>
                <a:lnTo>
                  <a:pt x="0" y="395807"/>
                </a:lnTo>
                <a:lnTo>
                  <a:pt x="13966" y="395807"/>
                </a:lnTo>
                <a:lnTo>
                  <a:pt x="13966" y="339943"/>
                </a:lnTo>
                <a:lnTo>
                  <a:pt x="0" y="339943"/>
                </a:lnTo>
                <a:close/>
                <a:moveTo>
                  <a:pt x="0" y="437704"/>
                </a:moveTo>
                <a:lnTo>
                  <a:pt x="0" y="493568"/>
                </a:lnTo>
                <a:lnTo>
                  <a:pt x="13966" y="493568"/>
                </a:lnTo>
                <a:lnTo>
                  <a:pt x="13966" y="437704"/>
                </a:lnTo>
                <a:lnTo>
                  <a:pt x="0" y="437704"/>
                </a:lnTo>
                <a:close/>
                <a:moveTo>
                  <a:pt x="13966" y="535465"/>
                </a:moveTo>
                <a:lnTo>
                  <a:pt x="0" y="535465"/>
                </a:lnTo>
                <a:lnTo>
                  <a:pt x="0" y="591329"/>
                </a:lnTo>
                <a:lnTo>
                  <a:pt x="13966" y="591329"/>
                </a:lnTo>
                <a:lnTo>
                  <a:pt x="13966" y="535465"/>
                </a:lnTo>
                <a:close/>
                <a:moveTo>
                  <a:pt x="0" y="633227"/>
                </a:moveTo>
                <a:lnTo>
                  <a:pt x="0" y="689090"/>
                </a:lnTo>
                <a:lnTo>
                  <a:pt x="13966" y="689090"/>
                </a:lnTo>
                <a:lnTo>
                  <a:pt x="13966" y="633227"/>
                </a:lnTo>
                <a:lnTo>
                  <a:pt x="0" y="633227"/>
                </a:lnTo>
                <a:close/>
                <a:moveTo>
                  <a:pt x="0" y="730988"/>
                </a:moveTo>
                <a:lnTo>
                  <a:pt x="0" y="786851"/>
                </a:lnTo>
                <a:lnTo>
                  <a:pt x="13966" y="786851"/>
                </a:lnTo>
                <a:lnTo>
                  <a:pt x="13966" y="730988"/>
                </a:lnTo>
                <a:lnTo>
                  <a:pt x="0" y="730988"/>
                </a:lnTo>
                <a:close/>
                <a:moveTo>
                  <a:pt x="13966" y="828749"/>
                </a:moveTo>
                <a:lnTo>
                  <a:pt x="0" y="828749"/>
                </a:lnTo>
                <a:lnTo>
                  <a:pt x="0" y="884612"/>
                </a:lnTo>
                <a:lnTo>
                  <a:pt x="13966" y="884612"/>
                </a:lnTo>
                <a:lnTo>
                  <a:pt x="13966" y="828749"/>
                </a:lnTo>
                <a:close/>
                <a:moveTo>
                  <a:pt x="0" y="926510"/>
                </a:moveTo>
                <a:lnTo>
                  <a:pt x="0" y="982373"/>
                </a:lnTo>
                <a:lnTo>
                  <a:pt x="13966" y="982373"/>
                </a:lnTo>
                <a:lnTo>
                  <a:pt x="13966" y="926510"/>
                </a:lnTo>
                <a:lnTo>
                  <a:pt x="0" y="926510"/>
                </a:lnTo>
                <a:close/>
                <a:moveTo>
                  <a:pt x="0" y="1024271"/>
                </a:moveTo>
                <a:lnTo>
                  <a:pt x="0" y="1080134"/>
                </a:lnTo>
                <a:lnTo>
                  <a:pt x="13966" y="1080134"/>
                </a:lnTo>
                <a:lnTo>
                  <a:pt x="13966" y="1024271"/>
                </a:lnTo>
                <a:lnTo>
                  <a:pt x="0" y="1024271"/>
                </a:lnTo>
                <a:close/>
                <a:moveTo>
                  <a:pt x="13966" y="1122032"/>
                </a:moveTo>
                <a:lnTo>
                  <a:pt x="0" y="1122032"/>
                </a:lnTo>
                <a:lnTo>
                  <a:pt x="0" y="1177896"/>
                </a:lnTo>
                <a:lnTo>
                  <a:pt x="13966" y="1177896"/>
                </a:lnTo>
                <a:lnTo>
                  <a:pt x="13966" y="1122032"/>
                </a:lnTo>
                <a:close/>
                <a:moveTo>
                  <a:pt x="0" y="1219793"/>
                </a:moveTo>
                <a:lnTo>
                  <a:pt x="0" y="1275657"/>
                </a:lnTo>
                <a:lnTo>
                  <a:pt x="13966" y="1275657"/>
                </a:lnTo>
                <a:lnTo>
                  <a:pt x="13966" y="1219793"/>
                </a:lnTo>
                <a:lnTo>
                  <a:pt x="0" y="1219793"/>
                </a:lnTo>
                <a:close/>
                <a:moveTo>
                  <a:pt x="0" y="1317554"/>
                </a:moveTo>
                <a:lnTo>
                  <a:pt x="0" y="1373418"/>
                </a:lnTo>
                <a:lnTo>
                  <a:pt x="13966" y="1373418"/>
                </a:lnTo>
                <a:lnTo>
                  <a:pt x="13966" y="1317554"/>
                </a:lnTo>
                <a:lnTo>
                  <a:pt x="0" y="1317554"/>
                </a:lnTo>
                <a:close/>
                <a:moveTo>
                  <a:pt x="8058" y="1419086"/>
                </a:moveTo>
                <a:lnTo>
                  <a:pt x="10433" y="1425119"/>
                </a:lnTo>
                <a:lnTo>
                  <a:pt x="13100" y="1430999"/>
                </a:lnTo>
                <a:lnTo>
                  <a:pt x="16033" y="1436725"/>
                </a:lnTo>
                <a:lnTo>
                  <a:pt x="19231" y="1442283"/>
                </a:lnTo>
                <a:lnTo>
                  <a:pt x="22527" y="1447437"/>
                </a:lnTo>
                <a:lnTo>
                  <a:pt x="34286" y="1439895"/>
                </a:lnTo>
                <a:lnTo>
                  <a:pt x="31074" y="1434896"/>
                </a:lnTo>
                <a:lnTo>
                  <a:pt x="31256" y="1435175"/>
                </a:lnTo>
                <a:lnTo>
                  <a:pt x="28225" y="1429910"/>
                </a:lnTo>
                <a:lnTo>
                  <a:pt x="28379" y="1430217"/>
                </a:lnTo>
                <a:lnTo>
                  <a:pt x="25727" y="1425033"/>
                </a:lnTo>
                <a:lnTo>
                  <a:pt x="23239" y="1419519"/>
                </a:lnTo>
                <a:lnTo>
                  <a:pt x="23365" y="1419840"/>
                </a:lnTo>
                <a:lnTo>
                  <a:pt x="21141" y="1414192"/>
                </a:lnTo>
                <a:lnTo>
                  <a:pt x="19278" y="1408654"/>
                </a:lnTo>
                <a:lnTo>
                  <a:pt x="17700" y="1403074"/>
                </a:lnTo>
                <a:lnTo>
                  <a:pt x="16384" y="1397403"/>
                </a:lnTo>
                <a:lnTo>
                  <a:pt x="15348" y="1391581"/>
                </a:lnTo>
                <a:lnTo>
                  <a:pt x="15293" y="1391140"/>
                </a:lnTo>
                <a:lnTo>
                  <a:pt x="1438" y="1392900"/>
                </a:lnTo>
                <a:lnTo>
                  <a:pt x="1522" y="1393640"/>
                </a:lnTo>
                <a:lnTo>
                  <a:pt x="2695" y="1400176"/>
                </a:lnTo>
                <a:lnTo>
                  <a:pt x="4176" y="1406601"/>
                </a:lnTo>
                <a:lnTo>
                  <a:pt x="5963" y="1412913"/>
                </a:lnTo>
                <a:lnTo>
                  <a:pt x="8058" y="1419086"/>
                </a:lnTo>
                <a:close/>
                <a:moveTo>
                  <a:pt x="216806" y="13966"/>
                </a:moveTo>
                <a:lnTo>
                  <a:pt x="216806" y="0"/>
                </a:lnTo>
                <a:lnTo>
                  <a:pt x="160943" y="0"/>
                </a:lnTo>
                <a:lnTo>
                  <a:pt x="160943" y="13966"/>
                </a:lnTo>
                <a:lnTo>
                  <a:pt x="216806" y="13966"/>
                </a:lnTo>
                <a:close/>
                <a:moveTo>
                  <a:pt x="93306" y="5963"/>
                </a:moveTo>
                <a:lnTo>
                  <a:pt x="87133" y="8058"/>
                </a:lnTo>
                <a:lnTo>
                  <a:pt x="81100" y="10433"/>
                </a:lnTo>
                <a:lnTo>
                  <a:pt x="75220" y="13100"/>
                </a:lnTo>
                <a:lnTo>
                  <a:pt x="69494" y="16033"/>
                </a:lnTo>
                <a:lnTo>
                  <a:pt x="63936" y="19231"/>
                </a:lnTo>
                <a:lnTo>
                  <a:pt x="62916" y="19873"/>
                </a:lnTo>
                <a:lnTo>
                  <a:pt x="70458" y="31633"/>
                </a:lnTo>
                <a:lnTo>
                  <a:pt x="71324" y="31074"/>
                </a:lnTo>
                <a:lnTo>
                  <a:pt x="71044" y="31256"/>
                </a:lnTo>
                <a:lnTo>
                  <a:pt x="76310" y="28225"/>
                </a:lnTo>
                <a:lnTo>
                  <a:pt x="76002" y="28379"/>
                </a:lnTo>
                <a:lnTo>
                  <a:pt x="81187" y="25727"/>
                </a:lnTo>
                <a:lnTo>
                  <a:pt x="86700" y="23239"/>
                </a:lnTo>
                <a:lnTo>
                  <a:pt x="86379" y="23365"/>
                </a:lnTo>
                <a:lnTo>
                  <a:pt x="92027" y="21141"/>
                </a:lnTo>
                <a:lnTo>
                  <a:pt x="97566" y="19278"/>
                </a:lnTo>
                <a:lnTo>
                  <a:pt x="103145" y="17700"/>
                </a:lnTo>
                <a:lnTo>
                  <a:pt x="108816" y="16384"/>
                </a:lnTo>
                <a:lnTo>
                  <a:pt x="114647" y="15346"/>
                </a:lnTo>
                <a:lnTo>
                  <a:pt x="119953" y="14664"/>
                </a:lnTo>
                <a:lnTo>
                  <a:pt x="118193" y="810"/>
                </a:lnTo>
                <a:lnTo>
                  <a:pt x="112579" y="1522"/>
                </a:lnTo>
                <a:lnTo>
                  <a:pt x="106043" y="2695"/>
                </a:lnTo>
                <a:lnTo>
                  <a:pt x="99619" y="4176"/>
                </a:lnTo>
                <a:lnTo>
                  <a:pt x="93306" y="5963"/>
                </a:lnTo>
                <a:close/>
                <a:moveTo>
                  <a:pt x="63936" y="1486988"/>
                </a:moveTo>
                <a:lnTo>
                  <a:pt x="69494" y="1490186"/>
                </a:lnTo>
                <a:lnTo>
                  <a:pt x="75220" y="1493119"/>
                </a:lnTo>
                <a:lnTo>
                  <a:pt x="81100" y="1495787"/>
                </a:lnTo>
                <a:lnTo>
                  <a:pt x="87133" y="1498161"/>
                </a:lnTo>
                <a:lnTo>
                  <a:pt x="93306" y="1500256"/>
                </a:lnTo>
                <a:lnTo>
                  <a:pt x="99619" y="1502043"/>
                </a:lnTo>
                <a:lnTo>
                  <a:pt x="106043" y="1503524"/>
                </a:lnTo>
                <a:lnTo>
                  <a:pt x="106392" y="1503580"/>
                </a:lnTo>
                <a:lnTo>
                  <a:pt x="108848" y="1489847"/>
                </a:lnTo>
                <a:lnTo>
                  <a:pt x="109004" y="1489879"/>
                </a:lnTo>
                <a:lnTo>
                  <a:pt x="108849" y="1489843"/>
                </a:lnTo>
                <a:lnTo>
                  <a:pt x="108850" y="1489837"/>
                </a:lnTo>
                <a:lnTo>
                  <a:pt x="108770" y="1489825"/>
                </a:lnTo>
                <a:lnTo>
                  <a:pt x="103145" y="1488519"/>
                </a:lnTo>
                <a:lnTo>
                  <a:pt x="97566" y="1486942"/>
                </a:lnTo>
                <a:lnTo>
                  <a:pt x="92027" y="1485078"/>
                </a:lnTo>
                <a:lnTo>
                  <a:pt x="86379" y="1482854"/>
                </a:lnTo>
                <a:lnTo>
                  <a:pt x="86700" y="1482980"/>
                </a:lnTo>
                <a:lnTo>
                  <a:pt x="81187" y="1480493"/>
                </a:lnTo>
                <a:lnTo>
                  <a:pt x="76002" y="1477841"/>
                </a:lnTo>
                <a:lnTo>
                  <a:pt x="76310" y="1477994"/>
                </a:lnTo>
                <a:lnTo>
                  <a:pt x="71044" y="1474964"/>
                </a:lnTo>
                <a:lnTo>
                  <a:pt x="71324" y="1475145"/>
                </a:lnTo>
                <a:lnTo>
                  <a:pt x="66469" y="1472033"/>
                </a:lnTo>
                <a:lnTo>
                  <a:pt x="61562" y="1468553"/>
                </a:lnTo>
                <a:lnTo>
                  <a:pt x="61841" y="1468749"/>
                </a:lnTo>
                <a:lnTo>
                  <a:pt x="61436" y="1468428"/>
                </a:lnTo>
                <a:lnTo>
                  <a:pt x="52805" y="1479419"/>
                </a:lnTo>
                <a:lnTo>
                  <a:pt x="53336" y="1479838"/>
                </a:lnTo>
                <a:lnTo>
                  <a:pt x="58545" y="1483539"/>
                </a:lnTo>
                <a:lnTo>
                  <a:pt x="63936" y="1486988"/>
                </a:lnTo>
                <a:close/>
                <a:moveTo>
                  <a:pt x="149351" y="1506219"/>
                </a:moveTo>
                <a:lnTo>
                  <a:pt x="205215" y="1506219"/>
                </a:lnTo>
                <a:lnTo>
                  <a:pt x="205215" y="1492253"/>
                </a:lnTo>
                <a:lnTo>
                  <a:pt x="149351" y="1492253"/>
                </a:lnTo>
                <a:lnTo>
                  <a:pt x="149351" y="1506219"/>
                </a:lnTo>
                <a:close/>
                <a:moveTo>
                  <a:pt x="247112" y="1506219"/>
                </a:moveTo>
                <a:lnTo>
                  <a:pt x="302976" y="1506219"/>
                </a:lnTo>
                <a:lnTo>
                  <a:pt x="302976" y="1492253"/>
                </a:lnTo>
                <a:lnTo>
                  <a:pt x="247112" y="1492253"/>
                </a:lnTo>
                <a:lnTo>
                  <a:pt x="247112" y="1506219"/>
                </a:lnTo>
                <a:close/>
                <a:moveTo>
                  <a:pt x="314567" y="13966"/>
                </a:moveTo>
                <a:lnTo>
                  <a:pt x="314567" y="0"/>
                </a:lnTo>
                <a:lnTo>
                  <a:pt x="258704" y="0"/>
                </a:lnTo>
                <a:lnTo>
                  <a:pt x="258704" y="13966"/>
                </a:lnTo>
                <a:lnTo>
                  <a:pt x="314567" y="13966"/>
                </a:lnTo>
                <a:close/>
                <a:moveTo>
                  <a:pt x="412328" y="13966"/>
                </a:moveTo>
                <a:lnTo>
                  <a:pt x="412328" y="0"/>
                </a:lnTo>
                <a:lnTo>
                  <a:pt x="356465" y="0"/>
                </a:lnTo>
                <a:lnTo>
                  <a:pt x="356465" y="13966"/>
                </a:lnTo>
                <a:lnTo>
                  <a:pt x="412328" y="13966"/>
                </a:lnTo>
                <a:close/>
                <a:moveTo>
                  <a:pt x="510089" y="13966"/>
                </a:moveTo>
                <a:lnTo>
                  <a:pt x="510089" y="0"/>
                </a:lnTo>
                <a:lnTo>
                  <a:pt x="454226" y="0"/>
                </a:lnTo>
                <a:lnTo>
                  <a:pt x="454226" y="13966"/>
                </a:lnTo>
                <a:lnTo>
                  <a:pt x="510089" y="13966"/>
                </a:lnTo>
                <a:close/>
                <a:moveTo>
                  <a:pt x="607851" y="0"/>
                </a:moveTo>
                <a:lnTo>
                  <a:pt x="551987" y="0"/>
                </a:lnTo>
                <a:lnTo>
                  <a:pt x="551987" y="13966"/>
                </a:lnTo>
                <a:lnTo>
                  <a:pt x="607851" y="13966"/>
                </a:lnTo>
                <a:lnTo>
                  <a:pt x="607851" y="0"/>
                </a:lnTo>
                <a:close/>
                <a:moveTo>
                  <a:pt x="705891" y="19859"/>
                </a:moveTo>
                <a:lnTo>
                  <a:pt x="704885" y="19231"/>
                </a:lnTo>
                <a:lnTo>
                  <a:pt x="699327" y="16033"/>
                </a:lnTo>
                <a:lnTo>
                  <a:pt x="693601" y="13100"/>
                </a:lnTo>
                <a:lnTo>
                  <a:pt x="687721" y="10433"/>
                </a:lnTo>
                <a:lnTo>
                  <a:pt x="681688" y="8058"/>
                </a:lnTo>
                <a:lnTo>
                  <a:pt x="675515" y="5963"/>
                </a:lnTo>
                <a:lnTo>
                  <a:pt x="669203" y="4176"/>
                </a:lnTo>
                <a:lnTo>
                  <a:pt x="662778" y="2695"/>
                </a:lnTo>
                <a:lnTo>
                  <a:pt x="656242" y="1522"/>
                </a:lnTo>
                <a:lnTo>
                  <a:pt x="650600" y="810"/>
                </a:lnTo>
                <a:lnTo>
                  <a:pt x="648840" y="14664"/>
                </a:lnTo>
                <a:lnTo>
                  <a:pt x="654176" y="15346"/>
                </a:lnTo>
                <a:lnTo>
                  <a:pt x="660005" y="16384"/>
                </a:lnTo>
                <a:lnTo>
                  <a:pt x="665676" y="17700"/>
                </a:lnTo>
                <a:lnTo>
                  <a:pt x="671256" y="19278"/>
                </a:lnTo>
                <a:lnTo>
                  <a:pt x="677051" y="21228"/>
                </a:lnTo>
                <a:lnTo>
                  <a:pt x="676716" y="21116"/>
                </a:lnTo>
                <a:lnTo>
                  <a:pt x="682442" y="23365"/>
                </a:lnTo>
                <a:lnTo>
                  <a:pt x="682121" y="23239"/>
                </a:lnTo>
                <a:lnTo>
                  <a:pt x="687635" y="25727"/>
                </a:lnTo>
                <a:lnTo>
                  <a:pt x="692819" y="28379"/>
                </a:lnTo>
                <a:lnTo>
                  <a:pt x="692512" y="28225"/>
                </a:lnTo>
                <a:lnTo>
                  <a:pt x="697777" y="31256"/>
                </a:lnTo>
                <a:lnTo>
                  <a:pt x="697498" y="31074"/>
                </a:lnTo>
                <a:lnTo>
                  <a:pt x="698349" y="31619"/>
                </a:lnTo>
                <a:lnTo>
                  <a:pt x="705891" y="19859"/>
                </a:lnTo>
                <a:close/>
                <a:moveTo>
                  <a:pt x="656242" y="1504697"/>
                </a:moveTo>
                <a:lnTo>
                  <a:pt x="662778" y="1503524"/>
                </a:lnTo>
                <a:lnTo>
                  <a:pt x="669203" y="1502043"/>
                </a:lnTo>
                <a:lnTo>
                  <a:pt x="675515" y="1500256"/>
                </a:lnTo>
                <a:lnTo>
                  <a:pt x="681688" y="1498161"/>
                </a:lnTo>
                <a:lnTo>
                  <a:pt x="687721" y="1495787"/>
                </a:lnTo>
                <a:lnTo>
                  <a:pt x="693601" y="1493119"/>
                </a:lnTo>
                <a:lnTo>
                  <a:pt x="695165" y="1492323"/>
                </a:lnTo>
                <a:lnTo>
                  <a:pt x="688797" y="1479894"/>
                </a:lnTo>
                <a:lnTo>
                  <a:pt x="687622" y="1480498"/>
                </a:lnTo>
                <a:lnTo>
                  <a:pt x="682121" y="1482980"/>
                </a:lnTo>
                <a:lnTo>
                  <a:pt x="682442" y="1482854"/>
                </a:lnTo>
                <a:lnTo>
                  <a:pt x="676716" y="1485103"/>
                </a:lnTo>
                <a:lnTo>
                  <a:pt x="677051" y="1484991"/>
                </a:lnTo>
                <a:lnTo>
                  <a:pt x="671256" y="1486942"/>
                </a:lnTo>
                <a:lnTo>
                  <a:pt x="665676" y="1488519"/>
                </a:lnTo>
                <a:lnTo>
                  <a:pt x="660005" y="1489836"/>
                </a:lnTo>
                <a:lnTo>
                  <a:pt x="654179" y="1490872"/>
                </a:lnTo>
                <a:lnTo>
                  <a:pt x="648041" y="1491650"/>
                </a:lnTo>
                <a:lnTo>
                  <a:pt x="641969" y="1492114"/>
                </a:lnTo>
                <a:lnTo>
                  <a:pt x="642318" y="1492086"/>
                </a:lnTo>
                <a:lnTo>
                  <a:pt x="637975" y="1492197"/>
                </a:lnTo>
                <a:lnTo>
                  <a:pt x="638324" y="1506163"/>
                </a:lnTo>
                <a:lnTo>
                  <a:pt x="642849" y="1506052"/>
                </a:lnTo>
                <a:lnTo>
                  <a:pt x="649595" y="1505535"/>
                </a:lnTo>
                <a:lnTo>
                  <a:pt x="656242" y="1504697"/>
                </a:lnTo>
                <a:close/>
                <a:moveTo>
                  <a:pt x="344873" y="1492253"/>
                </a:moveTo>
                <a:lnTo>
                  <a:pt x="344873" y="1506219"/>
                </a:lnTo>
                <a:lnTo>
                  <a:pt x="400737" y="1506219"/>
                </a:lnTo>
                <a:lnTo>
                  <a:pt x="400737" y="1492253"/>
                </a:lnTo>
                <a:lnTo>
                  <a:pt x="344873" y="1492253"/>
                </a:lnTo>
                <a:close/>
                <a:moveTo>
                  <a:pt x="442634" y="1506219"/>
                </a:moveTo>
                <a:lnTo>
                  <a:pt x="498498" y="1506219"/>
                </a:lnTo>
                <a:lnTo>
                  <a:pt x="498498" y="1492253"/>
                </a:lnTo>
                <a:lnTo>
                  <a:pt x="442634" y="1492253"/>
                </a:lnTo>
                <a:lnTo>
                  <a:pt x="442634" y="1506219"/>
                </a:lnTo>
                <a:close/>
                <a:moveTo>
                  <a:pt x="540395" y="1506219"/>
                </a:moveTo>
                <a:lnTo>
                  <a:pt x="596259" y="1506219"/>
                </a:lnTo>
                <a:lnTo>
                  <a:pt x="596259" y="1492253"/>
                </a:lnTo>
                <a:lnTo>
                  <a:pt x="540395" y="1492253"/>
                </a:lnTo>
                <a:lnTo>
                  <a:pt x="540395" y="1506219"/>
                </a:lnTo>
                <a:close/>
                <a:moveTo>
                  <a:pt x="758389" y="81100"/>
                </a:moveTo>
                <a:lnTo>
                  <a:pt x="755721" y="75220"/>
                </a:lnTo>
                <a:lnTo>
                  <a:pt x="752788" y="69494"/>
                </a:lnTo>
                <a:lnTo>
                  <a:pt x="749590" y="63936"/>
                </a:lnTo>
                <a:lnTo>
                  <a:pt x="746141" y="58545"/>
                </a:lnTo>
                <a:lnTo>
                  <a:pt x="742440" y="53336"/>
                </a:lnTo>
                <a:lnTo>
                  <a:pt x="738962" y="48922"/>
                </a:lnTo>
                <a:lnTo>
                  <a:pt x="727985" y="57553"/>
                </a:lnTo>
                <a:lnTo>
                  <a:pt x="731351" y="61841"/>
                </a:lnTo>
                <a:lnTo>
                  <a:pt x="731155" y="61562"/>
                </a:lnTo>
                <a:lnTo>
                  <a:pt x="734635" y="66469"/>
                </a:lnTo>
                <a:lnTo>
                  <a:pt x="737621" y="71127"/>
                </a:lnTo>
                <a:lnTo>
                  <a:pt x="740596" y="76310"/>
                </a:lnTo>
                <a:lnTo>
                  <a:pt x="740443" y="76002"/>
                </a:lnTo>
                <a:lnTo>
                  <a:pt x="743095" y="81187"/>
                </a:lnTo>
                <a:lnTo>
                  <a:pt x="745582" y="86700"/>
                </a:lnTo>
                <a:lnTo>
                  <a:pt x="745456" y="86379"/>
                </a:lnTo>
                <a:lnTo>
                  <a:pt x="747680" y="92027"/>
                </a:lnTo>
                <a:lnTo>
                  <a:pt x="749543" y="97566"/>
                </a:lnTo>
                <a:lnTo>
                  <a:pt x="751119" y="103140"/>
                </a:lnTo>
                <a:lnTo>
                  <a:pt x="751406" y="104381"/>
                </a:lnTo>
                <a:lnTo>
                  <a:pt x="765022" y="101239"/>
                </a:lnTo>
                <a:lnTo>
                  <a:pt x="764645" y="99619"/>
                </a:lnTo>
                <a:lnTo>
                  <a:pt x="762858" y="93306"/>
                </a:lnTo>
                <a:lnTo>
                  <a:pt x="760763" y="87133"/>
                </a:lnTo>
                <a:lnTo>
                  <a:pt x="758389" y="81100"/>
                </a:lnTo>
                <a:close/>
                <a:moveTo>
                  <a:pt x="768821" y="200271"/>
                </a:moveTo>
                <a:lnTo>
                  <a:pt x="768821" y="144407"/>
                </a:lnTo>
                <a:lnTo>
                  <a:pt x="754855" y="144407"/>
                </a:lnTo>
                <a:lnTo>
                  <a:pt x="754855" y="200271"/>
                </a:lnTo>
                <a:lnTo>
                  <a:pt x="768821" y="200271"/>
                </a:lnTo>
                <a:close/>
                <a:moveTo>
                  <a:pt x="768821" y="298032"/>
                </a:moveTo>
                <a:lnTo>
                  <a:pt x="768821" y="242168"/>
                </a:lnTo>
                <a:lnTo>
                  <a:pt x="754855" y="242168"/>
                </a:lnTo>
                <a:lnTo>
                  <a:pt x="754855" y="298032"/>
                </a:lnTo>
                <a:lnTo>
                  <a:pt x="768821" y="298032"/>
                </a:lnTo>
                <a:close/>
                <a:moveTo>
                  <a:pt x="754855" y="395793"/>
                </a:moveTo>
                <a:lnTo>
                  <a:pt x="768821" y="395793"/>
                </a:lnTo>
                <a:lnTo>
                  <a:pt x="768821" y="339929"/>
                </a:lnTo>
                <a:lnTo>
                  <a:pt x="754855" y="339929"/>
                </a:lnTo>
                <a:lnTo>
                  <a:pt x="754855" y="395793"/>
                </a:lnTo>
                <a:close/>
                <a:moveTo>
                  <a:pt x="768821" y="493554"/>
                </a:moveTo>
                <a:lnTo>
                  <a:pt x="768821" y="437690"/>
                </a:lnTo>
                <a:lnTo>
                  <a:pt x="754855" y="437690"/>
                </a:lnTo>
                <a:lnTo>
                  <a:pt x="754855" y="493554"/>
                </a:lnTo>
                <a:lnTo>
                  <a:pt x="768821" y="493554"/>
                </a:lnTo>
                <a:close/>
                <a:moveTo>
                  <a:pt x="768821" y="591315"/>
                </a:moveTo>
                <a:lnTo>
                  <a:pt x="768821" y="535452"/>
                </a:lnTo>
                <a:lnTo>
                  <a:pt x="754855" y="535452"/>
                </a:lnTo>
                <a:lnTo>
                  <a:pt x="754855" y="591315"/>
                </a:lnTo>
                <a:lnTo>
                  <a:pt x="768821" y="591315"/>
                </a:lnTo>
                <a:close/>
                <a:moveTo>
                  <a:pt x="754855" y="689076"/>
                </a:moveTo>
                <a:lnTo>
                  <a:pt x="768821" y="689076"/>
                </a:lnTo>
                <a:lnTo>
                  <a:pt x="768821" y="633213"/>
                </a:lnTo>
                <a:lnTo>
                  <a:pt x="754855" y="633213"/>
                </a:lnTo>
                <a:lnTo>
                  <a:pt x="754855" y="689076"/>
                </a:lnTo>
                <a:close/>
                <a:moveTo>
                  <a:pt x="768821" y="786837"/>
                </a:moveTo>
                <a:lnTo>
                  <a:pt x="768821" y="730974"/>
                </a:lnTo>
                <a:lnTo>
                  <a:pt x="754855" y="730974"/>
                </a:lnTo>
                <a:lnTo>
                  <a:pt x="754855" y="786837"/>
                </a:lnTo>
                <a:lnTo>
                  <a:pt x="768821" y="786837"/>
                </a:lnTo>
                <a:close/>
                <a:moveTo>
                  <a:pt x="768821" y="884598"/>
                </a:moveTo>
                <a:lnTo>
                  <a:pt x="768821" y="828735"/>
                </a:lnTo>
                <a:lnTo>
                  <a:pt x="754855" y="828735"/>
                </a:lnTo>
                <a:lnTo>
                  <a:pt x="754855" y="884598"/>
                </a:lnTo>
                <a:lnTo>
                  <a:pt x="768821" y="884598"/>
                </a:lnTo>
                <a:close/>
                <a:moveTo>
                  <a:pt x="754855" y="982359"/>
                </a:moveTo>
                <a:lnTo>
                  <a:pt x="768821" y="982359"/>
                </a:lnTo>
                <a:lnTo>
                  <a:pt x="768821" y="926496"/>
                </a:lnTo>
                <a:lnTo>
                  <a:pt x="754855" y="926496"/>
                </a:lnTo>
                <a:lnTo>
                  <a:pt x="754855" y="982359"/>
                </a:lnTo>
                <a:close/>
                <a:moveTo>
                  <a:pt x="768821" y="1080120"/>
                </a:moveTo>
                <a:lnTo>
                  <a:pt x="768821" y="1024257"/>
                </a:lnTo>
                <a:lnTo>
                  <a:pt x="754855" y="1024257"/>
                </a:lnTo>
                <a:lnTo>
                  <a:pt x="754855" y="1080120"/>
                </a:lnTo>
                <a:lnTo>
                  <a:pt x="768821" y="1080120"/>
                </a:lnTo>
                <a:close/>
                <a:moveTo>
                  <a:pt x="768821" y="1177882"/>
                </a:moveTo>
                <a:lnTo>
                  <a:pt x="768821" y="1122018"/>
                </a:lnTo>
                <a:lnTo>
                  <a:pt x="754855" y="1122018"/>
                </a:lnTo>
                <a:lnTo>
                  <a:pt x="754855" y="1177882"/>
                </a:lnTo>
                <a:lnTo>
                  <a:pt x="768821" y="1177882"/>
                </a:lnTo>
                <a:close/>
                <a:moveTo>
                  <a:pt x="754855" y="1275643"/>
                </a:moveTo>
                <a:lnTo>
                  <a:pt x="768821" y="1275643"/>
                </a:lnTo>
                <a:lnTo>
                  <a:pt x="768821" y="1219779"/>
                </a:lnTo>
                <a:lnTo>
                  <a:pt x="754855" y="1219779"/>
                </a:lnTo>
                <a:lnTo>
                  <a:pt x="754855" y="1275643"/>
                </a:lnTo>
                <a:close/>
                <a:moveTo>
                  <a:pt x="768821" y="1373404"/>
                </a:moveTo>
                <a:lnTo>
                  <a:pt x="768821" y="1317540"/>
                </a:lnTo>
                <a:lnTo>
                  <a:pt x="754855" y="1317540"/>
                </a:lnTo>
                <a:lnTo>
                  <a:pt x="754855" y="1373404"/>
                </a:lnTo>
                <a:lnTo>
                  <a:pt x="768821" y="1373404"/>
                </a:lnTo>
                <a:close/>
                <a:moveTo>
                  <a:pt x="749590" y="1442283"/>
                </a:moveTo>
                <a:lnTo>
                  <a:pt x="752788" y="1436725"/>
                </a:lnTo>
                <a:lnTo>
                  <a:pt x="755721" y="1430999"/>
                </a:lnTo>
                <a:lnTo>
                  <a:pt x="758389" y="1425119"/>
                </a:lnTo>
                <a:lnTo>
                  <a:pt x="760763" y="1419086"/>
                </a:lnTo>
                <a:lnTo>
                  <a:pt x="761545" y="1416768"/>
                </a:lnTo>
                <a:lnTo>
                  <a:pt x="748319" y="1412299"/>
                </a:lnTo>
                <a:lnTo>
                  <a:pt x="747682" y="1414187"/>
                </a:lnTo>
                <a:lnTo>
                  <a:pt x="745456" y="1419840"/>
                </a:lnTo>
                <a:lnTo>
                  <a:pt x="745582" y="1419519"/>
                </a:lnTo>
                <a:lnTo>
                  <a:pt x="743095" y="1425033"/>
                </a:lnTo>
                <a:lnTo>
                  <a:pt x="740443" y="1430217"/>
                </a:lnTo>
                <a:lnTo>
                  <a:pt x="740596" y="1429910"/>
                </a:lnTo>
                <a:lnTo>
                  <a:pt x="737566" y="1435175"/>
                </a:lnTo>
                <a:lnTo>
                  <a:pt x="737747" y="1434896"/>
                </a:lnTo>
                <a:lnTo>
                  <a:pt x="734635" y="1439750"/>
                </a:lnTo>
                <a:lnTo>
                  <a:pt x="731155" y="1444658"/>
                </a:lnTo>
                <a:lnTo>
                  <a:pt x="731351" y="1444378"/>
                </a:lnTo>
                <a:lnTo>
                  <a:pt x="727813" y="1448896"/>
                </a:lnTo>
                <a:lnTo>
                  <a:pt x="723915" y="1453401"/>
                </a:lnTo>
                <a:lnTo>
                  <a:pt x="720667" y="1456794"/>
                </a:lnTo>
                <a:lnTo>
                  <a:pt x="730778" y="1466430"/>
                </a:lnTo>
                <a:lnTo>
                  <a:pt x="734326" y="1462716"/>
                </a:lnTo>
                <a:lnTo>
                  <a:pt x="738501" y="1457897"/>
                </a:lnTo>
                <a:lnTo>
                  <a:pt x="742440" y="1452884"/>
                </a:lnTo>
                <a:lnTo>
                  <a:pt x="746141" y="1447674"/>
                </a:lnTo>
                <a:lnTo>
                  <a:pt x="749590" y="1442283"/>
                </a:lnTo>
                <a:close/>
              </a:path>
            </a:pathLst>
          </a:custGeom>
          <a:solidFill xmlns:a="http://schemas.openxmlformats.org/drawingml/2006/main">
            <a:srgbClr val="E5AC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Text .">
            <a:extLst xmlns:a="http://schemas.openxmlformats.org/drawingml/2006/main">
              <a:ext uri="{FF2B5EF4-FFF2-40B4-BE49-F238E27FC236}">
                <a16:creationId xmlns:a16="http://schemas.microsoft.com/office/drawing/2014/main" id="{55AF4723-550B-4680-A9C8-033091C2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155" y="2407506"/>
            <a:ext cx="40261" cy="33633"/>
          </a:xfrm>
          <a:custGeom xmlns:a="http://schemas.openxmlformats.org/drawingml/2006/main">
            <a:pathLst>
              <a:path w="40261" h="33633">
                <a:moveTo>
                  <a:pt x="20253" y="33633"/>
                </a:moveTo>
                <a:cubicBezTo>
                  <a:pt x="14771" y="33633"/>
                  <a:pt x="10024" y="31928"/>
                  <a:pt x="6015" y="28519"/>
                </a:cubicBezTo>
                <a:cubicBezTo>
                  <a:pt x="2005" y="25111"/>
                  <a:pt x="0" y="21271"/>
                  <a:pt x="0" y="17000"/>
                </a:cubicBezTo>
                <a:cubicBezTo>
                  <a:pt x="0" y="12648"/>
                  <a:pt x="2005" y="8727"/>
                  <a:pt x="6015" y="5236"/>
                </a:cubicBezTo>
                <a:cubicBezTo>
                  <a:pt x="10024" y="1745"/>
                  <a:pt x="14771" y="0"/>
                  <a:pt x="20253" y="0"/>
                </a:cubicBezTo>
                <a:cubicBezTo>
                  <a:pt x="26063" y="0"/>
                  <a:pt x="30850" y="1643"/>
                  <a:pt x="34615" y="4929"/>
                </a:cubicBezTo>
                <a:cubicBezTo>
                  <a:pt x="38379" y="8213"/>
                  <a:pt x="40261" y="12236"/>
                  <a:pt x="40261" y="17000"/>
                </a:cubicBezTo>
                <a:cubicBezTo>
                  <a:pt x="40261" y="21353"/>
                  <a:pt x="38297" y="25213"/>
                  <a:pt x="34369" y="28581"/>
                </a:cubicBezTo>
                <a:cubicBezTo>
                  <a:pt x="30441" y="31949"/>
                  <a:pt x="25736" y="33633"/>
                  <a:pt x="20253" y="33633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Text .">
            <a:extLst xmlns:a="http://schemas.openxmlformats.org/drawingml/2006/main">
              <a:ext uri="{FF2B5EF4-FFF2-40B4-BE49-F238E27FC236}">
                <a16:creationId xmlns:a16="http://schemas.microsoft.com/office/drawing/2014/main" id="{F7B004D2-C26D-4D4B-A650-0FDBABC0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155" y="2573002"/>
            <a:ext cx="40261" cy="33633"/>
          </a:xfrm>
          <a:custGeom xmlns:a="http://schemas.openxmlformats.org/drawingml/2006/main">
            <a:pathLst>
              <a:path w="40261" h="33633">
                <a:moveTo>
                  <a:pt x="20253" y="33633"/>
                </a:moveTo>
                <a:cubicBezTo>
                  <a:pt x="14771" y="33633"/>
                  <a:pt x="10024" y="31928"/>
                  <a:pt x="6015" y="28519"/>
                </a:cubicBezTo>
                <a:cubicBezTo>
                  <a:pt x="2005" y="25111"/>
                  <a:pt x="0" y="21271"/>
                  <a:pt x="0" y="17000"/>
                </a:cubicBezTo>
                <a:cubicBezTo>
                  <a:pt x="0" y="12648"/>
                  <a:pt x="2005" y="8727"/>
                  <a:pt x="6015" y="5236"/>
                </a:cubicBezTo>
                <a:cubicBezTo>
                  <a:pt x="10024" y="1745"/>
                  <a:pt x="14771" y="0"/>
                  <a:pt x="20253" y="0"/>
                </a:cubicBezTo>
                <a:cubicBezTo>
                  <a:pt x="26063" y="0"/>
                  <a:pt x="30850" y="1643"/>
                  <a:pt x="34615" y="4929"/>
                </a:cubicBezTo>
                <a:cubicBezTo>
                  <a:pt x="38379" y="8213"/>
                  <a:pt x="40261" y="12236"/>
                  <a:pt x="40261" y="17000"/>
                </a:cubicBezTo>
                <a:cubicBezTo>
                  <a:pt x="40261" y="21353"/>
                  <a:pt x="38297" y="25213"/>
                  <a:pt x="34369" y="28581"/>
                </a:cubicBezTo>
                <a:cubicBezTo>
                  <a:pt x="30441" y="31949"/>
                  <a:pt x="25736" y="33633"/>
                  <a:pt x="20253" y="33633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Text .">
            <a:extLst xmlns:a="http://schemas.openxmlformats.org/drawingml/2006/main">
              <a:ext uri="{FF2B5EF4-FFF2-40B4-BE49-F238E27FC236}">
                <a16:creationId xmlns:a16="http://schemas.microsoft.com/office/drawing/2014/main" id="{0B8C67BE-4065-4923-B965-21438B72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155" y="2738498"/>
            <a:ext cx="40261" cy="33633"/>
          </a:xfrm>
          <a:custGeom xmlns:a="http://schemas.openxmlformats.org/drawingml/2006/main">
            <a:pathLst>
              <a:path w="40261" h="33633">
                <a:moveTo>
                  <a:pt x="20253" y="33633"/>
                </a:moveTo>
                <a:cubicBezTo>
                  <a:pt x="14771" y="33633"/>
                  <a:pt x="10024" y="31928"/>
                  <a:pt x="6015" y="28519"/>
                </a:cubicBezTo>
                <a:cubicBezTo>
                  <a:pt x="2005" y="25111"/>
                  <a:pt x="0" y="21271"/>
                  <a:pt x="0" y="17000"/>
                </a:cubicBezTo>
                <a:cubicBezTo>
                  <a:pt x="0" y="12648"/>
                  <a:pt x="2005" y="8727"/>
                  <a:pt x="6015" y="5236"/>
                </a:cubicBezTo>
                <a:cubicBezTo>
                  <a:pt x="10024" y="1745"/>
                  <a:pt x="14771" y="0"/>
                  <a:pt x="20253" y="0"/>
                </a:cubicBezTo>
                <a:cubicBezTo>
                  <a:pt x="26063" y="0"/>
                  <a:pt x="30850" y="1643"/>
                  <a:pt x="34615" y="4929"/>
                </a:cubicBezTo>
                <a:cubicBezTo>
                  <a:pt x="38379" y="8213"/>
                  <a:pt x="40261" y="12236"/>
                  <a:pt x="40261" y="17000"/>
                </a:cubicBezTo>
                <a:cubicBezTo>
                  <a:pt x="40261" y="21353"/>
                  <a:pt x="38297" y="25213"/>
                  <a:pt x="34369" y="28581"/>
                </a:cubicBezTo>
                <a:cubicBezTo>
                  <a:pt x="30441" y="31949"/>
                  <a:pt x="25736" y="33633"/>
                  <a:pt x="20253" y="33633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Text .">
            <a:extLst xmlns:a="http://schemas.openxmlformats.org/drawingml/2006/main">
              <a:ext uri="{FF2B5EF4-FFF2-40B4-BE49-F238E27FC236}">
                <a16:creationId xmlns:a16="http://schemas.microsoft.com/office/drawing/2014/main" id="{FE0C83DB-D41E-4497-AF65-58F1490F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512" y="3795969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Text .">
            <a:extLst xmlns:a="http://schemas.openxmlformats.org/drawingml/2006/main">
              <a:ext uri="{FF2B5EF4-FFF2-40B4-BE49-F238E27FC236}">
                <a16:creationId xmlns:a16="http://schemas.microsoft.com/office/drawing/2014/main" id="{2FB3EE09-25FD-40B9-9FF4-C176E416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512" y="3846245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Text .">
            <a:extLst xmlns:a="http://schemas.openxmlformats.org/drawingml/2006/main">
              <a:ext uri="{FF2B5EF4-FFF2-40B4-BE49-F238E27FC236}">
                <a16:creationId xmlns:a16="http://schemas.microsoft.com/office/drawing/2014/main" id="{7D7B4C45-838A-47EA-86AB-A16B9C60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512" y="3896523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Text Adv=1">
            <a:extLst xmlns:a="http://schemas.openxmlformats.org/drawingml/2006/main">
              <a:ext uri="{FF2B5EF4-FFF2-40B4-BE49-F238E27FC236}">
                <a16:creationId xmlns:a16="http://schemas.microsoft.com/office/drawing/2014/main" id="{7810179A-C862-4364-9752-2F932312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327" y="4341080"/>
            <a:ext cx="368071" cy="111277"/>
          </a:xfrm>
          <a:custGeom xmlns:a="http://schemas.openxmlformats.org/drawingml/2006/main">
            <a:pathLst>
              <a:path w="368071" h="111277">
                <a:moveTo>
                  <a:pt x="75926" y="110191"/>
                </a:moveTo>
                <a:cubicBezTo>
                  <a:pt x="71765" y="110191"/>
                  <a:pt x="68146" y="104873"/>
                  <a:pt x="65070" y="94236"/>
                </a:cubicBezTo>
                <a:cubicBezTo>
                  <a:pt x="63894" y="90166"/>
                  <a:pt x="62424" y="83045"/>
                  <a:pt x="60659" y="72873"/>
                </a:cubicBezTo>
                <a:cubicBezTo>
                  <a:pt x="56046" y="73502"/>
                  <a:pt x="50007" y="74626"/>
                  <a:pt x="42543" y="76244"/>
                </a:cubicBezTo>
                <a:lnTo>
                  <a:pt x="24494" y="79953"/>
                </a:lnTo>
                <a:cubicBezTo>
                  <a:pt x="22233" y="85888"/>
                  <a:pt x="18365" y="94565"/>
                  <a:pt x="12892" y="105982"/>
                </a:cubicBezTo>
                <a:cubicBezTo>
                  <a:pt x="11444" y="108517"/>
                  <a:pt x="9477" y="109784"/>
                  <a:pt x="6989" y="109784"/>
                </a:cubicBezTo>
                <a:cubicBezTo>
                  <a:pt x="5179" y="109784"/>
                  <a:pt x="3562" y="109128"/>
                  <a:pt x="2137" y="107816"/>
                </a:cubicBezTo>
                <a:cubicBezTo>
                  <a:pt x="712" y="106505"/>
                  <a:pt x="0" y="104876"/>
                  <a:pt x="0" y="102931"/>
                </a:cubicBezTo>
                <a:cubicBezTo>
                  <a:pt x="0" y="100758"/>
                  <a:pt x="3415" y="92502"/>
                  <a:pt x="10246" y="78161"/>
                </a:cubicBezTo>
                <a:cubicBezTo>
                  <a:pt x="9477" y="76985"/>
                  <a:pt x="9092" y="75627"/>
                  <a:pt x="9092" y="74088"/>
                </a:cubicBezTo>
                <a:cubicBezTo>
                  <a:pt x="9092" y="70424"/>
                  <a:pt x="11309" y="68072"/>
                  <a:pt x="15742" y="67031"/>
                </a:cubicBezTo>
                <a:cubicBezTo>
                  <a:pt x="20898" y="57341"/>
                  <a:pt x="27412" y="46202"/>
                  <a:pt x="35283" y="33614"/>
                </a:cubicBezTo>
                <a:cubicBezTo>
                  <a:pt x="46003" y="16452"/>
                  <a:pt x="52676" y="7871"/>
                  <a:pt x="55299" y="7871"/>
                </a:cubicBezTo>
                <a:cubicBezTo>
                  <a:pt x="58873" y="7871"/>
                  <a:pt x="61315" y="10362"/>
                  <a:pt x="62627" y="15343"/>
                </a:cubicBezTo>
                <a:lnTo>
                  <a:pt x="66902" y="38156"/>
                </a:lnTo>
                <a:lnTo>
                  <a:pt x="77012" y="85341"/>
                </a:lnTo>
                <a:lnTo>
                  <a:pt x="80879" y="96040"/>
                </a:lnTo>
                <a:cubicBezTo>
                  <a:pt x="82191" y="99695"/>
                  <a:pt x="82847" y="102133"/>
                  <a:pt x="82847" y="103353"/>
                </a:cubicBezTo>
                <a:cubicBezTo>
                  <a:pt x="82847" y="105294"/>
                  <a:pt x="82146" y="106919"/>
                  <a:pt x="80744" y="108228"/>
                </a:cubicBezTo>
                <a:cubicBezTo>
                  <a:pt x="79341" y="109537"/>
                  <a:pt x="77736" y="110191"/>
                  <a:pt x="75926" y="110191"/>
                </a:cubicBezTo>
                <a:moveTo>
                  <a:pt x="51974" y="32662"/>
                </a:moveTo>
                <a:lnTo>
                  <a:pt x="32569" y="63952"/>
                </a:lnTo>
                <a:cubicBezTo>
                  <a:pt x="38042" y="62550"/>
                  <a:pt x="46343" y="60854"/>
                  <a:pt x="57470" y="58864"/>
                </a:cubicBezTo>
                <a:lnTo>
                  <a:pt x="51974" y="32662"/>
                </a:lnTo>
                <a:close/>
                <a:moveTo>
                  <a:pt x="164986" y="48213"/>
                </a:moveTo>
                <a:cubicBezTo>
                  <a:pt x="164443" y="54858"/>
                  <a:pt x="164172" y="61503"/>
                  <a:pt x="164172" y="68149"/>
                </a:cubicBezTo>
                <a:cubicBezTo>
                  <a:pt x="164172" y="83203"/>
                  <a:pt x="164873" y="94573"/>
                  <a:pt x="166275" y="102257"/>
                </a:cubicBezTo>
                <a:cubicBezTo>
                  <a:pt x="166366" y="102890"/>
                  <a:pt x="166411" y="103410"/>
                  <a:pt x="166411" y="103817"/>
                </a:cubicBezTo>
                <a:cubicBezTo>
                  <a:pt x="166411" y="105625"/>
                  <a:pt x="165777" y="107117"/>
                  <a:pt x="164511" y="108291"/>
                </a:cubicBezTo>
                <a:cubicBezTo>
                  <a:pt x="163244" y="109468"/>
                  <a:pt x="161774" y="110056"/>
                  <a:pt x="160101" y="110056"/>
                </a:cubicBezTo>
                <a:cubicBezTo>
                  <a:pt x="157296" y="110056"/>
                  <a:pt x="155238" y="108020"/>
                  <a:pt x="153926" y="103949"/>
                </a:cubicBezTo>
                <a:cubicBezTo>
                  <a:pt x="150669" y="106346"/>
                  <a:pt x="147288" y="108167"/>
                  <a:pt x="143782" y="109411"/>
                </a:cubicBezTo>
                <a:cubicBezTo>
                  <a:pt x="140277" y="110655"/>
                  <a:pt x="136624" y="111277"/>
                  <a:pt x="132824" y="111277"/>
                </a:cubicBezTo>
                <a:cubicBezTo>
                  <a:pt x="123461" y="111277"/>
                  <a:pt x="115703" y="108153"/>
                  <a:pt x="109551" y="101905"/>
                </a:cubicBezTo>
                <a:cubicBezTo>
                  <a:pt x="103218" y="95521"/>
                  <a:pt x="100052" y="87326"/>
                  <a:pt x="100052" y="77319"/>
                </a:cubicBezTo>
                <a:cubicBezTo>
                  <a:pt x="100052" y="65230"/>
                  <a:pt x="103252" y="55542"/>
                  <a:pt x="109653" y="48253"/>
                </a:cubicBezTo>
                <a:cubicBezTo>
                  <a:pt x="116053" y="40963"/>
                  <a:pt x="124365" y="37318"/>
                  <a:pt x="134588" y="37318"/>
                </a:cubicBezTo>
                <a:cubicBezTo>
                  <a:pt x="139836" y="37318"/>
                  <a:pt x="143884" y="38133"/>
                  <a:pt x="146734" y="39761"/>
                </a:cubicBezTo>
                <a:lnTo>
                  <a:pt x="153112" y="44443"/>
                </a:lnTo>
                <a:cubicBezTo>
                  <a:pt x="153745" y="25425"/>
                  <a:pt x="154491" y="12620"/>
                  <a:pt x="155351" y="6028"/>
                </a:cubicBezTo>
                <a:cubicBezTo>
                  <a:pt x="155939" y="2009"/>
                  <a:pt x="157997" y="0"/>
                  <a:pt x="161525" y="0"/>
                </a:cubicBezTo>
                <a:cubicBezTo>
                  <a:pt x="165642" y="0"/>
                  <a:pt x="167700" y="2192"/>
                  <a:pt x="167700" y="6577"/>
                </a:cubicBezTo>
                <a:cubicBezTo>
                  <a:pt x="167700" y="12861"/>
                  <a:pt x="166795" y="26739"/>
                  <a:pt x="164986" y="48213"/>
                </a:cubicBezTo>
                <a:moveTo>
                  <a:pt x="134860" y="49939"/>
                </a:moveTo>
                <a:cubicBezTo>
                  <a:pt x="127260" y="49939"/>
                  <a:pt x="121561" y="52189"/>
                  <a:pt x="117761" y="56690"/>
                </a:cubicBezTo>
                <a:cubicBezTo>
                  <a:pt x="113961" y="61191"/>
                  <a:pt x="112062" y="67965"/>
                  <a:pt x="112062" y="77012"/>
                </a:cubicBezTo>
                <a:cubicBezTo>
                  <a:pt x="112062" y="82847"/>
                  <a:pt x="114131" y="87868"/>
                  <a:pt x="118270" y="92075"/>
                </a:cubicBezTo>
                <a:cubicBezTo>
                  <a:pt x="122409" y="96282"/>
                  <a:pt x="127260" y="98385"/>
                  <a:pt x="132824" y="98385"/>
                </a:cubicBezTo>
                <a:cubicBezTo>
                  <a:pt x="136624" y="98385"/>
                  <a:pt x="139836" y="97684"/>
                  <a:pt x="142459" y="96282"/>
                </a:cubicBezTo>
                <a:cubicBezTo>
                  <a:pt x="143997" y="95467"/>
                  <a:pt x="146508" y="93590"/>
                  <a:pt x="149991" y="90650"/>
                </a:cubicBezTo>
                <a:cubicBezTo>
                  <a:pt x="150669" y="90062"/>
                  <a:pt x="151325" y="89361"/>
                  <a:pt x="151958" y="88547"/>
                </a:cubicBezTo>
                <a:lnTo>
                  <a:pt x="151755" y="76808"/>
                </a:lnTo>
                <a:lnTo>
                  <a:pt x="151823" y="68937"/>
                </a:lnTo>
                <a:lnTo>
                  <a:pt x="151958" y="60931"/>
                </a:lnTo>
                <a:cubicBezTo>
                  <a:pt x="150239" y="57267"/>
                  <a:pt x="147955" y="54519"/>
                  <a:pt x="145105" y="52687"/>
                </a:cubicBezTo>
                <a:cubicBezTo>
                  <a:pt x="142256" y="50855"/>
                  <a:pt x="138840" y="49939"/>
                  <a:pt x="134860" y="49939"/>
                </a:cubicBezTo>
                <a:close/>
                <a:moveTo>
                  <a:pt x="215474" y="104627"/>
                </a:moveTo>
                <a:cubicBezTo>
                  <a:pt x="215338" y="108789"/>
                  <a:pt x="213280" y="110870"/>
                  <a:pt x="209299" y="110870"/>
                </a:cubicBezTo>
                <a:cubicBezTo>
                  <a:pt x="205997" y="110870"/>
                  <a:pt x="203600" y="108925"/>
                  <a:pt x="202107" y="105035"/>
                </a:cubicBezTo>
                <a:lnTo>
                  <a:pt x="191726" y="77487"/>
                </a:lnTo>
                <a:lnTo>
                  <a:pt x="179648" y="46343"/>
                </a:lnTo>
                <a:cubicBezTo>
                  <a:pt x="179196" y="45167"/>
                  <a:pt x="178969" y="44126"/>
                  <a:pt x="178969" y="43222"/>
                </a:cubicBezTo>
                <a:cubicBezTo>
                  <a:pt x="178969" y="41367"/>
                  <a:pt x="179671" y="39784"/>
                  <a:pt x="181073" y="38472"/>
                </a:cubicBezTo>
                <a:cubicBezTo>
                  <a:pt x="182475" y="37160"/>
                  <a:pt x="184104" y="36504"/>
                  <a:pt x="185958" y="36504"/>
                </a:cubicBezTo>
                <a:cubicBezTo>
                  <a:pt x="188672" y="36504"/>
                  <a:pt x="190617" y="37884"/>
                  <a:pt x="191793" y="40643"/>
                </a:cubicBezTo>
                <a:lnTo>
                  <a:pt x="209028" y="88072"/>
                </a:lnTo>
                <a:cubicBezTo>
                  <a:pt x="212420" y="80834"/>
                  <a:pt x="216695" y="70340"/>
                  <a:pt x="221852" y="56588"/>
                </a:cubicBezTo>
                <a:cubicBezTo>
                  <a:pt x="223073" y="52970"/>
                  <a:pt x="224996" y="47858"/>
                  <a:pt x="227619" y="41254"/>
                </a:cubicBezTo>
                <a:cubicBezTo>
                  <a:pt x="229021" y="38359"/>
                  <a:pt x="231012" y="36911"/>
                  <a:pt x="233590" y="36911"/>
                </a:cubicBezTo>
                <a:cubicBezTo>
                  <a:pt x="235445" y="36911"/>
                  <a:pt x="237073" y="37567"/>
                  <a:pt x="238475" y="38879"/>
                </a:cubicBezTo>
                <a:cubicBezTo>
                  <a:pt x="239878" y="40191"/>
                  <a:pt x="240579" y="41751"/>
                  <a:pt x="240579" y="43561"/>
                </a:cubicBezTo>
                <a:cubicBezTo>
                  <a:pt x="240579" y="45280"/>
                  <a:pt x="236847" y="54960"/>
                  <a:pt x="229383" y="72601"/>
                </a:cubicBezTo>
                <a:lnTo>
                  <a:pt x="215474" y="104627"/>
                </a:lnTo>
                <a:close/>
                <a:moveTo>
                  <a:pt x="264481" y="40372"/>
                </a:moveTo>
                <a:lnTo>
                  <a:pt x="296167" y="40440"/>
                </a:lnTo>
                <a:cubicBezTo>
                  <a:pt x="300193" y="40440"/>
                  <a:pt x="302206" y="42453"/>
                  <a:pt x="302206" y="46478"/>
                </a:cubicBezTo>
                <a:cubicBezTo>
                  <a:pt x="302206" y="50504"/>
                  <a:pt x="300193" y="52517"/>
                  <a:pt x="296167" y="52517"/>
                </a:cubicBezTo>
                <a:lnTo>
                  <a:pt x="264413" y="52449"/>
                </a:lnTo>
                <a:cubicBezTo>
                  <a:pt x="263372" y="52449"/>
                  <a:pt x="261823" y="52506"/>
                  <a:pt x="259765" y="52619"/>
                </a:cubicBezTo>
                <a:cubicBezTo>
                  <a:pt x="257707" y="52732"/>
                  <a:pt x="256180" y="52789"/>
                  <a:pt x="255185" y="52789"/>
                </a:cubicBezTo>
                <a:cubicBezTo>
                  <a:pt x="253421" y="52789"/>
                  <a:pt x="251984" y="52201"/>
                  <a:pt x="250876" y="51025"/>
                </a:cubicBezTo>
                <a:cubicBezTo>
                  <a:pt x="249768" y="49848"/>
                  <a:pt x="249214" y="48401"/>
                  <a:pt x="249214" y="46682"/>
                </a:cubicBezTo>
                <a:cubicBezTo>
                  <a:pt x="249214" y="43425"/>
                  <a:pt x="251114" y="41435"/>
                  <a:pt x="254913" y="40711"/>
                </a:cubicBezTo>
                <a:cubicBezTo>
                  <a:pt x="255909" y="40485"/>
                  <a:pt x="259098" y="40372"/>
                  <a:pt x="264481" y="40372"/>
                </a:cubicBezTo>
                <a:moveTo>
                  <a:pt x="268348" y="76808"/>
                </a:moveTo>
                <a:cubicBezTo>
                  <a:pt x="271334" y="76808"/>
                  <a:pt x="275812" y="76876"/>
                  <a:pt x="281783" y="77012"/>
                </a:cubicBezTo>
                <a:cubicBezTo>
                  <a:pt x="287754" y="77147"/>
                  <a:pt x="292232" y="77215"/>
                  <a:pt x="295217" y="77215"/>
                </a:cubicBezTo>
                <a:cubicBezTo>
                  <a:pt x="299243" y="77215"/>
                  <a:pt x="301256" y="79228"/>
                  <a:pt x="301256" y="83254"/>
                </a:cubicBezTo>
                <a:cubicBezTo>
                  <a:pt x="301256" y="87280"/>
                  <a:pt x="299243" y="89293"/>
                  <a:pt x="295217" y="89293"/>
                </a:cubicBezTo>
                <a:cubicBezTo>
                  <a:pt x="292232" y="89293"/>
                  <a:pt x="287754" y="89225"/>
                  <a:pt x="281783" y="89089"/>
                </a:cubicBezTo>
                <a:cubicBezTo>
                  <a:pt x="275812" y="88954"/>
                  <a:pt x="271334" y="88886"/>
                  <a:pt x="268348" y="88886"/>
                </a:cubicBezTo>
                <a:cubicBezTo>
                  <a:pt x="266991" y="88886"/>
                  <a:pt x="264955" y="88976"/>
                  <a:pt x="262241" y="89157"/>
                </a:cubicBezTo>
                <a:cubicBezTo>
                  <a:pt x="259527" y="89338"/>
                  <a:pt x="257514" y="89429"/>
                  <a:pt x="256203" y="89429"/>
                </a:cubicBezTo>
                <a:cubicBezTo>
                  <a:pt x="252041" y="89429"/>
                  <a:pt x="249960" y="87416"/>
                  <a:pt x="249960" y="83390"/>
                </a:cubicBezTo>
                <a:cubicBezTo>
                  <a:pt x="249960" y="79681"/>
                  <a:pt x="251905" y="77668"/>
                  <a:pt x="255795" y="77351"/>
                </a:cubicBezTo>
                <a:cubicBezTo>
                  <a:pt x="260817" y="76989"/>
                  <a:pt x="265001" y="76808"/>
                  <a:pt x="268348" y="76808"/>
                </a:cubicBezTo>
                <a:close/>
                <a:moveTo>
                  <a:pt x="361490" y="108291"/>
                </a:moveTo>
                <a:lnTo>
                  <a:pt x="347987" y="108291"/>
                </a:lnTo>
                <a:lnTo>
                  <a:pt x="334553" y="108224"/>
                </a:lnTo>
                <a:cubicBezTo>
                  <a:pt x="331386" y="108224"/>
                  <a:pt x="329170" y="108020"/>
                  <a:pt x="327903" y="107613"/>
                </a:cubicBezTo>
                <a:cubicBezTo>
                  <a:pt x="325596" y="106799"/>
                  <a:pt x="324443" y="105080"/>
                  <a:pt x="324443" y="102456"/>
                </a:cubicBezTo>
                <a:cubicBezTo>
                  <a:pt x="324443" y="97887"/>
                  <a:pt x="327994" y="95603"/>
                  <a:pt x="335095" y="95603"/>
                </a:cubicBezTo>
                <a:lnTo>
                  <a:pt x="338352" y="95671"/>
                </a:lnTo>
                <a:lnTo>
                  <a:pt x="341134" y="95807"/>
                </a:lnTo>
                <a:cubicBezTo>
                  <a:pt x="341134" y="93631"/>
                  <a:pt x="340942" y="90414"/>
                  <a:pt x="340557" y="86155"/>
                </a:cubicBezTo>
                <a:cubicBezTo>
                  <a:pt x="340173" y="81894"/>
                  <a:pt x="339981" y="78699"/>
                  <a:pt x="339981" y="76569"/>
                </a:cubicBezTo>
                <a:cubicBezTo>
                  <a:pt x="339981" y="70813"/>
                  <a:pt x="340501" y="62065"/>
                  <a:pt x="341541" y="50327"/>
                </a:cubicBezTo>
                <a:cubicBezTo>
                  <a:pt x="342536" y="38771"/>
                  <a:pt x="343011" y="30002"/>
                  <a:pt x="342966" y="24020"/>
                </a:cubicBezTo>
                <a:cubicBezTo>
                  <a:pt x="336905" y="28724"/>
                  <a:pt x="333037" y="31076"/>
                  <a:pt x="331363" y="31076"/>
                </a:cubicBezTo>
                <a:cubicBezTo>
                  <a:pt x="329554" y="31076"/>
                  <a:pt x="327982" y="30398"/>
                  <a:pt x="326648" y="29041"/>
                </a:cubicBezTo>
                <a:cubicBezTo>
                  <a:pt x="325313" y="27684"/>
                  <a:pt x="324646" y="26123"/>
                  <a:pt x="324646" y="24359"/>
                </a:cubicBezTo>
                <a:cubicBezTo>
                  <a:pt x="324646" y="22233"/>
                  <a:pt x="326591" y="19654"/>
                  <a:pt x="330481" y="16624"/>
                </a:cubicBezTo>
                <a:cubicBezTo>
                  <a:pt x="332924" y="14905"/>
                  <a:pt x="336385" y="12145"/>
                  <a:pt x="340863" y="8346"/>
                </a:cubicBezTo>
                <a:cubicBezTo>
                  <a:pt x="344843" y="4320"/>
                  <a:pt x="348643" y="2307"/>
                  <a:pt x="352262" y="2307"/>
                </a:cubicBezTo>
                <a:cubicBezTo>
                  <a:pt x="355293" y="2307"/>
                  <a:pt x="356808" y="4051"/>
                  <a:pt x="356808" y="7540"/>
                </a:cubicBezTo>
                <a:cubicBezTo>
                  <a:pt x="356808" y="8582"/>
                  <a:pt x="356672" y="10133"/>
                  <a:pt x="356401" y="12194"/>
                </a:cubicBezTo>
                <a:cubicBezTo>
                  <a:pt x="356129" y="14255"/>
                  <a:pt x="355994" y="15807"/>
                  <a:pt x="355994" y="16848"/>
                </a:cubicBezTo>
                <a:cubicBezTo>
                  <a:pt x="355994" y="18344"/>
                  <a:pt x="356073" y="20609"/>
                  <a:pt x="356231" y="23644"/>
                </a:cubicBezTo>
                <a:cubicBezTo>
                  <a:pt x="356389" y="26679"/>
                  <a:pt x="356469" y="28944"/>
                  <a:pt x="356469" y="30438"/>
                </a:cubicBezTo>
                <a:cubicBezTo>
                  <a:pt x="356469" y="35603"/>
                  <a:pt x="355926" y="43305"/>
                  <a:pt x="354840" y="53544"/>
                </a:cubicBezTo>
                <a:cubicBezTo>
                  <a:pt x="353755" y="63781"/>
                  <a:pt x="353212" y="71459"/>
                  <a:pt x="353212" y="76577"/>
                </a:cubicBezTo>
                <a:cubicBezTo>
                  <a:pt x="353212" y="79205"/>
                  <a:pt x="353393" y="82399"/>
                  <a:pt x="353755" y="86159"/>
                </a:cubicBezTo>
                <a:cubicBezTo>
                  <a:pt x="354116" y="89919"/>
                  <a:pt x="354320" y="92999"/>
                  <a:pt x="354365" y="95400"/>
                </a:cubicBezTo>
                <a:lnTo>
                  <a:pt x="361490" y="95264"/>
                </a:lnTo>
                <a:cubicBezTo>
                  <a:pt x="363390" y="95264"/>
                  <a:pt x="364961" y="95886"/>
                  <a:pt x="366205" y="97130"/>
                </a:cubicBezTo>
                <a:cubicBezTo>
                  <a:pt x="367449" y="98374"/>
                  <a:pt x="368071" y="99923"/>
                  <a:pt x="368071" y="101778"/>
                </a:cubicBezTo>
                <a:cubicBezTo>
                  <a:pt x="368071" y="103677"/>
                  <a:pt x="367449" y="105238"/>
                  <a:pt x="366205" y="106459"/>
                </a:cubicBezTo>
                <a:cubicBezTo>
                  <a:pt x="364961" y="107681"/>
                  <a:pt x="363390" y="108291"/>
                  <a:pt x="361490" y="108291"/>
                </a:cubicBezTo>
                <a:close/>
              </a:path>
            </a:pathLst>
          </a:custGeom>
          <a:solidFill xmlns:a="http://schemas.openxmlformats.org/drawingml/2006/main">
            <a:srgbClr val="8650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Text Adv=R">
            <a:extLst xmlns:a="http://schemas.openxmlformats.org/drawingml/2006/main">
              <a:ext uri="{FF2B5EF4-FFF2-40B4-BE49-F238E27FC236}">
                <a16:creationId xmlns:a16="http://schemas.microsoft.com/office/drawing/2014/main" id="{C6785AF9-2D2D-48AE-B9B0-D0DBC1B3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783" y="4338984"/>
            <a:ext cx="397043" cy="111277"/>
          </a:xfrm>
          <a:custGeom xmlns:a="http://schemas.openxmlformats.org/drawingml/2006/main">
            <a:pathLst>
              <a:path w="397043" h="111277">
                <a:moveTo>
                  <a:pt x="75926" y="110191"/>
                </a:moveTo>
                <a:cubicBezTo>
                  <a:pt x="71765" y="110191"/>
                  <a:pt x="68146" y="104873"/>
                  <a:pt x="65070" y="94236"/>
                </a:cubicBezTo>
                <a:cubicBezTo>
                  <a:pt x="63894" y="90166"/>
                  <a:pt x="62424" y="83045"/>
                  <a:pt x="60659" y="72873"/>
                </a:cubicBezTo>
                <a:cubicBezTo>
                  <a:pt x="56046" y="73502"/>
                  <a:pt x="50007" y="74626"/>
                  <a:pt x="42543" y="76244"/>
                </a:cubicBezTo>
                <a:lnTo>
                  <a:pt x="24494" y="79953"/>
                </a:lnTo>
                <a:cubicBezTo>
                  <a:pt x="22233" y="85888"/>
                  <a:pt x="18365" y="94565"/>
                  <a:pt x="12892" y="105982"/>
                </a:cubicBezTo>
                <a:cubicBezTo>
                  <a:pt x="11444" y="108517"/>
                  <a:pt x="9477" y="109784"/>
                  <a:pt x="6989" y="109784"/>
                </a:cubicBezTo>
                <a:cubicBezTo>
                  <a:pt x="5179" y="109784"/>
                  <a:pt x="3562" y="109128"/>
                  <a:pt x="2137" y="107816"/>
                </a:cubicBezTo>
                <a:cubicBezTo>
                  <a:pt x="712" y="106505"/>
                  <a:pt x="0" y="104876"/>
                  <a:pt x="0" y="102931"/>
                </a:cubicBezTo>
                <a:cubicBezTo>
                  <a:pt x="0" y="100758"/>
                  <a:pt x="3415" y="92502"/>
                  <a:pt x="10246" y="78161"/>
                </a:cubicBezTo>
                <a:cubicBezTo>
                  <a:pt x="9477" y="76985"/>
                  <a:pt x="9092" y="75627"/>
                  <a:pt x="9092" y="74088"/>
                </a:cubicBezTo>
                <a:cubicBezTo>
                  <a:pt x="9092" y="70424"/>
                  <a:pt x="11309" y="68072"/>
                  <a:pt x="15742" y="67031"/>
                </a:cubicBezTo>
                <a:cubicBezTo>
                  <a:pt x="20898" y="57341"/>
                  <a:pt x="27412" y="46202"/>
                  <a:pt x="35283" y="33614"/>
                </a:cubicBezTo>
                <a:cubicBezTo>
                  <a:pt x="46003" y="16452"/>
                  <a:pt x="52676" y="7871"/>
                  <a:pt x="55299" y="7871"/>
                </a:cubicBezTo>
                <a:cubicBezTo>
                  <a:pt x="58873" y="7871"/>
                  <a:pt x="61315" y="10362"/>
                  <a:pt x="62627" y="15343"/>
                </a:cubicBezTo>
                <a:lnTo>
                  <a:pt x="66902" y="38156"/>
                </a:lnTo>
                <a:lnTo>
                  <a:pt x="77012" y="85341"/>
                </a:lnTo>
                <a:lnTo>
                  <a:pt x="80879" y="96040"/>
                </a:lnTo>
                <a:cubicBezTo>
                  <a:pt x="82191" y="99695"/>
                  <a:pt x="82847" y="102133"/>
                  <a:pt x="82847" y="103353"/>
                </a:cubicBezTo>
                <a:cubicBezTo>
                  <a:pt x="82847" y="105294"/>
                  <a:pt x="82146" y="106919"/>
                  <a:pt x="80744" y="108228"/>
                </a:cubicBezTo>
                <a:cubicBezTo>
                  <a:pt x="79341" y="109537"/>
                  <a:pt x="77736" y="110191"/>
                  <a:pt x="75926" y="110191"/>
                </a:cubicBezTo>
                <a:moveTo>
                  <a:pt x="51974" y="32662"/>
                </a:moveTo>
                <a:lnTo>
                  <a:pt x="32569" y="63952"/>
                </a:lnTo>
                <a:cubicBezTo>
                  <a:pt x="38042" y="62550"/>
                  <a:pt x="46343" y="60854"/>
                  <a:pt x="57470" y="58864"/>
                </a:cubicBezTo>
                <a:lnTo>
                  <a:pt x="51974" y="32662"/>
                </a:lnTo>
                <a:close/>
                <a:moveTo>
                  <a:pt x="164985" y="48213"/>
                </a:moveTo>
                <a:cubicBezTo>
                  <a:pt x="164443" y="54858"/>
                  <a:pt x="164171" y="61503"/>
                  <a:pt x="164171" y="68149"/>
                </a:cubicBezTo>
                <a:cubicBezTo>
                  <a:pt x="164171" y="83203"/>
                  <a:pt x="164872" y="94573"/>
                  <a:pt x="166275" y="102257"/>
                </a:cubicBezTo>
                <a:cubicBezTo>
                  <a:pt x="166365" y="102890"/>
                  <a:pt x="166410" y="103410"/>
                  <a:pt x="166410" y="103817"/>
                </a:cubicBezTo>
                <a:cubicBezTo>
                  <a:pt x="166410" y="105625"/>
                  <a:pt x="165777" y="107117"/>
                  <a:pt x="164510" y="108291"/>
                </a:cubicBezTo>
                <a:cubicBezTo>
                  <a:pt x="163244" y="109468"/>
                  <a:pt x="161774" y="110056"/>
                  <a:pt x="160100" y="110056"/>
                </a:cubicBezTo>
                <a:cubicBezTo>
                  <a:pt x="157295" y="110056"/>
                  <a:pt x="155237" y="108020"/>
                  <a:pt x="153925" y="103949"/>
                </a:cubicBezTo>
                <a:cubicBezTo>
                  <a:pt x="150669" y="106346"/>
                  <a:pt x="147287" y="108167"/>
                  <a:pt x="143782" y="109411"/>
                </a:cubicBezTo>
                <a:cubicBezTo>
                  <a:pt x="140276" y="110655"/>
                  <a:pt x="136623" y="111277"/>
                  <a:pt x="132824" y="111277"/>
                </a:cubicBezTo>
                <a:cubicBezTo>
                  <a:pt x="123460" y="111277"/>
                  <a:pt x="115702" y="108153"/>
                  <a:pt x="109550" y="101905"/>
                </a:cubicBezTo>
                <a:cubicBezTo>
                  <a:pt x="103218" y="95521"/>
                  <a:pt x="100051" y="87326"/>
                  <a:pt x="100051" y="77319"/>
                </a:cubicBezTo>
                <a:cubicBezTo>
                  <a:pt x="100051" y="65230"/>
                  <a:pt x="103252" y="55542"/>
                  <a:pt x="109652" y="48253"/>
                </a:cubicBezTo>
                <a:cubicBezTo>
                  <a:pt x="116053" y="40963"/>
                  <a:pt x="124365" y="37318"/>
                  <a:pt x="134588" y="37318"/>
                </a:cubicBezTo>
                <a:cubicBezTo>
                  <a:pt x="139835" y="37318"/>
                  <a:pt x="143883" y="38133"/>
                  <a:pt x="146733" y="39761"/>
                </a:cubicBezTo>
                <a:lnTo>
                  <a:pt x="153111" y="44443"/>
                </a:lnTo>
                <a:cubicBezTo>
                  <a:pt x="153745" y="25425"/>
                  <a:pt x="154491" y="12620"/>
                  <a:pt x="155350" y="6028"/>
                </a:cubicBezTo>
                <a:cubicBezTo>
                  <a:pt x="155938" y="2009"/>
                  <a:pt x="157997" y="0"/>
                  <a:pt x="161525" y="0"/>
                </a:cubicBezTo>
                <a:cubicBezTo>
                  <a:pt x="165641" y="0"/>
                  <a:pt x="167699" y="2192"/>
                  <a:pt x="167699" y="6577"/>
                </a:cubicBezTo>
                <a:cubicBezTo>
                  <a:pt x="167699" y="12861"/>
                  <a:pt x="166795" y="26739"/>
                  <a:pt x="164985" y="48213"/>
                </a:cubicBezTo>
                <a:moveTo>
                  <a:pt x="134859" y="49939"/>
                </a:moveTo>
                <a:cubicBezTo>
                  <a:pt x="127260" y="49939"/>
                  <a:pt x="121560" y="52189"/>
                  <a:pt x="117760" y="56690"/>
                </a:cubicBezTo>
                <a:cubicBezTo>
                  <a:pt x="113961" y="61191"/>
                  <a:pt x="112061" y="67965"/>
                  <a:pt x="112061" y="77012"/>
                </a:cubicBezTo>
                <a:cubicBezTo>
                  <a:pt x="112061" y="82847"/>
                  <a:pt x="114130" y="87868"/>
                  <a:pt x="118269" y="92075"/>
                </a:cubicBezTo>
                <a:cubicBezTo>
                  <a:pt x="122408" y="96282"/>
                  <a:pt x="127260" y="98385"/>
                  <a:pt x="132824" y="98385"/>
                </a:cubicBezTo>
                <a:cubicBezTo>
                  <a:pt x="136623" y="98385"/>
                  <a:pt x="139835" y="97684"/>
                  <a:pt x="142459" y="96282"/>
                </a:cubicBezTo>
                <a:cubicBezTo>
                  <a:pt x="143997" y="95467"/>
                  <a:pt x="146507" y="93590"/>
                  <a:pt x="149990" y="90650"/>
                </a:cubicBezTo>
                <a:cubicBezTo>
                  <a:pt x="150669" y="90062"/>
                  <a:pt x="151324" y="89361"/>
                  <a:pt x="151958" y="88547"/>
                </a:cubicBezTo>
                <a:lnTo>
                  <a:pt x="151754" y="76808"/>
                </a:lnTo>
                <a:lnTo>
                  <a:pt x="151822" y="68937"/>
                </a:lnTo>
                <a:lnTo>
                  <a:pt x="151958" y="60931"/>
                </a:lnTo>
                <a:cubicBezTo>
                  <a:pt x="150239" y="57267"/>
                  <a:pt x="147955" y="54519"/>
                  <a:pt x="145105" y="52687"/>
                </a:cubicBezTo>
                <a:cubicBezTo>
                  <a:pt x="142255" y="50855"/>
                  <a:pt x="138840" y="49939"/>
                  <a:pt x="134859" y="49939"/>
                </a:cubicBezTo>
                <a:close/>
                <a:moveTo>
                  <a:pt x="215473" y="104627"/>
                </a:moveTo>
                <a:cubicBezTo>
                  <a:pt x="215337" y="108789"/>
                  <a:pt x="213279" y="110870"/>
                  <a:pt x="209298" y="110870"/>
                </a:cubicBezTo>
                <a:cubicBezTo>
                  <a:pt x="205996" y="110870"/>
                  <a:pt x="203599" y="108925"/>
                  <a:pt x="202106" y="105035"/>
                </a:cubicBezTo>
                <a:lnTo>
                  <a:pt x="191725" y="77487"/>
                </a:lnTo>
                <a:lnTo>
                  <a:pt x="179647" y="46343"/>
                </a:lnTo>
                <a:cubicBezTo>
                  <a:pt x="179195" y="45167"/>
                  <a:pt x="178969" y="44126"/>
                  <a:pt x="178969" y="43222"/>
                </a:cubicBezTo>
                <a:cubicBezTo>
                  <a:pt x="178969" y="41367"/>
                  <a:pt x="179670" y="39784"/>
                  <a:pt x="181072" y="38472"/>
                </a:cubicBezTo>
                <a:cubicBezTo>
                  <a:pt x="182474" y="37160"/>
                  <a:pt x="184103" y="36504"/>
                  <a:pt x="185957" y="36504"/>
                </a:cubicBezTo>
                <a:cubicBezTo>
                  <a:pt x="188671" y="36504"/>
                  <a:pt x="190616" y="37884"/>
                  <a:pt x="191793" y="40643"/>
                </a:cubicBezTo>
                <a:lnTo>
                  <a:pt x="209027" y="88072"/>
                </a:lnTo>
                <a:cubicBezTo>
                  <a:pt x="212420" y="80834"/>
                  <a:pt x="216694" y="70340"/>
                  <a:pt x="221851" y="56588"/>
                </a:cubicBezTo>
                <a:cubicBezTo>
                  <a:pt x="223072" y="52970"/>
                  <a:pt x="224995" y="47858"/>
                  <a:pt x="227618" y="41254"/>
                </a:cubicBezTo>
                <a:cubicBezTo>
                  <a:pt x="229021" y="38359"/>
                  <a:pt x="231011" y="36911"/>
                  <a:pt x="233589" y="36911"/>
                </a:cubicBezTo>
                <a:cubicBezTo>
                  <a:pt x="235444" y="36911"/>
                  <a:pt x="237072" y="37567"/>
                  <a:pt x="238475" y="38879"/>
                </a:cubicBezTo>
                <a:cubicBezTo>
                  <a:pt x="239877" y="40191"/>
                  <a:pt x="240578" y="41751"/>
                  <a:pt x="240578" y="43561"/>
                </a:cubicBezTo>
                <a:cubicBezTo>
                  <a:pt x="240578" y="45280"/>
                  <a:pt x="236846" y="54960"/>
                  <a:pt x="229382" y="72601"/>
                </a:cubicBezTo>
                <a:lnTo>
                  <a:pt x="215473" y="104627"/>
                </a:lnTo>
                <a:close/>
                <a:moveTo>
                  <a:pt x="264480" y="40372"/>
                </a:moveTo>
                <a:lnTo>
                  <a:pt x="296167" y="40440"/>
                </a:lnTo>
                <a:cubicBezTo>
                  <a:pt x="300193" y="40440"/>
                  <a:pt x="302206" y="42453"/>
                  <a:pt x="302206" y="46478"/>
                </a:cubicBezTo>
                <a:cubicBezTo>
                  <a:pt x="302206" y="50504"/>
                  <a:pt x="300193" y="52517"/>
                  <a:pt x="296167" y="52517"/>
                </a:cubicBezTo>
                <a:lnTo>
                  <a:pt x="264412" y="52449"/>
                </a:lnTo>
                <a:cubicBezTo>
                  <a:pt x="263372" y="52449"/>
                  <a:pt x="261822" y="52506"/>
                  <a:pt x="259764" y="52619"/>
                </a:cubicBezTo>
                <a:cubicBezTo>
                  <a:pt x="257706" y="52732"/>
                  <a:pt x="256179" y="52789"/>
                  <a:pt x="255184" y="52789"/>
                </a:cubicBezTo>
                <a:cubicBezTo>
                  <a:pt x="253420" y="52789"/>
                  <a:pt x="251984" y="52201"/>
                  <a:pt x="250876" y="51025"/>
                </a:cubicBezTo>
                <a:cubicBezTo>
                  <a:pt x="249767" y="49848"/>
                  <a:pt x="249213" y="48401"/>
                  <a:pt x="249213" y="46682"/>
                </a:cubicBezTo>
                <a:cubicBezTo>
                  <a:pt x="249213" y="43425"/>
                  <a:pt x="251113" y="41435"/>
                  <a:pt x="254913" y="40711"/>
                </a:cubicBezTo>
                <a:cubicBezTo>
                  <a:pt x="255908" y="40485"/>
                  <a:pt x="259097" y="40372"/>
                  <a:pt x="264480" y="40372"/>
                </a:cubicBezTo>
                <a:moveTo>
                  <a:pt x="268348" y="76808"/>
                </a:moveTo>
                <a:cubicBezTo>
                  <a:pt x="271333" y="76808"/>
                  <a:pt x="275811" y="76876"/>
                  <a:pt x="281782" y="77012"/>
                </a:cubicBezTo>
                <a:cubicBezTo>
                  <a:pt x="287753" y="77147"/>
                  <a:pt x="292231" y="77215"/>
                  <a:pt x="295217" y="77215"/>
                </a:cubicBezTo>
                <a:cubicBezTo>
                  <a:pt x="299243" y="77215"/>
                  <a:pt x="301256" y="79228"/>
                  <a:pt x="301256" y="83254"/>
                </a:cubicBezTo>
                <a:cubicBezTo>
                  <a:pt x="301256" y="87280"/>
                  <a:pt x="299243" y="89293"/>
                  <a:pt x="295217" y="89293"/>
                </a:cubicBezTo>
                <a:cubicBezTo>
                  <a:pt x="292231" y="89293"/>
                  <a:pt x="287753" y="89225"/>
                  <a:pt x="281782" y="89089"/>
                </a:cubicBezTo>
                <a:cubicBezTo>
                  <a:pt x="275811" y="88954"/>
                  <a:pt x="271333" y="88886"/>
                  <a:pt x="268348" y="88886"/>
                </a:cubicBezTo>
                <a:cubicBezTo>
                  <a:pt x="266990" y="88886"/>
                  <a:pt x="264955" y="88976"/>
                  <a:pt x="262241" y="89157"/>
                </a:cubicBezTo>
                <a:cubicBezTo>
                  <a:pt x="259527" y="89338"/>
                  <a:pt x="257514" y="89429"/>
                  <a:pt x="256202" y="89429"/>
                </a:cubicBezTo>
                <a:cubicBezTo>
                  <a:pt x="252040" y="89429"/>
                  <a:pt x="249960" y="87416"/>
                  <a:pt x="249960" y="83390"/>
                </a:cubicBezTo>
                <a:cubicBezTo>
                  <a:pt x="249960" y="79681"/>
                  <a:pt x="251905" y="77668"/>
                  <a:pt x="255795" y="77351"/>
                </a:cubicBezTo>
                <a:cubicBezTo>
                  <a:pt x="260816" y="76989"/>
                  <a:pt x="265000" y="76808"/>
                  <a:pt x="268348" y="76808"/>
                </a:cubicBezTo>
                <a:close/>
                <a:moveTo>
                  <a:pt x="390123" y="108970"/>
                </a:moveTo>
                <a:cubicBezTo>
                  <a:pt x="388404" y="108970"/>
                  <a:pt x="386798" y="108244"/>
                  <a:pt x="385305" y="106792"/>
                </a:cubicBezTo>
                <a:cubicBezTo>
                  <a:pt x="370332" y="91958"/>
                  <a:pt x="353686" y="81978"/>
                  <a:pt x="335366" y="76851"/>
                </a:cubicBezTo>
                <a:lnTo>
                  <a:pt x="335909" y="90186"/>
                </a:lnTo>
                <a:lnTo>
                  <a:pt x="336248" y="103591"/>
                </a:lnTo>
                <a:cubicBezTo>
                  <a:pt x="336248" y="105587"/>
                  <a:pt x="335604" y="107253"/>
                  <a:pt x="334314" y="108590"/>
                </a:cubicBezTo>
                <a:cubicBezTo>
                  <a:pt x="333025" y="109929"/>
                  <a:pt x="331408" y="110598"/>
                  <a:pt x="329463" y="110598"/>
                </a:cubicBezTo>
                <a:cubicBezTo>
                  <a:pt x="327518" y="110598"/>
                  <a:pt x="325901" y="109930"/>
                  <a:pt x="324612" y="108595"/>
                </a:cubicBezTo>
                <a:cubicBezTo>
                  <a:pt x="323322" y="107260"/>
                  <a:pt x="322678" y="105597"/>
                  <a:pt x="322678" y="103605"/>
                </a:cubicBezTo>
                <a:cubicBezTo>
                  <a:pt x="322678" y="100029"/>
                  <a:pt x="322508" y="94699"/>
                  <a:pt x="322169" y="87616"/>
                </a:cubicBezTo>
                <a:cubicBezTo>
                  <a:pt x="321830" y="80532"/>
                  <a:pt x="321660" y="75202"/>
                  <a:pt x="321660" y="71626"/>
                </a:cubicBezTo>
                <a:cubicBezTo>
                  <a:pt x="321660" y="67462"/>
                  <a:pt x="322112" y="61261"/>
                  <a:pt x="323017" y="53024"/>
                </a:cubicBezTo>
                <a:cubicBezTo>
                  <a:pt x="323922" y="44786"/>
                  <a:pt x="324374" y="38607"/>
                  <a:pt x="324374" y="34488"/>
                </a:cubicBezTo>
                <a:cubicBezTo>
                  <a:pt x="324374" y="32179"/>
                  <a:pt x="324159" y="28762"/>
                  <a:pt x="323730" y="24236"/>
                </a:cubicBezTo>
                <a:cubicBezTo>
                  <a:pt x="323300" y="19710"/>
                  <a:pt x="323085" y="16292"/>
                  <a:pt x="323085" y="13984"/>
                </a:cubicBezTo>
                <a:cubicBezTo>
                  <a:pt x="323085" y="11404"/>
                  <a:pt x="323809" y="9141"/>
                  <a:pt x="325256" y="7194"/>
                </a:cubicBezTo>
                <a:cubicBezTo>
                  <a:pt x="326975" y="4796"/>
                  <a:pt x="329350" y="3709"/>
                  <a:pt x="332381" y="3935"/>
                </a:cubicBezTo>
                <a:lnTo>
                  <a:pt x="348733" y="5225"/>
                </a:lnTo>
                <a:cubicBezTo>
                  <a:pt x="354930" y="5995"/>
                  <a:pt x="360155" y="7512"/>
                  <a:pt x="364407" y="9775"/>
                </a:cubicBezTo>
                <a:cubicBezTo>
                  <a:pt x="382727" y="19506"/>
                  <a:pt x="391887" y="31388"/>
                  <a:pt x="391887" y="45420"/>
                </a:cubicBezTo>
                <a:cubicBezTo>
                  <a:pt x="391887" y="52300"/>
                  <a:pt x="388766" y="58388"/>
                  <a:pt x="382523" y="63683"/>
                </a:cubicBezTo>
                <a:cubicBezTo>
                  <a:pt x="377502" y="67938"/>
                  <a:pt x="371237" y="71174"/>
                  <a:pt x="363728" y="73392"/>
                </a:cubicBezTo>
                <a:cubicBezTo>
                  <a:pt x="377796" y="80952"/>
                  <a:pt x="388313" y="88918"/>
                  <a:pt x="395279" y="97291"/>
                </a:cubicBezTo>
                <a:cubicBezTo>
                  <a:pt x="396455" y="98740"/>
                  <a:pt x="397043" y="100279"/>
                  <a:pt x="397043" y="101909"/>
                </a:cubicBezTo>
                <a:cubicBezTo>
                  <a:pt x="397043" y="103810"/>
                  <a:pt x="396354" y="105463"/>
                  <a:pt x="394974" y="106867"/>
                </a:cubicBezTo>
                <a:cubicBezTo>
                  <a:pt x="393594" y="108269"/>
                  <a:pt x="391977" y="108970"/>
                  <a:pt x="390123" y="108970"/>
                </a:cubicBezTo>
                <a:moveTo>
                  <a:pt x="346901" y="19268"/>
                </a:moveTo>
                <a:lnTo>
                  <a:pt x="336859" y="18456"/>
                </a:lnTo>
                <a:lnTo>
                  <a:pt x="337537" y="26640"/>
                </a:lnTo>
                <a:cubicBezTo>
                  <a:pt x="337854" y="29978"/>
                  <a:pt x="338012" y="32706"/>
                  <a:pt x="338012" y="34825"/>
                </a:cubicBezTo>
                <a:cubicBezTo>
                  <a:pt x="338012" y="38432"/>
                  <a:pt x="337718" y="42919"/>
                  <a:pt x="337130" y="48285"/>
                </a:cubicBezTo>
                <a:lnTo>
                  <a:pt x="335705" y="61745"/>
                </a:lnTo>
                <a:cubicBezTo>
                  <a:pt x="336339" y="61745"/>
                  <a:pt x="337323" y="61768"/>
                  <a:pt x="338657" y="61813"/>
                </a:cubicBezTo>
                <a:cubicBezTo>
                  <a:pt x="339991" y="61858"/>
                  <a:pt x="340998" y="61881"/>
                  <a:pt x="341676" y="61881"/>
                </a:cubicBezTo>
                <a:cubicBezTo>
                  <a:pt x="353211" y="61881"/>
                  <a:pt x="361851" y="60348"/>
                  <a:pt x="367596" y="57282"/>
                </a:cubicBezTo>
                <a:cubicBezTo>
                  <a:pt x="370129" y="55884"/>
                  <a:pt x="372481" y="54057"/>
                  <a:pt x="374652" y="51803"/>
                </a:cubicBezTo>
                <a:cubicBezTo>
                  <a:pt x="377050" y="49277"/>
                  <a:pt x="378248" y="47134"/>
                  <a:pt x="378248" y="45376"/>
                </a:cubicBezTo>
                <a:cubicBezTo>
                  <a:pt x="378248" y="39108"/>
                  <a:pt x="374675" y="33269"/>
                  <a:pt x="367528" y="27857"/>
                </a:cubicBezTo>
                <a:cubicBezTo>
                  <a:pt x="360969" y="22897"/>
                  <a:pt x="354093" y="20034"/>
                  <a:pt x="346901" y="19268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Text Acc">
            <a:extLst xmlns:a="http://schemas.openxmlformats.org/drawingml/2006/main">
              <a:ext uri="{FF2B5EF4-FFF2-40B4-BE49-F238E27FC236}">
                <a16:creationId xmlns:a16="http://schemas.microsoft.com/office/drawing/2014/main" id="{363B0091-1A02-4692-ADC3-FFF5CE69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99" y="4408861"/>
            <a:ext cx="150267" cy="68350"/>
          </a:xfrm>
          <a:custGeom xmlns:a="http://schemas.openxmlformats.org/drawingml/2006/main">
            <a:pathLst>
              <a:path w="150267" h="68350">
                <a:moveTo>
                  <a:pt x="49600" y="66843"/>
                </a:moveTo>
                <a:cubicBezTo>
                  <a:pt x="46881" y="66843"/>
                  <a:pt x="44517" y="63368"/>
                  <a:pt x="42508" y="56419"/>
                </a:cubicBezTo>
                <a:cubicBezTo>
                  <a:pt x="41740" y="53761"/>
                  <a:pt x="40779" y="49109"/>
                  <a:pt x="39627" y="42464"/>
                </a:cubicBezTo>
                <a:cubicBezTo>
                  <a:pt x="36613" y="42875"/>
                  <a:pt x="32668" y="43609"/>
                  <a:pt x="27792" y="44666"/>
                </a:cubicBezTo>
                <a:lnTo>
                  <a:pt x="16001" y="47089"/>
                </a:lnTo>
                <a:cubicBezTo>
                  <a:pt x="14524" y="50966"/>
                  <a:pt x="11997" y="56634"/>
                  <a:pt x="8422" y="64093"/>
                </a:cubicBezTo>
                <a:cubicBezTo>
                  <a:pt x="7476" y="65749"/>
                  <a:pt x="6191" y="66577"/>
                  <a:pt x="4566" y="66577"/>
                </a:cubicBezTo>
                <a:cubicBezTo>
                  <a:pt x="3383" y="66577"/>
                  <a:pt x="2327" y="66148"/>
                  <a:pt x="1396" y="65291"/>
                </a:cubicBezTo>
                <a:cubicBezTo>
                  <a:pt x="465" y="64434"/>
                  <a:pt x="0" y="63370"/>
                  <a:pt x="0" y="62100"/>
                </a:cubicBezTo>
                <a:cubicBezTo>
                  <a:pt x="0" y="60680"/>
                  <a:pt x="2231" y="55287"/>
                  <a:pt x="6693" y="45918"/>
                </a:cubicBezTo>
                <a:cubicBezTo>
                  <a:pt x="6191" y="45150"/>
                  <a:pt x="5940" y="44263"/>
                  <a:pt x="5940" y="43257"/>
                </a:cubicBezTo>
                <a:cubicBezTo>
                  <a:pt x="5940" y="40864"/>
                  <a:pt x="7388" y="39327"/>
                  <a:pt x="10283" y="38647"/>
                </a:cubicBezTo>
                <a:cubicBezTo>
                  <a:pt x="13652" y="32317"/>
                  <a:pt x="17907" y="25041"/>
                  <a:pt x="23049" y="16817"/>
                </a:cubicBezTo>
                <a:cubicBezTo>
                  <a:pt x="30053" y="5606"/>
                  <a:pt x="34411" y="0"/>
                  <a:pt x="36125" y="0"/>
                </a:cubicBezTo>
                <a:cubicBezTo>
                  <a:pt x="38460" y="0"/>
                  <a:pt x="40055" y="1627"/>
                  <a:pt x="40912" y="4881"/>
                </a:cubicBezTo>
                <a:lnTo>
                  <a:pt x="43705" y="19784"/>
                </a:lnTo>
                <a:lnTo>
                  <a:pt x="50309" y="50608"/>
                </a:lnTo>
                <a:lnTo>
                  <a:pt x="52836" y="57598"/>
                </a:lnTo>
                <a:cubicBezTo>
                  <a:pt x="53693" y="59986"/>
                  <a:pt x="54121" y="61578"/>
                  <a:pt x="54121" y="62375"/>
                </a:cubicBezTo>
                <a:cubicBezTo>
                  <a:pt x="54121" y="63643"/>
                  <a:pt x="53663" y="64705"/>
                  <a:pt x="52747" y="65560"/>
                </a:cubicBezTo>
                <a:cubicBezTo>
                  <a:pt x="51831" y="66415"/>
                  <a:pt x="50782" y="66843"/>
                  <a:pt x="49600" y="66843"/>
                </a:cubicBezTo>
                <a:moveTo>
                  <a:pt x="33953" y="16195"/>
                </a:moveTo>
                <a:lnTo>
                  <a:pt x="21276" y="36636"/>
                </a:lnTo>
                <a:cubicBezTo>
                  <a:pt x="24852" y="35720"/>
                  <a:pt x="30274" y="34612"/>
                  <a:pt x="37544" y="33312"/>
                </a:cubicBezTo>
                <a:lnTo>
                  <a:pt x="33953" y="16195"/>
                </a:lnTo>
                <a:close/>
                <a:moveTo>
                  <a:pt x="86727" y="68350"/>
                </a:moveTo>
                <a:cubicBezTo>
                  <a:pt x="80670" y="68350"/>
                  <a:pt x="75616" y="66514"/>
                  <a:pt x="71568" y="62844"/>
                </a:cubicBezTo>
                <a:cubicBezTo>
                  <a:pt x="67313" y="58996"/>
                  <a:pt x="65185" y="53918"/>
                  <a:pt x="65185" y="47612"/>
                </a:cubicBezTo>
                <a:cubicBezTo>
                  <a:pt x="65185" y="41603"/>
                  <a:pt x="67180" y="35402"/>
                  <a:pt x="71169" y="29008"/>
                </a:cubicBezTo>
                <a:cubicBezTo>
                  <a:pt x="75602" y="21903"/>
                  <a:pt x="80596" y="18351"/>
                  <a:pt x="86151" y="18351"/>
                </a:cubicBezTo>
                <a:cubicBezTo>
                  <a:pt x="89047" y="18351"/>
                  <a:pt x="92283" y="19033"/>
                  <a:pt x="95858" y="20397"/>
                </a:cubicBezTo>
                <a:cubicBezTo>
                  <a:pt x="100380" y="22146"/>
                  <a:pt x="102640" y="24281"/>
                  <a:pt x="102640" y="26802"/>
                </a:cubicBezTo>
                <a:cubicBezTo>
                  <a:pt x="102640" y="27928"/>
                  <a:pt x="102271" y="28929"/>
                  <a:pt x="101532" y="29805"/>
                </a:cubicBezTo>
                <a:cubicBezTo>
                  <a:pt x="100793" y="30679"/>
                  <a:pt x="99877" y="31116"/>
                  <a:pt x="98784" y="31116"/>
                </a:cubicBezTo>
                <a:cubicBezTo>
                  <a:pt x="97927" y="31116"/>
                  <a:pt x="97181" y="30855"/>
                  <a:pt x="96545" y="30334"/>
                </a:cubicBezTo>
                <a:cubicBezTo>
                  <a:pt x="95910" y="29811"/>
                  <a:pt x="95297" y="29296"/>
                  <a:pt x="94706" y="28788"/>
                </a:cubicBezTo>
                <a:cubicBezTo>
                  <a:pt x="92962" y="27385"/>
                  <a:pt x="90111" y="26684"/>
                  <a:pt x="86151" y="26684"/>
                </a:cubicBezTo>
                <a:cubicBezTo>
                  <a:pt x="83137" y="26684"/>
                  <a:pt x="80152" y="29380"/>
                  <a:pt x="77197" y="34773"/>
                </a:cubicBezTo>
                <a:cubicBezTo>
                  <a:pt x="74508" y="39721"/>
                  <a:pt x="73164" y="44002"/>
                  <a:pt x="73164" y="47616"/>
                </a:cubicBezTo>
                <a:cubicBezTo>
                  <a:pt x="73164" y="51527"/>
                  <a:pt x="74494" y="54609"/>
                  <a:pt x="77153" y="56861"/>
                </a:cubicBezTo>
                <a:cubicBezTo>
                  <a:pt x="79635" y="58965"/>
                  <a:pt x="82827" y="60016"/>
                  <a:pt x="86727" y="60016"/>
                </a:cubicBezTo>
                <a:cubicBezTo>
                  <a:pt x="88500" y="60016"/>
                  <a:pt x="90392" y="59544"/>
                  <a:pt x="92401" y="58598"/>
                </a:cubicBezTo>
                <a:lnTo>
                  <a:pt x="97543" y="55850"/>
                </a:lnTo>
                <a:cubicBezTo>
                  <a:pt x="98429" y="55377"/>
                  <a:pt x="99065" y="55141"/>
                  <a:pt x="99449" y="55141"/>
                </a:cubicBezTo>
                <a:cubicBezTo>
                  <a:pt x="100542" y="55141"/>
                  <a:pt x="101488" y="55577"/>
                  <a:pt x="102286" y="56448"/>
                </a:cubicBezTo>
                <a:cubicBezTo>
                  <a:pt x="103083" y="57320"/>
                  <a:pt x="103482" y="58317"/>
                  <a:pt x="103482" y="59440"/>
                </a:cubicBezTo>
                <a:cubicBezTo>
                  <a:pt x="103482" y="61597"/>
                  <a:pt x="101207" y="63681"/>
                  <a:pt x="96656" y="65690"/>
                </a:cubicBezTo>
                <a:cubicBezTo>
                  <a:pt x="92667" y="67463"/>
                  <a:pt x="89357" y="68350"/>
                  <a:pt x="86727" y="68350"/>
                </a:cubicBezTo>
                <a:close/>
                <a:moveTo>
                  <a:pt x="133512" y="68350"/>
                </a:moveTo>
                <a:cubicBezTo>
                  <a:pt x="127455" y="68350"/>
                  <a:pt x="122401" y="66514"/>
                  <a:pt x="118353" y="62844"/>
                </a:cubicBezTo>
                <a:cubicBezTo>
                  <a:pt x="114098" y="58996"/>
                  <a:pt x="111970" y="53918"/>
                  <a:pt x="111970" y="47612"/>
                </a:cubicBezTo>
                <a:cubicBezTo>
                  <a:pt x="111970" y="41603"/>
                  <a:pt x="113965" y="35402"/>
                  <a:pt x="117954" y="29008"/>
                </a:cubicBezTo>
                <a:cubicBezTo>
                  <a:pt x="122387" y="21903"/>
                  <a:pt x="127381" y="18351"/>
                  <a:pt x="132936" y="18351"/>
                </a:cubicBezTo>
                <a:cubicBezTo>
                  <a:pt x="135832" y="18351"/>
                  <a:pt x="139068" y="19033"/>
                  <a:pt x="142643" y="20397"/>
                </a:cubicBezTo>
                <a:cubicBezTo>
                  <a:pt x="147165" y="22146"/>
                  <a:pt x="149425" y="24281"/>
                  <a:pt x="149425" y="26802"/>
                </a:cubicBezTo>
                <a:cubicBezTo>
                  <a:pt x="149425" y="27928"/>
                  <a:pt x="149056" y="28929"/>
                  <a:pt x="148317" y="29805"/>
                </a:cubicBezTo>
                <a:cubicBezTo>
                  <a:pt x="147578" y="30679"/>
                  <a:pt x="146662" y="31116"/>
                  <a:pt x="145569" y="31116"/>
                </a:cubicBezTo>
                <a:cubicBezTo>
                  <a:pt x="144712" y="31116"/>
                  <a:pt x="143966" y="30855"/>
                  <a:pt x="143330" y="30334"/>
                </a:cubicBezTo>
                <a:cubicBezTo>
                  <a:pt x="142695" y="29811"/>
                  <a:pt x="142082" y="29296"/>
                  <a:pt x="141491" y="28788"/>
                </a:cubicBezTo>
                <a:cubicBezTo>
                  <a:pt x="139747" y="27385"/>
                  <a:pt x="136896" y="26684"/>
                  <a:pt x="132936" y="26684"/>
                </a:cubicBezTo>
                <a:cubicBezTo>
                  <a:pt x="129922" y="26684"/>
                  <a:pt x="126937" y="29380"/>
                  <a:pt x="123982" y="34773"/>
                </a:cubicBezTo>
                <a:cubicBezTo>
                  <a:pt x="121293" y="39721"/>
                  <a:pt x="119949" y="44002"/>
                  <a:pt x="119949" y="47616"/>
                </a:cubicBezTo>
                <a:cubicBezTo>
                  <a:pt x="119949" y="51527"/>
                  <a:pt x="121279" y="54609"/>
                  <a:pt x="123938" y="56861"/>
                </a:cubicBezTo>
                <a:cubicBezTo>
                  <a:pt x="126420" y="58965"/>
                  <a:pt x="129612" y="60016"/>
                  <a:pt x="133512" y="60016"/>
                </a:cubicBezTo>
                <a:cubicBezTo>
                  <a:pt x="135285" y="60016"/>
                  <a:pt x="137177" y="59544"/>
                  <a:pt x="139186" y="58598"/>
                </a:cubicBezTo>
                <a:lnTo>
                  <a:pt x="144328" y="55850"/>
                </a:lnTo>
                <a:cubicBezTo>
                  <a:pt x="145214" y="55377"/>
                  <a:pt x="145850" y="55141"/>
                  <a:pt x="146234" y="55141"/>
                </a:cubicBezTo>
                <a:cubicBezTo>
                  <a:pt x="147327" y="55141"/>
                  <a:pt x="148273" y="55577"/>
                  <a:pt x="149071" y="56448"/>
                </a:cubicBezTo>
                <a:cubicBezTo>
                  <a:pt x="149868" y="57320"/>
                  <a:pt x="150267" y="58317"/>
                  <a:pt x="150267" y="59440"/>
                </a:cubicBezTo>
                <a:cubicBezTo>
                  <a:pt x="150267" y="61597"/>
                  <a:pt x="147992" y="63681"/>
                  <a:pt x="143441" y="65690"/>
                </a:cubicBezTo>
                <a:cubicBezTo>
                  <a:pt x="139452" y="67463"/>
                  <a:pt x="136142" y="68350"/>
                  <a:pt x="133512" y="68350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Text (c">
            <a:extLst xmlns:a="http://schemas.openxmlformats.org/drawingml/2006/main">
              <a:ext uri="{FF2B5EF4-FFF2-40B4-BE49-F238E27FC236}">
                <a16:creationId xmlns:a16="http://schemas.microsoft.com/office/drawing/2014/main" id="{6FFA01FB-1734-4D19-81D4-3D218005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6137" y="4338170"/>
            <a:ext cx="108988" cy="138282"/>
          </a:xfrm>
          <a:custGeom xmlns:a="http://schemas.openxmlformats.org/drawingml/2006/main">
            <a:pathLst>
              <a:path w="108988" h="138282">
                <a:moveTo>
                  <a:pt x="39490" y="6310"/>
                </a:moveTo>
                <a:cubicBezTo>
                  <a:pt x="39490" y="7893"/>
                  <a:pt x="38087" y="10200"/>
                  <a:pt x="35283" y="13231"/>
                </a:cubicBezTo>
                <a:cubicBezTo>
                  <a:pt x="33202" y="15312"/>
                  <a:pt x="31144" y="17393"/>
                  <a:pt x="29108" y="19473"/>
                </a:cubicBezTo>
                <a:cubicBezTo>
                  <a:pt x="24087" y="25173"/>
                  <a:pt x="20152" y="33315"/>
                  <a:pt x="17302" y="43900"/>
                </a:cubicBezTo>
                <a:cubicBezTo>
                  <a:pt x="14814" y="53128"/>
                  <a:pt x="13570" y="62197"/>
                  <a:pt x="13570" y="71109"/>
                </a:cubicBezTo>
                <a:cubicBezTo>
                  <a:pt x="13570" y="94088"/>
                  <a:pt x="18772" y="110938"/>
                  <a:pt x="29176" y="121658"/>
                </a:cubicBezTo>
                <a:cubicBezTo>
                  <a:pt x="31257" y="123287"/>
                  <a:pt x="33360" y="124915"/>
                  <a:pt x="35486" y="126544"/>
                </a:cubicBezTo>
                <a:cubicBezTo>
                  <a:pt x="38110" y="128624"/>
                  <a:pt x="39422" y="130683"/>
                  <a:pt x="39422" y="132718"/>
                </a:cubicBezTo>
                <a:cubicBezTo>
                  <a:pt x="39422" y="134211"/>
                  <a:pt x="38834" y="135511"/>
                  <a:pt x="37658" y="136620"/>
                </a:cubicBezTo>
                <a:cubicBezTo>
                  <a:pt x="36482" y="137728"/>
                  <a:pt x="35125" y="138282"/>
                  <a:pt x="33587" y="138282"/>
                </a:cubicBezTo>
                <a:cubicBezTo>
                  <a:pt x="32230" y="138282"/>
                  <a:pt x="30601" y="137762"/>
                  <a:pt x="28701" y="136721"/>
                </a:cubicBezTo>
                <a:cubicBezTo>
                  <a:pt x="9567" y="126001"/>
                  <a:pt x="0" y="103610"/>
                  <a:pt x="0" y="69548"/>
                </a:cubicBezTo>
                <a:cubicBezTo>
                  <a:pt x="0" y="57290"/>
                  <a:pt x="2465" y="44873"/>
                  <a:pt x="7396" y="32297"/>
                </a:cubicBezTo>
                <a:cubicBezTo>
                  <a:pt x="12914" y="18320"/>
                  <a:pt x="20152" y="8187"/>
                  <a:pt x="29108" y="1900"/>
                </a:cubicBezTo>
                <a:cubicBezTo>
                  <a:pt x="30918" y="633"/>
                  <a:pt x="32343" y="0"/>
                  <a:pt x="33383" y="0"/>
                </a:cubicBezTo>
                <a:cubicBezTo>
                  <a:pt x="35012" y="0"/>
                  <a:pt x="36436" y="645"/>
                  <a:pt x="37658" y="1934"/>
                </a:cubicBezTo>
                <a:cubicBezTo>
                  <a:pt x="38879" y="3223"/>
                  <a:pt x="39490" y="4682"/>
                  <a:pt x="39490" y="6310"/>
                </a:cubicBezTo>
                <a:close/>
                <a:moveTo>
                  <a:pt x="83340" y="113312"/>
                </a:moveTo>
                <a:cubicBezTo>
                  <a:pt x="74067" y="113312"/>
                  <a:pt x="66332" y="110503"/>
                  <a:pt x="60135" y="104884"/>
                </a:cubicBezTo>
                <a:cubicBezTo>
                  <a:pt x="53621" y="98994"/>
                  <a:pt x="50364" y="91222"/>
                  <a:pt x="50364" y="81568"/>
                </a:cubicBezTo>
                <a:cubicBezTo>
                  <a:pt x="50364" y="72370"/>
                  <a:pt x="53418" y="62877"/>
                  <a:pt x="59524" y="53090"/>
                </a:cubicBezTo>
                <a:cubicBezTo>
                  <a:pt x="66309" y="42214"/>
                  <a:pt x="73954" y="36776"/>
                  <a:pt x="82458" y="36776"/>
                </a:cubicBezTo>
                <a:cubicBezTo>
                  <a:pt x="86891" y="36776"/>
                  <a:pt x="91844" y="37820"/>
                  <a:pt x="97318" y="39907"/>
                </a:cubicBezTo>
                <a:cubicBezTo>
                  <a:pt x="104239" y="42586"/>
                  <a:pt x="107699" y="45854"/>
                  <a:pt x="107699" y="49712"/>
                </a:cubicBezTo>
                <a:cubicBezTo>
                  <a:pt x="107699" y="51437"/>
                  <a:pt x="107134" y="52969"/>
                  <a:pt x="106003" y="54309"/>
                </a:cubicBezTo>
                <a:cubicBezTo>
                  <a:pt x="104872" y="55648"/>
                  <a:pt x="103470" y="56317"/>
                  <a:pt x="101796" y="56317"/>
                </a:cubicBezTo>
                <a:cubicBezTo>
                  <a:pt x="100484" y="56317"/>
                  <a:pt x="99342" y="55918"/>
                  <a:pt x="98369" y="55119"/>
                </a:cubicBezTo>
                <a:cubicBezTo>
                  <a:pt x="97397" y="54319"/>
                  <a:pt x="96458" y="53530"/>
                  <a:pt x="95554" y="52753"/>
                </a:cubicBezTo>
                <a:cubicBezTo>
                  <a:pt x="92885" y="50605"/>
                  <a:pt x="88520" y="49532"/>
                  <a:pt x="82458" y="49532"/>
                </a:cubicBezTo>
                <a:cubicBezTo>
                  <a:pt x="77844" y="49532"/>
                  <a:pt x="73276" y="53659"/>
                  <a:pt x="68752" y="61915"/>
                </a:cubicBezTo>
                <a:cubicBezTo>
                  <a:pt x="64636" y="69489"/>
                  <a:pt x="62578" y="76042"/>
                  <a:pt x="62578" y="81575"/>
                </a:cubicBezTo>
                <a:cubicBezTo>
                  <a:pt x="62578" y="87561"/>
                  <a:pt x="64613" y="92278"/>
                  <a:pt x="68684" y="95726"/>
                </a:cubicBezTo>
                <a:cubicBezTo>
                  <a:pt x="72484" y="98946"/>
                  <a:pt x="77369" y="100556"/>
                  <a:pt x="83340" y="100556"/>
                </a:cubicBezTo>
                <a:cubicBezTo>
                  <a:pt x="86054" y="100556"/>
                  <a:pt x="88949" y="99833"/>
                  <a:pt x="92025" y="98385"/>
                </a:cubicBezTo>
                <a:lnTo>
                  <a:pt x="99896" y="94178"/>
                </a:lnTo>
                <a:cubicBezTo>
                  <a:pt x="101253" y="93455"/>
                  <a:pt x="102226" y="93093"/>
                  <a:pt x="102814" y="93093"/>
                </a:cubicBezTo>
                <a:cubicBezTo>
                  <a:pt x="104487" y="93093"/>
                  <a:pt x="105935" y="93760"/>
                  <a:pt x="107156" y="95094"/>
                </a:cubicBezTo>
                <a:cubicBezTo>
                  <a:pt x="108378" y="96429"/>
                  <a:pt x="108988" y="97955"/>
                  <a:pt x="108988" y="99674"/>
                </a:cubicBezTo>
                <a:cubicBezTo>
                  <a:pt x="108988" y="102976"/>
                  <a:pt x="105505" y="106165"/>
                  <a:pt x="98539" y="109241"/>
                </a:cubicBezTo>
                <a:cubicBezTo>
                  <a:pt x="92432" y="111955"/>
                  <a:pt x="87366" y="113312"/>
                  <a:pt x="83340" y="113312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Text i">
            <a:extLst xmlns:a="http://schemas.openxmlformats.org/drawingml/2006/main">
              <a:ext uri="{FF2B5EF4-FFF2-40B4-BE49-F238E27FC236}">
                <a16:creationId xmlns:a16="http://schemas.microsoft.com/office/drawing/2014/main" id="{81A22F75-6CE5-4E2B-B366-2ECC0B65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235" y="4407975"/>
            <a:ext cx="11879" cy="66665"/>
          </a:xfrm>
          <a:custGeom xmlns:a="http://schemas.openxmlformats.org/drawingml/2006/main">
            <a:pathLst>
              <a:path w="11879" h="66665">
                <a:moveTo>
                  <a:pt x="6693" y="10283"/>
                </a:moveTo>
                <a:cubicBezTo>
                  <a:pt x="5275" y="10283"/>
                  <a:pt x="4048" y="9781"/>
                  <a:pt x="3014" y="8776"/>
                </a:cubicBezTo>
                <a:cubicBezTo>
                  <a:pt x="1980" y="7772"/>
                  <a:pt x="1463" y="6560"/>
                  <a:pt x="1463" y="5142"/>
                </a:cubicBezTo>
                <a:cubicBezTo>
                  <a:pt x="1463" y="3723"/>
                  <a:pt x="1980" y="2512"/>
                  <a:pt x="3014" y="1507"/>
                </a:cubicBezTo>
                <a:cubicBezTo>
                  <a:pt x="4048" y="502"/>
                  <a:pt x="5275" y="0"/>
                  <a:pt x="6693" y="0"/>
                </a:cubicBezTo>
                <a:cubicBezTo>
                  <a:pt x="8112" y="0"/>
                  <a:pt x="9330" y="502"/>
                  <a:pt x="10350" y="1507"/>
                </a:cubicBezTo>
                <a:cubicBezTo>
                  <a:pt x="11369" y="2512"/>
                  <a:pt x="11879" y="3723"/>
                  <a:pt x="11879" y="5142"/>
                </a:cubicBezTo>
                <a:cubicBezTo>
                  <a:pt x="11879" y="6560"/>
                  <a:pt x="11369" y="7772"/>
                  <a:pt x="10350" y="8776"/>
                </a:cubicBezTo>
                <a:cubicBezTo>
                  <a:pt x="9330" y="9781"/>
                  <a:pt x="8112" y="10283"/>
                  <a:pt x="6693" y="10283"/>
                </a:cubicBezTo>
                <a:moveTo>
                  <a:pt x="8688" y="46301"/>
                </a:moveTo>
                <a:cubicBezTo>
                  <a:pt x="8688" y="48075"/>
                  <a:pt x="8739" y="50730"/>
                  <a:pt x="8843" y="54265"/>
                </a:cubicBezTo>
                <a:cubicBezTo>
                  <a:pt x="8946" y="57799"/>
                  <a:pt x="8998" y="60454"/>
                  <a:pt x="8998" y="62229"/>
                </a:cubicBezTo>
                <a:cubicBezTo>
                  <a:pt x="8998" y="63530"/>
                  <a:pt x="8599" y="64594"/>
                  <a:pt x="7801" y="65423"/>
                </a:cubicBezTo>
                <a:cubicBezTo>
                  <a:pt x="7003" y="66251"/>
                  <a:pt x="5954" y="66665"/>
                  <a:pt x="4654" y="66665"/>
                </a:cubicBezTo>
                <a:cubicBezTo>
                  <a:pt x="3383" y="66665"/>
                  <a:pt x="2342" y="66251"/>
                  <a:pt x="1529" y="65423"/>
                </a:cubicBezTo>
                <a:cubicBezTo>
                  <a:pt x="717" y="64594"/>
                  <a:pt x="310" y="63530"/>
                  <a:pt x="310" y="62229"/>
                </a:cubicBezTo>
                <a:cubicBezTo>
                  <a:pt x="310" y="60454"/>
                  <a:pt x="259" y="57799"/>
                  <a:pt x="155" y="54265"/>
                </a:cubicBezTo>
                <a:cubicBezTo>
                  <a:pt x="52" y="50730"/>
                  <a:pt x="0" y="48075"/>
                  <a:pt x="0" y="46301"/>
                </a:cubicBezTo>
                <a:cubicBezTo>
                  <a:pt x="0" y="43520"/>
                  <a:pt x="148" y="40052"/>
                  <a:pt x="443" y="35897"/>
                </a:cubicBezTo>
                <a:cubicBezTo>
                  <a:pt x="739" y="31740"/>
                  <a:pt x="887" y="28272"/>
                  <a:pt x="887" y="25491"/>
                </a:cubicBezTo>
                <a:cubicBezTo>
                  <a:pt x="887" y="24161"/>
                  <a:pt x="1293" y="23081"/>
                  <a:pt x="2105" y="22253"/>
                </a:cubicBezTo>
                <a:cubicBezTo>
                  <a:pt x="2918" y="21424"/>
                  <a:pt x="3960" y="21010"/>
                  <a:pt x="5230" y="21010"/>
                </a:cubicBezTo>
                <a:cubicBezTo>
                  <a:pt x="6501" y="21010"/>
                  <a:pt x="7543" y="21424"/>
                  <a:pt x="8355" y="22253"/>
                </a:cubicBezTo>
                <a:cubicBezTo>
                  <a:pt x="9168" y="23081"/>
                  <a:pt x="9574" y="24161"/>
                  <a:pt x="9574" y="25491"/>
                </a:cubicBezTo>
                <a:cubicBezTo>
                  <a:pt x="9574" y="28272"/>
                  <a:pt x="9427" y="31740"/>
                  <a:pt x="9131" y="35897"/>
                </a:cubicBezTo>
                <a:cubicBezTo>
                  <a:pt x="8836" y="40052"/>
                  <a:pt x="8688" y="43520"/>
                  <a:pt x="8688" y="46301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Text )-R">
            <a:extLst xmlns:a="http://schemas.openxmlformats.org/drawingml/2006/main">
              <a:ext uri="{FF2B5EF4-FFF2-40B4-BE49-F238E27FC236}">
                <a16:creationId xmlns:a16="http://schemas.microsoft.com/office/drawing/2014/main" id="{BAFE9347-4FB4-40B8-A3BF-E25D6018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174" y="4338170"/>
            <a:ext cx="184521" cy="138282"/>
          </a:xfrm>
          <a:custGeom xmlns:a="http://schemas.openxmlformats.org/drawingml/2006/main">
            <a:pathLst>
              <a:path w="184521" h="138282">
                <a:moveTo>
                  <a:pt x="39490" y="69548"/>
                </a:moveTo>
                <a:cubicBezTo>
                  <a:pt x="39490" y="103610"/>
                  <a:pt x="29900" y="126001"/>
                  <a:pt x="10721" y="136721"/>
                </a:cubicBezTo>
                <a:cubicBezTo>
                  <a:pt x="8866" y="137762"/>
                  <a:pt x="7260" y="138282"/>
                  <a:pt x="5903" y="138282"/>
                </a:cubicBezTo>
                <a:cubicBezTo>
                  <a:pt x="4365" y="138282"/>
                  <a:pt x="3008" y="137728"/>
                  <a:pt x="1832" y="136620"/>
                </a:cubicBezTo>
                <a:cubicBezTo>
                  <a:pt x="656" y="135511"/>
                  <a:pt x="68" y="134211"/>
                  <a:pt x="68" y="132718"/>
                </a:cubicBezTo>
                <a:cubicBezTo>
                  <a:pt x="68" y="130683"/>
                  <a:pt x="1380" y="128624"/>
                  <a:pt x="4003" y="126544"/>
                </a:cubicBezTo>
                <a:cubicBezTo>
                  <a:pt x="6084" y="124915"/>
                  <a:pt x="8187" y="123287"/>
                  <a:pt x="10313" y="121658"/>
                </a:cubicBezTo>
                <a:cubicBezTo>
                  <a:pt x="20717" y="110938"/>
                  <a:pt x="25919" y="94088"/>
                  <a:pt x="25919" y="71109"/>
                </a:cubicBezTo>
                <a:cubicBezTo>
                  <a:pt x="25919" y="62197"/>
                  <a:pt x="24675" y="53128"/>
                  <a:pt x="22188" y="43900"/>
                </a:cubicBezTo>
                <a:cubicBezTo>
                  <a:pt x="19293" y="33315"/>
                  <a:pt x="15357" y="25173"/>
                  <a:pt x="10381" y="19473"/>
                </a:cubicBezTo>
                <a:cubicBezTo>
                  <a:pt x="8301" y="17393"/>
                  <a:pt x="6242" y="15312"/>
                  <a:pt x="4207" y="13231"/>
                </a:cubicBezTo>
                <a:cubicBezTo>
                  <a:pt x="1402" y="10200"/>
                  <a:pt x="0" y="7893"/>
                  <a:pt x="0" y="6310"/>
                </a:cubicBezTo>
                <a:cubicBezTo>
                  <a:pt x="0" y="4682"/>
                  <a:pt x="599" y="3223"/>
                  <a:pt x="1798" y="1934"/>
                </a:cubicBezTo>
                <a:cubicBezTo>
                  <a:pt x="2997" y="645"/>
                  <a:pt x="4410" y="0"/>
                  <a:pt x="6039" y="0"/>
                </a:cubicBezTo>
                <a:cubicBezTo>
                  <a:pt x="7079" y="0"/>
                  <a:pt x="8527" y="633"/>
                  <a:pt x="10381" y="1900"/>
                </a:cubicBezTo>
                <a:cubicBezTo>
                  <a:pt x="19338" y="8187"/>
                  <a:pt x="26575" y="18320"/>
                  <a:pt x="32094" y="32297"/>
                </a:cubicBezTo>
                <a:cubicBezTo>
                  <a:pt x="37024" y="44873"/>
                  <a:pt x="39490" y="57290"/>
                  <a:pt x="39490" y="69548"/>
                </a:cubicBezTo>
                <a:close/>
                <a:moveTo>
                  <a:pt x="89312" y="76672"/>
                </a:moveTo>
                <a:cubicBezTo>
                  <a:pt x="83160" y="77306"/>
                  <a:pt x="72214" y="77622"/>
                  <a:pt x="56472" y="77622"/>
                </a:cubicBezTo>
                <a:cubicBezTo>
                  <a:pt x="52672" y="77622"/>
                  <a:pt x="50773" y="75858"/>
                  <a:pt x="50773" y="72330"/>
                </a:cubicBezTo>
                <a:cubicBezTo>
                  <a:pt x="50773" y="68802"/>
                  <a:pt x="52672" y="67038"/>
                  <a:pt x="56472" y="67038"/>
                </a:cubicBezTo>
                <a:cubicBezTo>
                  <a:pt x="60046" y="67038"/>
                  <a:pt x="65406" y="66879"/>
                  <a:pt x="72553" y="66563"/>
                </a:cubicBezTo>
                <a:cubicBezTo>
                  <a:pt x="79700" y="66246"/>
                  <a:pt x="85060" y="66088"/>
                  <a:pt x="88634" y="66088"/>
                </a:cubicBezTo>
                <a:cubicBezTo>
                  <a:pt x="92660" y="66088"/>
                  <a:pt x="94673" y="67852"/>
                  <a:pt x="94673" y="71380"/>
                </a:cubicBezTo>
                <a:cubicBezTo>
                  <a:pt x="94673" y="74501"/>
                  <a:pt x="92886" y="76265"/>
                  <a:pt x="89312" y="76672"/>
                </a:cubicBezTo>
                <a:close/>
                <a:moveTo>
                  <a:pt x="177600" y="109784"/>
                </a:moveTo>
                <a:cubicBezTo>
                  <a:pt x="175882" y="109784"/>
                  <a:pt x="174276" y="109058"/>
                  <a:pt x="172783" y="107607"/>
                </a:cubicBezTo>
                <a:cubicBezTo>
                  <a:pt x="157810" y="92772"/>
                  <a:pt x="141164" y="82792"/>
                  <a:pt x="122844" y="77665"/>
                </a:cubicBezTo>
                <a:lnTo>
                  <a:pt x="123387" y="91000"/>
                </a:lnTo>
                <a:lnTo>
                  <a:pt x="123726" y="104405"/>
                </a:lnTo>
                <a:cubicBezTo>
                  <a:pt x="123726" y="106401"/>
                  <a:pt x="123082" y="108067"/>
                  <a:pt x="121792" y="109405"/>
                </a:cubicBezTo>
                <a:cubicBezTo>
                  <a:pt x="120503" y="110743"/>
                  <a:pt x="118886" y="111413"/>
                  <a:pt x="116941" y="111413"/>
                </a:cubicBezTo>
                <a:cubicBezTo>
                  <a:pt x="114996" y="111413"/>
                  <a:pt x="113379" y="110745"/>
                  <a:pt x="112090" y="109409"/>
                </a:cubicBezTo>
                <a:cubicBezTo>
                  <a:pt x="110800" y="108074"/>
                  <a:pt x="110156" y="106411"/>
                  <a:pt x="110156" y="104420"/>
                </a:cubicBezTo>
                <a:cubicBezTo>
                  <a:pt x="110156" y="100843"/>
                  <a:pt x="109986" y="95513"/>
                  <a:pt x="109647" y="88430"/>
                </a:cubicBezTo>
                <a:cubicBezTo>
                  <a:pt x="109308" y="81346"/>
                  <a:pt x="109138" y="76017"/>
                  <a:pt x="109138" y="72440"/>
                </a:cubicBezTo>
                <a:cubicBezTo>
                  <a:pt x="109138" y="68276"/>
                  <a:pt x="109590" y="62075"/>
                  <a:pt x="110495" y="53838"/>
                </a:cubicBezTo>
                <a:cubicBezTo>
                  <a:pt x="111400" y="45600"/>
                  <a:pt x="111852" y="39421"/>
                  <a:pt x="111852" y="35302"/>
                </a:cubicBezTo>
                <a:cubicBezTo>
                  <a:pt x="111852" y="32994"/>
                  <a:pt x="111637" y="29576"/>
                  <a:pt x="111208" y="25050"/>
                </a:cubicBezTo>
                <a:cubicBezTo>
                  <a:pt x="110778" y="20524"/>
                  <a:pt x="110563" y="17106"/>
                  <a:pt x="110563" y="14798"/>
                </a:cubicBezTo>
                <a:cubicBezTo>
                  <a:pt x="110563" y="12218"/>
                  <a:pt x="111287" y="9955"/>
                  <a:pt x="112734" y="8009"/>
                </a:cubicBezTo>
                <a:cubicBezTo>
                  <a:pt x="114453" y="5610"/>
                  <a:pt x="116828" y="4523"/>
                  <a:pt x="119859" y="4750"/>
                </a:cubicBezTo>
                <a:lnTo>
                  <a:pt x="136211" y="6039"/>
                </a:lnTo>
                <a:cubicBezTo>
                  <a:pt x="142408" y="6809"/>
                  <a:pt x="147633" y="8326"/>
                  <a:pt x="151885" y="10589"/>
                </a:cubicBezTo>
                <a:cubicBezTo>
                  <a:pt x="170205" y="20320"/>
                  <a:pt x="179365" y="32202"/>
                  <a:pt x="179365" y="46235"/>
                </a:cubicBezTo>
                <a:cubicBezTo>
                  <a:pt x="179365" y="53115"/>
                  <a:pt x="176243" y="59202"/>
                  <a:pt x="170001" y="64497"/>
                </a:cubicBezTo>
                <a:cubicBezTo>
                  <a:pt x="164980" y="68752"/>
                  <a:pt x="158715" y="71989"/>
                  <a:pt x="151206" y="74207"/>
                </a:cubicBezTo>
                <a:cubicBezTo>
                  <a:pt x="165274" y="81766"/>
                  <a:pt x="175791" y="89733"/>
                  <a:pt x="182757" y="98105"/>
                </a:cubicBezTo>
                <a:cubicBezTo>
                  <a:pt x="183933" y="99554"/>
                  <a:pt x="184521" y="101093"/>
                  <a:pt x="184521" y="102723"/>
                </a:cubicBezTo>
                <a:cubicBezTo>
                  <a:pt x="184521" y="104625"/>
                  <a:pt x="183832" y="106277"/>
                  <a:pt x="182452" y="107681"/>
                </a:cubicBezTo>
                <a:cubicBezTo>
                  <a:pt x="181072" y="109083"/>
                  <a:pt x="179455" y="109784"/>
                  <a:pt x="177600" y="109784"/>
                </a:cubicBezTo>
                <a:moveTo>
                  <a:pt x="134379" y="20082"/>
                </a:moveTo>
                <a:lnTo>
                  <a:pt x="124337" y="19270"/>
                </a:lnTo>
                <a:lnTo>
                  <a:pt x="125015" y="27455"/>
                </a:lnTo>
                <a:cubicBezTo>
                  <a:pt x="125332" y="30792"/>
                  <a:pt x="125490" y="33520"/>
                  <a:pt x="125490" y="35639"/>
                </a:cubicBezTo>
                <a:cubicBezTo>
                  <a:pt x="125490" y="39247"/>
                  <a:pt x="125196" y="43733"/>
                  <a:pt x="124608" y="49099"/>
                </a:cubicBezTo>
                <a:lnTo>
                  <a:pt x="123183" y="62559"/>
                </a:lnTo>
                <a:cubicBezTo>
                  <a:pt x="123817" y="62559"/>
                  <a:pt x="124800" y="62582"/>
                  <a:pt x="126135" y="62627"/>
                </a:cubicBezTo>
                <a:cubicBezTo>
                  <a:pt x="127469" y="62672"/>
                  <a:pt x="128476" y="62695"/>
                  <a:pt x="129154" y="62695"/>
                </a:cubicBezTo>
                <a:cubicBezTo>
                  <a:pt x="140689" y="62695"/>
                  <a:pt x="149329" y="61162"/>
                  <a:pt x="155074" y="58096"/>
                </a:cubicBezTo>
                <a:cubicBezTo>
                  <a:pt x="157607" y="56698"/>
                  <a:pt x="159959" y="54872"/>
                  <a:pt x="162130" y="52617"/>
                </a:cubicBezTo>
                <a:cubicBezTo>
                  <a:pt x="164528" y="50091"/>
                  <a:pt x="165726" y="47949"/>
                  <a:pt x="165726" y="46190"/>
                </a:cubicBezTo>
                <a:cubicBezTo>
                  <a:pt x="165726" y="39922"/>
                  <a:pt x="162153" y="34083"/>
                  <a:pt x="155006" y="28672"/>
                </a:cubicBezTo>
                <a:cubicBezTo>
                  <a:pt x="148447" y="23711"/>
                  <a:pt x="141571" y="20848"/>
                  <a:pt x="134379" y="20082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Text Acc">
            <a:extLst xmlns:a="http://schemas.openxmlformats.org/drawingml/2006/main">
              <a:ext uri="{FF2B5EF4-FFF2-40B4-BE49-F238E27FC236}">
                <a16:creationId xmlns:a16="http://schemas.microsoft.com/office/drawing/2014/main" id="{0CCFD54C-205D-42FC-9E18-4926689C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9164" y="4408861"/>
            <a:ext cx="150267" cy="68350"/>
          </a:xfrm>
          <a:custGeom xmlns:a="http://schemas.openxmlformats.org/drawingml/2006/main">
            <a:pathLst>
              <a:path w="150267" h="68350">
                <a:moveTo>
                  <a:pt x="49600" y="66843"/>
                </a:moveTo>
                <a:cubicBezTo>
                  <a:pt x="46881" y="66843"/>
                  <a:pt x="44517" y="63368"/>
                  <a:pt x="42508" y="56419"/>
                </a:cubicBezTo>
                <a:cubicBezTo>
                  <a:pt x="41740" y="53761"/>
                  <a:pt x="40779" y="49109"/>
                  <a:pt x="39627" y="42464"/>
                </a:cubicBezTo>
                <a:cubicBezTo>
                  <a:pt x="36613" y="42875"/>
                  <a:pt x="32668" y="43609"/>
                  <a:pt x="27792" y="44666"/>
                </a:cubicBezTo>
                <a:lnTo>
                  <a:pt x="16001" y="47089"/>
                </a:lnTo>
                <a:cubicBezTo>
                  <a:pt x="14524" y="50966"/>
                  <a:pt x="11997" y="56634"/>
                  <a:pt x="8422" y="64093"/>
                </a:cubicBezTo>
                <a:cubicBezTo>
                  <a:pt x="7476" y="65749"/>
                  <a:pt x="6191" y="66577"/>
                  <a:pt x="4566" y="66577"/>
                </a:cubicBezTo>
                <a:cubicBezTo>
                  <a:pt x="3383" y="66577"/>
                  <a:pt x="2327" y="66148"/>
                  <a:pt x="1396" y="65291"/>
                </a:cubicBezTo>
                <a:cubicBezTo>
                  <a:pt x="465" y="64434"/>
                  <a:pt x="0" y="63370"/>
                  <a:pt x="0" y="62100"/>
                </a:cubicBezTo>
                <a:cubicBezTo>
                  <a:pt x="0" y="60680"/>
                  <a:pt x="2231" y="55287"/>
                  <a:pt x="6693" y="45918"/>
                </a:cubicBezTo>
                <a:cubicBezTo>
                  <a:pt x="6191" y="45150"/>
                  <a:pt x="5940" y="44263"/>
                  <a:pt x="5940" y="43257"/>
                </a:cubicBezTo>
                <a:cubicBezTo>
                  <a:pt x="5940" y="40864"/>
                  <a:pt x="7388" y="39327"/>
                  <a:pt x="10283" y="38647"/>
                </a:cubicBezTo>
                <a:cubicBezTo>
                  <a:pt x="13652" y="32317"/>
                  <a:pt x="17907" y="25041"/>
                  <a:pt x="23049" y="16817"/>
                </a:cubicBezTo>
                <a:cubicBezTo>
                  <a:pt x="30053" y="5606"/>
                  <a:pt x="34411" y="0"/>
                  <a:pt x="36125" y="0"/>
                </a:cubicBezTo>
                <a:cubicBezTo>
                  <a:pt x="38460" y="0"/>
                  <a:pt x="40055" y="1627"/>
                  <a:pt x="40912" y="4881"/>
                </a:cubicBezTo>
                <a:lnTo>
                  <a:pt x="43705" y="19784"/>
                </a:lnTo>
                <a:lnTo>
                  <a:pt x="50309" y="50608"/>
                </a:lnTo>
                <a:lnTo>
                  <a:pt x="52836" y="57598"/>
                </a:lnTo>
                <a:cubicBezTo>
                  <a:pt x="53693" y="59986"/>
                  <a:pt x="54121" y="61578"/>
                  <a:pt x="54121" y="62375"/>
                </a:cubicBezTo>
                <a:cubicBezTo>
                  <a:pt x="54121" y="63643"/>
                  <a:pt x="53663" y="64705"/>
                  <a:pt x="52747" y="65560"/>
                </a:cubicBezTo>
                <a:cubicBezTo>
                  <a:pt x="51831" y="66415"/>
                  <a:pt x="50782" y="66843"/>
                  <a:pt x="49600" y="66843"/>
                </a:cubicBezTo>
                <a:moveTo>
                  <a:pt x="33953" y="16195"/>
                </a:moveTo>
                <a:lnTo>
                  <a:pt x="21276" y="36636"/>
                </a:lnTo>
                <a:cubicBezTo>
                  <a:pt x="24852" y="35720"/>
                  <a:pt x="30274" y="34612"/>
                  <a:pt x="37544" y="33312"/>
                </a:cubicBezTo>
                <a:lnTo>
                  <a:pt x="33953" y="16195"/>
                </a:lnTo>
                <a:close/>
                <a:moveTo>
                  <a:pt x="86727" y="68350"/>
                </a:moveTo>
                <a:cubicBezTo>
                  <a:pt x="80670" y="68350"/>
                  <a:pt x="75616" y="66514"/>
                  <a:pt x="71568" y="62844"/>
                </a:cubicBezTo>
                <a:cubicBezTo>
                  <a:pt x="67313" y="58996"/>
                  <a:pt x="65185" y="53918"/>
                  <a:pt x="65185" y="47612"/>
                </a:cubicBezTo>
                <a:cubicBezTo>
                  <a:pt x="65185" y="41603"/>
                  <a:pt x="67180" y="35402"/>
                  <a:pt x="71169" y="29008"/>
                </a:cubicBezTo>
                <a:cubicBezTo>
                  <a:pt x="75602" y="21903"/>
                  <a:pt x="80596" y="18351"/>
                  <a:pt x="86151" y="18351"/>
                </a:cubicBezTo>
                <a:cubicBezTo>
                  <a:pt x="89047" y="18351"/>
                  <a:pt x="92283" y="19033"/>
                  <a:pt x="95858" y="20397"/>
                </a:cubicBezTo>
                <a:cubicBezTo>
                  <a:pt x="100380" y="22146"/>
                  <a:pt x="102640" y="24281"/>
                  <a:pt x="102640" y="26802"/>
                </a:cubicBezTo>
                <a:cubicBezTo>
                  <a:pt x="102640" y="27928"/>
                  <a:pt x="102271" y="28929"/>
                  <a:pt x="101532" y="29805"/>
                </a:cubicBezTo>
                <a:cubicBezTo>
                  <a:pt x="100793" y="30679"/>
                  <a:pt x="99877" y="31116"/>
                  <a:pt x="98784" y="31116"/>
                </a:cubicBezTo>
                <a:cubicBezTo>
                  <a:pt x="97927" y="31116"/>
                  <a:pt x="97181" y="30855"/>
                  <a:pt x="96545" y="30334"/>
                </a:cubicBezTo>
                <a:cubicBezTo>
                  <a:pt x="95910" y="29811"/>
                  <a:pt x="95297" y="29296"/>
                  <a:pt x="94706" y="28788"/>
                </a:cubicBezTo>
                <a:cubicBezTo>
                  <a:pt x="92962" y="27385"/>
                  <a:pt x="90111" y="26684"/>
                  <a:pt x="86151" y="26684"/>
                </a:cubicBezTo>
                <a:cubicBezTo>
                  <a:pt x="83137" y="26684"/>
                  <a:pt x="80152" y="29380"/>
                  <a:pt x="77197" y="34773"/>
                </a:cubicBezTo>
                <a:cubicBezTo>
                  <a:pt x="74508" y="39721"/>
                  <a:pt x="73164" y="44002"/>
                  <a:pt x="73164" y="47616"/>
                </a:cubicBezTo>
                <a:cubicBezTo>
                  <a:pt x="73164" y="51527"/>
                  <a:pt x="74494" y="54609"/>
                  <a:pt x="77153" y="56861"/>
                </a:cubicBezTo>
                <a:cubicBezTo>
                  <a:pt x="79635" y="58965"/>
                  <a:pt x="82827" y="60016"/>
                  <a:pt x="86727" y="60016"/>
                </a:cubicBezTo>
                <a:cubicBezTo>
                  <a:pt x="88500" y="60016"/>
                  <a:pt x="90392" y="59544"/>
                  <a:pt x="92401" y="58598"/>
                </a:cubicBezTo>
                <a:lnTo>
                  <a:pt x="97543" y="55850"/>
                </a:lnTo>
                <a:cubicBezTo>
                  <a:pt x="98429" y="55377"/>
                  <a:pt x="99065" y="55141"/>
                  <a:pt x="99449" y="55141"/>
                </a:cubicBezTo>
                <a:cubicBezTo>
                  <a:pt x="100542" y="55141"/>
                  <a:pt x="101488" y="55577"/>
                  <a:pt x="102286" y="56448"/>
                </a:cubicBezTo>
                <a:cubicBezTo>
                  <a:pt x="103083" y="57320"/>
                  <a:pt x="103482" y="58317"/>
                  <a:pt x="103482" y="59440"/>
                </a:cubicBezTo>
                <a:cubicBezTo>
                  <a:pt x="103482" y="61597"/>
                  <a:pt x="101207" y="63681"/>
                  <a:pt x="96656" y="65690"/>
                </a:cubicBezTo>
                <a:cubicBezTo>
                  <a:pt x="92667" y="67463"/>
                  <a:pt x="89357" y="68350"/>
                  <a:pt x="86727" y="68350"/>
                </a:cubicBezTo>
                <a:close/>
                <a:moveTo>
                  <a:pt x="133512" y="68350"/>
                </a:moveTo>
                <a:cubicBezTo>
                  <a:pt x="127455" y="68350"/>
                  <a:pt x="122401" y="66514"/>
                  <a:pt x="118353" y="62844"/>
                </a:cubicBezTo>
                <a:cubicBezTo>
                  <a:pt x="114098" y="58996"/>
                  <a:pt x="111970" y="53918"/>
                  <a:pt x="111970" y="47612"/>
                </a:cubicBezTo>
                <a:cubicBezTo>
                  <a:pt x="111970" y="41603"/>
                  <a:pt x="113965" y="35402"/>
                  <a:pt x="117954" y="29008"/>
                </a:cubicBezTo>
                <a:cubicBezTo>
                  <a:pt x="122387" y="21903"/>
                  <a:pt x="127381" y="18351"/>
                  <a:pt x="132936" y="18351"/>
                </a:cubicBezTo>
                <a:cubicBezTo>
                  <a:pt x="135832" y="18351"/>
                  <a:pt x="139068" y="19033"/>
                  <a:pt x="142643" y="20397"/>
                </a:cubicBezTo>
                <a:cubicBezTo>
                  <a:pt x="147165" y="22146"/>
                  <a:pt x="149425" y="24281"/>
                  <a:pt x="149425" y="26802"/>
                </a:cubicBezTo>
                <a:cubicBezTo>
                  <a:pt x="149425" y="27928"/>
                  <a:pt x="149056" y="28929"/>
                  <a:pt x="148317" y="29805"/>
                </a:cubicBezTo>
                <a:cubicBezTo>
                  <a:pt x="147578" y="30679"/>
                  <a:pt x="146662" y="31116"/>
                  <a:pt x="145569" y="31116"/>
                </a:cubicBezTo>
                <a:cubicBezTo>
                  <a:pt x="144712" y="31116"/>
                  <a:pt x="143966" y="30855"/>
                  <a:pt x="143330" y="30334"/>
                </a:cubicBezTo>
                <a:cubicBezTo>
                  <a:pt x="142695" y="29811"/>
                  <a:pt x="142082" y="29296"/>
                  <a:pt x="141491" y="28788"/>
                </a:cubicBezTo>
                <a:cubicBezTo>
                  <a:pt x="139747" y="27385"/>
                  <a:pt x="136896" y="26684"/>
                  <a:pt x="132936" y="26684"/>
                </a:cubicBezTo>
                <a:cubicBezTo>
                  <a:pt x="129922" y="26684"/>
                  <a:pt x="126937" y="29380"/>
                  <a:pt x="123982" y="34773"/>
                </a:cubicBezTo>
                <a:cubicBezTo>
                  <a:pt x="121293" y="39721"/>
                  <a:pt x="119949" y="44002"/>
                  <a:pt x="119949" y="47616"/>
                </a:cubicBezTo>
                <a:cubicBezTo>
                  <a:pt x="119949" y="51527"/>
                  <a:pt x="121279" y="54609"/>
                  <a:pt x="123938" y="56861"/>
                </a:cubicBezTo>
                <a:cubicBezTo>
                  <a:pt x="126420" y="58965"/>
                  <a:pt x="129612" y="60016"/>
                  <a:pt x="133512" y="60016"/>
                </a:cubicBezTo>
                <a:cubicBezTo>
                  <a:pt x="135285" y="60016"/>
                  <a:pt x="137177" y="59544"/>
                  <a:pt x="139186" y="58598"/>
                </a:cubicBezTo>
                <a:lnTo>
                  <a:pt x="144328" y="55850"/>
                </a:lnTo>
                <a:cubicBezTo>
                  <a:pt x="145214" y="55377"/>
                  <a:pt x="145850" y="55141"/>
                  <a:pt x="146234" y="55141"/>
                </a:cubicBezTo>
                <a:cubicBezTo>
                  <a:pt x="147327" y="55141"/>
                  <a:pt x="148273" y="55577"/>
                  <a:pt x="149071" y="56448"/>
                </a:cubicBezTo>
                <a:cubicBezTo>
                  <a:pt x="149868" y="57320"/>
                  <a:pt x="150267" y="58317"/>
                  <a:pt x="150267" y="59440"/>
                </a:cubicBezTo>
                <a:cubicBezTo>
                  <a:pt x="150267" y="61597"/>
                  <a:pt x="147992" y="63681"/>
                  <a:pt x="143441" y="65690"/>
                </a:cubicBezTo>
                <a:cubicBezTo>
                  <a:pt x="139452" y="67463"/>
                  <a:pt x="136142" y="68350"/>
                  <a:pt x="133512" y="68350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Text (q)">
            <a:extLst xmlns:a="http://schemas.openxmlformats.org/drawingml/2006/main">
              <a:ext uri="{FF2B5EF4-FFF2-40B4-BE49-F238E27FC236}">
                <a16:creationId xmlns:a16="http://schemas.microsoft.com/office/drawing/2014/main" id="{08C943A7-2734-45D0-A2F4-5F05CC4E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02" y="4338170"/>
            <a:ext cx="163088" cy="146696"/>
          </a:xfrm>
          <a:custGeom xmlns:a="http://schemas.openxmlformats.org/drawingml/2006/main">
            <a:pathLst>
              <a:path w="163088" h="146696">
                <a:moveTo>
                  <a:pt x="39490" y="6310"/>
                </a:moveTo>
                <a:cubicBezTo>
                  <a:pt x="39490" y="7893"/>
                  <a:pt x="38087" y="10200"/>
                  <a:pt x="35283" y="13231"/>
                </a:cubicBezTo>
                <a:cubicBezTo>
                  <a:pt x="33202" y="15312"/>
                  <a:pt x="31144" y="17393"/>
                  <a:pt x="29108" y="19473"/>
                </a:cubicBezTo>
                <a:cubicBezTo>
                  <a:pt x="24087" y="25173"/>
                  <a:pt x="20152" y="33315"/>
                  <a:pt x="17302" y="43900"/>
                </a:cubicBezTo>
                <a:cubicBezTo>
                  <a:pt x="14814" y="53128"/>
                  <a:pt x="13570" y="62197"/>
                  <a:pt x="13570" y="71109"/>
                </a:cubicBezTo>
                <a:cubicBezTo>
                  <a:pt x="13570" y="94088"/>
                  <a:pt x="18772" y="110938"/>
                  <a:pt x="29176" y="121658"/>
                </a:cubicBezTo>
                <a:cubicBezTo>
                  <a:pt x="31257" y="123287"/>
                  <a:pt x="33360" y="124915"/>
                  <a:pt x="35486" y="126544"/>
                </a:cubicBezTo>
                <a:cubicBezTo>
                  <a:pt x="38110" y="128624"/>
                  <a:pt x="39422" y="130683"/>
                  <a:pt x="39422" y="132718"/>
                </a:cubicBezTo>
                <a:cubicBezTo>
                  <a:pt x="39422" y="134211"/>
                  <a:pt x="38834" y="135511"/>
                  <a:pt x="37658" y="136620"/>
                </a:cubicBezTo>
                <a:cubicBezTo>
                  <a:pt x="36482" y="137728"/>
                  <a:pt x="35125" y="138282"/>
                  <a:pt x="33587" y="138282"/>
                </a:cubicBezTo>
                <a:cubicBezTo>
                  <a:pt x="32230" y="138282"/>
                  <a:pt x="30601" y="137762"/>
                  <a:pt x="28701" y="136721"/>
                </a:cubicBezTo>
                <a:cubicBezTo>
                  <a:pt x="9567" y="126001"/>
                  <a:pt x="0" y="103610"/>
                  <a:pt x="0" y="69548"/>
                </a:cubicBezTo>
                <a:cubicBezTo>
                  <a:pt x="0" y="57290"/>
                  <a:pt x="2465" y="44873"/>
                  <a:pt x="7396" y="32297"/>
                </a:cubicBezTo>
                <a:cubicBezTo>
                  <a:pt x="12914" y="18320"/>
                  <a:pt x="20152" y="8187"/>
                  <a:pt x="29108" y="1900"/>
                </a:cubicBezTo>
                <a:cubicBezTo>
                  <a:pt x="30918" y="633"/>
                  <a:pt x="32343" y="0"/>
                  <a:pt x="33383" y="0"/>
                </a:cubicBezTo>
                <a:cubicBezTo>
                  <a:pt x="35012" y="0"/>
                  <a:pt x="36436" y="645"/>
                  <a:pt x="37658" y="1934"/>
                </a:cubicBezTo>
                <a:cubicBezTo>
                  <a:pt x="38879" y="3223"/>
                  <a:pt x="39490" y="4682"/>
                  <a:pt x="39490" y="6310"/>
                </a:cubicBezTo>
                <a:close/>
                <a:moveTo>
                  <a:pt x="104918" y="87597"/>
                </a:moveTo>
                <a:lnTo>
                  <a:pt x="101797" y="113652"/>
                </a:lnTo>
                <a:cubicBezTo>
                  <a:pt x="100666" y="123332"/>
                  <a:pt x="100100" y="132085"/>
                  <a:pt x="100100" y="139910"/>
                </a:cubicBezTo>
                <a:cubicBezTo>
                  <a:pt x="100100" y="141901"/>
                  <a:pt x="99490" y="143529"/>
                  <a:pt x="98268" y="144796"/>
                </a:cubicBezTo>
                <a:cubicBezTo>
                  <a:pt x="97047" y="146062"/>
                  <a:pt x="95441" y="146696"/>
                  <a:pt x="93451" y="146696"/>
                </a:cubicBezTo>
                <a:cubicBezTo>
                  <a:pt x="89289" y="146696"/>
                  <a:pt x="87073" y="144415"/>
                  <a:pt x="86802" y="139855"/>
                </a:cubicBezTo>
                <a:cubicBezTo>
                  <a:pt x="86666" y="137869"/>
                  <a:pt x="86779" y="135364"/>
                  <a:pt x="87141" y="132339"/>
                </a:cubicBezTo>
                <a:lnTo>
                  <a:pt x="88023" y="124822"/>
                </a:lnTo>
                <a:lnTo>
                  <a:pt x="89312" y="109852"/>
                </a:lnTo>
                <a:cubicBezTo>
                  <a:pt x="85422" y="110892"/>
                  <a:pt x="82685" y="111413"/>
                  <a:pt x="81102" y="111413"/>
                </a:cubicBezTo>
                <a:cubicBezTo>
                  <a:pt x="71241" y="111413"/>
                  <a:pt x="63257" y="108852"/>
                  <a:pt x="57150" y="103731"/>
                </a:cubicBezTo>
                <a:cubicBezTo>
                  <a:pt x="50591" y="98247"/>
                  <a:pt x="47312" y="90657"/>
                  <a:pt x="47312" y="80960"/>
                </a:cubicBezTo>
                <a:cubicBezTo>
                  <a:pt x="47312" y="67682"/>
                  <a:pt x="51044" y="57032"/>
                  <a:pt x="58507" y="49010"/>
                </a:cubicBezTo>
                <a:cubicBezTo>
                  <a:pt x="66152" y="40763"/>
                  <a:pt x="76556" y="36685"/>
                  <a:pt x="89719" y="36776"/>
                </a:cubicBezTo>
                <a:cubicBezTo>
                  <a:pt x="92207" y="36776"/>
                  <a:pt x="94084" y="37771"/>
                  <a:pt x="95351" y="39761"/>
                </a:cubicBezTo>
                <a:cubicBezTo>
                  <a:pt x="97296" y="38042"/>
                  <a:pt x="99015" y="37183"/>
                  <a:pt x="100508" y="37183"/>
                </a:cubicBezTo>
                <a:cubicBezTo>
                  <a:pt x="102317" y="37183"/>
                  <a:pt x="103889" y="37907"/>
                  <a:pt x="105223" y="39354"/>
                </a:cubicBezTo>
                <a:cubicBezTo>
                  <a:pt x="106558" y="40802"/>
                  <a:pt x="107225" y="42453"/>
                  <a:pt x="107225" y="44307"/>
                </a:cubicBezTo>
                <a:cubicBezTo>
                  <a:pt x="107225" y="57651"/>
                  <a:pt x="106456" y="72081"/>
                  <a:pt x="104918" y="87597"/>
                </a:cubicBezTo>
                <a:moveTo>
                  <a:pt x="84902" y="48514"/>
                </a:moveTo>
                <a:cubicBezTo>
                  <a:pt x="76579" y="50011"/>
                  <a:pt x="70291" y="54252"/>
                  <a:pt x="66039" y="61236"/>
                </a:cubicBezTo>
                <a:cubicBezTo>
                  <a:pt x="62601" y="66905"/>
                  <a:pt x="60882" y="73572"/>
                  <a:pt x="60882" y="81238"/>
                </a:cubicBezTo>
                <a:cubicBezTo>
                  <a:pt x="60882" y="86589"/>
                  <a:pt x="62511" y="90943"/>
                  <a:pt x="65767" y="94299"/>
                </a:cubicBezTo>
                <a:cubicBezTo>
                  <a:pt x="69341" y="98018"/>
                  <a:pt x="74294" y="99787"/>
                  <a:pt x="80627" y="99606"/>
                </a:cubicBezTo>
                <a:cubicBezTo>
                  <a:pt x="84924" y="99471"/>
                  <a:pt x="88068" y="97135"/>
                  <a:pt x="90058" y="92599"/>
                </a:cubicBezTo>
                <a:cubicBezTo>
                  <a:pt x="92230" y="87520"/>
                  <a:pt x="93383" y="78880"/>
                  <a:pt x="93519" y="66679"/>
                </a:cubicBezTo>
                <a:lnTo>
                  <a:pt x="94469" y="48514"/>
                </a:lnTo>
                <a:cubicBezTo>
                  <a:pt x="93564" y="48831"/>
                  <a:pt x="91981" y="48899"/>
                  <a:pt x="89719" y="48718"/>
                </a:cubicBezTo>
                <a:cubicBezTo>
                  <a:pt x="87231" y="48446"/>
                  <a:pt x="85625" y="48378"/>
                  <a:pt x="84902" y="48514"/>
                </a:cubicBezTo>
                <a:close/>
                <a:moveTo>
                  <a:pt x="163088" y="69548"/>
                </a:moveTo>
                <a:cubicBezTo>
                  <a:pt x="163088" y="103610"/>
                  <a:pt x="153499" y="126001"/>
                  <a:pt x="134319" y="136721"/>
                </a:cubicBezTo>
                <a:cubicBezTo>
                  <a:pt x="132465" y="137762"/>
                  <a:pt x="130859" y="138282"/>
                  <a:pt x="129502" y="138282"/>
                </a:cubicBezTo>
                <a:cubicBezTo>
                  <a:pt x="127964" y="138282"/>
                  <a:pt x="126607" y="137728"/>
                  <a:pt x="125431" y="136620"/>
                </a:cubicBezTo>
                <a:cubicBezTo>
                  <a:pt x="124254" y="135511"/>
                  <a:pt x="123666" y="134211"/>
                  <a:pt x="123666" y="132718"/>
                </a:cubicBezTo>
                <a:cubicBezTo>
                  <a:pt x="123666" y="130683"/>
                  <a:pt x="124978" y="128624"/>
                  <a:pt x="127602" y="126544"/>
                </a:cubicBezTo>
                <a:cubicBezTo>
                  <a:pt x="129683" y="124915"/>
                  <a:pt x="131786" y="123287"/>
                  <a:pt x="133912" y="121658"/>
                </a:cubicBezTo>
                <a:cubicBezTo>
                  <a:pt x="144316" y="110938"/>
                  <a:pt x="149518" y="94088"/>
                  <a:pt x="149518" y="71109"/>
                </a:cubicBezTo>
                <a:cubicBezTo>
                  <a:pt x="149518" y="62197"/>
                  <a:pt x="148274" y="53128"/>
                  <a:pt x="145786" y="43900"/>
                </a:cubicBezTo>
                <a:cubicBezTo>
                  <a:pt x="142891" y="33315"/>
                  <a:pt x="138956" y="25173"/>
                  <a:pt x="133980" y="19473"/>
                </a:cubicBezTo>
                <a:cubicBezTo>
                  <a:pt x="131899" y="17393"/>
                  <a:pt x="129841" y="15312"/>
                  <a:pt x="127805" y="13231"/>
                </a:cubicBezTo>
                <a:cubicBezTo>
                  <a:pt x="125001" y="10200"/>
                  <a:pt x="123599" y="7893"/>
                  <a:pt x="123599" y="6310"/>
                </a:cubicBezTo>
                <a:cubicBezTo>
                  <a:pt x="123599" y="4682"/>
                  <a:pt x="124198" y="3223"/>
                  <a:pt x="125397" y="1934"/>
                </a:cubicBezTo>
                <a:cubicBezTo>
                  <a:pt x="126595" y="645"/>
                  <a:pt x="128009" y="0"/>
                  <a:pt x="129637" y="0"/>
                </a:cubicBezTo>
                <a:cubicBezTo>
                  <a:pt x="130678" y="0"/>
                  <a:pt x="132125" y="633"/>
                  <a:pt x="133980" y="1900"/>
                </a:cubicBezTo>
                <a:cubicBezTo>
                  <a:pt x="142936" y="8187"/>
                  <a:pt x="150174" y="18320"/>
                  <a:pt x="155692" y="32297"/>
                </a:cubicBezTo>
                <a:cubicBezTo>
                  <a:pt x="160623" y="44873"/>
                  <a:pt x="163088" y="57290"/>
                  <a:pt x="163088" y="69548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Text C">
            <a:extLst xmlns:a="http://schemas.openxmlformats.org/drawingml/2006/main">
              <a:ext uri="{FF2B5EF4-FFF2-40B4-BE49-F238E27FC236}">
                <a16:creationId xmlns:a16="http://schemas.microsoft.com/office/drawing/2014/main" id="{0D44AD17-3E12-4570-9A8D-4BF0B9F9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501" y="3796258"/>
            <a:ext cx="106637" cy="148315"/>
          </a:xfrm>
          <a:custGeom xmlns:a="http://schemas.openxmlformats.org/drawingml/2006/main">
            <a:pathLst>
              <a:path w="106637" h="148315">
                <a:moveTo>
                  <a:pt x="97152" y="38516"/>
                </a:moveTo>
                <a:cubicBezTo>
                  <a:pt x="93064" y="38516"/>
                  <a:pt x="89998" y="36121"/>
                  <a:pt x="87954" y="31330"/>
                </a:cubicBezTo>
                <a:cubicBezTo>
                  <a:pt x="86166" y="27242"/>
                  <a:pt x="84505" y="24751"/>
                  <a:pt x="82972" y="23857"/>
                </a:cubicBezTo>
                <a:cubicBezTo>
                  <a:pt x="81631" y="23154"/>
                  <a:pt x="78309" y="22803"/>
                  <a:pt x="73008" y="22803"/>
                </a:cubicBezTo>
                <a:cubicBezTo>
                  <a:pt x="63746" y="22803"/>
                  <a:pt x="53462" y="29887"/>
                  <a:pt x="42157" y="44055"/>
                </a:cubicBezTo>
                <a:cubicBezTo>
                  <a:pt x="26827" y="63071"/>
                  <a:pt x="19162" y="81099"/>
                  <a:pt x="19162" y="98137"/>
                </a:cubicBezTo>
                <a:cubicBezTo>
                  <a:pt x="19162" y="106369"/>
                  <a:pt x="21813" y="113453"/>
                  <a:pt x="27114" y="119389"/>
                </a:cubicBezTo>
                <a:cubicBezTo>
                  <a:pt x="32544" y="125515"/>
                  <a:pt x="39091" y="128578"/>
                  <a:pt x="46756" y="128578"/>
                </a:cubicBezTo>
                <a:cubicBezTo>
                  <a:pt x="53335" y="128578"/>
                  <a:pt x="59946" y="126877"/>
                  <a:pt x="66588" y="123476"/>
                </a:cubicBezTo>
                <a:cubicBezTo>
                  <a:pt x="70293" y="121552"/>
                  <a:pt x="75978" y="117765"/>
                  <a:pt x="83643" y="112117"/>
                </a:cubicBezTo>
                <a:cubicBezTo>
                  <a:pt x="87284" y="109422"/>
                  <a:pt x="90030" y="108075"/>
                  <a:pt x="91883" y="108075"/>
                </a:cubicBezTo>
                <a:cubicBezTo>
                  <a:pt x="94629" y="108075"/>
                  <a:pt x="96929" y="109118"/>
                  <a:pt x="98781" y="111203"/>
                </a:cubicBezTo>
                <a:cubicBezTo>
                  <a:pt x="100633" y="113289"/>
                  <a:pt x="101559" y="115616"/>
                  <a:pt x="101559" y="118183"/>
                </a:cubicBezTo>
                <a:cubicBezTo>
                  <a:pt x="101559" y="121071"/>
                  <a:pt x="100346" y="123606"/>
                  <a:pt x="97919" y="125788"/>
                </a:cubicBezTo>
                <a:cubicBezTo>
                  <a:pt x="81056" y="140806"/>
                  <a:pt x="64002" y="148315"/>
                  <a:pt x="46756" y="148315"/>
                </a:cubicBezTo>
                <a:cubicBezTo>
                  <a:pt x="33534" y="148315"/>
                  <a:pt x="22356" y="143234"/>
                  <a:pt x="13222" y="133072"/>
                </a:cubicBezTo>
                <a:cubicBezTo>
                  <a:pt x="4407" y="123228"/>
                  <a:pt x="0" y="111595"/>
                  <a:pt x="0" y="98173"/>
                </a:cubicBezTo>
                <a:cubicBezTo>
                  <a:pt x="0" y="76506"/>
                  <a:pt x="9070" y="54295"/>
                  <a:pt x="27210" y="31540"/>
                </a:cubicBezTo>
                <a:cubicBezTo>
                  <a:pt x="42348" y="12557"/>
                  <a:pt x="57614" y="3066"/>
                  <a:pt x="73008" y="3066"/>
                </a:cubicBezTo>
                <a:cubicBezTo>
                  <a:pt x="76138" y="3066"/>
                  <a:pt x="78948" y="3210"/>
                  <a:pt x="81439" y="3497"/>
                </a:cubicBezTo>
                <a:cubicBezTo>
                  <a:pt x="83930" y="3785"/>
                  <a:pt x="86134" y="4248"/>
                  <a:pt x="88050" y="4886"/>
                </a:cubicBezTo>
                <a:cubicBezTo>
                  <a:pt x="90286" y="1629"/>
                  <a:pt x="93192" y="0"/>
                  <a:pt x="96769" y="0"/>
                </a:cubicBezTo>
                <a:cubicBezTo>
                  <a:pt x="101176" y="0"/>
                  <a:pt x="103955" y="2913"/>
                  <a:pt x="105104" y="8740"/>
                </a:cubicBezTo>
                <a:cubicBezTo>
                  <a:pt x="106126" y="13927"/>
                  <a:pt x="106637" y="20299"/>
                  <a:pt x="106637" y="27854"/>
                </a:cubicBezTo>
                <a:cubicBezTo>
                  <a:pt x="106637" y="30479"/>
                  <a:pt x="105935" y="32784"/>
                  <a:pt x="104530" y="34770"/>
                </a:cubicBezTo>
                <a:cubicBezTo>
                  <a:pt x="102805" y="37267"/>
                  <a:pt x="100346" y="38516"/>
                  <a:pt x="97152" y="38516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Text i">
            <a:extLst xmlns:a="http://schemas.openxmlformats.org/drawingml/2006/main">
              <a:ext uri="{FF2B5EF4-FFF2-40B4-BE49-F238E27FC236}">
                <a16:creationId xmlns:a16="http://schemas.microsoft.com/office/drawing/2014/main" id="{CB70821C-6973-4E58-9D60-EF26B758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0997" y="3887721"/>
            <a:ext cx="16631" cy="93331"/>
          </a:xfrm>
          <a:custGeom xmlns:a="http://schemas.openxmlformats.org/drawingml/2006/main">
            <a:pathLst>
              <a:path w="16631" h="93331">
                <a:moveTo>
                  <a:pt x="9370" y="14397"/>
                </a:moveTo>
                <a:cubicBezTo>
                  <a:pt x="7385" y="14397"/>
                  <a:pt x="5668" y="13694"/>
                  <a:pt x="4220" y="12287"/>
                </a:cubicBezTo>
                <a:cubicBezTo>
                  <a:pt x="2772" y="10880"/>
                  <a:pt x="2048" y="9184"/>
                  <a:pt x="2048" y="7198"/>
                </a:cubicBezTo>
                <a:cubicBezTo>
                  <a:pt x="2048" y="5213"/>
                  <a:pt x="2772" y="3516"/>
                  <a:pt x="4220" y="2110"/>
                </a:cubicBezTo>
                <a:cubicBezTo>
                  <a:pt x="5668" y="703"/>
                  <a:pt x="7385" y="0"/>
                  <a:pt x="9370" y="0"/>
                </a:cubicBezTo>
                <a:cubicBezTo>
                  <a:pt x="11356" y="0"/>
                  <a:pt x="13063" y="703"/>
                  <a:pt x="14490" y="2110"/>
                </a:cubicBezTo>
                <a:cubicBezTo>
                  <a:pt x="15917" y="3516"/>
                  <a:pt x="16631" y="5213"/>
                  <a:pt x="16631" y="7198"/>
                </a:cubicBezTo>
                <a:cubicBezTo>
                  <a:pt x="16631" y="9184"/>
                  <a:pt x="15917" y="10880"/>
                  <a:pt x="14490" y="12287"/>
                </a:cubicBezTo>
                <a:cubicBezTo>
                  <a:pt x="13063" y="13694"/>
                  <a:pt x="11356" y="14397"/>
                  <a:pt x="9370" y="14397"/>
                </a:cubicBezTo>
                <a:moveTo>
                  <a:pt x="12163" y="64821"/>
                </a:moveTo>
                <a:cubicBezTo>
                  <a:pt x="12163" y="67306"/>
                  <a:pt x="12235" y="71022"/>
                  <a:pt x="12380" y="75971"/>
                </a:cubicBezTo>
                <a:cubicBezTo>
                  <a:pt x="12525" y="80919"/>
                  <a:pt x="12597" y="84635"/>
                  <a:pt x="12597" y="87120"/>
                </a:cubicBezTo>
                <a:cubicBezTo>
                  <a:pt x="12597" y="88942"/>
                  <a:pt x="12039" y="90432"/>
                  <a:pt x="10922" y="91592"/>
                </a:cubicBezTo>
                <a:cubicBezTo>
                  <a:pt x="9805" y="92751"/>
                  <a:pt x="8336" y="93331"/>
                  <a:pt x="6516" y="93331"/>
                </a:cubicBezTo>
                <a:cubicBezTo>
                  <a:pt x="4737" y="93331"/>
                  <a:pt x="3279" y="92751"/>
                  <a:pt x="2141" y="91592"/>
                </a:cubicBezTo>
                <a:cubicBezTo>
                  <a:pt x="1003" y="90432"/>
                  <a:pt x="434" y="88942"/>
                  <a:pt x="434" y="87120"/>
                </a:cubicBezTo>
                <a:cubicBezTo>
                  <a:pt x="434" y="84635"/>
                  <a:pt x="362" y="80919"/>
                  <a:pt x="217" y="75971"/>
                </a:cubicBezTo>
                <a:cubicBezTo>
                  <a:pt x="72" y="71022"/>
                  <a:pt x="0" y="67306"/>
                  <a:pt x="0" y="64821"/>
                </a:cubicBezTo>
                <a:cubicBezTo>
                  <a:pt x="0" y="60928"/>
                  <a:pt x="207" y="56073"/>
                  <a:pt x="621" y="50255"/>
                </a:cubicBezTo>
                <a:cubicBezTo>
                  <a:pt x="1034" y="44436"/>
                  <a:pt x="1241" y="39580"/>
                  <a:pt x="1241" y="35688"/>
                </a:cubicBezTo>
                <a:cubicBezTo>
                  <a:pt x="1241" y="33825"/>
                  <a:pt x="1810" y="32313"/>
                  <a:pt x="2948" y="31154"/>
                </a:cubicBezTo>
                <a:cubicBezTo>
                  <a:pt x="4085" y="29994"/>
                  <a:pt x="5544" y="29414"/>
                  <a:pt x="7323" y="29414"/>
                </a:cubicBezTo>
                <a:cubicBezTo>
                  <a:pt x="9101" y="29414"/>
                  <a:pt x="10560" y="29994"/>
                  <a:pt x="11697" y="31154"/>
                </a:cubicBezTo>
                <a:cubicBezTo>
                  <a:pt x="12835" y="32313"/>
                  <a:pt x="13404" y="33825"/>
                  <a:pt x="13404" y="35688"/>
                </a:cubicBezTo>
                <a:cubicBezTo>
                  <a:pt x="13404" y="39580"/>
                  <a:pt x="13197" y="44436"/>
                  <a:pt x="12783" y="50255"/>
                </a:cubicBezTo>
                <a:cubicBezTo>
                  <a:pt x="12370" y="56073"/>
                  <a:pt x="12163" y="60928"/>
                  <a:pt x="12163" y="64821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Text :">
            <a:extLst xmlns:a="http://schemas.openxmlformats.org/drawingml/2006/main">
              <a:ext uri="{FF2B5EF4-FFF2-40B4-BE49-F238E27FC236}">
                <a16:creationId xmlns:a16="http://schemas.microsoft.com/office/drawing/2014/main" id="{EA03A6E8-DA4D-4DA3-9A56-498C9E67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743" y="3834008"/>
            <a:ext cx="22132" cy="96386"/>
          </a:xfrm>
          <a:custGeom xmlns:a="http://schemas.openxmlformats.org/drawingml/2006/main">
            <a:pathLst>
              <a:path w="22132" h="96386">
                <a:moveTo>
                  <a:pt x="22132" y="86484"/>
                </a:moveTo>
                <a:cubicBezTo>
                  <a:pt x="22132" y="89369"/>
                  <a:pt x="21206" y="91740"/>
                  <a:pt x="19354" y="93598"/>
                </a:cubicBezTo>
                <a:cubicBezTo>
                  <a:pt x="17501" y="95456"/>
                  <a:pt x="15138" y="96386"/>
                  <a:pt x="12264" y="96386"/>
                </a:cubicBezTo>
                <a:cubicBezTo>
                  <a:pt x="9389" y="96386"/>
                  <a:pt x="7058" y="95456"/>
                  <a:pt x="5270" y="93598"/>
                </a:cubicBezTo>
                <a:cubicBezTo>
                  <a:pt x="3417" y="91740"/>
                  <a:pt x="2491" y="89369"/>
                  <a:pt x="2491" y="86484"/>
                </a:cubicBezTo>
                <a:cubicBezTo>
                  <a:pt x="2491" y="85267"/>
                  <a:pt x="2283" y="83489"/>
                  <a:pt x="1868" y="81152"/>
                </a:cubicBezTo>
                <a:cubicBezTo>
                  <a:pt x="1453" y="78812"/>
                  <a:pt x="1246" y="77066"/>
                  <a:pt x="1246" y="75912"/>
                </a:cubicBezTo>
                <a:cubicBezTo>
                  <a:pt x="1246" y="73221"/>
                  <a:pt x="2252" y="70979"/>
                  <a:pt x="4264" y="69184"/>
                </a:cubicBezTo>
                <a:cubicBezTo>
                  <a:pt x="6276" y="67390"/>
                  <a:pt x="8655" y="66493"/>
                  <a:pt x="11401" y="66493"/>
                </a:cubicBezTo>
                <a:cubicBezTo>
                  <a:pt x="18555" y="66493"/>
                  <a:pt x="22132" y="73157"/>
                  <a:pt x="22132" y="86484"/>
                </a:cubicBezTo>
                <a:moveTo>
                  <a:pt x="20504" y="16575"/>
                </a:moveTo>
                <a:cubicBezTo>
                  <a:pt x="20504" y="19450"/>
                  <a:pt x="19593" y="21813"/>
                  <a:pt x="17773" y="23665"/>
                </a:cubicBezTo>
                <a:cubicBezTo>
                  <a:pt x="15952" y="25518"/>
                  <a:pt x="13605" y="26444"/>
                  <a:pt x="10731" y="26444"/>
                </a:cubicBezTo>
                <a:cubicBezTo>
                  <a:pt x="7856" y="26444"/>
                  <a:pt x="5493" y="25518"/>
                  <a:pt x="3641" y="23665"/>
                </a:cubicBezTo>
                <a:cubicBezTo>
                  <a:pt x="1788" y="21813"/>
                  <a:pt x="862" y="19450"/>
                  <a:pt x="862" y="16575"/>
                </a:cubicBezTo>
                <a:cubicBezTo>
                  <a:pt x="862" y="15809"/>
                  <a:pt x="719" y="14643"/>
                  <a:pt x="431" y="13078"/>
                </a:cubicBezTo>
                <a:cubicBezTo>
                  <a:pt x="144" y="11513"/>
                  <a:pt x="0" y="10316"/>
                  <a:pt x="0" y="9485"/>
                </a:cubicBezTo>
                <a:cubicBezTo>
                  <a:pt x="0" y="6739"/>
                  <a:pt x="958" y="4471"/>
                  <a:pt x="2874" y="2683"/>
                </a:cubicBezTo>
                <a:cubicBezTo>
                  <a:pt x="4791" y="894"/>
                  <a:pt x="7154" y="0"/>
                  <a:pt x="9964" y="0"/>
                </a:cubicBezTo>
                <a:cubicBezTo>
                  <a:pt x="16990" y="0"/>
                  <a:pt x="20504" y="5525"/>
                  <a:pt x="20504" y="16575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10e43d3b3447a"/>
          <a:stretch xmlns:a="http://schemas.openxmlformats.org/drawingml/2006/main"/>
        </p:blipFill>
        <p:spPr>
          <a:xfrm xmlns:a="http://schemas.openxmlformats.org/drawingml/2006/main">
            <a:off x="9781456" y="3753735"/>
            <a:ext cx="455378" cy="217867"/>
          </a:xfrm>
          <a:prstGeom xmlns:a="http://schemas.openxmlformats.org/drawingml/2006/main" prst="rect">
            <a:avLst/>
          </a:prstGeom>
        </p:spPr>
      </p:pic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9AC870-BC5D-4076-8344-2DC24279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0747" y="3742562"/>
            <a:ext cx="476236" cy="238816"/>
          </a:xfrm>
          <a:custGeom xmlns:a="http://schemas.openxmlformats.org/drawingml/2006/main">
            <a:pathLst>
              <a:path w="476236" h="238816">
                <a:moveTo>
                  <a:pt x="0" y="238816"/>
                </a:moveTo>
                <a:lnTo>
                  <a:pt x="476236" y="238816"/>
                </a:lnTo>
                <a:lnTo>
                  <a:pt x="476236" y="0"/>
                </a:lnTo>
                <a:lnTo>
                  <a:pt x="0" y="0"/>
                </a:lnTo>
                <a:lnTo>
                  <a:pt x="0" y="238816"/>
                </a:lnTo>
                <a:close/>
                <a:moveTo>
                  <a:pt x="455287" y="217868"/>
                </a:moveTo>
                <a:lnTo>
                  <a:pt x="20949" y="217868"/>
                </a:lnTo>
                <a:lnTo>
                  <a:pt x="20949" y="20949"/>
                </a:lnTo>
                <a:lnTo>
                  <a:pt x="455287" y="20949"/>
                </a:lnTo>
                <a:lnTo>
                  <a:pt x="455287" y="217868"/>
                </a:lnTo>
                <a:close/>
              </a:path>
            </a:pathLst>
          </a:custGeom>
          <a:solidFill xmlns:a="http://schemas.openxmlformats.org/drawingml/2006/main">
            <a:srgbClr val="ADA4C9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af64d40fb4519"/>
          <a:stretch xmlns:a="http://schemas.openxmlformats.org/drawingml/2006/main"/>
        </p:blipFill>
        <p:spPr>
          <a:xfrm xmlns:a="http://schemas.openxmlformats.org/drawingml/2006/main">
            <a:off x="10257179" y="3753744"/>
            <a:ext cx="1717802" cy="217850"/>
          </a:xfrm>
          <a:prstGeom xmlns:a="http://schemas.openxmlformats.org/drawingml/2006/main" prst="rect">
            <a:avLst/>
          </a:prstGeom>
        </p:spPr>
      </p:pic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9A814-8FE9-4797-93DD-0F44D156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285" y="3742562"/>
            <a:ext cx="1739449" cy="238816"/>
          </a:xfrm>
          <a:custGeom xmlns:a="http://schemas.openxmlformats.org/drawingml/2006/main">
            <a:pathLst>
              <a:path w="1739449" h="238816">
                <a:moveTo>
                  <a:pt x="0" y="238816"/>
                </a:moveTo>
                <a:lnTo>
                  <a:pt x="1739449" y="238816"/>
                </a:lnTo>
                <a:lnTo>
                  <a:pt x="1739449" y="0"/>
                </a:lnTo>
                <a:lnTo>
                  <a:pt x="0" y="0"/>
                </a:lnTo>
                <a:lnTo>
                  <a:pt x="0" y="238816"/>
                </a:lnTo>
                <a:close/>
                <a:moveTo>
                  <a:pt x="1718500" y="217868"/>
                </a:moveTo>
                <a:lnTo>
                  <a:pt x="20949" y="217868"/>
                </a:lnTo>
                <a:lnTo>
                  <a:pt x="20949" y="20949"/>
                </a:lnTo>
                <a:lnTo>
                  <a:pt x="1718500" y="20949"/>
                </a:lnTo>
                <a:lnTo>
                  <a:pt x="1718500" y="217868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Text experience">
            <a:extLst xmlns:a="http://schemas.openxmlformats.org/drawingml/2006/main">
              <a:ext uri="{FF2B5EF4-FFF2-40B4-BE49-F238E27FC236}">
                <a16:creationId xmlns:a16="http://schemas.microsoft.com/office/drawing/2014/main" id="{B7908702-093B-4F57-9D02-320C5B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5560" y="2134010"/>
            <a:ext cx="853931" cy="170209"/>
          </a:xfrm>
          <a:custGeom xmlns:a="http://schemas.openxmlformats.org/drawingml/2006/main">
            <a:pathLst>
              <a:path w="853931" h="170209">
                <a:moveTo>
                  <a:pt x="45744" y="126347"/>
                </a:moveTo>
                <a:cubicBezTo>
                  <a:pt x="32705" y="126347"/>
                  <a:pt x="22040" y="123235"/>
                  <a:pt x="13748" y="117011"/>
                </a:cubicBezTo>
                <a:cubicBezTo>
                  <a:pt x="4583" y="110130"/>
                  <a:pt x="0" y="100438"/>
                  <a:pt x="0" y="87933"/>
                </a:cubicBezTo>
                <a:cubicBezTo>
                  <a:pt x="0" y="74119"/>
                  <a:pt x="3628" y="62434"/>
                  <a:pt x="10884" y="52878"/>
                </a:cubicBezTo>
                <a:cubicBezTo>
                  <a:pt x="18958" y="42285"/>
                  <a:pt x="29841" y="36988"/>
                  <a:pt x="43534" y="36988"/>
                </a:cubicBezTo>
                <a:cubicBezTo>
                  <a:pt x="53027" y="36988"/>
                  <a:pt x="60910" y="38515"/>
                  <a:pt x="67183" y="41570"/>
                </a:cubicBezTo>
                <a:cubicBezTo>
                  <a:pt x="75421" y="45607"/>
                  <a:pt x="79540" y="51881"/>
                  <a:pt x="79540" y="60391"/>
                </a:cubicBezTo>
                <a:cubicBezTo>
                  <a:pt x="79540" y="66392"/>
                  <a:pt x="76185" y="71711"/>
                  <a:pt x="69475" y="76349"/>
                </a:cubicBezTo>
                <a:cubicBezTo>
                  <a:pt x="66420" y="78476"/>
                  <a:pt x="60282" y="81586"/>
                  <a:pt x="51063" y="85677"/>
                </a:cubicBezTo>
                <a:lnTo>
                  <a:pt x="23486" y="97870"/>
                </a:lnTo>
                <a:cubicBezTo>
                  <a:pt x="26104" y="100707"/>
                  <a:pt x="29268" y="102835"/>
                  <a:pt x="32978" y="104253"/>
                </a:cubicBezTo>
                <a:cubicBezTo>
                  <a:pt x="36688" y="105671"/>
                  <a:pt x="40943" y="106381"/>
                  <a:pt x="45744" y="106381"/>
                </a:cubicBezTo>
                <a:cubicBezTo>
                  <a:pt x="53054" y="106381"/>
                  <a:pt x="59246" y="104880"/>
                  <a:pt x="64319" y="101880"/>
                </a:cubicBezTo>
                <a:cubicBezTo>
                  <a:pt x="68847" y="99207"/>
                  <a:pt x="72475" y="97870"/>
                  <a:pt x="75203" y="97870"/>
                </a:cubicBezTo>
                <a:cubicBezTo>
                  <a:pt x="80877" y="97870"/>
                  <a:pt x="83713" y="100633"/>
                  <a:pt x="83713" y="106158"/>
                </a:cubicBezTo>
                <a:cubicBezTo>
                  <a:pt x="83713" y="112396"/>
                  <a:pt x="79158" y="117484"/>
                  <a:pt x="70048" y="121422"/>
                </a:cubicBezTo>
                <a:cubicBezTo>
                  <a:pt x="62410" y="124706"/>
                  <a:pt x="54309" y="126347"/>
                  <a:pt x="45744" y="126347"/>
                </a:cubicBezTo>
                <a:moveTo>
                  <a:pt x="43534" y="56791"/>
                </a:moveTo>
                <a:cubicBezTo>
                  <a:pt x="38461" y="56791"/>
                  <a:pt x="34124" y="58482"/>
                  <a:pt x="30523" y="61864"/>
                </a:cubicBezTo>
                <a:cubicBezTo>
                  <a:pt x="26922" y="65247"/>
                  <a:pt x="24031" y="70320"/>
                  <a:pt x="21849" y="77085"/>
                </a:cubicBezTo>
                <a:cubicBezTo>
                  <a:pt x="28014" y="74412"/>
                  <a:pt x="34151" y="71766"/>
                  <a:pt x="40261" y="69147"/>
                </a:cubicBezTo>
                <a:cubicBezTo>
                  <a:pt x="47626" y="65820"/>
                  <a:pt x="53490" y="62737"/>
                  <a:pt x="57855" y="59900"/>
                </a:cubicBezTo>
                <a:cubicBezTo>
                  <a:pt x="54200" y="57827"/>
                  <a:pt x="49426" y="56791"/>
                  <a:pt x="43534" y="56791"/>
                </a:cubicBezTo>
                <a:close/>
                <a:moveTo>
                  <a:pt x="178676" y="56180"/>
                </a:moveTo>
                <a:cubicBezTo>
                  <a:pt x="175567" y="58856"/>
                  <a:pt x="171557" y="62381"/>
                  <a:pt x="166647" y="66754"/>
                </a:cubicBezTo>
                <a:lnTo>
                  <a:pt x="154127" y="78394"/>
                </a:lnTo>
                <a:lnTo>
                  <a:pt x="179085" y="108917"/>
                </a:lnTo>
                <a:cubicBezTo>
                  <a:pt x="180886" y="111154"/>
                  <a:pt x="181786" y="113364"/>
                  <a:pt x="181786" y="115546"/>
                </a:cubicBezTo>
                <a:cubicBezTo>
                  <a:pt x="181786" y="118383"/>
                  <a:pt x="180640" y="120865"/>
                  <a:pt x="178349" y="122992"/>
                </a:cubicBezTo>
                <a:cubicBezTo>
                  <a:pt x="176058" y="125120"/>
                  <a:pt x="173439" y="126184"/>
                  <a:pt x="170493" y="126184"/>
                </a:cubicBezTo>
                <a:cubicBezTo>
                  <a:pt x="167438" y="126184"/>
                  <a:pt x="164710" y="124875"/>
                  <a:pt x="162310" y="122256"/>
                </a:cubicBezTo>
                <a:cubicBezTo>
                  <a:pt x="157400" y="116910"/>
                  <a:pt x="149299" y="107281"/>
                  <a:pt x="138006" y="93369"/>
                </a:cubicBezTo>
                <a:cubicBezTo>
                  <a:pt x="133587" y="97788"/>
                  <a:pt x="126741" y="104226"/>
                  <a:pt x="117466" y="112682"/>
                </a:cubicBezTo>
                <a:cubicBezTo>
                  <a:pt x="114521" y="115137"/>
                  <a:pt x="112284" y="117182"/>
                  <a:pt x="110756" y="118819"/>
                </a:cubicBezTo>
                <a:cubicBezTo>
                  <a:pt x="108356" y="121329"/>
                  <a:pt x="105655" y="122583"/>
                  <a:pt x="102655" y="122583"/>
                </a:cubicBezTo>
                <a:cubicBezTo>
                  <a:pt x="99709" y="122583"/>
                  <a:pt x="97104" y="121519"/>
                  <a:pt x="94840" y="119392"/>
                </a:cubicBezTo>
                <a:cubicBezTo>
                  <a:pt x="92576" y="117264"/>
                  <a:pt x="91444" y="114782"/>
                  <a:pt x="91444" y="111945"/>
                </a:cubicBezTo>
                <a:cubicBezTo>
                  <a:pt x="91444" y="108781"/>
                  <a:pt x="93681" y="105153"/>
                  <a:pt x="98154" y="101062"/>
                </a:cubicBezTo>
                <a:cubicBezTo>
                  <a:pt x="101755" y="97952"/>
                  <a:pt x="105355" y="94870"/>
                  <a:pt x="108956" y="91815"/>
                </a:cubicBezTo>
                <a:cubicBezTo>
                  <a:pt x="112284" y="88487"/>
                  <a:pt x="117466" y="83386"/>
                  <a:pt x="124504" y="76512"/>
                </a:cubicBezTo>
                <a:cubicBezTo>
                  <a:pt x="121449" y="72257"/>
                  <a:pt x="118367" y="68002"/>
                  <a:pt x="115257" y="63747"/>
                </a:cubicBezTo>
                <a:cubicBezTo>
                  <a:pt x="111493" y="58728"/>
                  <a:pt x="107947" y="54827"/>
                  <a:pt x="104619" y="52045"/>
                </a:cubicBezTo>
                <a:cubicBezTo>
                  <a:pt x="101782" y="49699"/>
                  <a:pt x="100364" y="47053"/>
                  <a:pt x="100364" y="44107"/>
                </a:cubicBezTo>
                <a:cubicBezTo>
                  <a:pt x="100364" y="41270"/>
                  <a:pt x="101441" y="38747"/>
                  <a:pt x="103596" y="36538"/>
                </a:cubicBezTo>
                <a:cubicBezTo>
                  <a:pt x="105751" y="34328"/>
                  <a:pt x="108329" y="33224"/>
                  <a:pt x="111329" y="33224"/>
                </a:cubicBezTo>
                <a:cubicBezTo>
                  <a:pt x="115202" y="33224"/>
                  <a:pt x="120549" y="37124"/>
                  <a:pt x="127368" y="44925"/>
                </a:cubicBezTo>
                <a:lnTo>
                  <a:pt x="140461" y="61783"/>
                </a:lnTo>
                <a:cubicBezTo>
                  <a:pt x="145153" y="57844"/>
                  <a:pt x="149817" y="53905"/>
                  <a:pt x="154454" y="49966"/>
                </a:cubicBezTo>
                <a:cubicBezTo>
                  <a:pt x="160237" y="44933"/>
                  <a:pt x="164383" y="40639"/>
                  <a:pt x="166893" y="37082"/>
                </a:cubicBezTo>
                <a:cubicBezTo>
                  <a:pt x="169238" y="33746"/>
                  <a:pt x="172212" y="32078"/>
                  <a:pt x="175812" y="32078"/>
                </a:cubicBezTo>
                <a:cubicBezTo>
                  <a:pt x="178758" y="32078"/>
                  <a:pt x="181390" y="33116"/>
                  <a:pt x="183709" y="35193"/>
                </a:cubicBezTo>
                <a:cubicBezTo>
                  <a:pt x="186027" y="37269"/>
                  <a:pt x="187187" y="39728"/>
                  <a:pt x="187187" y="42570"/>
                </a:cubicBezTo>
                <a:cubicBezTo>
                  <a:pt x="187187" y="46123"/>
                  <a:pt x="184350" y="50660"/>
                  <a:pt x="178676" y="56180"/>
                </a:cubicBezTo>
                <a:close/>
                <a:moveTo>
                  <a:pt x="235035" y="127493"/>
                </a:moveTo>
                <a:cubicBezTo>
                  <a:pt x="230343" y="127493"/>
                  <a:pt x="225406" y="126948"/>
                  <a:pt x="220224" y="125857"/>
                </a:cubicBezTo>
                <a:lnTo>
                  <a:pt x="220142" y="159244"/>
                </a:lnTo>
                <a:cubicBezTo>
                  <a:pt x="220142" y="162408"/>
                  <a:pt x="219078" y="165026"/>
                  <a:pt x="216950" y="167099"/>
                </a:cubicBezTo>
                <a:cubicBezTo>
                  <a:pt x="214823" y="169173"/>
                  <a:pt x="212122" y="170209"/>
                  <a:pt x="208849" y="170209"/>
                </a:cubicBezTo>
                <a:cubicBezTo>
                  <a:pt x="205576" y="170209"/>
                  <a:pt x="202875" y="169171"/>
                  <a:pt x="200748" y="167094"/>
                </a:cubicBezTo>
                <a:cubicBezTo>
                  <a:pt x="198620" y="165020"/>
                  <a:pt x="197556" y="162398"/>
                  <a:pt x="197556" y="159231"/>
                </a:cubicBezTo>
                <a:cubicBezTo>
                  <a:pt x="197556" y="156663"/>
                  <a:pt x="197611" y="146477"/>
                  <a:pt x="197720" y="128672"/>
                </a:cubicBezTo>
                <a:cubicBezTo>
                  <a:pt x="197829" y="115453"/>
                  <a:pt x="197829" y="104666"/>
                  <a:pt x="197720" y="96310"/>
                </a:cubicBezTo>
                <a:cubicBezTo>
                  <a:pt x="197556" y="84511"/>
                  <a:pt x="197175" y="74351"/>
                  <a:pt x="196574" y="65831"/>
                </a:cubicBezTo>
                <a:cubicBezTo>
                  <a:pt x="195756" y="54088"/>
                  <a:pt x="195347" y="48708"/>
                  <a:pt x="195347" y="49692"/>
                </a:cubicBezTo>
                <a:cubicBezTo>
                  <a:pt x="195347" y="45159"/>
                  <a:pt x="196356" y="41281"/>
                  <a:pt x="198375" y="38059"/>
                </a:cubicBezTo>
                <a:cubicBezTo>
                  <a:pt x="200721" y="34399"/>
                  <a:pt x="203885" y="32569"/>
                  <a:pt x="207867" y="32569"/>
                </a:cubicBezTo>
                <a:cubicBezTo>
                  <a:pt x="210922" y="32569"/>
                  <a:pt x="213486" y="33605"/>
                  <a:pt x="215559" y="35678"/>
                </a:cubicBezTo>
                <a:cubicBezTo>
                  <a:pt x="217632" y="37751"/>
                  <a:pt x="218669" y="40234"/>
                  <a:pt x="218669" y="43125"/>
                </a:cubicBezTo>
                <a:lnTo>
                  <a:pt x="218587" y="43943"/>
                </a:lnTo>
                <a:cubicBezTo>
                  <a:pt x="222242" y="41870"/>
                  <a:pt x="225911" y="40329"/>
                  <a:pt x="229593" y="39320"/>
                </a:cubicBezTo>
                <a:cubicBezTo>
                  <a:pt x="233276" y="38311"/>
                  <a:pt x="236972" y="37806"/>
                  <a:pt x="240682" y="37806"/>
                </a:cubicBezTo>
                <a:cubicBezTo>
                  <a:pt x="253229" y="37806"/>
                  <a:pt x="262394" y="43134"/>
                  <a:pt x="268177" y="53791"/>
                </a:cubicBezTo>
                <a:cubicBezTo>
                  <a:pt x="272487" y="61826"/>
                  <a:pt x="274641" y="72238"/>
                  <a:pt x="274641" y="85028"/>
                </a:cubicBezTo>
                <a:cubicBezTo>
                  <a:pt x="274641" y="96997"/>
                  <a:pt x="271232" y="106917"/>
                  <a:pt x="264413" y="114786"/>
                </a:cubicBezTo>
                <a:cubicBezTo>
                  <a:pt x="257102" y="123258"/>
                  <a:pt x="247310" y="127493"/>
                  <a:pt x="235035" y="127493"/>
                </a:cubicBezTo>
                <a:moveTo>
                  <a:pt x="240682" y="59737"/>
                </a:moveTo>
                <a:cubicBezTo>
                  <a:pt x="237245" y="59737"/>
                  <a:pt x="233753" y="60542"/>
                  <a:pt x="230207" y="62151"/>
                </a:cubicBezTo>
                <a:cubicBezTo>
                  <a:pt x="226661" y="63760"/>
                  <a:pt x="223088" y="66174"/>
                  <a:pt x="219487" y="69393"/>
                </a:cubicBezTo>
                <a:cubicBezTo>
                  <a:pt x="220142" y="80631"/>
                  <a:pt x="220469" y="91897"/>
                  <a:pt x="220469" y="103189"/>
                </a:cubicBezTo>
                <a:cubicBezTo>
                  <a:pt x="225325" y="104771"/>
                  <a:pt x="230180" y="105562"/>
                  <a:pt x="235035" y="105562"/>
                </a:cubicBezTo>
                <a:cubicBezTo>
                  <a:pt x="240654" y="105562"/>
                  <a:pt x="244964" y="103571"/>
                  <a:pt x="247964" y="99589"/>
                </a:cubicBezTo>
                <a:cubicBezTo>
                  <a:pt x="250692" y="95988"/>
                  <a:pt x="252056" y="91133"/>
                  <a:pt x="252056" y="85023"/>
                </a:cubicBezTo>
                <a:cubicBezTo>
                  <a:pt x="252056" y="77658"/>
                  <a:pt x="251729" y="72557"/>
                  <a:pt x="251074" y="69720"/>
                </a:cubicBezTo>
                <a:cubicBezTo>
                  <a:pt x="249492" y="63065"/>
                  <a:pt x="246028" y="59737"/>
                  <a:pt x="240682" y="59737"/>
                </a:cubicBezTo>
                <a:close/>
                <a:moveTo>
                  <a:pt x="327854" y="126347"/>
                </a:moveTo>
                <a:cubicBezTo>
                  <a:pt x="314815" y="126347"/>
                  <a:pt x="304150" y="123235"/>
                  <a:pt x="295858" y="117011"/>
                </a:cubicBezTo>
                <a:cubicBezTo>
                  <a:pt x="286693" y="110130"/>
                  <a:pt x="282110" y="100438"/>
                  <a:pt x="282110" y="87933"/>
                </a:cubicBezTo>
                <a:cubicBezTo>
                  <a:pt x="282110" y="74119"/>
                  <a:pt x="285738" y="62434"/>
                  <a:pt x="292994" y="52878"/>
                </a:cubicBezTo>
                <a:cubicBezTo>
                  <a:pt x="301068" y="42285"/>
                  <a:pt x="311951" y="36988"/>
                  <a:pt x="325644" y="36988"/>
                </a:cubicBezTo>
                <a:cubicBezTo>
                  <a:pt x="335137" y="36988"/>
                  <a:pt x="343020" y="38515"/>
                  <a:pt x="349294" y="41570"/>
                </a:cubicBezTo>
                <a:cubicBezTo>
                  <a:pt x="357531" y="45607"/>
                  <a:pt x="361650" y="51881"/>
                  <a:pt x="361650" y="60391"/>
                </a:cubicBezTo>
                <a:cubicBezTo>
                  <a:pt x="361650" y="66392"/>
                  <a:pt x="358295" y="71711"/>
                  <a:pt x="351585" y="76349"/>
                </a:cubicBezTo>
                <a:cubicBezTo>
                  <a:pt x="348530" y="78476"/>
                  <a:pt x="342392" y="81586"/>
                  <a:pt x="333173" y="85677"/>
                </a:cubicBezTo>
                <a:lnTo>
                  <a:pt x="305596" y="97870"/>
                </a:lnTo>
                <a:cubicBezTo>
                  <a:pt x="308214" y="100707"/>
                  <a:pt x="311378" y="102835"/>
                  <a:pt x="315088" y="104253"/>
                </a:cubicBezTo>
                <a:cubicBezTo>
                  <a:pt x="318798" y="105671"/>
                  <a:pt x="323053" y="106381"/>
                  <a:pt x="327854" y="106381"/>
                </a:cubicBezTo>
                <a:cubicBezTo>
                  <a:pt x="335164" y="106381"/>
                  <a:pt x="341356" y="104880"/>
                  <a:pt x="346430" y="101880"/>
                </a:cubicBezTo>
                <a:cubicBezTo>
                  <a:pt x="350957" y="99207"/>
                  <a:pt x="354585" y="97870"/>
                  <a:pt x="357313" y="97870"/>
                </a:cubicBezTo>
                <a:cubicBezTo>
                  <a:pt x="362987" y="97870"/>
                  <a:pt x="365824" y="100633"/>
                  <a:pt x="365824" y="106158"/>
                </a:cubicBezTo>
                <a:cubicBezTo>
                  <a:pt x="365824" y="112396"/>
                  <a:pt x="361268" y="117484"/>
                  <a:pt x="352158" y="121422"/>
                </a:cubicBezTo>
                <a:cubicBezTo>
                  <a:pt x="344520" y="124706"/>
                  <a:pt x="336419" y="126347"/>
                  <a:pt x="327854" y="126347"/>
                </a:cubicBezTo>
                <a:moveTo>
                  <a:pt x="325644" y="56791"/>
                </a:moveTo>
                <a:cubicBezTo>
                  <a:pt x="320571" y="56791"/>
                  <a:pt x="316234" y="58482"/>
                  <a:pt x="312633" y="61864"/>
                </a:cubicBezTo>
                <a:cubicBezTo>
                  <a:pt x="309033" y="65247"/>
                  <a:pt x="306141" y="70320"/>
                  <a:pt x="303959" y="77085"/>
                </a:cubicBezTo>
                <a:cubicBezTo>
                  <a:pt x="310124" y="74412"/>
                  <a:pt x="316261" y="71766"/>
                  <a:pt x="322371" y="69147"/>
                </a:cubicBezTo>
                <a:cubicBezTo>
                  <a:pt x="329736" y="65820"/>
                  <a:pt x="335600" y="62737"/>
                  <a:pt x="339965" y="59900"/>
                </a:cubicBezTo>
                <a:cubicBezTo>
                  <a:pt x="336310" y="57827"/>
                  <a:pt x="331536" y="56791"/>
                  <a:pt x="325644" y="56791"/>
                </a:cubicBezTo>
                <a:close/>
                <a:moveTo>
                  <a:pt x="448757" y="63695"/>
                </a:moveTo>
                <a:cubicBezTo>
                  <a:pt x="448266" y="72076"/>
                  <a:pt x="444475" y="76267"/>
                  <a:pt x="437383" y="76267"/>
                </a:cubicBezTo>
                <a:cubicBezTo>
                  <a:pt x="430509" y="76267"/>
                  <a:pt x="427072" y="72705"/>
                  <a:pt x="427072" y="65583"/>
                </a:cubicBezTo>
                <a:lnTo>
                  <a:pt x="426663" y="57282"/>
                </a:lnTo>
                <a:cubicBezTo>
                  <a:pt x="414388" y="59246"/>
                  <a:pt x="405605" y="65547"/>
                  <a:pt x="400313" y="76185"/>
                </a:cubicBezTo>
                <a:lnTo>
                  <a:pt x="400395" y="117346"/>
                </a:lnTo>
                <a:cubicBezTo>
                  <a:pt x="400395" y="120456"/>
                  <a:pt x="399331" y="123033"/>
                  <a:pt x="397203" y="125079"/>
                </a:cubicBezTo>
                <a:cubicBezTo>
                  <a:pt x="395076" y="127125"/>
                  <a:pt x="392375" y="128148"/>
                  <a:pt x="389102" y="128148"/>
                </a:cubicBezTo>
                <a:cubicBezTo>
                  <a:pt x="385720" y="128148"/>
                  <a:pt x="383101" y="127056"/>
                  <a:pt x="381246" y="124872"/>
                </a:cubicBezTo>
                <a:cubicBezTo>
                  <a:pt x="379501" y="122906"/>
                  <a:pt x="378628" y="120394"/>
                  <a:pt x="378628" y="117336"/>
                </a:cubicBezTo>
                <a:lnTo>
                  <a:pt x="378628" y="63688"/>
                </a:lnTo>
                <a:cubicBezTo>
                  <a:pt x="378628" y="61995"/>
                  <a:pt x="378682" y="59470"/>
                  <a:pt x="378791" y="56113"/>
                </a:cubicBezTo>
                <a:cubicBezTo>
                  <a:pt x="378901" y="52755"/>
                  <a:pt x="378955" y="50229"/>
                  <a:pt x="378955" y="48536"/>
                </a:cubicBezTo>
                <a:cubicBezTo>
                  <a:pt x="378955" y="45478"/>
                  <a:pt x="379869" y="42925"/>
                  <a:pt x="381696" y="40877"/>
                </a:cubicBezTo>
                <a:cubicBezTo>
                  <a:pt x="383524" y="38830"/>
                  <a:pt x="386129" y="37806"/>
                  <a:pt x="389511" y="37806"/>
                </a:cubicBezTo>
                <a:cubicBezTo>
                  <a:pt x="395567" y="37806"/>
                  <a:pt x="399167" y="40916"/>
                  <a:pt x="400313" y="47135"/>
                </a:cubicBezTo>
                <a:cubicBezTo>
                  <a:pt x="409969" y="39934"/>
                  <a:pt x="420689" y="36333"/>
                  <a:pt x="432473" y="36333"/>
                </a:cubicBezTo>
                <a:cubicBezTo>
                  <a:pt x="443384" y="36333"/>
                  <a:pt x="448839" y="43619"/>
                  <a:pt x="448839" y="58190"/>
                </a:cubicBezTo>
                <a:cubicBezTo>
                  <a:pt x="448839" y="60984"/>
                  <a:pt x="448812" y="62819"/>
                  <a:pt x="448757" y="63695"/>
                </a:cubicBezTo>
                <a:close/>
                <a:moveTo>
                  <a:pt x="479144" y="24222"/>
                </a:moveTo>
                <a:cubicBezTo>
                  <a:pt x="475653" y="24222"/>
                  <a:pt x="472625" y="23049"/>
                  <a:pt x="470061" y="20703"/>
                </a:cubicBezTo>
                <a:cubicBezTo>
                  <a:pt x="467497" y="18357"/>
                  <a:pt x="466215" y="15493"/>
                  <a:pt x="466215" y="12111"/>
                </a:cubicBezTo>
                <a:cubicBezTo>
                  <a:pt x="466215" y="8729"/>
                  <a:pt x="467497" y="5865"/>
                  <a:pt x="470061" y="3519"/>
                </a:cubicBezTo>
                <a:cubicBezTo>
                  <a:pt x="472625" y="1173"/>
                  <a:pt x="475653" y="0"/>
                  <a:pt x="479144" y="0"/>
                </a:cubicBezTo>
                <a:cubicBezTo>
                  <a:pt x="482636" y="0"/>
                  <a:pt x="485650" y="1173"/>
                  <a:pt x="488187" y="3519"/>
                </a:cubicBezTo>
                <a:cubicBezTo>
                  <a:pt x="490724" y="5865"/>
                  <a:pt x="491992" y="8729"/>
                  <a:pt x="491992" y="12111"/>
                </a:cubicBezTo>
                <a:cubicBezTo>
                  <a:pt x="491992" y="15493"/>
                  <a:pt x="490724" y="18357"/>
                  <a:pt x="488187" y="20703"/>
                </a:cubicBezTo>
                <a:cubicBezTo>
                  <a:pt x="485650" y="23049"/>
                  <a:pt x="482636" y="24222"/>
                  <a:pt x="479144" y="24222"/>
                </a:cubicBezTo>
                <a:moveTo>
                  <a:pt x="486100" y="84204"/>
                </a:moveTo>
                <a:cubicBezTo>
                  <a:pt x="486100" y="87314"/>
                  <a:pt x="486196" y="92306"/>
                  <a:pt x="486386" y="99180"/>
                </a:cubicBezTo>
                <a:cubicBezTo>
                  <a:pt x="486577" y="106053"/>
                  <a:pt x="486673" y="111045"/>
                  <a:pt x="486673" y="114155"/>
                </a:cubicBezTo>
                <a:cubicBezTo>
                  <a:pt x="486673" y="117319"/>
                  <a:pt x="485609" y="119924"/>
                  <a:pt x="483481" y="121970"/>
                </a:cubicBezTo>
                <a:cubicBezTo>
                  <a:pt x="481354" y="124015"/>
                  <a:pt x="478653" y="125038"/>
                  <a:pt x="475380" y="125038"/>
                </a:cubicBezTo>
                <a:cubicBezTo>
                  <a:pt x="472107" y="125038"/>
                  <a:pt x="469406" y="124015"/>
                  <a:pt x="467279" y="121970"/>
                </a:cubicBezTo>
                <a:cubicBezTo>
                  <a:pt x="465151" y="119924"/>
                  <a:pt x="464087" y="117319"/>
                  <a:pt x="464087" y="114155"/>
                </a:cubicBezTo>
                <a:cubicBezTo>
                  <a:pt x="464087" y="111045"/>
                  <a:pt x="463992" y="106053"/>
                  <a:pt x="463801" y="99180"/>
                </a:cubicBezTo>
                <a:cubicBezTo>
                  <a:pt x="463610" y="92306"/>
                  <a:pt x="463515" y="87314"/>
                  <a:pt x="463515" y="84204"/>
                </a:cubicBezTo>
                <a:cubicBezTo>
                  <a:pt x="463515" y="79349"/>
                  <a:pt x="463787" y="73266"/>
                  <a:pt x="464333" y="65956"/>
                </a:cubicBezTo>
                <a:cubicBezTo>
                  <a:pt x="464878" y="58646"/>
                  <a:pt x="465151" y="52563"/>
                  <a:pt x="465151" y="47708"/>
                </a:cubicBezTo>
                <a:cubicBezTo>
                  <a:pt x="465151" y="44543"/>
                  <a:pt x="466215" y="41939"/>
                  <a:pt x="468343" y="39893"/>
                </a:cubicBezTo>
                <a:cubicBezTo>
                  <a:pt x="470470" y="37847"/>
                  <a:pt x="473171" y="36824"/>
                  <a:pt x="476444" y="36824"/>
                </a:cubicBezTo>
                <a:cubicBezTo>
                  <a:pt x="479717" y="36824"/>
                  <a:pt x="482418" y="37847"/>
                  <a:pt x="484545" y="39893"/>
                </a:cubicBezTo>
                <a:cubicBezTo>
                  <a:pt x="486673" y="41939"/>
                  <a:pt x="487737" y="44543"/>
                  <a:pt x="487737" y="47708"/>
                </a:cubicBezTo>
                <a:cubicBezTo>
                  <a:pt x="487737" y="52563"/>
                  <a:pt x="487464" y="58646"/>
                  <a:pt x="486918" y="65956"/>
                </a:cubicBezTo>
                <a:cubicBezTo>
                  <a:pt x="486373" y="73266"/>
                  <a:pt x="486100" y="79349"/>
                  <a:pt x="486100" y="84204"/>
                </a:cubicBezTo>
                <a:close/>
                <a:moveTo>
                  <a:pt x="548515" y="126347"/>
                </a:moveTo>
                <a:cubicBezTo>
                  <a:pt x="535476" y="126347"/>
                  <a:pt x="524811" y="123235"/>
                  <a:pt x="516519" y="117011"/>
                </a:cubicBezTo>
                <a:cubicBezTo>
                  <a:pt x="507354" y="110130"/>
                  <a:pt x="502771" y="100438"/>
                  <a:pt x="502771" y="87933"/>
                </a:cubicBezTo>
                <a:cubicBezTo>
                  <a:pt x="502771" y="74119"/>
                  <a:pt x="506399" y="62434"/>
                  <a:pt x="513655" y="52878"/>
                </a:cubicBezTo>
                <a:cubicBezTo>
                  <a:pt x="521729" y="42285"/>
                  <a:pt x="532612" y="36988"/>
                  <a:pt x="546305" y="36988"/>
                </a:cubicBezTo>
                <a:cubicBezTo>
                  <a:pt x="555798" y="36988"/>
                  <a:pt x="563681" y="38515"/>
                  <a:pt x="569955" y="41570"/>
                </a:cubicBezTo>
                <a:cubicBezTo>
                  <a:pt x="578192" y="45607"/>
                  <a:pt x="582311" y="51881"/>
                  <a:pt x="582311" y="60391"/>
                </a:cubicBezTo>
                <a:cubicBezTo>
                  <a:pt x="582311" y="66392"/>
                  <a:pt x="578956" y="71711"/>
                  <a:pt x="572246" y="76349"/>
                </a:cubicBezTo>
                <a:cubicBezTo>
                  <a:pt x="569191" y="78476"/>
                  <a:pt x="563054" y="81586"/>
                  <a:pt x="553834" y="85677"/>
                </a:cubicBezTo>
                <a:lnTo>
                  <a:pt x="526257" y="97870"/>
                </a:lnTo>
                <a:cubicBezTo>
                  <a:pt x="528875" y="100707"/>
                  <a:pt x="532039" y="102835"/>
                  <a:pt x="535749" y="104253"/>
                </a:cubicBezTo>
                <a:cubicBezTo>
                  <a:pt x="539459" y="105671"/>
                  <a:pt x="543714" y="106381"/>
                  <a:pt x="548515" y="106381"/>
                </a:cubicBezTo>
                <a:cubicBezTo>
                  <a:pt x="555825" y="106381"/>
                  <a:pt x="562017" y="104880"/>
                  <a:pt x="567091" y="101880"/>
                </a:cubicBezTo>
                <a:cubicBezTo>
                  <a:pt x="571619" y="99207"/>
                  <a:pt x="575246" y="97870"/>
                  <a:pt x="577974" y="97870"/>
                </a:cubicBezTo>
                <a:cubicBezTo>
                  <a:pt x="583648" y="97870"/>
                  <a:pt x="586485" y="100633"/>
                  <a:pt x="586485" y="106158"/>
                </a:cubicBezTo>
                <a:cubicBezTo>
                  <a:pt x="586485" y="112396"/>
                  <a:pt x="581929" y="117484"/>
                  <a:pt x="572819" y="121422"/>
                </a:cubicBezTo>
                <a:cubicBezTo>
                  <a:pt x="565181" y="124706"/>
                  <a:pt x="557080" y="126347"/>
                  <a:pt x="548515" y="126347"/>
                </a:cubicBezTo>
                <a:moveTo>
                  <a:pt x="546305" y="56791"/>
                </a:moveTo>
                <a:cubicBezTo>
                  <a:pt x="541232" y="56791"/>
                  <a:pt x="536895" y="58482"/>
                  <a:pt x="533294" y="61864"/>
                </a:cubicBezTo>
                <a:cubicBezTo>
                  <a:pt x="529694" y="65247"/>
                  <a:pt x="526802" y="70320"/>
                  <a:pt x="524620" y="77085"/>
                </a:cubicBezTo>
                <a:cubicBezTo>
                  <a:pt x="530785" y="74412"/>
                  <a:pt x="536922" y="71766"/>
                  <a:pt x="543032" y="69147"/>
                </a:cubicBezTo>
                <a:cubicBezTo>
                  <a:pt x="550397" y="65820"/>
                  <a:pt x="556262" y="62737"/>
                  <a:pt x="560626" y="59900"/>
                </a:cubicBezTo>
                <a:cubicBezTo>
                  <a:pt x="556971" y="57827"/>
                  <a:pt x="552197" y="56791"/>
                  <a:pt x="546305" y="56791"/>
                </a:cubicBezTo>
                <a:close/>
                <a:moveTo>
                  <a:pt x="665327" y="128475"/>
                </a:moveTo>
                <a:cubicBezTo>
                  <a:pt x="658616" y="128475"/>
                  <a:pt x="654879" y="125167"/>
                  <a:pt x="654116" y="118551"/>
                </a:cubicBezTo>
                <a:cubicBezTo>
                  <a:pt x="653352" y="112919"/>
                  <a:pt x="652588" y="107260"/>
                  <a:pt x="651824" y="101573"/>
                </a:cubicBezTo>
                <a:cubicBezTo>
                  <a:pt x="651006" y="95558"/>
                  <a:pt x="650597" y="89899"/>
                  <a:pt x="650597" y="84596"/>
                </a:cubicBezTo>
                <a:cubicBezTo>
                  <a:pt x="650597" y="83174"/>
                  <a:pt x="650692" y="80741"/>
                  <a:pt x="650883" y="77297"/>
                </a:cubicBezTo>
                <a:cubicBezTo>
                  <a:pt x="651074" y="73852"/>
                  <a:pt x="651170" y="71418"/>
                  <a:pt x="651170" y="69996"/>
                </a:cubicBezTo>
                <a:cubicBezTo>
                  <a:pt x="651170" y="69615"/>
                  <a:pt x="651224" y="68645"/>
                  <a:pt x="651333" y="67086"/>
                </a:cubicBezTo>
                <a:cubicBezTo>
                  <a:pt x="651443" y="65526"/>
                  <a:pt x="651497" y="64255"/>
                  <a:pt x="651497" y="63271"/>
                </a:cubicBezTo>
                <a:cubicBezTo>
                  <a:pt x="651497" y="58733"/>
                  <a:pt x="650324" y="56464"/>
                  <a:pt x="647978" y="56464"/>
                </a:cubicBezTo>
                <a:cubicBezTo>
                  <a:pt x="642959" y="56464"/>
                  <a:pt x="638036" y="59475"/>
                  <a:pt x="633208" y="65498"/>
                </a:cubicBezTo>
                <a:cubicBezTo>
                  <a:pt x="628380" y="71520"/>
                  <a:pt x="624602" y="79151"/>
                  <a:pt x="621874" y="88393"/>
                </a:cubicBezTo>
                <a:cubicBezTo>
                  <a:pt x="621765" y="90243"/>
                  <a:pt x="621520" y="92708"/>
                  <a:pt x="621138" y="95789"/>
                </a:cubicBezTo>
                <a:cubicBezTo>
                  <a:pt x="620810" y="98310"/>
                  <a:pt x="620647" y="100774"/>
                  <a:pt x="620647" y="103182"/>
                </a:cubicBezTo>
                <a:cubicBezTo>
                  <a:pt x="620647" y="104752"/>
                  <a:pt x="620824" y="107120"/>
                  <a:pt x="621179" y="110286"/>
                </a:cubicBezTo>
                <a:cubicBezTo>
                  <a:pt x="621533" y="113450"/>
                  <a:pt x="621711" y="115816"/>
                  <a:pt x="621711" y="117384"/>
                </a:cubicBezTo>
                <a:cubicBezTo>
                  <a:pt x="621711" y="120578"/>
                  <a:pt x="620633" y="123224"/>
                  <a:pt x="618478" y="125325"/>
                </a:cubicBezTo>
                <a:cubicBezTo>
                  <a:pt x="616323" y="127425"/>
                  <a:pt x="613609" y="128475"/>
                  <a:pt x="610336" y="128475"/>
                </a:cubicBezTo>
                <a:cubicBezTo>
                  <a:pt x="607063" y="128475"/>
                  <a:pt x="604362" y="127431"/>
                  <a:pt x="602235" y="125343"/>
                </a:cubicBezTo>
                <a:cubicBezTo>
                  <a:pt x="600107" y="123254"/>
                  <a:pt x="599043" y="120622"/>
                  <a:pt x="599043" y="117446"/>
                </a:cubicBezTo>
                <a:cubicBezTo>
                  <a:pt x="599043" y="115886"/>
                  <a:pt x="598880" y="113532"/>
                  <a:pt x="598552" y="110385"/>
                </a:cubicBezTo>
                <a:cubicBezTo>
                  <a:pt x="598225" y="107238"/>
                  <a:pt x="598061" y="104886"/>
                  <a:pt x="598061" y="103327"/>
                </a:cubicBezTo>
                <a:cubicBezTo>
                  <a:pt x="598061" y="97979"/>
                  <a:pt x="598443" y="90543"/>
                  <a:pt x="599207" y="81018"/>
                </a:cubicBezTo>
                <a:cubicBezTo>
                  <a:pt x="599971" y="71493"/>
                  <a:pt x="600353" y="64057"/>
                  <a:pt x="600353" y="58709"/>
                </a:cubicBezTo>
                <a:cubicBezTo>
                  <a:pt x="600353" y="57038"/>
                  <a:pt x="600257" y="54546"/>
                  <a:pt x="600066" y="51231"/>
                </a:cubicBezTo>
                <a:cubicBezTo>
                  <a:pt x="599875" y="47917"/>
                  <a:pt x="599780" y="45453"/>
                  <a:pt x="599780" y="43839"/>
                </a:cubicBezTo>
                <a:cubicBezTo>
                  <a:pt x="599780" y="40719"/>
                  <a:pt x="600884" y="38143"/>
                  <a:pt x="603094" y="36111"/>
                </a:cubicBezTo>
                <a:cubicBezTo>
                  <a:pt x="605303" y="34077"/>
                  <a:pt x="608017" y="33060"/>
                  <a:pt x="611236" y="33060"/>
                </a:cubicBezTo>
                <a:cubicBezTo>
                  <a:pt x="618383" y="33060"/>
                  <a:pt x="622202" y="37370"/>
                  <a:pt x="622692" y="45989"/>
                </a:cubicBezTo>
                <a:lnTo>
                  <a:pt x="622774" y="46889"/>
                </a:lnTo>
                <a:cubicBezTo>
                  <a:pt x="630739" y="38870"/>
                  <a:pt x="639141" y="34860"/>
                  <a:pt x="647978" y="34860"/>
                </a:cubicBezTo>
                <a:cubicBezTo>
                  <a:pt x="658289" y="34860"/>
                  <a:pt x="665408" y="39178"/>
                  <a:pt x="669336" y="47812"/>
                </a:cubicBezTo>
                <a:cubicBezTo>
                  <a:pt x="671955" y="53605"/>
                  <a:pt x="673264" y="62268"/>
                  <a:pt x="673264" y="73799"/>
                </a:cubicBezTo>
                <a:lnTo>
                  <a:pt x="673264" y="79619"/>
                </a:lnTo>
                <a:cubicBezTo>
                  <a:pt x="673210" y="82132"/>
                  <a:pt x="673182" y="83908"/>
                  <a:pt x="673182" y="84946"/>
                </a:cubicBezTo>
                <a:cubicBezTo>
                  <a:pt x="673182" y="89210"/>
                  <a:pt x="673769" y="94703"/>
                  <a:pt x="674942" y="101425"/>
                </a:cubicBezTo>
                <a:cubicBezTo>
                  <a:pt x="676115" y="108145"/>
                  <a:pt x="676701" y="113610"/>
                  <a:pt x="676701" y="117819"/>
                </a:cubicBezTo>
                <a:cubicBezTo>
                  <a:pt x="676701" y="120879"/>
                  <a:pt x="675610" y="123420"/>
                  <a:pt x="673428" y="125442"/>
                </a:cubicBezTo>
                <a:cubicBezTo>
                  <a:pt x="671246" y="127464"/>
                  <a:pt x="668545" y="128475"/>
                  <a:pt x="665327" y="128475"/>
                </a:cubicBezTo>
                <a:close/>
                <a:moveTo>
                  <a:pt x="726470" y="127820"/>
                </a:moveTo>
                <a:cubicBezTo>
                  <a:pt x="714468" y="127820"/>
                  <a:pt x="704403" y="124405"/>
                  <a:pt x="696274" y="117574"/>
                </a:cubicBezTo>
                <a:cubicBezTo>
                  <a:pt x="687709" y="110359"/>
                  <a:pt x="683427" y="100849"/>
                  <a:pt x="683427" y="89045"/>
                </a:cubicBezTo>
                <a:cubicBezTo>
                  <a:pt x="683427" y="78170"/>
                  <a:pt x="687273" y="66940"/>
                  <a:pt x="694965" y="55354"/>
                </a:cubicBezTo>
                <a:cubicBezTo>
                  <a:pt x="703694" y="42128"/>
                  <a:pt x="713841" y="35515"/>
                  <a:pt x="725406" y="35515"/>
                </a:cubicBezTo>
                <a:cubicBezTo>
                  <a:pt x="731080" y="35515"/>
                  <a:pt x="737708" y="37047"/>
                  <a:pt x="745291" y="40110"/>
                </a:cubicBezTo>
                <a:cubicBezTo>
                  <a:pt x="754511" y="43886"/>
                  <a:pt x="759121" y="48236"/>
                  <a:pt x="759121" y="53160"/>
                </a:cubicBezTo>
                <a:cubicBezTo>
                  <a:pt x="759121" y="55841"/>
                  <a:pt x="758193" y="58221"/>
                  <a:pt x="756338" y="60299"/>
                </a:cubicBezTo>
                <a:cubicBezTo>
                  <a:pt x="754375" y="62543"/>
                  <a:pt x="751838" y="63665"/>
                  <a:pt x="748728" y="63665"/>
                </a:cubicBezTo>
                <a:cubicBezTo>
                  <a:pt x="746382" y="63665"/>
                  <a:pt x="743559" y="62383"/>
                  <a:pt x="740259" y="59819"/>
                </a:cubicBezTo>
                <a:cubicBezTo>
                  <a:pt x="736958" y="57255"/>
                  <a:pt x="732007" y="55973"/>
                  <a:pt x="725406" y="55973"/>
                </a:cubicBezTo>
                <a:cubicBezTo>
                  <a:pt x="721206" y="55973"/>
                  <a:pt x="716650" y="60098"/>
                  <a:pt x="711740" y="68350"/>
                </a:cubicBezTo>
                <a:cubicBezTo>
                  <a:pt x="707049" y="76326"/>
                  <a:pt x="704703" y="83211"/>
                  <a:pt x="704703" y="89004"/>
                </a:cubicBezTo>
                <a:cubicBezTo>
                  <a:pt x="704703" y="94741"/>
                  <a:pt x="706776" y="99249"/>
                  <a:pt x="710922" y="102527"/>
                </a:cubicBezTo>
                <a:cubicBezTo>
                  <a:pt x="714850" y="105642"/>
                  <a:pt x="720033" y="107199"/>
                  <a:pt x="726470" y="107199"/>
                </a:cubicBezTo>
                <a:cubicBezTo>
                  <a:pt x="730125" y="107199"/>
                  <a:pt x="734599" y="105808"/>
                  <a:pt x="739890" y="103026"/>
                </a:cubicBezTo>
                <a:cubicBezTo>
                  <a:pt x="745182" y="100243"/>
                  <a:pt x="748537" y="98852"/>
                  <a:pt x="749956" y="98852"/>
                </a:cubicBezTo>
                <a:cubicBezTo>
                  <a:pt x="752902" y="98852"/>
                  <a:pt x="755425" y="99919"/>
                  <a:pt x="757525" y="102054"/>
                </a:cubicBezTo>
                <a:cubicBezTo>
                  <a:pt x="759625" y="104187"/>
                  <a:pt x="760676" y="106621"/>
                  <a:pt x="760676" y="109357"/>
                </a:cubicBezTo>
                <a:cubicBezTo>
                  <a:pt x="760676" y="113624"/>
                  <a:pt x="756038" y="117892"/>
                  <a:pt x="746764" y="122159"/>
                </a:cubicBezTo>
                <a:cubicBezTo>
                  <a:pt x="738472" y="125933"/>
                  <a:pt x="731707" y="127820"/>
                  <a:pt x="726470" y="127820"/>
                </a:cubicBezTo>
                <a:close/>
                <a:moveTo>
                  <a:pt x="815961" y="126347"/>
                </a:moveTo>
                <a:cubicBezTo>
                  <a:pt x="802923" y="126347"/>
                  <a:pt x="792258" y="123235"/>
                  <a:pt x="783965" y="117011"/>
                </a:cubicBezTo>
                <a:cubicBezTo>
                  <a:pt x="774800" y="110130"/>
                  <a:pt x="770218" y="100438"/>
                  <a:pt x="770218" y="87933"/>
                </a:cubicBezTo>
                <a:cubicBezTo>
                  <a:pt x="770218" y="74119"/>
                  <a:pt x="773846" y="62434"/>
                  <a:pt x="781101" y="52878"/>
                </a:cubicBezTo>
                <a:cubicBezTo>
                  <a:pt x="789175" y="42285"/>
                  <a:pt x="800059" y="36988"/>
                  <a:pt x="813752" y="36988"/>
                </a:cubicBezTo>
                <a:cubicBezTo>
                  <a:pt x="823244" y="36988"/>
                  <a:pt x="831127" y="38515"/>
                  <a:pt x="837401" y="41570"/>
                </a:cubicBezTo>
                <a:cubicBezTo>
                  <a:pt x="845639" y="45607"/>
                  <a:pt x="849758" y="51881"/>
                  <a:pt x="849758" y="60391"/>
                </a:cubicBezTo>
                <a:cubicBezTo>
                  <a:pt x="849758" y="66392"/>
                  <a:pt x="846403" y="71711"/>
                  <a:pt x="839692" y="76349"/>
                </a:cubicBezTo>
                <a:cubicBezTo>
                  <a:pt x="836637" y="78476"/>
                  <a:pt x="830500" y="81586"/>
                  <a:pt x="821280" y="85677"/>
                </a:cubicBezTo>
                <a:lnTo>
                  <a:pt x="793703" y="97870"/>
                </a:lnTo>
                <a:cubicBezTo>
                  <a:pt x="796322" y="100707"/>
                  <a:pt x="799486" y="102835"/>
                  <a:pt x="803196" y="104253"/>
                </a:cubicBezTo>
                <a:cubicBezTo>
                  <a:pt x="806905" y="105671"/>
                  <a:pt x="811161" y="106381"/>
                  <a:pt x="815961" y="106381"/>
                </a:cubicBezTo>
                <a:cubicBezTo>
                  <a:pt x="823272" y="106381"/>
                  <a:pt x="829464" y="104880"/>
                  <a:pt x="834537" y="101880"/>
                </a:cubicBezTo>
                <a:cubicBezTo>
                  <a:pt x="839065" y="99207"/>
                  <a:pt x="842693" y="97870"/>
                  <a:pt x="845421" y="97870"/>
                </a:cubicBezTo>
                <a:cubicBezTo>
                  <a:pt x="851094" y="97870"/>
                  <a:pt x="853931" y="100633"/>
                  <a:pt x="853931" y="106158"/>
                </a:cubicBezTo>
                <a:cubicBezTo>
                  <a:pt x="853931" y="112396"/>
                  <a:pt x="849376" y="117484"/>
                  <a:pt x="840265" y="121422"/>
                </a:cubicBezTo>
                <a:cubicBezTo>
                  <a:pt x="832628" y="124706"/>
                  <a:pt x="824526" y="126347"/>
                  <a:pt x="815961" y="126347"/>
                </a:cubicBezTo>
                <a:moveTo>
                  <a:pt x="813752" y="56791"/>
                </a:moveTo>
                <a:cubicBezTo>
                  <a:pt x="808678" y="56791"/>
                  <a:pt x="804341" y="58482"/>
                  <a:pt x="800741" y="61864"/>
                </a:cubicBezTo>
                <a:cubicBezTo>
                  <a:pt x="797140" y="65247"/>
                  <a:pt x="794249" y="70320"/>
                  <a:pt x="792067" y="77085"/>
                </a:cubicBezTo>
                <a:cubicBezTo>
                  <a:pt x="798231" y="74412"/>
                  <a:pt x="804369" y="71766"/>
                  <a:pt x="810479" y="69147"/>
                </a:cubicBezTo>
                <a:cubicBezTo>
                  <a:pt x="817843" y="65820"/>
                  <a:pt x="823708" y="62737"/>
                  <a:pt x="828072" y="59900"/>
                </a:cubicBezTo>
                <a:cubicBezTo>
                  <a:pt x="824417" y="57827"/>
                  <a:pt x="819644" y="56791"/>
                  <a:pt x="813752" y="56791"/>
                </a:cubicBez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Text replay">
            <a:extLst xmlns:a="http://schemas.openxmlformats.org/drawingml/2006/main">
              <a:ext uri="{FF2B5EF4-FFF2-40B4-BE49-F238E27FC236}">
                <a16:creationId xmlns:a16="http://schemas.microsoft.com/office/drawing/2014/main" id="{0E716052-7A20-4635-B625-A64FD0C3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8506" y="2326281"/>
            <a:ext cx="486504" cy="179047"/>
          </a:xfrm>
          <a:custGeom xmlns:a="http://schemas.openxmlformats.org/drawingml/2006/main">
            <a:pathLst>
              <a:path w="486504" h="179047">
                <a:moveTo>
                  <a:pt x="70129" y="72533"/>
                </a:moveTo>
                <a:cubicBezTo>
                  <a:pt x="69638" y="80914"/>
                  <a:pt x="65847" y="85105"/>
                  <a:pt x="58755" y="85105"/>
                </a:cubicBezTo>
                <a:cubicBezTo>
                  <a:pt x="51881" y="85105"/>
                  <a:pt x="48444" y="81543"/>
                  <a:pt x="48444" y="74420"/>
                </a:cubicBezTo>
                <a:lnTo>
                  <a:pt x="48035" y="66120"/>
                </a:lnTo>
                <a:cubicBezTo>
                  <a:pt x="35760" y="68084"/>
                  <a:pt x="26977" y="74385"/>
                  <a:pt x="21685" y="85023"/>
                </a:cubicBezTo>
                <a:lnTo>
                  <a:pt x="21767" y="126184"/>
                </a:lnTo>
                <a:cubicBezTo>
                  <a:pt x="21767" y="129293"/>
                  <a:pt x="20703" y="131871"/>
                  <a:pt x="18576" y="133917"/>
                </a:cubicBezTo>
                <a:cubicBezTo>
                  <a:pt x="16448" y="135963"/>
                  <a:pt x="13748" y="136986"/>
                  <a:pt x="10474" y="136986"/>
                </a:cubicBezTo>
                <a:cubicBezTo>
                  <a:pt x="7092" y="136986"/>
                  <a:pt x="4473" y="135894"/>
                  <a:pt x="2619" y="133710"/>
                </a:cubicBezTo>
                <a:cubicBezTo>
                  <a:pt x="873" y="131744"/>
                  <a:pt x="0" y="129232"/>
                  <a:pt x="0" y="126174"/>
                </a:cubicBezTo>
                <a:lnTo>
                  <a:pt x="0" y="72526"/>
                </a:lnTo>
                <a:cubicBezTo>
                  <a:pt x="0" y="70833"/>
                  <a:pt x="55" y="68308"/>
                  <a:pt x="164" y="64951"/>
                </a:cubicBezTo>
                <a:cubicBezTo>
                  <a:pt x="273" y="61593"/>
                  <a:pt x="327" y="59067"/>
                  <a:pt x="327" y="57374"/>
                </a:cubicBezTo>
                <a:cubicBezTo>
                  <a:pt x="327" y="54316"/>
                  <a:pt x="1241" y="51763"/>
                  <a:pt x="3069" y="49715"/>
                </a:cubicBezTo>
                <a:cubicBezTo>
                  <a:pt x="4896" y="47668"/>
                  <a:pt x="7501" y="46644"/>
                  <a:pt x="10884" y="46644"/>
                </a:cubicBezTo>
                <a:cubicBezTo>
                  <a:pt x="16939" y="46644"/>
                  <a:pt x="20540" y="49753"/>
                  <a:pt x="21685" y="55973"/>
                </a:cubicBezTo>
                <a:cubicBezTo>
                  <a:pt x="31341" y="48771"/>
                  <a:pt x="42061" y="45171"/>
                  <a:pt x="53845" y="45171"/>
                </a:cubicBezTo>
                <a:cubicBezTo>
                  <a:pt x="64756" y="45171"/>
                  <a:pt x="70211" y="52456"/>
                  <a:pt x="70211" y="67027"/>
                </a:cubicBezTo>
                <a:cubicBezTo>
                  <a:pt x="70211" y="69822"/>
                  <a:pt x="70184" y="71657"/>
                  <a:pt x="70129" y="72533"/>
                </a:cubicBezTo>
                <a:close/>
                <a:moveTo>
                  <a:pt x="123102" y="135185"/>
                </a:moveTo>
                <a:cubicBezTo>
                  <a:pt x="110063" y="135185"/>
                  <a:pt x="99398" y="132073"/>
                  <a:pt x="91105" y="125849"/>
                </a:cubicBezTo>
                <a:cubicBezTo>
                  <a:pt x="81940" y="118968"/>
                  <a:pt x="77358" y="109275"/>
                  <a:pt x="77358" y="96771"/>
                </a:cubicBezTo>
                <a:cubicBezTo>
                  <a:pt x="77358" y="82956"/>
                  <a:pt x="80986" y="71272"/>
                  <a:pt x="88241" y="61716"/>
                </a:cubicBezTo>
                <a:cubicBezTo>
                  <a:pt x="96315" y="51122"/>
                  <a:pt x="107199" y="45826"/>
                  <a:pt x="120892" y="45826"/>
                </a:cubicBezTo>
                <a:cubicBezTo>
                  <a:pt x="130384" y="45826"/>
                  <a:pt x="138268" y="47353"/>
                  <a:pt x="144541" y="50408"/>
                </a:cubicBezTo>
                <a:cubicBezTo>
                  <a:pt x="152779" y="54445"/>
                  <a:pt x="156898" y="60719"/>
                  <a:pt x="156898" y="69229"/>
                </a:cubicBezTo>
                <a:cubicBezTo>
                  <a:pt x="156898" y="75230"/>
                  <a:pt x="153543" y="80549"/>
                  <a:pt x="146833" y="85186"/>
                </a:cubicBezTo>
                <a:cubicBezTo>
                  <a:pt x="143778" y="87314"/>
                  <a:pt x="137640" y="90424"/>
                  <a:pt x="128421" y="94515"/>
                </a:cubicBezTo>
                <a:lnTo>
                  <a:pt x="100843" y="106708"/>
                </a:lnTo>
                <a:cubicBezTo>
                  <a:pt x="103462" y="109545"/>
                  <a:pt x="106626" y="111672"/>
                  <a:pt x="110336" y="113091"/>
                </a:cubicBezTo>
                <a:cubicBezTo>
                  <a:pt x="114046" y="114509"/>
                  <a:pt x="118301" y="115218"/>
                  <a:pt x="123102" y="115218"/>
                </a:cubicBezTo>
                <a:cubicBezTo>
                  <a:pt x="130412" y="115218"/>
                  <a:pt x="136604" y="113718"/>
                  <a:pt x="141677" y="110718"/>
                </a:cubicBezTo>
                <a:cubicBezTo>
                  <a:pt x="146205" y="108045"/>
                  <a:pt x="149833" y="106708"/>
                  <a:pt x="152561" y="106708"/>
                </a:cubicBezTo>
                <a:cubicBezTo>
                  <a:pt x="158234" y="106708"/>
                  <a:pt x="161071" y="109471"/>
                  <a:pt x="161071" y="114996"/>
                </a:cubicBezTo>
                <a:cubicBezTo>
                  <a:pt x="161071" y="121234"/>
                  <a:pt x="156516" y="126322"/>
                  <a:pt x="147405" y="130260"/>
                </a:cubicBezTo>
                <a:cubicBezTo>
                  <a:pt x="139768" y="133544"/>
                  <a:pt x="131667" y="135185"/>
                  <a:pt x="123102" y="135185"/>
                </a:cubicBezTo>
                <a:moveTo>
                  <a:pt x="120892" y="65629"/>
                </a:moveTo>
                <a:cubicBezTo>
                  <a:pt x="115819" y="65629"/>
                  <a:pt x="111481" y="67320"/>
                  <a:pt x="107881" y="70702"/>
                </a:cubicBezTo>
                <a:cubicBezTo>
                  <a:pt x="104280" y="74085"/>
                  <a:pt x="101389" y="79158"/>
                  <a:pt x="99207" y="85923"/>
                </a:cubicBezTo>
                <a:cubicBezTo>
                  <a:pt x="105371" y="83250"/>
                  <a:pt x="111509" y="80604"/>
                  <a:pt x="117619" y="77985"/>
                </a:cubicBezTo>
                <a:cubicBezTo>
                  <a:pt x="124984" y="74657"/>
                  <a:pt x="130848" y="71575"/>
                  <a:pt x="135213" y="68738"/>
                </a:cubicBezTo>
                <a:cubicBezTo>
                  <a:pt x="131557" y="66665"/>
                  <a:pt x="126784" y="65629"/>
                  <a:pt x="120892" y="65629"/>
                </a:cubicBezTo>
                <a:close/>
                <a:moveTo>
                  <a:pt x="213235" y="136331"/>
                </a:moveTo>
                <a:cubicBezTo>
                  <a:pt x="208544" y="136331"/>
                  <a:pt x="203607" y="135785"/>
                  <a:pt x="198424" y="134694"/>
                </a:cubicBezTo>
                <a:lnTo>
                  <a:pt x="198342" y="168081"/>
                </a:lnTo>
                <a:cubicBezTo>
                  <a:pt x="198342" y="171246"/>
                  <a:pt x="197278" y="173864"/>
                  <a:pt x="195151" y="175937"/>
                </a:cubicBezTo>
                <a:cubicBezTo>
                  <a:pt x="193023" y="178010"/>
                  <a:pt x="190323" y="179047"/>
                  <a:pt x="187049" y="179047"/>
                </a:cubicBezTo>
                <a:cubicBezTo>
                  <a:pt x="183776" y="179047"/>
                  <a:pt x="181076" y="178009"/>
                  <a:pt x="178948" y="175932"/>
                </a:cubicBezTo>
                <a:cubicBezTo>
                  <a:pt x="176821" y="173857"/>
                  <a:pt x="175757" y="171236"/>
                  <a:pt x="175757" y="168069"/>
                </a:cubicBezTo>
                <a:cubicBezTo>
                  <a:pt x="175757" y="165501"/>
                  <a:pt x="175811" y="155315"/>
                  <a:pt x="175920" y="137510"/>
                </a:cubicBezTo>
                <a:cubicBezTo>
                  <a:pt x="176029" y="124291"/>
                  <a:pt x="176029" y="113503"/>
                  <a:pt x="175920" y="105148"/>
                </a:cubicBezTo>
                <a:cubicBezTo>
                  <a:pt x="175757" y="93349"/>
                  <a:pt x="175375" y="83189"/>
                  <a:pt x="174775" y="74668"/>
                </a:cubicBezTo>
                <a:cubicBezTo>
                  <a:pt x="173956" y="62926"/>
                  <a:pt x="173547" y="57546"/>
                  <a:pt x="173547" y="58530"/>
                </a:cubicBezTo>
                <a:cubicBezTo>
                  <a:pt x="173547" y="53997"/>
                  <a:pt x="174557" y="50119"/>
                  <a:pt x="176575" y="46897"/>
                </a:cubicBezTo>
                <a:cubicBezTo>
                  <a:pt x="178921" y="43237"/>
                  <a:pt x="182085" y="41407"/>
                  <a:pt x="186067" y="41407"/>
                </a:cubicBezTo>
                <a:cubicBezTo>
                  <a:pt x="189122" y="41407"/>
                  <a:pt x="191687" y="42443"/>
                  <a:pt x="193760" y="44516"/>
                </a:cubicBezTo>
                <a:cubicBezTo>
                  <a:pt x="195833" y="46589"/>
                  <a:pt x="196869" y="49071"/>
                  <a:pt x="196869" y="51963"/>
                </a:cubicBezTo>
                <a:lnTo>
                  <a:pt x="196787" y="52781"/>
                </a:lnTo>
                <a:cubicBezTo>
                  <a:pt x="200442" y="50708"/>
                  <a:pt x="204111" y="49167"/>
                  <a:pt x="207794" y="48158"/>
                </a:cubicBezTo>
                <a:cubicBezTo>
                  <a:pt x="211476" y="47148"/>
                  <a:pt x="215172" y="46644"/>
                  <a:pt x="218882" y="46644"/>
                </a:cubicBezTo>
                <a:cubicBezTo>
                  <a:pt x="231429" y="46644"/>
                  <a:pt x="240594" y="51972"/>
                  <a:pt x="246377" y="62629"/>
                </a:cubicBezTo>
                <a:cubicBezTo>
                  <a:pt x="250687" y="70664"/>
                  <a:pt x="252842" y="81076"/>
                  <a:pt x="252842" y="93866"/>
                </a:cubicBezTo>
                <a:cubicBezTo>
                  <a:pt x="252842" y="105835"/>
                  <a:pt x="249432" y="115755"/>
                  <a:pt x="242613" y="123624"/>
                </a:cubicBezTo>
                <a:cubicBezTo>
                  <a:pt x="235303" y="132095"/>
                  <a:pt x="225510" y="136331"/>
                  <a:pt x="213235" y="136331"/>
                </a:cubicBezTo>
                <a:moveTo>
                  <a:pt x="218882" y="68575"/>
                </a:moveTo>
                <a:cubicBezTo>
                  <a:pt x="215445" y="68575"/>
                  <a:pt x="211953" y="69379"/>
                  <a:pt x="208407" y="70989"/>
                </a:cubicBezTo>
                <a:cubicBezTo>
                  <a:pt x="204861" y="72598"/>
                  <a:pt x="201288" y="75012"/>
                  <a:pt x="197687" y="78231"/>
                </a:cubicBezTo>
                <a:cubicBezTo>
                  <a:pt x="198342" y="89469"/>
                  <a:pt x="198669" y="100734"/>
                  <a:pt x="198669" y="112027"/>
                </a:cubicBezTo>
                <a:cubicBezTo>
                  <a:pt x="203525" y="113609"/>
                  <a:pt x="208380" y="114400"/>
                  <a:pt x="213235" y="114400"/>
                </a:cubicBezTo>
                <a:cubicBezTo>
                  <a:pt x="218855" y="114400"/>
                  <a:pt x="223164" y="112409"/>
                  <a:pt x="226165" y="108426"/>
                </a:cubicBezTo>
                <a:cubicBezTo>
                  <a:pt x="228892" y="104826"/>
                  <a:pt x="230256" y="99971"/>
                  <a:pt x="230256" y="93860"/>
                </a:cubicBezTo>
                <a:cubicBezTo>
                  <a:pt x="230256" y="86496"/>
                  <a:pt x="229929" y="81395"/>
                  <a:pt x="229274" y="78558"/>
                </a:cubicBezTo>
                <a:cubicBezTo>
                  <a:pt x="227692" y="71902"/>
                  <a:pt x="224228" y="68575"/>
                  <a:pt x="218882" y="68575"/>
                </a:cubicBezTo>
                <a:close/>
                <a:moveTo>
                  <a:pt x="290015" y="119456"/>
                </a:moveTo>
                <a:cubicBezTo>
                  <a:pt x="290015" y="129833"/>
                  <a:pt x="286251" y="135022"/>
                  <a:pt x="278723" y="135022"/>
                </a:cubicBezTo>
                <a:cubicBezTo>
                  <a:pt x="275449" y="135022"/>
                  <a:pt x="272749" y="133983"/>
                  <a:pt x="270621" y="131907"/>
                </a:cubicBezTo>
                <a:cubicBezTo>
                  <a:pt x="268494" y="129832"/>
                  <a:pt x="267430" y="127156"/>
                  <a:pt x="267430" y="123880"/>
                </a:cubicBezTo>
                <a:lnTo>
                  <a:pt x="267430" y="10569"/>
                </a:lnTo>
                <a:cubicBezTo>
                  <a:pt x="267430" y="7401"/>
                  <a:pt x="268576" y="4807"/>
                  <a:pt x="270867" y="2785"/>
                </a:cubicBezTo>
                <a:cubicBezTo>
                  <a:pt x="273049" y="928"/>
                  <a:pt x="275750" y="0"/>
                  <a:pt x="278968" y="0"/>
                </a:cubicBezTo>
                <a:cubicBezTo>
                  <a:pt x="282187" y="0"/>
                  <a:pt x="284833" y="970"/>
                  <a:pt x="286906" y="2910"/>
                </a:cubicBezTo>
                <a:cubicBezTo>
                  <a:pt x="288979" y="4849"/>
                  <a:pt x="290015" y="7401"/>
                  <a:pt x="290015" y="10569"/>
                </a:cubicBezTo>
                <a:lnTo>
                  <a:pt x="290015" y="119456"/>
                </a:lnTo>
                <a:close/>
                <a:moveTo>
                  <a:pt x="381519" y="136004"/>
                </a:moveTo>
                <a:cubicBezTo>
                  <a:pt x="379010" y="136004"/>
                  <a:pt x="375027" y="133576"/>
                  <a:pt x="369572" y="128721"/>
                </a:cubicBezTo>
                <a:cubicBezTo>
                  <a:pt x="364553" y="131121"/>
                  <a:pt x="360134" y="132935"/>
                  <a:pt x="356315" y="134162"/>
                </a:cubicBezTo>
                <a:cubicBezTo>
                  <a:pt x="352496" y="135390"/>
                  <a:pt x="349250" y="136004"/>
                  <a:pt x="346577" y="136004"/>
                </a:cubicBezTo>
                <a:cubicBezTo>
                  <a:pt x="333430" y="136004"/>
                  <a:pt x="323569" y="132481"/>
                  <a:pt x="316995" y="125437"/>
                </a:cubicBezTo>
                <a:cubicBezTo>
                  <a:pt x="310422" y="118393"/>
                  <a:pt x="307135" y="107854"/>
                  <a:pt x="307135" y="93822"/>
                </a:cubicBezTo>
                <a:cubicBezTo>
                  <a:pt x="307135" y="80663"/>
                  <a:pt x="311990" y="69401"/>
                  <a:pt x="321701" y="60036"/>
                </a:cubicBezTo>
                <a:cubicBezTo>
                  <a:pt x="331411" y="50671"/>
                  <a:pt x="343031" y="45989"/>
                  <a:pt x="356561" y="45989"/>
                </a:cubicBezTo>
                <a:cubicBezTo>
                  <a:pt x="361743" y="45989"/>
                  <a:pt x="367744" y="47449"/>
                  <a:pt x="374564" y="50367"/>
                </a:cubicBezTo>
                <a:cubicBezTo>
                  <a:pt x="382801" y="53882"/>
                  <a:pt x="386920" y="57965"/>
                  <a:pt x="386920" y="62614"/>
                </a:cubicBezTo>
                <a:cubicBezTo>
                  <a:pt x="386920" y="64561"/>
                  <a:pt x="386293" y="66264"/>
                  <a:pt x="385038" y="67723"/>
                </a:cubicBezTo>
                <a:cubicBezTo>
                  <a:pt x="384492" y="69885"/>
                  <a:pt x="384070" y="72601"/>
                  <a:pt x="383770" y="75873"/>
                </a:cubicBezTo>
                <a:cubicBezTo>
                  <a:pt x="383470" y="79143"/>
                  <a:pt x="383320" y="82968"/>
                  <a:pt x="383320" y="87347"/>
                </a:cubicBezTo>
                <a:cubicBezTo>
                  <a:pt x="383320" y="97673"/>
                  <a:pt x="384056" y="105107"/>
                  <a:pt x="385529" y="109649"/>
                </a:cubicBezTo>
                <a:cubicBezTo>
                  <a:pt x="385693" y="110135"/>
                  <a:pt x="386947" y="112946"/>
                  <a:pt x="389293" y="118083"/>
                </a:cubicBezTo>
                <a:cubicBezTo>
                  <a:pt x="391421" y="122732"/>
                  <a:pt x="392485" y="125380"/>
                  <a:pt x="392485" y="126028"/>
                </a:cubicBezTo>
                <a:cubicBezTo>
                  <a:pt x="392485" y="128894"/>
                  <a:pt x="391380" y="131273"/>
                  <a:pt x="389171" y="133165"/>
                </a:cubicBezTo>
                <a:cubicBezTo>
                  <a:pt x="386961" y="135057"/>
                  <a:pt x="384411" y="136004"/>
                  <a:pt x="381519" y="136004"/>
                </a:cubicBezTo>
                <a:moveTo>
                  <a:pt x="361225" y="80767"/>
                </a:moveTo>
                <a:cubicBezTo>
                  <a:pt x="361225" y="79022"/>
                  <a:pt x="361348" y="77017"/>
                  <a:pt x="361593" y="74753"/>
                </a:cubicBezTo>
                <a:cubicBezTo>
                  <a:pt x="361839" y="72489"/>
                  <a:pt x="362207" y="69966"/>
                  <a:pt x="362698" y="67183"/>
                </a:cubicBezTo>
                <a:cubicBezTo>
                  <a:pt x="361607" y="66638"/>
                  <a:pt x="360639" y="66242"/>
                  <a:pt x="359793" y="65997"/>
                </a:cubicBezTo>
                <a:cubicBezTo>
                  <a:pt x="358947" y="65751"/>
                  <a:pt x="358225" y="65629"/>
                  <a:pt x="357625" y="65629"/>
                </a:cubicBezTo>
                <a:cubicBezTo>
                  <a:pt x="350205" y="65629"/>
                  <a:pt x="343713" y="68534"/>
                  <a:pt x="338149" y="74344"/>
                </a:cubicBezTo>
                <a:cubicBezTo>
                  <a:pt x="332584" y="80154"/>
                  <a:pt x="329802" y="86878"/>
                  <a:pt x="329802" y="94515"/>
                </a:cubicBezTo>
                <a:cubicBezTo>
                  <a:pt x="329802" y="101825"/>
                  <a:pt x="331111" y="107322"/>
                  <a:pt x="333730" y="111004"/>
                </a:cubicBezTo>
                <a:cubicBezTo>
                  <a:pt x="336348" y="114687"/>
                  <a:pt x="340276" y="116528"/>
                  <a:pt x="345514" y="116528"/>
                </a:cubicBezTo>
                <a:cubicBezTo>
                  <a:pt x="348896" y="116528"/>
                  <a:pt x="352101" y="115969"/>
                  <a:pt x="355129" y="114850"/>
                </a:cubicBezTo>
                <a:cubicBezTo>
                  <a:pt x="358156" y="113732"/>
                  <a:pt x="361007" y="112082"/>
                  <a:pt x="363680" y="109899"/>
                </a:cubicBezTo>
                <a:cubicBezTo>
                  <a:pt x="362043" y="96916"/>
                  <a:pt x="361225" y="87205"/>
                  <a:pt x="361225" y="80767"/>
                </a:cubicBezTo>
                <a:close/>
                <a:moveTo>
                  <a:pt x="485113" y="62284"/>
                </a:moveTo>
                <a:cubicBezTo>
                  <a:pt x="479166" y="74674"/>
                  <a:pt x="469755" y="94135"/>
                  <a:pt x="456881" y="120665"/>
                </a:cubicBezTo>
                <a:cubicBezTo>
                  <a:pt x="449898" y="134913"/>
                  <a:pt x="444579" y="146731"/>
                  <a:pt x="440924" y="156121"/>
                </a:cubicBezTo>
                <a:cubicBezTo>
                  <a:pt x="439778" y="159505"/>
                  <a:pt x="437978" y="164527"/>
                  <a:pt x="435523" y="171186"/>
                </a:cubicBezTo>
                <a:cubicBezTo>
                  <a:pt x="433559" y="176317"/>
                  <a:pt x="430067" y="178883"/>
                  <a:pt x="425048" y="178883"/>
                </a:cubicBezTo>
                <a:cubicBezTo>
                  <a:pt x="421939" y="178883"/>
                  <a:pt x="419211" y="177873"/>
                  <a:pt x="416865" y="175853"/>
                </a:cubicBezTo>
                <a:cubicBezTo>
                  <a:pt x="414519" y="173834"/>
                  <a:pt x="413346" y="171297"/>
                  <a:pt x="413346" y="168240"/>
                </a:cubicBezTo>
                <a:cubicBezTo>
                  <a:pt x="413346" y="163163"/>
                  <a:pt x="419129" y="148124"/>
                  <a:pt x="430695" y="123123"/>
                </a:cubicBezTo>
                <a:cubicBezTo>
                  <a:pt x="424694" y="111278"/>
                  <a:pt x="415174" y="93837"/>
                  <a:pt x="402136" y="70799"/>
                </a:cubicBezTo>
                <a:cubicBezTo>
                  <a:pt x="400826" y="68725"/>
                  <a:pt x="399490" y="66623"/>
                  <a:pt x="398126" y="64493"/>
                </a:cubicBezTo>
                <a:cubicBezTo>
                  <a:pt x="396653" y="61984"/>
                  <a:pt x="395916" y="59692"/>
                  <a:pt x="395916" y="57617"/>
                </a:cubicBezTo>
                <a:cubicBezTo>
                  <a:pt x="395916" y="54669"/>
                  <a:pt x="397089" y="52076"/>
                  <a:pt x="399435" y="49838"/>
                </a:cubicBezTo>
                <a:cubicBezTo>
                  <a:pt x="401781" y="47599"/>
                  <a:pt x="404481" y="46480"/>
                  <a:pt x="407536" y="46480"/>
                </a:cubicBezTo>
                <a:cubicBezTo>
                  <a:pt x="411137" y="46480"/>
                  <a:pt x="413947" y="47818"/>
                  <a:pt x="415965" y="50492"/>
                </a:cubicBezTo>
                <a:cubicBezTo>
                  <a:pt x="423712" y="60810"/>
                  <a:pt x="432740" y="76340"/>
                  <a:pt x="443051" y="97083"/>
                </a:cubicBezTo>
                <a:cubicBezTo>
                  <a:pt x="448889" y="84145"/>
                  <a:pt x="452435" y="76338"/>
                  <a:pt x="453689" y="73663"/>
                </a:cubicBezTo>
                <a:cubicBezTo>
                  <a:pt x="457563" y="65532"/>
                  <a:pt x="461354" y="58381"/>
                  <a:pt x="465064" y="52211"/>
                </a:cubicBezTo>
                <a:cubicBezTo>
                  <a:pt x="467410" y="48281"/>
                  <a:pt x="470628" y="46317"/>
                  <a:pt x="474720" y="46317"/>
                </a:cubicBezTo>
                <a:cubicBezTo>
                  <a:pt x="477775" y="46317"/>
                  <a:pt x="480503" y="47354"/>
                  <a:pt x="482903" y="49429"/>
                </a:cubicBezTo>
                <a:cubicBezTo>
                  <a:pt x="485303" y="51503"/>
                  <a:pt x="486504" y="54042"/>
                  <a:pt x="486504" y="57044"/>
                </a:cubicBezTo>
                <a:cubicBezTo>
                  <a:pt x="486504" y="58626"/>
                  <a:pt x="486040" y="60373"/>
                  <a:pt x="485113" y="62284"/>
                </a:cubicBez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ACCAAF-9DEF-4C8B-ACCD-0339C300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20" y="5259954"/>
            <a:ext cx="356968" cy="138262"/>
          </a:xfrm>
          <a:custGeom xmlns:a="http://schemas.openxmlformats.org/drawingml/2006/main">
            <a:pathLst>
              <a:path w="356968" h="138262">
                <a:moveTo>
                  <a:pt x="0" y="23882"/>
                </a:moveTo>
                <a:cubicBezTo>
                  <a:pt x="140" y="10321"/>
                  <a:pt x="10460" y="0"/>
                  <a:pt x="23463" y="419"/>
                </a:cubicBezTo>
                <a:lnTo>
                  <a:pt x="333505" y="419"/>
                </a:lnTo>
                <a:cubicBezTo>
                  <a:pt x="346647" y="0"/>
                  <a:pt x="356968" y="10321"/>
                  <a:pt x="356968" y="23882"/>
                </a:cubicBezTo>
                <a:lnTo>
                  <a:pt x="356968" y="114380"/>
                </a:lnTo>
                <a:cubicBezTo>
                  <a:pt x="356968" y="127941"/>
                  <a:pt x="346647" y="138262"/>
                  <a:pt x="333505" y="137843"/>
                </a:cubicBezTo>
                <a:lnTo>
                  <a:pt x="23463" y="137843"/>
                </a:lnTo>
                <a:cubicBezTo>
                  <a:pt x="10460" y="138262"/>
                  <a:pt x="140" y="127941"/>
                  <a:pt x="0" y="114380"/>
                </a:cubicBezTo>
                <a:lnTo>
                  <a:pt x="0" y="23882"/>
                </a:lnTo>
              </a:path>
            </a:pathLst>
          </a:custGeom>
          <a:solidFill xmlns:a="http://schemas.openxmlformats.org/drawingml/2006/main">
            <a:srgbClr val="ECF5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F6492E-E400-4E75-AF56-DBCE6BD5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685" y="5249479"/>
            <a:ext cx="377777" cy="159211"/>
          </a:xfrm>
          <a:custGeom xmlns:a="http://schemas.openxmlformats.org/drawingml/2006/main">
            <a:pathLst>
              <a:path w="377777" h="159211">
                <a:moveTo>
                  <a:pt x="2626" y="138751"/>
                </a:moveTo>
                <a:lnTo>
                  <a:pt x="4036" y="141684"/>
                </a:lnTo>
                <a:lnTo>
                  <a:pt x="5726" y="144449"/>
                </a:lnTo>
                <a:lnTo>
                  <a:pt x="7653" y="147019"/>
                </a:lnTo>
                <a:lnTo>
                  <a:pt x="9804" y="149407"/>
                </a:lnTo>
                <a:lnTo>
                  <a:pt x="12192" y="151558"/>
                </a:lnTo>
                <a:lnTo>
                  <a:pt x="14762" y="153485"/>
                </a:lnTo>
                <a:lnTo>
                  <a:pt x="17527" y="155175"/>
                </a:lnTo>
                <a:lnTo>
                  <a:pt x="20460" y="156585"/>
                </a:lnTo>
                <a:lnTo>
                  <a:pt x="23546" y="157717"/>
                </a:lnTo>
                <a:lnTo>
                  <a:pt x="26773" y="158541"/>
                </a:lnTo>
                <a:lnTo>
                  <a:pt x="30110" y="159057"/>
                </a:lnTo>
                <a:lnTo>
                  <a:pt x="33253" y="159211"/>
                </a:lnTo>
                <a:lnTo>
                  <a:pt x="344524" y="159211"/>
                </a:lnTo>
                <a:lnTo>
                  <a:pt x="347666" y="159057"/>
                </a:lnTo>
                <a:lnTo>
                  <a:pt x="351004" y="158541"/>
                </a:lnTo>
                <a:lnTo>
                  <a:pt x="354216" y="157717"/>
                </a:lnTo>
                <a:lnTo>
                  <a:pt x="357317" y="156585"/>
                </a:lnTo>
                <a:lnTo>
                  <a:pt x="360250" y="155175"/>
                </a:lnTo>
                <a:lnTo>
                  <a:pt x="363015" y="153485"/>
                </a:lnTo>
                <a:lnTo>
                  <a:pt x="365585" y="151558"/>
                </a:lnTo>
                <a:lnTo>
                  <a:pt x="367973" y="149407"/>
                </a:lnTo>
                <a:lnTo>
                  <a:pt x="370124" y="147019"/>
                </a:lnTo>
                <a:lnTo>
                  <a:pt x="372051" y="144449"/>
                </a:lnTo>
                <a:lnTo>
                  <a:pt x="373741" y="141684"/>
                </a:lnTo>
                <a:lnTo>
                  <a:pt x="375151" y="138751"/>
                </a:lnTo>
                <a:lnTo>
                  <a:pt x="376282" y="135651"/>
                </a:lnTo>
                <a:lnTo>
                  <a:pt x="377106" y="132438"/>
                </a:lnTo>
                <a:lnTo>
                  <a:pt x="377623" y="129101"/>
                </a:lnTo>
                <a:lnTo>
                  <a:pt x="377777" y="125958"/>
                </a:lnTo>
                <a:lnTo>
                  <a:pt x="377777" y="33253"/>
                </a:lnTo>
                <a:lnTo>
                  <a:pt x="377623" y="30110"/>
                </a:lnTo>
                <a:lnTo>
                  <a:pt x="377106" y="26773"/>
                </a:lnTo>
                <a:lnTo>
                  <a:pt x="376282" y="23560"/>
                </a:lnTo>
                <a:lnTo>
                  <a:pt x="375151" y="20460"/>
                </a:lnTo>
                <a:lnTo>
                  <a:pt x="373741" y="17527"/>
                </a:lnTo>
                <a:lnTo>
                  <a:pt x="372051" y="14762"/>
                </a:lnTo>
                <a:lnTo>
                  <a:pt x="370124" y="12192"/>
                </a:lnTo>
                <a:lnTo>
                  <a:pt x="367973" y="9804"/>
                </a:lnTo>
                <a:lnTo>
                  <a:pt x="365585" y="7653"/>
                </a:lnTo>
                <a:lnTo>
                  <a:pt x="363015" y="5726"/>
                </a:lnTo>
                <a:lnTo>
                  <a:pt x="360250" y="4036"/>
                </a:lnTo>
                <a:lnTo>
                  <a:pt x="357317" y="2626"/>
                </a:lnTo>
                <a:lnTo>
                  <a:pt x="354216" y="1494"/>
                </a:lnTo>
                <a:lnTo>
                  <a:pt x="351004" y="670"/>
                </a:lnTo>
                <a:lnTo>
                  <a:pt x="347666" y="154"/>
                </a:lnTo>
                <a:lnTo>
                  <a:pt x="344524" y="0"/>
                </a:lnTo>
                <a:lnTo>
                  <a:pt x="33253" y="0"/>
                </a:lnTo>
                <a:lnTo>
                  <a:pt x="30110" y="154"/>
                </a:lnTo>
                <a:lnTo>
                  <a:pt x="26773" y="670"/>
                </a:lnTo>
                <a:lnTo>
                  <a:pt x="23546" y="1494"/>
                </a:lnTo>
                <a:lnTo>
                  <a:pt x="20460" y="2626"/>
                </a:lnTo>
                <a:lnTo>
                  <a:pt x="17527" y="4036"/>
                </a:lnTo>
                <a:lnTo>
                  <a:pt x="14762" y="5726"/>
                </a:lnTo>
                <a:lnTo>
                  <a:pt x="12192" y="7653"/>
                </a:lnTo>
                <a:lnTo>
                  <a:pt x="9804" y="9804"/>
                </a:lnTo>
                <a:lnTo>
                  <a:pt x="7653" y="12192"/>
                </a:lnTo>
                <a:lnTo>
                  <a:pt x="5726" y="14762"/>
                </a:lnTo>
                <a:lnTo>
                  <a:pt x="4036" y="17527"/>
                </a:lnTo>
                <a:lnTo>
                  <a:pt x="2626" y="20460"/>
                </a:lnTo>
                <a:lnTo>
                  <a:pt x="1494" y="23560"/>
                </a:lnTo>
                <a:lnTo>
                  <a:pt x="670" y="26773"/>
                </a:lnTo>
                <a:lnTo>
                  <a:pt x="154" y="30110"/>
                </a:lnTo>
                <a:lnTo>
                  <a:pt x="0" y="33253"/>
                </a:lnTo>
                <a:lnTo>
                  <a:pt x="0" y="125958"/>
                </a:lnTo>
                <a:lnTo>
                  <a:pt x="154" y="129101"/>
                </a:lnTo>
                <a:lnTo>
                  <a:pt x="670" y="132438"/>
                </a:lnTo>
                <a:lnTo>
                  <a:pt x="1494" y="135651"/>
                </a:lnTo>
                <a:lnTo>
                  <a:pt x="2626" y="138751"/>
                </a:lnTo>
                <a:close/>
                <a:moveTo>
                  <a:pt x="21218" y="30978"/>
                </a:moveTo>
                <a:lnTo>
                  <a:pt x="21553" y="29690"/>
                </a:lnTo>
                <a:lnTo>
                  <a:pt x="21962" y="28588"/>
                </a:lnTo>
                <a:lnTo>
                  <a:pt x="22473" y="27536"/>
                </a:lnTo>
                <a:lnTo>
                  <a:pt x="23125" y="26468"/>
                </a:lnTo>
                <a:lnTo>
                  <a:pt x="23800" y="25566"/>
                </a:lnTo>
                <a:lnTo>
                  <a:pt x="24639" y="24639"/>
                </a:lnTo>
                <a:lnTo>
                  <a:pt x="25566" y="23800"/>
                </a:lnTo>
                <a:lnTo>
                  <a:pt x="26468" y="23125"/>
                </a:lnTo>
                <a:lnTo>
                  <a:pt x="27536" y="22473"/>
                </a:lnTo>
                <a:lnTo>
                  <a:pt x="28588" y="21962"/>
                </a:lnTo>
                <a:lnTo>
                  <a:pt x="29690" y="21553"/>
                </a:lnTo>
                <a:lnTo>
                  <a:pt x="30978" y="21218"/>
                </a:lnTo>
                <a:lnTo>
                  <a:pt x="32177" y="21035"/>
                </a:lnTo>
                <a:lnTo>
                  <a:pt x="33787" y="20949"/>
                </a:lnTo>
                <a:lnTo>
                  <a:pt x="343990" y="20949"/>
                </a:lnTo>
                <a:lnTo>
                  <a:pt x="345583" y="21034"/>
                </a:lnTo>
                <a:lnTo>
                  <a:pt x="346803" y="21220"/>
                </a:lnTo>
                <a:lnTo>
                  <a:pt x="348087" y="21553"/>
                </a:lnTo>
                <a:lnTo>
                  <a:pt x="349189" y="21962"/>
                </a:lnTo>
                <a:lnTo>
                  <a:pt x="350241" y="22473"/>
                </a:lnTo>
                <a:lnTo>
                  <a:pt x="351309" y="23125"/>
                </a:lnTo>
                <a:lnTo>
                  <a:pt x="352211" y="23800"/>
                </a:lnTo>
                <a:lnTo>
                  <a:pt x="353138" y="24639"/>
                </a:lnTo>
                <a:lnTo>
                  <a:pt x="353977" y="25566"/>
                </a:lnTo>
                <a:lnTo>
                  <a:pt x="354652" y="26468"/>
                </a:lnTo>
                <a:lnTo>
                  <a:pt x="355304" y="27536"/>
                </a:lnTo>
                <a:lnTo>
                  <a:pt x="355804" y="28564"/>
                </a:lnTo>
                <a:lnTo>
                  <a:pt x="356249" y="29787"/>
                </a:lnTo>
                <a:lnTo>
                  <a:pt x="356558" y="30978"/>
                </a:lnTo>
                <a:lnTo>
                  <a:pt x="356742" y="32177"/>
                </a:lnTo>
                <a:lnTo>
                  <a:pt x="356828" y="33787"/>
                </a:lnTo>
                <a:lnTo>
                  <a:pt x="356828" y="125424"/>
                </a:lnTo>
                <a:lnTo>
                  <a:pt x="356743" y="127018"/>
                </a:lnTo>
                <a:lnTo>
                  <a:pt x="356557" y="128237"/>
                </a:lnTo>
                <a:lnTo>
                  <a:pt x="356249" y="129424"/>
                </a:lnTo>
                <a:lnTo>
                  <a:pt x="355804" y="130647"/>
                </a:lnTo>
                <a:lnTo>
                  <a:pt x="355304" y="131675"/>
                </a:lnTo>
                <a:lnTo>
                  <a:pt x="354652" y="132743"/>
                </a:lnTo>
                <a:lnTo>
                  <a:pt x="353977" y="133645"/>
                </a:lnTo>
                <a:lnTo>
                  <a:pt x="353138" y="134572"/>
                </a:lnTo>
                <a:lnTo>
                  <a:pt x="352211" y="135411"/>
                </a:lnTo>
                <a:lnTo>
                  <a:pt x="351309" y="136086"/>
                </a:lnTo>
                <a:lnTo>
                  <a:pt x="350241" y="136738"/>
                </a:lnTo>
                <a:lnTo>
                  <a:pt x="349189" y="137249"/>
                </a:lnTo>
                <a:lnTo>
                  <a:pt x="348087" y="137658"/>
                </a:lnTo>
                <a:lnTo>
                  <a:pt x="346803" y="137991"/>
                </a:lnTo>
                <a:lnTo>
                  <a:pt x="345583" y="138177"/>
                </a:lnTo>
                <a:lnTo>
                  <a:pt x="343990" y="138262"/>
                </a:lnTo>
                <a:lnTo>
                  <a:pt x="33787" y="138262"/>
                </a:lnTo>
                <a:lnTo>
                  <a:pt x="32177" y="138176"/>
                </a:lnTo>
                <a:lnTo>
                  <a:pt x="30978" y="137993"/>
                </a:lnTo>
                <a:lnTo>
                  <a:pt x="29690" y="137658"/>
                </a:lnTo>
                <a:lnTo>
                  <a:pt x="28588" y="137249"/>
                </a:lnTo>
                <a:lnTo>
                  <a:pt x="27536" y="136738"/>
                </a:lnTo>
                <a:lnTo>
                  <a:pt x="26468" y="136086"/>
                </a:lnTo>
                <a:lnTo>
                  <a:pt x="25566" y="135411"/>
                </a:lnTo>
                <a:lnTo>
                  <a:pt x="24639" y="134572"/>
                </a:lnTo>
                <a:lnTo>
                  <a:pt x="23800" y="133645"/>
                </a:lnTo>
                <a:lnTo>
                  <a:pt x="23125" y="132743"/>
                </a:lnTo>
                <a:lnTo>
                  <a:pt x="22473" y="131675"/>
                </a:lnTo>
                <a:lnTo>
                  <a:pt x="21962" y="130623"/>
                </a:lnTo>
                <a:lnTo>
                  <a:pt x="21553" y="129521"/>
                </a:lnTo>
                <a:lnTo>
                  <a:pt x="21220" y="128237"/>
                </a:lnTo>
                <a:lnTo>
                  <a:pt x="21034" y="127018"/>
                </a:lnTo>
                <a:lnTo>
                  <a:pt x="20949" y="125424"/>
                </a:lnTo>
                <a:lnTo>
                  <a:pt x="20949" y="33787"/>
                </a:lnTo>
                <a:lnTo>
                  <a:pt x="21035" y="32177"/>
                </a:lnTo>
                <a:lnTo>
                  <a:pt x="21218" y="30978"/>
                </a:lnTo>
                <a:close/>
              </a:path>
            </a:pathLst>
          </a:custGeom>
          <a:solidFill xmlns:a="http://schemas.openxmlformats.org/drawingml/2006/main">
            <a:srgbClr val="AAD1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D99163-81AC-4D0E-9417-4EE0FF7D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400" y="5518462"/>
            <a:ext cx="348588" cy="122760"/>
          </a:xfrm>
          <a:custGeom xmlns:a="http://schemas.openxmlformats.org/drawingml/2006/main">
            <a:pathLst>
              <a:path w="348588" h="122760">
                <a:moveTo>
                  <a:pt x="0" y="20111"/>
                </a:moveTo>
                <a:cubicBezTo>
                  <a:pt x="140" y="9678"/>
                  <a:pt x="9259" y="559"/>
                  <a:pt x="20111" y="0"/>
                </a:cubicBezTo>
                <a:lnTo>
                  <a:pt x="328477" y="0"/>
                </a:lnTo>
                <a:cubicBezTo>
                  <a:pt x="339468" y="559"/>
                  <a:pt x="348588" y="9678"/>
                  <a:pt x="348588" y="20111"/>
                </a:cubicBezTo>
                <a:lnTo>
                  <a:pt x="348588" y="102230"/>
                </a:lnTo>
                <a:cubicBezTo>
                  <a:pt x="348588" y="113640"/>
                  <a:pt x="339468" y="122760"/>
                  <a:pt x="328477" y="122341"/>
                </a:cubicBezTo>
                <a:lnTo>
                  <a:pt x="20111" y="122341"/>
                </a:lnTo>
                <a:cubicBezTo>
                  <a:pt x="9259" y="122760"/>
                  <a:pt x="140" y="113640"/>
                  <a:pt x="0" y="102230"/>
                </a:cubicBezTo>
                <a:lnTo>
                  <a:pt x="0" y="20111"/>
                </a:lnTo>
              </a:path>
            </a:pathLst>
          </a:custGeom>
          <a:solidFill xmlns:a="http://schemas.openxmlformats.org/drawingml/2006/main">
            <a:srgbClr val="FCF3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78765C-7B48-4805-998F-B71DCBEC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3065" y="5508546"/>
            <a:ext cx="369397" cy="143150"/>
          </a:xfrm>
          <a:custGeom xmlns:a="http://schemas.openxmlformats.org/drawingml/2006/main">
            <a:pathLst>
              <a:path w="369397" h="143150">
                <a:moveTo>
                  <a:pt x="5265" y="129561"/>
                </a:moveTo>
                <a:lnTo>
                  <a:pt x="7039" y="131936"/>
                </a:lnTo>
                <a:lnTo>
                  <a:pt x="9022" y="134128"/>
                </a:lnTo>
                <a:lnTo>
                  <a:pt x="11215" y="136111"/>
                </a:lnTo>
                <a:lnTo>
                  <a:pt x="13589" y="137885"/>
                </a:lnTo>
                <a:lnTo>
                  <a:pt x="16131" y="139435"/>
                </a:lnTo>
                <a:lnTo>
                  <a:pt x="18826" y="140734"/>
                </a:lnTo>
                <a:lnTo>
                  <a:pt x="21675" y="141782"/>
                </a:lnTo>
                <a:lnTo>
                  <a:pt x="24636" y="142536"/>
                </a:lnTo>
                <a:lnTo>
                  <a:pt x="27708" y="143011"/>
                </a:lnTo>
                <a:lnTo>
                  <a:pt x="30571" y="143150"/>
                </a:lnTo>
                <a:lnTo>
                  <a:pt x="338826" y="143150"/>
                </a:lnTo>
                <a:lnTo>
                  <a:pt x="341689" y="143011"/>
                </a:lnTo>
                <a:lnTo>
                  <a:pt x="344761" y="142536"/>
                </a:lnTo>
                <a:lnTo>
                  <a:pt x="347722" y="141782"/>
                </a:lnTo>
                <a:lnTo>
                  <a:pt x="350571" y="140734"/>
                </a:lnTo>
                <a:lnTo>
                  <a:pt x="353267" y="139435"/>
                </a:lnTo>
                <a:lnTo>
                  <a:pt x="355809" y="137885"/>
                </a:lnTo>
                <a:lnTo>
                  <a:pt x="358183" y="136111"/>
                </a:lnTo>
                <a:lnTo>
                  <a:pt x="360375" y="134128"/>
                </a:lnTo>
                <a:lnTo>
                  <a:pt x="362358" y="131936"/>
                </a:lnTo>
                <a:lnTo>
                  <a:pt x="364132" y="129561"/>
                </a:lnTo>
                <a:lnTo>
                  <a:pt x="365682" y="127020"/>
                </a:lnTo>
                <a:lnTo>
                  <a:pt x="366981" y="124324"/>
                </a:lnTo>
                <a:lnTo>
                  <a:pt x="368029" y="121475"/>
                </a:lnTo>
                <a:lnTo>
                  <a:pt x="368783" y="118514"/>
                </a:lnTo>
                <a:lnTo>
                  <a:pt x="369258" y="115442"/>
                </a:lnTo>
                <a:lnTo>
                  <a:pt x="369397" y="112579"/>
                </a:lnTo>
                <a:lnTo>
                  <a:pt x="369397" y="30571"/>
                </a:lnTo>
                <a:lnTo>
                  <a:pt x="369258" y="27708"/>
                </a:lnTo>
                <a:lnTo>
                  <a:pt x="368783" y="24636"/>
                </a:lnTo>
                <a:lnTo>
                  <a:pt x="368029" y="21675"/>
                </a:lnTo>
                <a:lnTo>
                  <a:pt x="366981" y="18826"/>
                </a:lnTo>
                <a:lnTo>
                  <a:pt x="365682" y="16131"/>
                </a:lnTo>
                <a:lnTo>
                  <a:pt x="364132" y="13589"/>
                </a:lnTo>
                <a:lnTo>
                  <a:pt x="362358" y="11215"/>
                </a:lnTo>
                <a:lnTo>
                  <a:pt x="360375" y="9022"/>
                </a:lnTo>
                <a:lnTo>
                  <a:pt x="358183" y="7039"/>
                </a:lnTo>
                <a:lnTo>
                  <a:pt x="355809" y="5265"/>
                </a:lnTo>
                <a:lnTo>
                  <a:pt x="353267" y="3715"/>
                </a:lnTo>
                <a:lnTo>
                  <a:pt x="350571" y="2416"/>
                </a:lnTo>
                <a:lnTo>
                  <a:pt x="347722" y="1369"/>
                </a:lnTo>
                <a:lnTo>
                  <a:pt x="344761" y="614"/>
                </a:lnTo>
                <a:lnTo>
                  <a:pt x="341689" y="140"/>
                </a:lnTo>
                <a:lnTo>
                  <a:pt x="338826" y="0"/>
                </a:lnTo>
                <a:lnTo>
                  <a:pt x="30571" y="0"/>
                </a:lnTo>
                <a:lnTo>
                  <a:pt x="27708" y="140"/>
                </a:lnTo>
                <a:lnTo>
                  <a:pt x="24636" y="614"/>
                </a:lnTo>
                <a:lnTo>
                  <a:pt x="21675" y="1369"/>
                </a:lnTo>
                <a:lnTo>
                  <a:pt x="18826" y="2416"/>
                </a:lnTo>
                <a:lnTo>
                  <a:pt x="16131" y="3715"/>
                </a:lnTo>
                <a:lnTo>
                  <a:pt x="13589" y="5265"/>
                </a:lnTo>
                <a:lnTo>
                  <a:pt x="11215" y="7039"/>
                </a:lnTo>
                <a:lnTo>
                  <a:pt x="9022" y="9022"/>
                </a:lnTo>
                <a:lnTo>
                  <a:pt x="7039" y="11215"/>
                </a:lnTo>
                <a:lnTo>
                  <a:pt x="5265" y="13589"/>
                </a:lnTo>
                <a:lnTo>
                  <a:pt x="3715" y="16131"/>
                </a:lnTo>
                <a:lnTo>
                  <a:pt x="2416" y="18826"/>
                </a:lnTo>
                <a:lnTo>
                  <a:pt x="1369" y="21675"/>
                </a:lnTo>
                <a:lnTo>
                  <a:pt x="614" y="24636"/>
                </a:lnTo>
                <a:lnTo>
                  <a:pt x="140" y="27708"/>
                </a:lnTo>
                <a:lnTo>
                  <a:pt x="0" y="30571"/>
                </a:lnTo>
                <a:lnTo>
                  <a:pt x="0" y="112579"/>
                </a:lnTo>
                <a:lnTo>
                  <a:pt x="140" y="115442"/>
                </a:lnTo>
                <a:lnTo>
                  <a:pt x="614" y="118514"/>
                </a:lnTo>
                <a:lnTo>
                  <a:pt x="1369" y="121475"/>
                </a:lnTo>
                <a:lnTo>
                  <a:pt x="2416" y="124324"/>
                </a:lnTo>
                <a:lnTo>
                  <a:pt x="3715" y="127020"/>
                </a:lnTo>
                <a:lnTo>
                  <a:pt x="5265" y="129561"/>
                </a:lnTo>
                <a:close/>
                <a:moveTo>
                  <a:pt x="21165" y="28827"/>
                </a:moveTo>
                <a:lnTo>
                  <a:pt x="21404" y="27897"/>
                </a:lnTo>
                <a:lnTo>
                  <a:pt x="21738" y="26986"/>
                </a:lnTo>
                <a:lnTo>
                  <a:pt x="22159" y="26121"/>
                </a:lnTo>
                <a:lnTo>
                  <a:pt x="22617" y="25363"/>
                </a:lnTo>
                <a:lnTo>
                  <a:pt x="23248" y="24521"/>
                </a:lnTo>
                <a:lnTo>
                  <a:pt x="23856" y="23856"/>
                </a:lnTo>
                <a:lnTo>
                  <a:pt x="24521" y="23248"/>
                </a:lnTo>
                <a:lnTo>
                  <a:pt x="25363" y="22617"/>
                </a:lnTo>
                <a:lnTo>
                  <a:pt x="26121" y="22159"/>
                </a:lnTo>
                <a:lnTo>
                  <a:pt x="26954" y="21753"/>
                </a:lnTo>
                <a:lnTo>
                  <a:pt x="27909" y="21401"/>
                </a:lnTo>
                <a:lnTo>
                  <a:pt x="28827" y="21165"/>
                </a:lnTo>
                <a:lnTo>
                  <a:pt x="29774" y="21020"/>
                </a:lnTo>
                <a:lnTo>
                  <a:pt x="31107" y="20949"/>
                </a:lnTo>
                <a:lnTo>
                  <a:pt x="338290" y="20949"/>
                </a:lnTo>
                <a:lnTo>
                  <a:pt x="339623" y="21020"/>
                </a:lnTo>
                <a:lnTo>
                  <a:pt x="340570" y="21165"/>
                </a:lnTo>
                <a:lnTo>
                  <a:pt x="341500" y="21404"/>
                </a:lnTo>
                <a:lnTo>
                  <a:pt x="342412" y="21738"/>
                </a:lnTo>
                <a:lnTo>
                  <a:pt x="343276" y="22159"/>
                </a:lnTo>
                <a:lnTo>
                  <a:pt x="344034" y="22617"/>
                </a:lnTo>
                <a:lnTo>
                  <a:pt x="344876" y="23248"/>
                </a:lnTo>
                <a:lnTo>
                  <a:pt x="345542" y="23856"/>
                </a:lnTo>
                <a:lnTo>
                  <a:pt x="346149" y="24521"/>
                </a:lnTo>
                <a:lnTo>
                  <a:pt x="346780" y="25363"/>
                </a:lnTo>
                <a:lnTo>
                  <a:pt x="347238" y="26121"/>
                </a:lnTo>
                <a:lnTo>
                  <a:pt x="347660" y="26986"/>
                </a:lnTo>
                <a:lnTo>
                  <a:pt x="347993" y="27897"/>
                </a:lnTo>
                <a:lnTo>
                  <a:pt x="348232" y="28827"/>
                </a:lnTo>
                <a:lnTo>
                  <a:pt x="348377" y="29774"/>
                </a:lnTo>
                <a:lnTo>
                  <a:pt x="348448" y="31107"/>
                </a:lnTo>
                <a:lnTo>
                  <a:pt x="348448" y="112043"/>
                </a:lnTo>
                <a:lnTo>
                  <a:pt x="348377" y="113376"/>
                </a:lnTo>
                <a:lnTo>
                  <a:pt x="348232" y="114323"/>
                </a:lnTo>
                <a:lnTo>
                  <a:pt x="348002" y="115218"/>
                </a:lnTo>
                <a:lnTo>
                  <a:pt x="347655" y="116175"/>
                </a:lnTo>
                <a:lnTo>
                  <a:pt x="347238" y="117029"/>
                </a:lnTo>
                <a:lnTo>
                  <a:pt x="346780" y="117787"/>
                </a:lnTo>
                <a:lnTo>
                  <a:pt x="346149" y="118629"/>
                </a:lnTo>
                <a:lnTo>
                  <a:pt x="345542" y="119294"/>
                </a:lnTo>
                <a:lnTo>
                  <a:pt x="344876" y="119902"/>
                </a:lnTo>
                <a:lnTo>
                  <a:pt x="344034" y="120533"/>
                </a:lnTo>
                <a:lnTo>
                  <a:pt x="343276" y="120991"/>
                </a:lnTo>
                <a:lnTo>
                  <a:pt x="342412" y="121413"/>
                </a:lnTo>
                <a:lnTo>
                  <a:pt x="341500" y="121746"/>
                </a:lnTo>
                <a:lnTo>
                  <a:pt x="340570" y="121985"/>
                </a:lnTo>
                <a:lnTo>
                  <a:pt x="339623" y="122130"/>
                </a:lnTo>
                <a:lnTo>
                  <a:pt x="338290" y="122201"/>
                </a:lnTo>
                <a:lnTo>
                  <a:pt x="31107" y="122201"/>
                </a:lnTo>
                <a:lnTo>
                  <a:pt x="29774" y="122130"/>
                </a:lnTo>
                <a:lnTo>
                  <a:pt x="28827" y="121985"/>
                </a:lnTo>
                <a:lnTo>
                  <a:pt x="27909" y="121749"/>
                </a:lnTo>
                <a:lnTo>
                  <a:pt x="26954" y="121397"/>
                </a:lnTo>
                <a:lnTo>
                  <a:pt x="26121" y="120991"/>
                </a:lnTo>
                <a:lnTo>
                  <a:pt x="25363" y="120533"/>
                </a:lnTo>
                <a:lnTo>
                  <a:pt x="24521" y="119902"/>
                </a:lnTo>
                <a:lnTo>
                  <a:pt x="23856" y="119294"/>
                </a:lnTo>
                <a:lnTo>
                  <a:pt x="23248" y="118629"/>
                </a:lnTo>
                <a:lnTo>
                  <a:pt x="22617" y="117787"/>
                </a:lnTo>
                <a:lnTo>
                  <a:pt x="22159" y="117029"/>
                </a:lnTo>
                <a:lnTo>
                  <a:pt x="21743" y="116175"/>
                </a:lnTo>
                <a:lnTo>
                  <a:pt x="21395" y="115218"/>
                </a:lnTo>
                <a:lnTo>
                  <a:pt x="21165" y="114323"/>
                </a:lnTo>
                <a:lnTo>
                  <a:pt x="21020" y="113376"/>
                </a:lnTo>
                <a:lnTo>
                  <a:pt x="20949" y="112043"/>
                </a:lnTo>
                <a:lnTo>
                  <a:pt x="20949" y="31107"/>
                </a:lnTo>
                <a:lnTo>
                  <a:pt x="21020" y="29774"/>
                </a:lnTo>
                <a:lnTo>
                  <a:pt x="21165" y="28827"/>
                </a:lnTo>
                <a:close/>
              </a:path>
            </a:pathLst>
          </a:custGeom>
          <a:solidFill xmlns:a="http://schemas.openxmlformats.org/drawingml/2006/main">
            <a:srgbClr val="FC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Text WrongSolution">
            <a:extLst xmlns:a="http://schemas.openxmlformats.org/drawingml/2006/main">
              <a:ext uri="{FF2B5EF4-FFF2-40B4-BE49-F238E27FC236}">
                <a16:creationId xmlns:a16="http://schemas.microsoft.com/office/drawing/2014/main" id="{826360B2-B276-4454-A347-6352715C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5689" y="5515222"/>
            <a:ext cx="993144" cy="147510"/>
          </a:xfrm>
          <a:custGeom xmlns:a="http://schemas.openxmlformats.org/drawingml/2006/main">
            <a:pathLst>
              <a:path w="993144" h="147510">
                <a:moveTo>
                  <a:pt x="87122" y="115891"/>
                </a:moveTo>
                <a:cubicBezTo>
                  <a:pt x="85041" y="115891"/>
                  <a:pt x="83209" y="115291"/>
                  <a:pt x="81626" y="114091"/>
                </a:cubicBezTo>
                <a:cubicBezTo>
                  <a:pt x="79816" y="112707"/>
                  <a:pt x="78912" y="111000"/>
                  <a:pt x="78912" y="108970"/>
                </a:cubicBezTo>
                <a:cubicBezTo>
                  <a:pt x="76831" y="103497"/>
                  <a:pt x="75519" y="99041"/>
                  <a:pt x="74976" y="95603"/>
                </a:cubicBezTo>
                <a:cubicBezTo>
                  <a:pt x="74433" y="92165"/>
                  <a:pt x="72647" y="82417"/>
                  <a:pt x="69616" y="66359"/>
                </a:cubicBezTo>
                <a:cubicBezTo>
                  <a:pt x="67309" y="54191"/>
                  <a:pt x="65771" y="44420"/>
                  <a:pt x="65002" y="37047"/>
                </a:cubicBezTo>
                <a:cubicBezTo>
                  <a:pt x="60976" y="51974"/>
                  <a:pt x="56656" y="64617"/>
                  <a:pt x="52042" y="74976"/>
                </a:cubicBezTo>
                <a:cubicBezTo>
                  <a:pt x="46705" y="86963"/>
                  <a:pt x="43244" y="96350"/>
                  <a:pt x="41661" y="103135"/>
                </a:cubicBezTo>
                <a:cubicBezTo>
                  <a:pt x="42204" y="104189"/>
                  <a:pt x="42475" y="105221"/>
                  <a:pt x="42475" y="106230"/>
                </a:cubicBezTo>
                <a:cubicBezTo>
                  <a:pt x="42475" y="108293"/>
                  <a:pt x="41571" y="109989"/>
                  <a:pt x="39761" y="111319"/>
                </a:cubicBezTo>
                <a:cubicBezTo>
                  <a:pt x="38133" y="112558"/>
                  <a:pt x="36278" y="113177"/>
                  <a:pt x="34197" y="113177"/>
                </a:cubicBezTo>
                <a:cubicBezTo>
                  <a:pt x="28091" y="113177"/>
                  <a:pt x="25037" y="110395"/>
                  <a:pt x="25037" y="104831"/>
                </a:cubicBezTo>
                <a:lnTo>
                  <a:pt x="22934" y="96214"/>
                </a:lnTo>
                <a:lnTo>
                  <a:pt x="15538" y="62966"/>
                </a:lnTo>
                <a:cubicBezTo>
                  <a:pt x="12598" y="51748"/>
                  <a:pt x="7577" y="35667"/>
                  <a:pt x="475" y="14724"/>
                </a:cubicBezTo>
                <a:cubicBezTo>
                  <a:pt x="158" y="13729"/>
                  <a:pt x="0" y="12824"/>
                  <a:pt x="0" y="12010"/>
                </a:cubicBezTo>
                <a:cubicBezTo>
                  <a:pt x="0" y="7803"/>
                  <a:pt x="2375" y="5700"/>
                  <a:pt x="7124" y="5700"/>
                </a:cubicBezTo>
                <a:cubicBezTo>
                  <a:pt x="10065" y="5700"/>
                  <a:pt x="12326" y="7305"/>
                  <a:pt x="13910" y="10517"/>
                </a:cubicBezTo>
                <a:cubicBezTo>
                  <a:pt x="14724" y="12145"/>
                  <a:pt x="16375" y="16827"/>
                  <a:pt x="18863" y="24562"/>
                </a:cubicBezTo>
                <a:cubicBezTo>
                  <a:pt x="21532" y="32750"/>
                  <a:pt x="24200" y="42611"/>
                  <a:pt x="26869" y="54146"/>
                </a:cubicBezTo>
                <a:lnTo>
                  <a:pt x="33451" y="84136"/>
                </a:lnTo>
                <a:cubicBezTo>
                  <a:pt x="38291" y="72918"/>
                  <a:pt x="43108" y="59257"/>
                  <a:pt x="47903" y="43154"/>
                </a:cubicBezTo>
                <a:cubicBezTo>
                  <a:pt x="50844" y="33338"/>
                  <a:pt x="53083" y="26530"/>
                  <a:pt x="54621" y="22730"/>
                </a:cubicBezTo>
                <a:cubicBezTo>
                  <a:pt x="58692" y="12734"/>
                  <a:pt x="62650" y="7735"/>
                  <a:pt x="66495" y="7735"/>
                </a:cubicBezTo>
                <a:cubicBezTo>
                  <a:pt x="69661" y="7735"/>
                  <a:pt x="71900" y="9341"/>
                  <a:pt x="73212" y="12553"/>
                </a:cubicBezTo>
                <a:cubicBezTo>
                  <a:pt x="74840" y="16443"/>
                  <a:pt x="76492" y="25716"/>
                  <a:pt x="78165" y="40372"/>
                </a:cubicBezTo>
                <a:cubicBezTo>
                  <a:pt x="79070" y="47790"/>
                  <a:pt x="80608" y="56701"/>
                  <a:pt x="82779" y="67105"/>
                </a:cubicBezTo>
                <a:lnTo>
                  <a:pt x="88614" y="93771"/>
                </a:lnTo>
                <a:cubicBezTo>
                  <a:pt x="94676" y="79206"/>
                  <a:pt x="102253" y="59506"/>
                  <a:pt x="111345" y="34672"/>
                </a:cubicBezTo>
                <a:cubicBezTo>
                  <a:pt x="111842" y="33315"/>
                  <a:pt x="112973" y="29041"/>
                  <a:pt x="114737" y="21848"/>
                </a:cubicBezTo>
                <a:cubicBezTo>
                  <a:pt x="116049" y="16556"/>
                  <a:pt x="117655" y="12439"/>
                  <a:pt x="119555" y="9499"/>
                </a:cubicBezTo>
                <a:cubicBezTo>
                  <a:pt x="121183" y="6966"/>
                  <a:pt x="123309" y="5700"/>
                  <a:pt x="125933" y="5700"/>
                </a:cubicBezTo>
                <a:cubicBezTo>
                  <a:pt x="130502" y="5700"/>
                  <a:pt x="132786" y="7973"/>
                  <a:pt x="132786" y="12519"/>
                </a:cubicBezTo>
                <a:cubicBezTo>
                  <a:pt x="132786" y="13292"/>
                  <a:pt x="132062" y="15565"/>
                  <a:pt x="130615" y="19338"/>
                </a:cubicBezTo>
                <a:lnTo>
                  <a:pt x="127901" y="26666"/>
                </a:lnTo>
                <a:lnTo>
                  <a:pt x="124169" y="38743"/>
                </a:lnTo>
                <a:lnTo>
                  <a:pt x="104017" y="87779"/>
                </a:lnTo>
                <a:cubicBezTo>
                  <a:pt x="102162" y="93166"/>
                  <a:pt x="98973" y="100999"/>
                  <a:pt x="94450" y="111277"/>
                </a:cubicBezTo>
                <a:cubicBezTo>
                  <a:pt x="92821" y="114353"/>
                  <a:pt x="90379" y="115891"/>
                  <a:pt x="87122" y="115891"/>
                </a:cubicBezTo>
                <a:close/>
                <a:moveTo>
                  <a:pt x="198034" y="58963"/>
                </a:moveTo>
                <a:cubicBezTo>
                  <a:pt x="197717" y="64617"/>
                  <a:pt x="195456" y="67445"/>
                  <a:pt x="191249" y="67445"/>
                </a:cubicBezTo>
                <a:cubicBezTo>
                  <a:pt x="187359" y="67445"/>
                  <a:pt x="185414" y="65215"/>
                  <a:pt x="185414" y="60755"/>
                </a:cubicBezTo>
                <a:cubicBezTo>
                  <a:pt x="185414" y="59898"/>
                  <a:pt x="185346" y="58321"/>
                  <a:pt x="185210" y="56022"/>
                </a:cubicBezTo>
                <a:lnTo>
                  <a:pt x="185006" y="50346"/>
                </a:lnTo>
                <a:cubicBezTo>
                  <a:pt x="177859" y="51207"/>
                  <a:pt x="172137" y="53224"/>
                  <a:pt x="167840" y="56398"/>
                </a:cubicBezTo>
                <a:cubicBezTo>
                  <a:pt x="163814" y="59345"/>
                  <a:pt x="160467" y="63788"/>
                  <a:pt x="157798" y="69726"/>
                </a:cubicBezTo>
                <a:lnTo>
                  <a:pt x="157934" y="106987"/>
                </a:lnTo>
                <a:cubicBezTo>
                  <a:pt x="157934" y="111566"/>
                  <a:pt x="155694" y="113855"/>
                  <a:pt x="151216" y="113855"/>
                </a:cubicBezTo>
                <a:cubicBezTo>
                  <a:pt x="147236" y="113855"/>
                  <a:pt x="145245" y="111567"/>
                  <a:pt x="145245" y="106990"/>
                </a:cubicBezTo>
                <a:lnTo>
                  <a:pt x="145245" y="59271"/>
                </a:lnTo>
                <a:cubicBezTo>
                  <a:pt x="145245" y="57775"/>
                  <a:pt x="145302" y="55532"/>
                  <a:pt x="145415" y="52543"/>
                </a:cubicBezTo>
                <a:cubicBezTo>
                  <a:pt x="145528" y="49552"/>
                  <a:pt x="145585" y="47308"/>
                  <a:pt x="145585" y="45813"/>
                </a:cubicBezTo>
                <a:cubicBezTo>
                  <a:pt x="145585" y="41235"/>
                  <a:pt x="147575" y="38947"/>
                  <a:pt x="151556" y="38947"/>
                </a:cubicBezTo>
                <a:cubicBezTo>
                  <a:pt x="155988" y="38947"/>
                  <a:pt x="158228" y="42701"/>
                  <a:pt x="158273" y="50210"/>
                </a:cubicBezTo>
                <a:cubicBezTo>
                  <a:pt x="166958" y="41797"/>
                  <a:pt x="176593" y="37590"/>
                  <a:pt x="187178" y="37590"/>
                </a:cubicBezTo>
                <a:cubicBezTo>
                  <a:pt x="190842" y="37590"/>
                  <a:pt x="193578" y="38970"/>
                  <a:pt x="195388" y="41729"/>
                </a:cubicBezTo>
                <a:cubicBezTo>
                  <a:pt x="197197" y="44488"/>
                  <a:pt x="198102" y="48650"/>
                  <a:pt x="198102" y="54214"/>
                </a:cubicBezTo>
                <a:cubicBezTo>
                  <a:pt x="198102" y="56566"/>
                  <a:pt x="198079" y="58149"/>
                  <a:pt x="198034" y="58963"/>
                </a:cubicBezTo>
                <a:close/>
                <a:moveTo>
                  <a:pt x="237726" y="113312"/>
                </a:moveTo>
                <a:cubicBezTo>
                  <a:pt x="230127" y="113312"/>
                  <a:pt x="223590" y="110503"/>
                  <a:pt x="218117" y="104884"/>
                </a:cubicBezTo>
                <a:cubicBezTo>
                  <a:pt x="212010" y="98630"/>
                  <a:pt x="208799" y="90224"/>
                  <a:pt x="208482" y="79664"/>
                </a:cubicBezTo>
                <a:cubicBezTo>
                  <a:pt x="208211" y="69423"/>
                  <a:pt x="210789" y="60405"/>
                  <a:pt x="216217" y="52611"/>
                </a:cubicBezTo>
                <a:cubicBezTo>
                  <a:pt x="222550" y="43411"/>
                  <a:pt x="231371" y="38811"/>
                  <a:pt x="242679" y="38811"/>
                </a:cubicBezTo>
                <a:cubicBezTo>
                  <a:pt x="251726" y="38811"/>
                  <a:pt x="258579" y="42958"/>
                  <a:pt x="263238" y="51251"/>
                </a:cubicBezTo>
                <a:cubicBezTo>
                  <a:pt x="266948" y="57957"/>
                  <a:pt x="268734" y="66023"/>
                  <a:pt x="268599" y="75449"/>
                </a:cubicBezTo>
                <a:cubicBezTo>
                  <a:pt x="268463" y="85509"/>
                  <a:pt x="265839" y="94098"/>
                  <a:pt x="260728" y="101214"/>
                </a:cubicBezTo>
                <a:cubicBezTo>
                  <a:pt x="254938" y="109280"/>
                  <a:pt x="247271" y="113312"/>
                  <a:pt x="237726" y="113312"/>
                </a:cubicBezTo>
                <a:moveTo>
                  <a:pt x="241797" y="52653"/>
                </a:moveTo>
                <a:cubicBezTo>
                  <a:pt x="235148" y="52608"/>
                  <a:pt x="229968" y="55778"/>
                  <a:pt x="226259" y="62165"/>
                </a:cubicBezTo>
                <a:cubicBezTo>
                  <a:pt x="223319" y="67285"/>
                  <a:pt x="221849" y="73129"/>
                  <a:pt x="221849" y="79696"/>
                </a:cubicBezTo>
                <a:cubicBezTo>
                  <a:pt x="221849" y="86265"/>
                  <a:pt x="223636" y="91384"/>
                  <a:pt x="227209" y="95054"/>
                </a:cubicBezTo>
                <a:cubicBezTo>
                  <a:pt x="230195" y="98089"/>
                  <a:pt x="233700" y="99606"/>
                  <a:pt x="237726" y="99606"/>
                </a:cubicBezTo>
                <a:cubicBezTo>
                  <a:pt x="242430" y="99606"/>
                  <a:pt x="246479" y="97885"/>
                  <a:pt x="249872" y="94441"/>
                </a:cubicBezTo>
                <a:cubicBezTo>
                  <a:pt x="253716" y="90637"/>
                  <a:pt x="255752" y="85496"/>
                  <a:pt x="255978" y="79018"/>
                </a:cubicBezTo>
                <a:cubicBezTo>
                  <a:pt x="256611" y="61486"/>
                  <a:pt x="251884" y="52698"/>
                  <a:pt x="241797" y="52653"/>
                </a:cubicBezTo>
                <a:close/>
                <a:moveTo>
                  <a:pt x="337645" y="114127"/>
                </a:moveTo>
                <a:cubicBezTo>
                  <a:pt x="333755" y="114127"/>
                  <a:pt x="331561" y="111996"/>
                  <a:pt x="331063" y="107736"/>
                </a:cubicBezTo>
                <a:lnTo>
                  <a:pt x="329163" y="92845"/>
                </a:lnTo>
                <a:cubicBezTo>
                  <a:pt x="328530" y="87541"/>
                  <a:pt x="328213" y="82577"/>
                  <a:pt x="328213" y="77953"/>
                </a:cubicBezTo>
                <a:cubicBezTo>
                  <a:pt x="328213" y="76684"/>
                  <a:pt x="328293" y="74531"/>
                  <a:pt x="328451" y="71495"/>
                </a:cubicBezTo>
                <a:cubicBezTo>
                  <a:pt x="328609" y="68457"/>
                  <a:pt x="328688" y="66303"/>
                  <a:pt x="328688" y="65034"/>
                </a:cubicBezTo>
                <a:cubicBezTo>
                  <a:pt x="328688" y="55242"/>
                  <a:pt x="326879" y="50346"/>
                  <a:pt x="323260" y="50346"/>
                </a:cubicBezTo>
                <a:cubicBezTo>
                  <a:pt x="318194" y="50346"/>
                  <a:pt x="313354" y="53358"/>
                  <a:pt x="308740" y="59381"/>
                </a:cubicBezTo>
                <a:cubicBezTo>
                  <a:pt x="304578" y="64860"/>
                  <a:pt x="301322" y="71788"/>
                  <a:pt x="298969" y="80165"/>
                </a:cubicBezTo>
                <a:cubicBezTo>
                  <a:pt x="298879" y="81932"/>
                  <a:pt x="298675" y="84151"/>
                  <a:pt x="298359" y="86823"/>
                </a:cubicBezTo>
                <a:cubicBezTo>
                  <a:pt x="298087" y="89087"/>
                  <a:pt x="297952" y="91283"/>
                  <a:pt x="297952" y="93411"/>
                </a:cubicBezTo>
                <a:cubicBezTo>
                  <a:pt x="297952" y="94769"/>
                  <a:pt x="298087" y="96807"/>
                  <a:pt x="298359" y="99524"/>
                </a:cubicBezTo>
                <a:cubicBezTo>
                  <a:pt x="298630" y="102241"/>
                  <a:pt x="298766" y="104278"/>
                  <a:pt x="298766" y="105637"/>
                </a:cubicBezTo>
                <a:cubicBezTo>
                  <a:pt x="298766" y="107675"/>
                  <a:pt x="298144" y="109328"/>
                  <a:pt x="296900" y="110596"/>
                </a:cubicBezTo>
                <a:cubicBezTo>
                  <a:pt x="295656" y="111864"/>
                  <a:pt x="294061" y="112498"/>
                  <a:pt x="292116" y="112498"/>
                </a:cubicBezTo>
                <a:cubicBezTo>
                  <a:pt x="290126" y="112498"/>
                  <a:pt x="288520" y="111864"/>
                  <a:pt x="287299" y="110594"/>
                </a:cubicBezTo>
                <a:cubicBezTo>
                  <a:pt x="286078" y="109326"/>
                  <a:pt x="285467" y="107672"/>
                  <a:pt x="285467" y="105632"/>
                </a:cubicBezTo>
                <a:cubicBezTo>
                  <a:pt x="285467" y="104274"/>
                  <a:pt x="285320" y="102236"/>
                  <a:pt x="285026" y="99517"/>
                </a:cubicBezTo>
                <a:cubicBezTo>
                  <a:pt x="284732" y="96798"/>
                  <a:pt x="284585" y="94758"/>
                  <a:pt x="284585" y="93398"/>
                </a:cubicBezTo>
                <a:cubicBezTo>
                  <a:pt x="284585" y="88730"/>
                  <a:pt x="284913" y="82262"/>
                  <a:pt x="285569" y="73992"/>
                </a:cubicBezTo>
                <a:cubicBezTo>
                  <a:pt x="286225" y="65723"/>
                  <a:pt x="286552" y="59254"/>
                  <a:pt x="286552" y="54587"/>
                </a:cubicBezTo>
                <a:cubicBezTo>
                  <a:pt x="286552" y="53136"/>
                  <a:pt x="286473" y="50984"/>
                  <a:pt x="286315" y="48130"/>
                </a:cubicBezTo>
                <a:cubicBezTo>
                  <a:pt x="286157" y="45275"/>
                  <a:pt x="286078" y="43123"/>
                  <a:pt x="286078" y="41674"/>
                </a:cubicBezTo>
                <a:cubicBezTo>
                  <a:pt x="286078" y="39724"/>
                  <a:pt x="286722" y="38127"/>
                  <a:pt x="288011" y="36882"/>
                </a:cubicBezTo>
                <a:cubicBezTo>
                  <a:pt x="289300" y="35635"/>
                  <a:pt x="290895" y="35012"/>
                  <a:pt x="292795" y="35012"/>
                </a:cubicBezTo>
                <a:cubicBezTo>
                  <a:pt x="296956" y="35012"/>
                  <a:pt x="299241" y="37964"/>
                  <a:pt x="299648" y="43868"/>
                </a:cubicBezTo>
                <a:lnTo>
                  <a:pt x="299851" y="51839"/>
                </a:lnTo>
                <a:cubicBezTo>
                  <a:pt x="307451" y="41706"/>
                  <a:pt x="315254" y="36640"/>
                  <a:pt x="323260" y="36640"/>
                </a:cubicBezTo>
                <a:cubicBezTo>
                  <a:pt x="330498" y="36640"/>
                  <a:pt x="335541" y="39835"/>
                  <a:pt x="338391" y="46224"/>
                </a:cubicBezTo>
                <a:cubicBezTo>
                  <a:pt x="340336" y="50483"/>
                  <a:pt x="341399" y="56782"/>
                  <a:pt x="341580" y="65121"/>
                </a:cubicBezTo>
                <a:lnTo>
                  <a:pt x="341580" y="71984"/>
                </a:lnTo>
                <a:lnTo>
                  <a:pt x="341512" y="78305"/>
                </a:lnTo>
                <a:cubicBezTo>
                  <a:pt x="341512" y="82067"/>
                  <a:pt x="341999" y="86927"/>
                  <a:pt x="342971" y="92887"/>
                </a:cubicBezTo>
                <a:cubicBezTo>
                  <a:pt x="343944" y="98845"/>
                  <a:pt x="344430" y="103682"/>
                  <a:pt x="344430" y="107397"/>
                </a:cubicBezTo>
                <a:cubicBezTo>
                  <a:pt x="344430" y="109391"/>
                  <a:pt x="343785" y="111011"/>
                  <a:pt x="342496" y="112257"/>
                </a:cubicBezTo>
                <a:cubicBezTo>
                  <a:pt x="341207" y="113503"/>
                  <a:pt x="339590" y="114127"/>
                  <a:pt x="337645" y="114127"/>
                </a:cubicBezTo>
                <a:close/>
                <a:moveTo>
                  <a:pt x="414765" y="79997"/>
                </a:moveTo>
                <a:lnTo>
                  <a:pt x="413204" y="102795"/>
                </a:lnTo>
                <a:cubicBezTo>
                  <a:pt x="412933" y="111842"/>
                  <a:pt x="412006" y="119238"/>
                  <a:pt x="410422" y="124983"/>
                </a:cubicBezTo>
                <a:cubicBezTo>
                  <a:pt x="408387" y="132311"/>
                  <a:pt x="405130" y="137716"/>
                  <a:pt x="400652" y="141200"/>
                </a:cubicBezTo>
                <a:cubicBezTo>
                  <a:pt x="395224" y="145406"/>
                  <a:pt x="387375" y="147510"/>
                  <a:pt x="377107" y="147510"/>
                </a:cubicBezTo>
                <a:cubicBezTo>
                  <a:pt x="371091" y="147510"/>
                  <a:pt x="366047" y="147103"/>
                  <a:pt x="361976" y="146288"/>
                </a:cubicBezTo>
                <a:cubicBezTo>
                  <a:pt x="356277" y="145158"/>
                  <a:pt x="353427" y="142805"/>
                  <a:pt x="353427" y="139232"/>
                </a:cubicBezTo>
                <a:cubicBezTo>
                  <a:pt x="353427" y="135206"/>
                  <a:pt x="355395" y="133193"/>
                  <a:pt x="359330" y="133193"/>
                </a:cubicBezTo>
                <a:cubicBezTo>
                  <a:pt x="360958" y="133193"/>
                  <a:pt x="363672" y="133589"/>
                  <a:pt x="367472" y="134380"/>
                </a:cubicBezTo>
                <a:cubicBezTo>
                  <a:pt x="371272" y="135172"/>
                  <a:pt x="375479" y="135523"/>
                  <a:pt x="380093" y="135432"/>
                </a:cubicBezTo>
                <a:cubicBezTo>
                  <a:pt x="388778" y="135288"/>
                  <a:pt x="394771" y="130834"/>
                  <a:pt x="398073" y="122070"/>
                </a:cubicBezTo>
                <a:cubicBezTo>
                  <a:pt x="400245" y="116226"/>
                  <a:pt x="401398" y="107245"/>
                  <a:pt x="401534" y="95128"/>
                </a:cubicBezTo>
                <a:cubicBezTo>
                  <a:pt x="399091" y="100421"/>
                  <a:pt x="396185" y="104390"/>
                  <a:pt x="392815" y="107036"/>
                </a:cubicBezTo>
                <a:cubicBezTo>
                  <a:pt x="389445" y="109682"/>
                  <a:pt x="385589" y="111005"/>
                  <a:pt x="381246" y="111005"/>
                </a:cubicBezTo>
                <a:cubicBezTo>
                  <a:pt x="373059" y="111005"/>
                  <a:pt x="366398" y="108209"/>
                  <a:pt x="361264" y="102617"/>
                </a:cubicBezTo>
                <a:cubicBezTo>
                  <a:pt x="356130" y="97025"/>
                  <a:pt x="353563" y="89769"/>
                  <a:pt x="353563" y="80850"/>
                </a:cubicBezTo>
                <a:cubicBezTo>
                  <a:pt x="353563" y="68625"/>
                  <a:pt x="357068" y="58777"/>
                  <a:pt x="364080" y="51307"/>
                </a:cubicBezTo>
                <a:cubicBezTo>
                  <a:pt x="371317" y="43610"/>
                  <a:pt x="381178" y="39761"/>
                  <a:pt x="393663" y="39761"/>
                </a:cubicBezTo>
                <a:cubicBezTo>
                  <a:pt x="397870" y="39761"/>
                  <a:pt x="401398" y="40304"/>
                  <a:pt x="404248" y="41390"/>
                </a:cubicBezTo>
                <a:cubicBezTo>
                  <a:pt x="407098" y="42475"/>
                  <a:pt x="409269" y="44104"/>
                  <a:pt x="410762" y="46275"/>
                </a:cubicBezTo>
                <a:cubicBezTo>
                  <a:pt x="415602" y="46411"/>
                  <a:pt x="418022" y="49102"/>
                  <a:pt x="418022" y="54349"/>
                </a:cubicBezTo>
                <a:cubicBezTo>
                  <a:pt x="418022" y="57561"/>
                  <a:pt x="417547" y="61858"/>
                  <a:pt x="416597" y="67241"/>
                </a:cubicBezTo>
                <a:cubicBezTo>
                  <a:pt x="415556" y="73483"/>
                  <a:pt x="414946" y="77736"/>
                  <a:pt x="414765" y="79997"/>
                </a:cubicBezTo>
                <a:moveTo>
                  <a:pt x="392984" y="53331"/>
                </a:moveTo>
                <a:cubicBezTo>
                  <a:pt x="384390" y="53331"/>
                  <a:pt x="377740" y="55999"/>
                  <a:pt x="373036" y="61334"/>
                </a:cubicBezTo>
                <a:cubicBezTo>
                  <a:pt x="368829" y="66139"/>
                  <a:pt x="366726" y="72247"/>
                  <a:pt x="366726" y="79660"/>
                </a:cubicBezTo>
                <a:cubicBezTo>
                  <a:pt x="366726" y="85565"/>
                  <a:pt x="367970" y="90003"/>
                  <a:pt x="370458" y="92976"/>
                </a:cubicBezTo>
                <a:cubicBezTo>
                  <a:pt x="372946" y="95949"/>
                  <a:pt x="376677" y="97435"/>
                  <a:pt x="381653" y="97435"/>
                </a:cubicBezTo>
                <a:cubicBezTo>
                  <a:pt x="386222" y="97435"/>
                  <a:pt x="390655" y="95114"/>
                  <a:pt x="394952" y="90472"/>
                </a:cubicBezTo>
                <a:cubicBezTo>
                  <a:pt x="398842" y="86196"/>
                  <a:pt x="401059" y="81961"/>
                  <a:pt x="401602" y="77767"/>
                </a:cubicBezTo>
                <a:cubicBezTo>
                  <a:pt x="402552" y="73368"/>
                  <a:pt x="403569" y="66464"/>
                  <a:pt x="404655" y="57057"/>
                </a:cubicBezTo>
                <a:cubicBezTo>
                  <a:pt x="402846" y="55795"/>
                  <a:pt x="400968" y="54858"/>
                  <a:pt x="399023" y="54247"/>
                </a:cubicBezTo>
                <a:cubicBezTo>
                  <a:pt x="397078" y="53637"/>
                  <a:pt x="395065" y="53331"/>
                  <a:pt x="392984" y="53331"/>
                </a:cubicBezTo>
                <a:close/>
                <a:moveTo>
                  <a:pt x="474500" y="92363"/>
                </a:moveTo>
                <a:cubicBezTo>
                  <a:pt x="474455" y="90458"/>
                  <a:pt x="475099" y="88904"/>
                  <a:pt x="476434" y="87703"/>
                </a:cubicBezTo>
                <a:cubicBezTo>
                  <a:pt x="477768" y="86501"/>
                  <a:pt x="479408" y="85900"/>
                  <a:pt x="481353" y="85900"/>
                </a:cubicBezTo>
                <a:cubicBezTo>
                  <a:pt x="483570" y="85900"/>
                  <a:pt x="485515" y="87173"/>
                  <a:pt x="487188" y="89717"/>
                </a:cubicBezTo>
                <a:cubicBezTo>
                  <a:pt x="489495" y="93172"/>
                  <a:pt x="491554" y="95513"/>
                  <a:pt x="493363" y="96740"/>
                </a:cubicBezTo>
                <a:cubicBezTo>
                  <a:pt x="497208" y="99284"/>
                  <a:pt x="502794" y="100556"/>
                  <a:pt x="510122" y="100556"/>
                </a:cubicBezTo>
                <a:cubicBezTo>
                  <a:pt x="517134" y="100556"/>
                  <a:pt x="523647" y="99038"/>
                  <a:pt x="529664" y="96002"/>
                </a:cubicBezTo>
                <a:cubicBezTo>
                  <a:pt x="537353" y="92105"/>
                  <a:pt x="541198" y="86690"/>
                  <a:pt x="541198" y="79758"/>
                </a:cubicBezTo>
                <a:cubicBezTo>
                  <a:pt x="541198" y="74048"/>
                  <a:pt x="537964" y="69540"/>
                  <a:pt x="531496" y="66232"/>
                </a:cubicBezTo>
                <a:cubicBezTo>
                  <a:pt x="526022" y="63376"/>
                  <a:pt x="519260" y="61836"/>
                  <a:pt x="511208" y="61609"/>
                </a:cubicBezTo>
                <a:cubicBezTo>
                  <a:pt x="504061" y="61338"/>
                  <a:pt x="497977" y="59775"/>
                  <a:pt x="492956" y="56921"/>
                </a:cubicBezTo>
                <a:cubicBezTo>
                  <a:pt x="486532" y="53253"/>
                  <a:pt x="483321" y="47999"/>
                  <a:pt x="483321" y="41158"/>
                </a:cubicBezTo>
                <a:cubicBezTo>
                  <a:pt x="483321" y="33097"/>
                  <a:pt x="487890" y="25737"/>
                  <a:pt x="497027" y="19079"/>
                </a:cubicBezTo>
                <a:cubicBezTo>
                  <a:pt x="505757" y="12783"/>
                  <a:pt x="514781" y="9635"/>
                  <a:pt x="524100" y="9635"/>
                </a:cubicBezTo>
                <a:cubicBezTo>
                  <a:pt x="528487" y="9635"/>
                  <a:pt x="533441" y="10385"/>
                  <a:pt x="538959" y="11885"/>
                </a:cubicBezTo>
                <a:cubicBezTo>
                  <a:pt x="546287" y="13838"/>
                  <a:pt x="549951" y="16337"/>
                  <a:pt x="549951" y="19380"/>
                </a:cubicBezTo>
                <a:cubicBezTo>
                  <a:pt x="549951" y="23378"/>
                  <a:pt x="547916" y="25377"/>
                  <a:pt x="543845" y="25377"/>
                </a:cubicBezTo>
                <a:cubicBezTo>
                  <a:pt x="542035" y="25377"/>
                  <a:pt x="538869" y="24890"/>
                  <a:pt x="534345" y="23918"/>
                </a:cubicBezTo>
                <a:cubicBezTo>
                  <a:pt x="529822" y="22945"/>
                  <a:pt x="526316" y="22482"/>
                  <a:pt x="523828" y="22527"/>
                </a:cubicBezTo>
                <a:cubicBezTo>
                  <a:pt x="516772" y="22617"/>
                  <a:pt x="510778" y="24355"/>
                  <a:pt x="505848" y="27739"/>
                </a:cubicBezTo>
                <a:cubicBezTo>
                  <a:pt x="500781" y="31213"/>
                  <a:pt x="498248" y="35432"/>
                  <a:pt x="498248" y="40395"/>
                </a:cubicBezTo>
                <a:cubicBezTo>
                  <a:pt x="498248" y="44141"/>
                  <a:pt x="501596" y="46781"/>
                  <a:pt x="508290" y="48315"/>
                </a:cubicBezTo>
                <a:cubicBezTo>
                  <a:pt x="510778" y="48901"/>
                  <a:pt x="515596" y="49443"/>
                  <a:pt x="522743" y="49939"/>
                </a:cubicBezTo>
                <a:cubicBezTo>
                  <a:pt x="533101" y="50709"/>
                  <a:pt x="541198" y="53973"/>
                  <a:pt x="547034" y="59731"/>
                </a:cubicBezTo>
                <a:cubicBezTo>
                  <a:pt x="552371" y="64989"/>
                  <a:pt x="555040" y="71403"/>
                  <a:pt x="555040" y="78973"/>
                </a:cubicBezTo>
                <a:cubicBezTo>
                  <a:pt x="555040" y="89763"/>
                  <a:pt x="550064" y="98377"/>
                  <a:pt x="540113" y="104814"/>
                </a:cubicBezTo>
                <a:cubicBezTo>
                  <a:pt x="531473" y="110389"/>
                  <a:pt x="521454" y="113177"/>
                  <a:pt x="510054" y="113177"/>
                </a:cubicBezTo>
                <a:cubicBezTo>
                  <a:pt x="501777" y="113177"/>
                  <a:pt x="494200" y="111589"/>
                  <a:pt x="487324" y="108414"/>
                </a:cubicBezTo>
                <a:cubicBezTo>
                  <a:pt x="478910" y="104516"/>
                  <a:pt x="474636" y="99165"/>
                  <a:pt x="474500" y="92363"/>
                </a:cubicBezTo>
                <a:close/>
                <a:moveTo>
                  <a:pt x="597347" y="113312"/>
                </a:moveTo>
                <a:cubicBezTo>
                  <a:pt x="589748" y="113312"/>
                  <a:pt x="583212" y="110503"/>
                  <a:pt x="577738" y="104884"/>
                </a:cubicBezTo>
                <a:cubicBezTo>
                  <a:pt x="571632" y="98630"/>
                  <a:pt x="568420" y="90224"/>
                  <a:pt x="568103" y="79664"/>
                </a:cubicBezTo>
                <a:cubicBezTo>
                  <a:pt x="567832" y="69423"/>
                  <a:pt x="570410" y="60405"/>
                  <a:pt x="575838" y="52611"/>
                </a:cubicBezTo>
                <a:cubicBezTo>
                  <a:pt x="582171" y="43411"/>
                  <a:pt x="590992" y="38811"/>
                  <a:pt x="602300" y="38811"/>
                </a:cubicBezTo>
                <a:cubicBezTo>
                  <a:pt x="611347" y="38811"/>
                  <a:pt x="618200" y="42958"/>
                  <a:pt x="622860" y="51251"/>
                </a:cubicBezTo>
                <a:cubicBezTo>
                  <a:pt x="626569" y="57957"/>
                  <a:pt x="628356" y="66023"/>
                  <a:pt x="628220" y="75449"/>
                </a:cubicBezTo>
                <a:cubicBezTo>
                  <a:pt x="628084" y="85509"/>
                  <a:pt x="625461" y="94098"/>
                  <a:pt x="620349" y="101214"/>
                </a:cubicBezTo>
                <a:cubicBezTo>
                  <a:pt x="614559" y="109280"/>
                  <a:pt x="606892" y="113312"/>
                  <a:pt x="597347" y="113312"/>
                </a:cubicBezTo>
                <a:moveTo>
                  <a:pt x="601418" y="52653"/>
                </a:moveTo>
                <a:cubicBezTo>
                  <a:pt x="594769" y="52608"/>
                  <a:pt x="589590" y="55778"/>
                  <a:pt x="585880" y="62165"/>
                </a:cubicBezTo>
                <a:cubicBezTo>
                  <a:pt x="582940" y="67285"/>
                  <a:pt x="581470" y="73129"/>
                  <a:pt x="581470" y="79696"/>
                </a:cubicBezTo>
                <a:cubicBezTo>
                  <a:pt x="581470" y="86265"/>
                  <a:pt x="583257" y="91384"/>
                  <a:pt x="586830" y="95054"/>
                </a:cubicBezTo>
                <a:cubicBezTo>
                  <a:pt x="589816" y="98089"/>
                  <a:pt x="593321" y="99606"/>
                  <a:pt x="597347" y="99606"/>
                </a:cubicBezTo>
                <a:cubicBezTo>
                  <a:pt x="602052" y="99606"/>
                  <a:pt x="606100" y="97885"/>
                  <a:pt x="609493" y="94441"/>
                </a:cubicBezTo>
                <a:cubicBezTo>
                  <a:pt x="613338" y="90637"/>
                  <a:pt x="615373" y="85496"/>
                  <a:pt x="615599" y="79018"/>
                </a:cubicBezTo>
                <a:cubicBezTo>
                  <a:pt x="616233" y="61486"/>
                  <a:pt x="611506" y="52698"/>
                  <a:pt x="601418" y="52653"/>
                </a:cubicBezTo>
                <a:close/>
                <a:moveTo>
                  <a:pt x="662458" y="55910"/>
                </a:moveTo>
                <a:lnTo>
                  <a:pt x="661440" y="89672"/>
                </a:lnTo>
                <a:cubicBezTo>
                  <a:pt x="661440" y="93250"/>
                  <a:pt x="661259" y="98504"/>
                  <a:pt x="660897" y="105433"/>
                </a:cubicBezTo>
                <a:cubicBezTo>
                  <a:pt x="660445" y="109962"/>
                  <a:pt x="658228" y="112227"/>
                  <a:pt x="654247" y="112227"/>
                </a:cubicBezTo>
                <a:cubicBezTo>
                  <a:pt x="649815" y="112227"/>
                  <a:pt x="647598" y="109917"/>
                  <a:pt x="647598" y="105297"/>
                </a:cubicBezTo>
                <a:cubicBezTo>
                  <a:pt x="647598" y="99817"/>
                  <a:pt x="647847" y="91586"/>
                  <a:pt x="648344" y="80604"/>
                </a:cubicBezTo>
                <a:cubicBezTo>
                  <a:pt x="648842" y="69622"/>
                  <a:pt x="649091" y="61390"/>
                  <a:pt x="649091" y="55910"/>
                </a:cubicBezTo>
                <a:cubicBezTo>
                  <a:pt x="649091" y="48754"/>
                  <a:pt x="649204" y="40568"/>
                  <a:pt x="649430" y="31352"/>
                </a:cubicBezTo>
                <a:cubicBezTo>
                  <a:pt x="649656" y="22135"/>
                  <a:pt x="649769" y="13949"/>
                  <a:pt x="649769" y="6794"/>
                </a:cubicBezTo>
                <a:cubicBezTo>
                  <a:pt x="649769" y="2265"/>
                  <a:pt x="651986" y="0"/>
                  <a:pt x="656419" y="0"/>
                </a:cubicBezTo>
                <a:cubicBezTo>
                  <a:pt x="660897" y="0"/>
                  <a:pt x="663136" y="2265"/>
                  <a:pt x="663136" y="6794"/>
                </a:cubicBezTo>
                <a:cubicBezTo>
                  <a:pt x="663136" y="13949"/>
                  <a:pt x="663023" y="22135"/>
                  <a:pt x="662797" y="31352"/>
                </a:cubicBezTo>
                <a:cubicBezTo>
                  <a:pt x="662571" y="40568"/>
                  <a:pt x="662458" y="48754"/>
                  <a:pt x="662458" y="55910"/>
                </a:cubicBezTo>
                <a:close/>
                <a:moveTo>
                  <a:pt x="738996" y="69616"/>
                </a:moveTo>
                <a:cubicBezTo>
                  <a:pt x="738996" y="72873"/>
                  <a:pt x="739019" y="77758"/>
                  <a:pt x="739064" y="84272"/>
                </a:cubicBezTo>
                <a:cubicBezTo>
                  <a:pt x="739110" y="90786"/>
                  <a:pt x="739132" y="95671"/>
                  <a:pt x="739132" y="98928"/>
                </a:cubicBezTo>
                <a:cubicBezTo>
                  <a:pt x="739132" y="99923"/>
                  <a:pt x="739211" y="101438"/>
                  <a:pt x="739370" y="103474"/>
                </a:cubicBezTo>
                <a:cubicBezTo>
                  <a:pt x="739528" y="105509"/>
                  <a:pt x="739607" y="107025"/>
                  <a:pt x="739607" y="108020"/>
                </a:cubicBezTo>
                <a:cubicBezTo>
                  <a:pt x="739607" y="109965"/>
                  <a:pt x="738951" y="111560"/>
                  <a:pt x="737639" y="112804"/>
                </a:cubicBezTo>
                <a:cubicBezTo>
                  <a:pt x="736328" y="114048"/>
                  <a:pt x="734722" y="114669"/>
                  <a:pt x="732822" y="114669"/>
                </a:cubicBezTo>
                <a:cubicBezTo>
                  <a:pt x="729339" y="114669"/>
                  <a:pt x="727122" y="112521"/>
                  <a:pt x="726173" y="108224"/>
                </a:cubicBezTo>
                <a:cubicBezTo>
                  <a:pt x="720518" y="111164"/>
                  <a:pt x="714004" y="112634"/>
                  <a:pt x="706631" y="112634"/>
                </a:cubicBezTo>
                <a:cubicBezTo>
                  <a:pt x="700705" y="112634"/>
                  <a:pt x="695798" y="111322"/>
                  <a:pt x="691907" y="108699"/>
                </a:cubicBezTo>
                <a:cubicBezTo>
                  <a:pt x="687610" y="105804"/>
                  <a:pt x="685054" y="101574"/>
                  <a:pt x="684240" y="96010"/>
                </a:cubicBezTo>
                <a:cubicBezTo>
                  <a:pt x="682476" y="84023"/>
                  <a:pt x="681594" y="73348"/>
                  <a:pt x="681594" y="63984"/>
                </a:cubicBezTo>
                <a:cubicBezTo>
                  <a:pt x="681594" y="57787"/>
                  <a:pt x="682272" y="50731"/>
                  <a:pt x="683629" y="42814"/>
                </a:cubicBezTo>
                <a:cubicBezTo>
                  <a:pt x="684263" y="38879"/>
                  <a:pt x="686411" y="36911"/>
                  <a:pt x="690075" y="36911"/>
                </a:cubicBezTo>
                <a:cubicBezTo>
                  <a:pt x="692020" y="36911"/>
                  <a:pt x="693649" y="37533"/>
                  <a:pt x="694961" y="38775"/>
                </a:cubicBezTo>
                <a:cubicBezTo>
                  <a:pt x="696272" y="40018"/>
                  <a:pt x="696928" y="41611"/>
                  <a:pt x="696928" y="43554"/>
                </a:cubicBezTo>
                <a:cubicBezTo>
                  <a:pt x="696928" y="45632"/>
                  <a:pt x="696600" y="48954"/>
                  <a:pt x="695945" y="53518"/>
                </a:cubicBezTo>
                <a:cubicBezTo>
                  <a:pt x="695289" y="58081"/>
                  <a:pt x="694961" y="61560"/>
                  <a:pt x="694961" y="63955"/>
                </a:cubicBezTo>
                <a:cubicBezTo>
                  <a:pt x="694961" y="71500"/>
                  <a:pt x="695209" y="77962"/>
                  <a:pt x="695707" y="83339"/>
                </a:cubicBezTo>
                <a:cubicBezTo>
                  <a:pt x="696205" y="88716"/>
                  <a:pt x="696951" y="93031"/>
                  <a:pt x="697946" y="96284"/>
                </a:cubicBezTo>
                <a:cubicBezTo>
                  <a:pt x="699439" y="97098"/>
                  <a:pt x="700909" y="97720"/>
                  <a:pt x="702357" y="98150"/>
                </a:cubicBezTo>
                <a:cubicBezTo>
                  <a:pt x="703804" y="98578"/>
                  <a:pt x="705229" y="98792"/>
                  <a:pt x="706631" y="98792"/>
                </a:cubicBezTo>
                <a:cubicBezTo>
                  <a:pt x="712693" y="98792"/>
                  <a:pt x="719093" y="97821"/>
                  <a:pt x="725833" y="95879"/>
                </a:cubicBezTo>
                <a:lnTo>
                  <a:pt x="725765" y="82120"/>
                </a:lnTo>
                <a:lnTo>
                  <a:pt x="725630" y="68971"/>
                </a:lnTo>
                <a:cubicBezTo>
                  <a:pt x="725630" y="59211"/>
                  <a:pt x="726059" y="50738"/>
                  <a:pt x="726919" y="43554"/>
                </a:cubicBezTo>
                <a:cubicBezTo>
                  <a:pt x="727416" y="39397"/>
                  <a:pt x="729610" y="37318"/>
                  <a:pt x="733500" y="37318"/>
                </a:cubicBezTo>
                <a:cubicBezTo>
                  <a:pt x="735446" y="37318"/>
                  <a:pt x="737074" y="37952"/>
                  <a:pt x="738386" y="39218"/>
                </a:cubicBezTo>
                <a:cubicBezTo>
                  <a:pt x="739698" y="40485"/>
                  <a:pt x="740308" y="42068"/>
                  <a:pt x="740218" y="43968"/>
                </a:cubicBezTo>
                <a:lnTo>
                  <a:pt x="738996" y="69616"/>
                </a:lnTo>
                <a:close/>
                <a:moveTo>
                  <a:pt x="801644" y="51491"/>
                </a:moveTo>
                <a:cubicBezTo>
                  <a:pt x="800695" y="51491"/>
                  <a:pt x="799575" y="51446"/>
                  <a:pt x="798286" y="51355"/>
                </a:cubicBezTo>
                <a:cubicBezTo>
                  <a:pt x="796997" y="51263"/>
                  <a:pt x="795877" y="51217"/>
                  <a:pt x="794927" y="51217"/>
                </a:cubicBezTo>
                <a:cubicBezTo>
                  <a:pt x="793887" y="51217"/>
                  <a:pt x="790811" y="51560"/>
                  <a:pt x="785699" y="52246"/>
                </a:cubicBezTo>
                <a:lnTo>
                  <a:pt x="786989" y="92302"/>
                </a:lnTo>
                <a:lnTo>
                  <a:pt x="787056" y="95285"/>
                </a:lnTo>
                <a:lnTo>
                  <a:pt x="787124" y="98741"/>
                </a:lnTo>
                <a:cubicBezTo>
                  <a:pt x="787305" y="108636"/>
                  <a:pt x="784930" y="113584"/>
                  <a:pt x="780000" y="113584"/>
                </a:cubicBezTo>
                <a:cubicBezTo>
                  <a:pt x="778190" y="113584"/>
                  <a:pt x="776619" y="112997"/>
                  <a:pt x="775284" y="111822"/>
                </a:cubicBezTo>
                <a:cubicBezTo>
                  <a:pt x="773950" y="110647"/>
                  <a:pt x="773282" y="109178"/>
                  <a:pt x="773282" y="107416"/>
                </a:cubicBezTo>
                <a:cubicBezTo>
                  <a:pt x="773282" y="105700"/>
                  <a:pt x="773350" y="103125"/>
                  <a:pt x="773486" y="99691"/>
                </a:cubicBezTo>
                <a:cubicBezTo>
                  <a:pt x="773622" y="96256"/>
                  <a:pt x="773690" y="93680"/>
                  <a:pt x="773690" y="91962"/>
                </a:cubicBezTo>
                <a:lnTo>
                  <a:pt x="772333" y="52382"/>
                </a:lnTo>
                <a:cubicBezTo>
                  <a:pt x="769030" y="52246"/>
                  <a:pt x="764009" y="51859"/>
                  <a:pt x="757269" y="51222"/>
                </a:cubicBezTo>
                <a:cubicBezTo>
                  <a:pt x="753244" y="50676"/>
                  <a:pt x="751231" y="48426"/>
                  <a:pt x="751231" y="44473"/>
                </a:cubicBezTo>
                <a:cubicBezTo>
                  <a:pt x="751231" y="42472"/>
                  <a:pt x="751841" y="40814"/>
                  <a:pt x="753063" y="39498"/>
                </a:cubicBezTo>
                <a:cubicBezTo>
                  <a:pt x="754284" y="38181"/>
                  <a:pt x="755845" y="37522"/>
                  <a:pt x="757744" y="37522"/>
                </a:cubicBezTo>
                <a:lnTo>
                  <a:pt x="771993" y="38676"/>
                </a:lnTo>
                <a:cubicBezTo>
                  <a:pt x="771993" y="36361"/>
                  <a:pt x="771891" y="33266"/>
                  <a:pt x="771688" y="29388"/>
                </a:cubicBezTo>
                <a:cubicBezTo>
                  <a:pt x="771484" y="25509"/>
                  <a:pt x="771383" y="22708"/>
                  <a:pt x="771383" y="20985"/>
                </a:cubicBezTo>
                <a:cubicBezTo>
                  <a:pt x="771383" y="19080"/>
                  <a:pt x="772039" y="17504"/>
                  <a:pt x="773350" y="16257"/>
                </a:cubicBezTo>
                <a:cubicBezTo>
                  <a:pt x="774662" y="15009"/>
                  <a:pt x="776268" y="14385"/>
                  <a:pt x="778168" y="14385"/>
                </a:cubicBezTo>
                <a:cubicBezTo>
                  <a:pt x="782239" y="14385"/>
                  <a:pt x="784614" y="17709"/>
                  <a:pt x="785292" y="24359"/>
                </a:cubicBezTo>
                <a:cubicBezTo>
                  <a:pt x="785428" y="26032"/>
                  <a:pt x="785496" y="28045"/>
                  <a:pt x="785496" y="30398"/>
                </a:cubicBezTo>
                <a:lnTo>
                  <a:pt x="785360" y="34333"/>
                </a:lnTo>
                <a:lnTo>
                  <a:pt x="785292" y="38540"/>
                </a:lnTo>
                <a:cubicBezTo>
                  <a:pt x="790901" y="37816"/>
                  <a:pt x="794113" y="37454"/>
                  <a:pt x="794927" y="37454"/>
                </a:cubicBezTo>
                <a:cubicBezTo>
                  <a:pt x="799632" y="37454"/>
                  <a:pt x="802708" y="37680"/>
                  <a:pt x="804155" y="38133"/>
                </a:cubicBezTo>
                <a:cubicBezTo>
                  <a:pt x="806914" y="39043"/>
                  <a:pt x="808294" y="41189"/>
                  <a:pt x="808294" y="44570"/>
                </a:cubicBezTo>
                <a:cubicBezTo>
                  <a:pt x="808294" y="46580"/>
                  <a:pt x="807672" y="48236"/>
                  <a:pt x="806428" y="49538"/>
                </a:cubicBezTo>
                <a:cubicBezTo>
                  <a:pt x="805184" y="50840"/>
                  <a:pt x="803590" y="51491"/>
                  <a:pt x="801644" y="51491"/>
                </a:cubicBezTo>
                <a:close/>
                <a:moveTo>
                  <a:pt x="834852" y="23341"/>
                </a:moveTo>
                <a:cubicBezTo>
                  <a:pt x="832681" y="23341"/>
                  <a:pt x="830804" y="22572"/>
                  <a:pt x="829220" y="21034"/>
                </a:cubicBezTo>
                <a:cubicBezTo>
                  <a:pt x="827637" y="19496"/>
                  <a:pt x="826846" y="17641"/>
                  <a:pt x="826846" y="15470"/>
                </a:cubicBezTo>
                <a:cubicBezTo>
                  <a:pt x="826846" y="13299"/>
                  <a:pt x="827637" y="11444"/>
                  <a:pt x="829220" y="9906"/>
                </a:cubicBezTo>
                <a:cubicBezTo>
                  <a:pt x="830804" y="8368"/>
                  <a:pt x="832681" y="7599"/>
                  <a:pt x="834852" y="7599"/>
                </a:cubicBezTo>
                <a:cubicBezTo>
                  <a:pt x="837023" y="7599"/>
                  <a:pt x="838889" y="8368"/>
                  <a:pt x="840450" y="9906"/>
                </a:cubicBezTo>
                <a:cubicBezTo>
                  <a:pt x="842010" y="11444"/>
                  <a:pt x="842791" y="13299"/>
                  <a:pt x="842791" y="15470"/>
                </a:cubicBezTo>
                <a:cubicBezTo>
                  <a:pt x="842791" y="17641"/>
                  <a:pt x="842010" y="19496"/>
                  <a:pt x="840450" y="21034"/>
                </a:cubicBezTo>
                <a:cubicBezTo>
                  <a:pt x="838889" y="22572"/>
                  <a:pt x="837023" y="23341"/>
                  <a:pt x="834852" y="23341"/>
                </a:cubicBezTo>
                <a:moveTo>
                  <a:pt x="837905" y="78475"/>
                </a:moveTo>
                <a:cubicBezTo>
                  <a:pt x="837905" y="81192"/>
                  <a:pt x="837985" y="85256"/>
                  <a:pt x="838143" y="90667"/>
                </a:cubicBezTo>
                <a:cubicBezTo>
                  <a:pt x="838301" y="96077"/>
                  <a:pt x="838380" y="100140"/>
                  <a:pt x="838380" y="102857"/>
                </a:cubicBezTo>
                <a:cubicBezTo>
                  <a:pt x="838380" y="104849"/>
                  <a:pt x="837770" y="106479"/>
                  <a:pt x="836548" y="107746"/>
                </a:cubicBezTo>
                <a:cubicBezTo>
                  <a:pt x="835327" y="109014"/>
                  <a:pt x="833721" y="109648"/>
                  <a:pt x="831731" y="109648"/>
                </a:cubicBezTo>
                <a:cubicBezTo>
                  <a:pt x="829786" y="109648"/>
                  <a:pt x="828191" y="109014"/>
                  <a:pt x="826947" y="107746"/>
                </a:cubicBezTo>
                <a:cubicBezTo>
                  <a:pt x="825703" y="106479"/>
                  <a:pt x="825081" y="104849"/>
                  <a:pt x="825081" y="102857"/>
                </a:cubicBezTo>
                <a:cubicBezTo>
                  <a:pt x="825081" y="100140"/>
                  <a:pt x="825002" y="96077"/>
                  <a:pt x="824844" y="90667"/>
                </a:cubicBezTo>
                <a:cubicBezTo>
                  <a:pt x="824686" y="85256"/>
                  <a:pt x="824607" y="81192"/>
                  <a:pt x="824607" y="78475"/>
                </a:cubicBezTo>
                <a:cubicBezTo>
                  <a:pt x="824607" y="74219"/>
                  <a:pt x="824833" y="68910"/>
                  <a:pt x="825285" y="62549"/>
                </a:cubicBezTo>
                <a:cubicBezTo>
                  <a:pt x="825737" y="56186"/>
                  <a:pt x="825964" y="50877"/>
                  <a:pt x="825964" y="46621"/>
                </a:cubicBezTo>
                <a:cubicBezTo>
                  <a:pt x="825964" y="44584"/>
                  <a:pt x="826586" y="42931"/>
                  <a:pt x="827829" y="41663"/>
                </a:cubicBezTo>
                <a:cubicBezTo>
                  <a:pt x="829073" y="40395"/>
                  <a:pt x="830668" y="39761"/>
                  <a:pt x="832613" y="39761"/>
                </a:cubicBezTo>
                <a:cubicBezTo>
                  <a:pt x="834558" y="39761"/>
                  <a:pt x="836153" y="40395"/>
                  <a:pt x="837397" y="41663"/>
                </a:cubicBezTo>
                <a:cubicBezTo>
                  <a:pt x="838641" y="42931"/>
                  <a:pt x="839262" y="44584"/>
                  <a:pt x="839262" y="46621"/>
                </a:cubicBezTo>
                <a:cubicBezTo>
                  <a:pt x="839262" y="50877"/>
                  <a:pt x="839036" y="56186"/>
                  <a:pt x="838584" y="62549"/>
                </a:cubicBezTo>
                <a:cubicBezTo>
                  <a:pt x="838132" y="68910"/>
                  <a:pt x="837905" y="74219"/>
                  <a:pt x="837905" y="78475"/>
                </a:cubicBezTo>
                <a:close/>
                <a:moveTo>
                  <a:pt x="886441" y="113312"/>
                </a:moveTo>
                <a:cubicBezTo>
                  <a:pt x="878841" y="113312"/>
                  <a:pt x="872305" y="110503"/>
                  <a:pt x="866831" y="104884"/>
                </a:cubicBezTo>
                <a:cubicBezTo>
                  <a:pt x="860725" y="98630"/>
                  <a:pt x="857513" y="90224"/>
                  <a:pt x="857196" y="79664"/>
                </a:cubicBezTo>
                <a:cubicBezTo>
                  <a:pt x="856925" y="69423"/>
                  <a:pt x="859503" y="60405"/>
                  <a:pt x="864932" y="52611"/>
                </a:cubicBezTo>
                <a:cubicBezTo>
                  <a:pt x="871264" y="43411"/>
                  <a:pt x="880085" y="38811"/>
                  <a:pt x="891394" y="38811"/>
                </a:cubicBezTo>
                <a:cubicBezTo>
                  <a:pt x="900441" y="38811"/>
                  <a:pt x="907294" y="42958"/>
                  <a:pt x="911953" y="51251"/>
                </a:cubicBezTo>
                <a:cubicBezTo>
                  <a:pt x="915662" y="57957"/>
                  <a:pt x="917449" y="66023"/>
                  <a:pt x="917313" y="75449"/>
                </a:cubicBezTo>
                <a:cubicBezTo>
                  <a:pt x="917177" y="85509"/>
                  <a:pt x="914554" y="94098"/>
                  <a:pt x="909442" y="101214"/>
                </a:cubicBezTo>
                <a:cubicBezTo>
                  <a:pt x="903652" y="109280"/>
                  <a:pt x="895985" y="113312"/>
                  <a:pt x="886441" y="113312"/>
                </a:cubicBezTo>
                <a:moveTo>
                  <a:pt x="890512" y="52653"/>
                </a:moveTo>
                <a:cubicBezTo>
                  <a:pt x="883862" y="52608"/>
                  <a:pt x="878683" y="55778"/>
                  <a:pt x="874974" y="62165"/>
                </a:cubicBezTo>
                <a:cubicBezTo>
                  <a:pt x="872033" y="67285"/>
                  <a:pt x="870563" y="73129"/>
                  <a:pt x="870563" y="79696"/>
                </a:cubicBezTo>
                <a:cubicBezTo>
                  <a:pt x="870563" y="86265"/>
                  <a:pt x="872350" y="91384"/>
                  <a:pt x="875924" y="95054"/>
                </a:cubicBezTo>
                <a:cubicBezTo>
                  <a:pt x="878909" y="98089"/>
                  <a:pt x="882415" y="99606"/>
                  <a:pt x="886441" y="99606"/>
                </a:cubicBezTo>
                <a:cubicBezTo>
                  <a:pt x="891145" y="99606"/>
                  <a:pt x="895193" y="97885"/>
                  <a:pt x="898586" y="94441"/>
                </a:cubicBezTo>
                <a:cubicBezTo>
                  <a:pt x="902431" y="90637"/>
                  <a:pt x="904467" y="85496"/>
                  <a:pt x="904693" y="79018"/>
                </a:cubicBezTo>
                <a:cubicBezTo>
                  <a:pt x="905326" y="61486"/>
                  <a:pt x="900599" y="52698"/>
                  <a:pt x="890512" y="52653"/>
                </a:cubicBezTo>
                <a:close/>
                <a:moveTo>
                  <a:pt x="986359" y="114127"/>
                </a:moveTo>
                <a:cubicBezTo>
                  <a:pt x="982469" y="114127"/>
                  <a:pt x="980275" y="111996"/>
                  <a:pt x="979777" y="107736"/>
                </a:cubicBezTo>
                <a:lnTo>
                  <a:pt x="977878" y="92845"/>
                </a:lnTo>
                <a:cubicBezTo>
                  <a:pt x="977244" y="87541"/>
                  <a:pt x="976928" y="82577"/>
                  <a:pt x="976928" y="77953"/>
                </a:cubicBezTo>
                <a:cubicBezTo>
                  <a:pt x="976928" y="76684"/>
                  <a:pt x="977007" y="74531"/>
                  <a:pt x="977165" y="71495"/>
                </a:cubicBezTo>
                <a:cubicBezTo>
                  <a:pt x="977323" y="68457"/>
                  <a:pt x="977403" y="66303"/>
                  <a:pt x="977403" y="65034"/>
                </a:cubicBezTo>
                <a:cubicBezTo>
                  <a:pt x="977403" y="55242"/>
                  <a:pt x="975593" y="50346"/>
                  <a:pt x="971975" y="50346"/>
                </a:cubicBezTo>
                <a:cubicBezTo>
                  <a:pt x="966908" y="50346"/>
                  <a:pt x="962068" y="53358"/>
                  <a:pt x="957454" y="59381"/>
                </a:cubicBezTo>
                <a:cubicBezTo>
                  <a:pt x="953293" y="64860"/>
                  <a:pt x="950036" y="71788"/>
                  <a:pt x="947684" y="80165"/>
                </a:cubicBezTo>
                <a:cubicBezTo>
                  <a:pt x="947593" y="81932"/>
                  <a:pt x="947390" y="84151"/>
                  <a:pt x="947073" y="86823"/>
                </a:cubicBezTo>
                <a:cubicBezTo>
                  <a:pt x="946802" y="89087"/>
                  <a:pt x="946666" y="91283"/>
                  <a:pt x="946666" y="93411"/>
                </a:cubicBezTo>
                <a:cubicBezTo>
                  <a:pt x="946666" y="94769"/>
                  <a:pt x="946802" y="96807"/>
                  <a:pt x="947073" y="99524"/>
                </a:cubicBezTo>
                <a:cubicBezTo>
                  <a:pt x="947344" y="102241"/>
                  <a:pt x="947480" y="104278"/>
                  <a:pt x="947480" y="105637"/>
                </a:cubicBezTo>
                <a:cubicBezTo>
                  <a:pt x="947480" y="107675"/>
                  <a:pt x="946858" y="109328"/>
                  <a:pt x="945614" y="110596"/>
                </a:cubicBezTo>
                <a:cubicBezTo>
                  <a:pt x="944370" y="111864"/>
                  <a:pt x="942776" y="112498"/>
                  <a:pt x="940831" y="112498"/>
                </a:cubicBezTo>
                <a:cubicBezTo>
                  <a:pt x="938840" y="112498"/>
                  <a:pt x="937234" y="111864"/>
                  <a:pt x="936013" y="110594"/>
                </a:cubicBezTo>
                <a:cubicBezTo>
                  <a:pt x="934792" y="109326"/>
                  <a:pt x="934181" y="107672"/>
                  <a:pt x="934181" y="105632"/>
                </a:cubicBezTo>
                <a:cubicBezTo>
                  <a:pt x="934181" y="104274"/>
                  <a:pt x="934034" y="102236"/>
                  <a:pt x="933740" y="99517"/>
                </a:cubicBezTo>
                <a:cubicBezTo>
                  <a:pt x="933446" y="96798"/>
                  <a:pt x="933299" y="94758"/>
                  <a:pt x="933299" y="93398"/>
                </a:cubicBezTo>
                <a:cubicBezTo>
                  <a:pt x="933299" y="88730"/>
                  <a:pt x="933627" y="82262"/>
                  <a:pt x="934283" y="73992"/>
                </a:cubicBezTo>
                <a:cubicBezTo>
                  <a:pt x="934939" y="65723"/>
                  <a:pt x="935267" y="59254"/>
                  <a:pt x="935267" y="54587"/>
                </a:cubicBezTo>
                <a:cubicBezTo>
                  <a:pt x="935267" y="53136"/>
                  <a:pt x="935188" y="50984"/>
                  <a:pt x="935029" y="48130"/>
                </a:cubicBezTo>
                <a:cubicBezTo>
                  <a:pt x="934871" y="45275"/>
                  <a:pt x="934792" y="43123"/>
                  <a:pt x="934792" y="41674"/>
                </a:cubicBezTo>
                <a:cubicBezTo>
                  <a:pt x="934792" y="39724"/>
                  <a:pt x="935436" y="38127"/>
                  <a:pt x="936726" y="36882"/>
                </a:cubicBezTo>
                <a:cubicBezTo>
                  <a:pt x="938015" y="35635"/>
                  <a:pt x="939609" y="35012"/>
                  <a:pt x="941509" y="35012"/>
                </a:cubicBezTo>
                <a:cubicBezTo>
                  <a:pt x="945671" y="35012"/>
                  <a:pt x="947955" y="37964"/>
                  <a:pt x="948362" y="43868"/>
                </a:cubicBezTo>
                <a:lnTo>
                  <a:pt x="948566" y="51839"/>
                </a:lnTo>
                <a:cubicBezTo>
                  <a:pt x="956165" y="41706"/>
                  <a:pt x="963968" y="36640"/>
                  <a:pt x="971975" y="36640"/>
                </a:cubicBezTo>
                <a:cubicBezTo>
                  <a:pt x="979212" y="36640"/>
                  <a:pt x="984256" y="39835"/>
                  <a:pt x="987105" y="46224"/>
                </a:cubicBezTo>
                <a:cubicBezTo>
                  <a:pt x="989051" y="50483"/>
                  <a:pt x="990114" y="56782"/>
                  <a:pt x="990294" y="65121"/>
                </a:cubicBezTo>
                <a:lnTo>
                  <a:pt x="990294" y="71984"/>
                </a:lnTo>
                <a:lnTo>
                  <a:pt x="990227" y="78305"/>
                </a:lnTo>
                <a:cubicBezTo>
                  <a:pt x="990227" y="82067"/>
                  <a:pt x="990713" y="86927"/>
                  <a:pt x="991685" y="92887"/>
                </a:cubicBezTo>
                <a:cubicBezTo>
                  <a:pt x="992658" y="98845"/>
                  <a:pt x="993144" y="103682"/>
                  <a:pt x="993144" y="107397"/>
                </a:cubicBezTo>
                <a:cubicBezTo>
                  <a:pt x="993144" y="109391"/>
                  <a:pt x="992500" y="111011"/>
                  <a:pt x="991210" y="112257"/>
                </a:cubicBezTo>
                <a:cubicBezTo>
                  <a:pt x="989921" y="113503"/>
                  <a:pt x="988304" y="114127"/>
                  <a:pt x="986359" y="1141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Text CorrectSolution">
            <a:extLst xmlns:a="http://schemas.openxmlformats.org/drawingml/2006/main">
              <a:ext uri="{FF2B5EF4-FFF2-40B4-BE49-F238E27FC236}">
                <a16:creationId xmlns:a16="http://schemas.microsoft.com/office/drawing/2014/main" id="{DEF93D0A-A1BE-4360-AB38-CB02BC60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7475" y="5263836"/>
            <a:ext cx="1069791" cy="114669"/>
          </a:xfrm>
          <a:custGeom xmlns:a="http://schemas.openxmlformats.org/drawingml/2006/main">
            <a:pathLst>
              <a:path w="1069791" h="114669">
                <a:moveTo>
                  <a:pt x="68802" y="33112"/>
                </a:moveTo>
                <a:cubicBezTo>
                  <a:pt x="65907" y="33112"/>
                  <a:pt x="63735" y="31415"/>
                  <a:pt x="62288" y="28023"/>
                </a:cubicBezTo>
                <a:cubicBezTo>
                  <a:pt x="61021" y="25128"/>
                  <a:pt x="59845" y="23364"/>
                  <a:pt x="58760" y="22730"/>
                </a:cubicBezTo>
                <a:cubicBezTo>
                  <a:pt x="57810" y="22233"/>
                  <a:pt x="55458" y="21984"/>
                  <a:pt x="51703" y="21984"/>
                </a:cubicBezTo>
                <a:cubicBezTo>
                  <a:pt x="45144" y="21984"/>
                  <a:pt x="37861" y="27001"/>
                  <a:pt x="29855" y="37034"/>
                </a:cubicBezTo>
                <a:cubicBezTo>
                  <a:pt x="18998" y="50502"/>
                  <a:pt x="13570" y="63268"/>
                  <a:pt x="13570" y="75335"/>
                </a:cubicBezTo>
                <a:cubicBezTo>
                  <a:pt x="13570" y="81164"/>
                  <a:pt x="15448" y="86181"/>
                  <a:pt x="19202" y="90385"/>
                </a:cubicBezTo>
                <a:cubicBezTo>
                  <a:pt x="23047" y="94723"/>
                  <a:pt x="27684" y="96892"/>
                  <a:pt x="33112" y="96892"/>
                </a:cubicBezTo>
                <a:cubicBezTo>
                  <a:pt x="37771" y="96892"/>
                  <a:pt x="42453" y="95688"/>
                  <a:pt x="47157" y="93279"/>
                </a:cubicBezTo>
                <a:cubicBezTo>
                  <a:pt x="49781" y="91917"/>
                  <a:pt x="53806" y="89235"/>
                  <a:pt x="59235" y="85235"/>
                </a:cubicBezTo>
                <a:cubicBezTo>
                  <a:pt x="61813" y="83326"/>
                  <a:pt x="63758" y="82372"/>
                  <a:pt x="65070" y="82372"/>
                </a:cubicBezTo>
                <a:cubicBezTo>
                  <a:pt x="67015" y="82372"/>
                  <a:pt x="68643" y="83111"/>
                  <a:pt x="69955" y="84588"/>
                </a:cubicBezTo>
                <a:cubicBezTo>
                  <a:pt x="71267" y="86065"/>
                  <a:pt x="71923" y="87713"/>
                  <a:pt x="71923" y="89530"/>
                </a:cubicBezTo>
                <a:cubicBezTo>
                  <a:pt x="71923" y="91576"/>
                  <a:pt x="71063" y="93371"/>
                  <a:pt x="69345" y="94916"/>
                </a:cubicBezTo>
                <a:cubicBezTo>
                  <a:pt x="57403" y="105552"/>
                  <a:pt x="45325" y="110870"/>
                  <a:pt x="33112" y="110870"/>
                </a:cubicBezTo>
                <a:cubicBezTo>
                  <a:pt x="23748" y="110870"/>
                  <a:pt x="15832" y="107272"/>
                  <a:pt x="9364" y="100075"/>
                </a:cubicBezTo>
                <a:cubicBezTo>
                  <a:pt x="3121" y="93103"/>
                  <a:pt x="0" y="84865"/>
                  <a:pt x="0" y="75360"/>
                </a:cubicBezTo>
                <a:cubicBezTo>
                  <a:pt x="0" y="60016"/>
                  <a:pt x="6423" y="44286"/>
                  <a:pt x="19270" y="28171"/>
                </a:cubicBezTo>
                <a:cubicBezTo>
                  <a:pt x="29990" y="14728"/>
                  <a:pt x="40802" y="8007"/>
                  <a:pt x="51703" y="8007"/>
                </a:cubicBezTo>
                <a:cubicBezTo>
                  <a:pt x="53920" y="8007"/>
                  <a:pt x="55910" y="8108"/>
                  <a:pt x="57674" y="8312"/>
                </a:cubicBezTo>
                <a:cubicBezTo>
                  <a:pt x="59438" y="8515"/>
                  <a:pt x="60999" y="8843"/>
                  <a:pt x="62356" y="9296"/>
                </a:cubicBezTo>
                <a:cubicBezTo>
                  <a:pt x="63939" y="6989"/>
                  <a:pt x="65997" y="5835"/>
                  <a:pt x="68530" y="5835"/>
                </a:cubicBezTo>
                <a:cubicBezTo>
                  <a:pt x="71651" y="5835"/>
                  <a:pt x="73619" y="7898"/>
                  <a:pt x="74433" y="12025"/>
                </a:cubicBezTo>
                <a:cubicBezTo>
                  <a:pt x="75157" y="15698"/>
                  <a:pt x="75519" y="20211"/>
                  <a:pt x="75519" y="25561"/>
                </a:cubicBezTo>
                <a:cubicBezTo>
                  <a:pt x="75519" y="27420"/>
                  <a:pt x="75021" y="29053"/>
                  <a:pt x="74026" y="30459"/>
                </a:cubicBezTo>
                <a:cubicBezTo>
                  <a:pt x="72805" y="32227"/>
                  <a:pt x="71063" y="33112"/>
                  <a:pt x="68802" y="33112"/>
                </a:cubicBezTo>
                <a:close/>
                <a:moveTo>
                  <a:pt x="113263" y="113312"/>
                </a:moveTo>
                <a:cubicBezTo>
                  <a:pt x="105664" y="113312"/>
                  <a:pt x="99128" y="110503"/>
                  <a:pt x="93654" y="104884"/>
                </a:cubicBezTo>
                <a:cubicBezTo>
                  <a:pt x="87548" y="98630"/>
                  <a:pt x="84336" y="90224"/>
                  <a:pt x="84019" y="79664"/>
                </a:cubicBezTo>
                <a:cubicBezTo>
                  <a:pt x="83748" y="69423"/>
                  <a:pt x="86326" y="60405"/>
                  <a:pt x="91754" y="52611"/>
                </a:cubicBezTo>
                <a:cubicBezTo>
                  <a:pt x="98087" y="43411"/>
                  <a:pt x="106908" y="38811"/>
                  <a:pt x="118217" y="38811"/>
                </a:cubicBezTo>
                <a:cubicBezTo>
                  <a:pt x="127264" y="38811"/>
                  <a:pt x="134117" y="42958"/>
                  <a:pt x="138776" y="51251"/>
                </a:cubicBezTo>
                <a:cubicBezTo>
                  <a:pt x="142485" y="57957"/>
                  <a:pt x="144272" y="66023"/>
                  <a:pt x="144136" y="75449"/>
                </a:cubicBezTo>
                <a:cubicBezTo>
                  <a:pt x="144000" y="85509"/>
                  <a:pt x="141377" y="94098"/>
                  <a:pt x="136265" y="101214"/>
                </a:cubicBezTo>
                <a:cubicBezTo>
                  <a:pt x="130475" y="109280"/>
                  <a:pt x="122808" y="113312"/>
                  <a:pt x="113263" y="113312"/>
                </a:cubicBezTo>
                <a:moveTo>
                  <a:pt x="117335" y="52653"/>
                </a:moveTo>
                <a:cubicBezTo>
                  <a:pt x="110685" y="52608"/>
                  <a:pt x="105506" y="55778"/>
                  <a:pt x="101796" y="62165"/>
                </a:cubicBezTo>
                <a:cubicBezTo>
                  <a:pt x="98856" y="67285"/>
                  <a:pt x="97386" y="73129"/>
                  <a:pt x="97386" y="79696"/>
                </a:cubicBezTo>
                <a:cubicBezTo>
                  <a:pt x="97386" y="86265"/>
                  <a:pt x="99173" y="91384"/>
                  <a:pt x="102746" y="95054"/>
                </a:cubicBezTo>
                <a:cubicBezTo>
                  <a:pt x="105732" y="98089"/>
                  <a:pt x="109238" y="99606"/>
                  <a:pt x="113263" y="99606"/>
                </a:cubicBezTo>
                <a:cubicBezTo>
                  <a:pt x="117968" y="99606"/>
                  <a:pt x="122016" y="97885"/>
                  <a:pt x="125409" y="94441"/>
                </a:cubicBezTo>
                <a:cubicBezTo>
                  <a:pt x="129254" y="90637"/>
                  <a:pt x="131289" y="85496"/>
                  <a:pt x="131516" y="79018"/>
                </a:cubicBezTo>
                <a:cubicBezTo>
                  <a:pt x="132149" y="61486"/>
                  <a:pt x="127422" y="52698"/>
                  <a:pt x="117335" y="52653"/>
                </a:cubicBezTo>
                <a:close/>
                <a:moveTo>
                  <a:pt x="213927" y="58963"/>
                </a:moveTo>
                <a:cubicBezTo>
                  <a:pt x="213611" y="64617"/>
                  <a:pt x="211349" y="67445"/>
                  <a:pt x="207142" y="67445"/>
                </a:cubicBezTo>
                <a:cubicBezTo>
                  <a:pt x="203252" y="67445"/>
                  <a:pt x="201307" y="65215"/>
                  <a:pt x="201307" y="60755"/>
                </a:cubicBezTo>
                <a:cubicBezTo>
                  <a:pt x="201307" y="59898"/>
                  <a:pt x="201239" y="58321"/>
                  <a:pt x="201103" y="56022"/>
                </a:cubicBezTo>
                <a:lnTo>
                  <a:pt x="200900" y="50346"/>
                </a:lnTo>
                <a:cubicBezTo>
                  <a:pt x="193753" y="51207"/>
                  <a:pt x="188031" y="53224"/>
                  <a:pt x="183733" y="56398"/>
                </a:cubicBezTo>
                <a:cubicBezTo>
                  <a:pt x="179708" y="59345"/>
                  <a:pt x="176360" y="63788"/>
                  <a:pt x="173691" y="69726"/>
                </a:cubicBezTo>
                <a:lnTo>
                  <a:pt x="173827" y="106987"/>
                </a:lnTo>
                <a:cubicBezTo>
                  <a:pt x="173827" y="111566"/>
                  <a:pt x="171588" y="113855"/>
                  <a:pt x="167110" y="113855"/>
                </a:cubicBezTo>
                <a:cubicBezTo>
                  <a:pt x="163129" y="113855"/>
                  <a:pt x="161139" y="111567"/>
                  <a:pt x="161139" y="106990"/>
                </a:cubicBezTo>
                <a:lnTo>
                  <a:pt x="161139" y="59271"/>
                </a:lnTo>
                <a:cubicBezTo>
                  <a:pt x="161139" y="57775"/>
                  <a:pt x="161195" y="55532"/>
                  <a:pt x="161308" y="52543"/>
                </a:cubicBezTo>
                <a:cubicBezTo>
                  <a:pt x="161421" y="49552"/>
                  <a:pt x="161478" y="47308"/>
                  <a:pt x="161478" y="45813"/>
                </a:cubicBezTo>
                <a:cubicBezTo>
                  <a:pt x="161478" y="41235"/>
                  <a:pt x="163468" y="38947"/>
                  <a:pt x="167449" y="38947"/>
                </a:cubicBezTo>
                <a:cubicBezTo>
                  <a:pt x="171882" y="38947"/>
                  <a:pt x="174121" y="42701"/>
                  <a:pt x="174166" y="50210"/>
                </a:cubicBezTo>
                <a:cubicBezTo>
                  <a:pt x="182851" y="41797"/>
                  <a:pt x="192486" y="37590"/>
                  <a:pt x="203071" y="37590"/>
                </a:cubicBezTo>
                <a:cubicBezTo>
                  <a:pt x="206735" y="37590"/>
                  <a:pt x="209472" y="38970"/>
                  <a:pt x="211281" y="41729"/>
                </a:cubicBezTo>
                <a:cubicBezTo>
                  <a:pt x="213091" y="44488"/>
                  <a:pt x="213995" y="48650"/>
                  <a:pt x="213995" y="54214"/>
                </a:cubicBezTo>
                <a:cubicBezTo>
                  <a:pt x="213995" y="56566"/>
                  <a:pt x="213973" y="58149"/>
                  <a:pt x="213927" y="58963"/>
                </a:cubicBezTo>
                <a:close/>
                <a:moveTo>
                  <a:pt x="280964" y="58963"/>
                </a:moveTo>
                <a:cubicBezTo>
                  <a:pt x="280647" y="64617"/>
                  <a:pt x="278386" y="67445"/>
                  <a:pt x="274179" y="67445"/>
                </a:cubicBezTo>
                <a:cubicBezTo>
                  <a:pt x="270289" y="67445"/>
                  <a:pt x="268344" y="65215"/>
                  <a:pt x="268344" y="60755"/>
                </a:cubicBezTo>
                <a:cubicBezTo>
                  <a:pt x="268344" y="59898"/>
                  <a:pt x="268276" y="58321"/>
                  <a:pt x="268140" y="56022"/>
                </a:cubicBezTo>
                <a:lnTo>
                  <a:pt x="267937" y="50346"/>
                </a:lnTo>
                <a:cubicBezTo>
                  <a:pt x="260789" y="51207"/>
                  <a:pt x="255067" y="53224"/>
                  <a:pt x="250770" y="56398"/>
                </a:cubicBezTo>
                <a:cubicBezTo>
                  <a:pt x="246744" y="59345"/>
                  <a:pt x="243397" y="63788"/>
                  <a:pt x="240728" y="69726"/>
                </a:cubicBezTo>
                <a:lnTo>
                  <a:pt x="240864" y="106987"/>
                </a:lnTo>
                <a:cubicBezTo>
                  <a:pt x="240864" y="111566"/>
                  <a:pt x="238625" y="113855"/>
                  <a:pt x="234146" y="113855"/>
                </a:cubicBezTo>
                <a:cubicBezTo>
                  <a:pt x="230166" y="113855"/>
                  <a:pt x="228175" y="111567"/>
                  <a:pt x="228175" y="106990"/>
                </a:cubicBezTo>
                <a:lnTo>
                  <a:pt x="228175" y="59271"/>
                </a:lnTo>
                <a:cubicBezTo>
                  <a:pt x="228175" y="57775"/>
                  <a:pt x="228232" y="55532"/>
                  <a:pt x="228345" y="52543"/>
                </a:cubicBezTo>
                <a:cubicBezTo>
                  <a:pt x="228458" y="49552"/>
                  <a:pt x="228515" y="47308"/>
                  <a:pt x="228515" y="45813"/>
                </a:cubicBezTo>
                <a:cubicBezTo>
                  <a:pt x="228515" y="41235"/>
                  <a:pt x="230505" y="38947"/>
                  <a:pt x="234486" y="38947"/>
                </a:cubicBezTo>
                <a:cubicBezTo>
                  <a:pt x="238919" y="38947"/>
                  <a:pt x="241158" y="42701"/>
                  <a:pt x="241203" y="50210"/>
                </a:cubicBezTo>
                <a:cubicBezTo>
                  <a:pt x="249888" y="41797"/>
                  <a:pt x="259523" y="37590"/>
                  <a:pt x="270108" y="37590"/>
                </a:cubicBezTo>
                <a:cubicBezTo>
                  <a:pt x="273772" y="37590"/>
                  <a:pt x="276508" y="38970"/>
                  <a:pt x="278318" y="41729"/>
                </a:cubicBezTo>
                <a:cubicBezTo>
                  <a:pt x="280127" y="44488"/>
                  <a:pt x="281032" y="48650"/>
                  <a:pt x="281032" y="54214"/>
                </a:cubicBezTo>
                <a:cubicBezTo>
                  <a:pt x="281032" y="56566"/>
                  <a:pt x="281009" y="58149"/>
                  <a:pt x="280964" y="58963"/>
                </a:cubicBezTo>
                <a:close/>
                <a:moveTo>
                  <a:pt x="326899" y="112363"/>
                </a:moveTo>
                <a:cubicBezTo>
                  <a:pt x="316676" y="112363"/>
                  <a:pt x="308398" y="109805"/>
                  <a:pt x="302065" y="104689"/>
                </a:cubicBezTo>
                <a:cubicBezTo>
                  <a:pt x="295144" y="99029"/>
                  <a:pt x="291683" y="91105"/>
                  <a:pt x="291683" y="80917"/>
                </a:cubicBezTo>
                <a:cubicBezTo>
                  <a:pt x="291683" y="69147"/>
                  <a:pt x="294533" y="59277"/>
                  <a:pt x="300233" y="51309"/>
                </a:cubicBezTo>
                <a:cubicBezTo>
                  <a:pt x="306430" y="42615"/>
                  <a:pt x="314708" y="38268"/>
                  <a:pt x="325067" y="38268"/>
                </a:cubicBezTo>
                <a:cubicBezTo>
                  <a:pt x="332575" y="38268"/>
                  <a:pt x="338705" y="39535"/>
                  <a:pt x="343454" y="42068"/>
                </a:cubicBezTo>
                <a:cubicBezTo>
                  <a:pt x="349290" y="45189"/>
                  <a:pt x="352207" y="49984"/>
                  <a:pt x="352207" y="56453"/>
                </a:cubicBezTo>
                <a:cubicBezTo>
                  <a:pt x="352207" y="60976"/>
                  <a:pt x="349652" y="65092"/>
                  <a:pt x="344540" y="68802"/>
                </a:cubicBezTo>
                <a:cubicBezTo>
                  <a:pt x="342278" y="70430"/>
                  <a:pt x="337483" y="72963"/>
                  <a:pt x="330155" y="76401"/>
                </a:cubicBezTo>
                <a:lnTo>
                  <a:pt x="304236" y="88682"/>
                </a:lnTo>
                <a:cubicBezTo>
                  <a:pt x="306769" y="92437"/>
                  <a:pt x="309924" y="95264"/>
                  <a:pt x="313701" y="97164"/>
                </a:cubicBezTo>
                <a:cubicBezTo>
                  <a:pt x="317478" y="99064"/>
                  <a:pt x="321878" y="100014"/>
                  <a:pt x="326899" y="100014"/>
                </a:cubicBezTo>
                <a:cubicBezTo>
                  <a:pt x="330020" y="100014"/>
                  <a:pt x="333684" y="99425"/>
                  <a:pt x="337891" y="98249"/>
                </a:cubicBezTo>
                <a:cubicBezTo>
                  <a:pt x="343228" y="96757"/>
                  <a:pt x="346666" y="94800"/>
                  <a:pt x="348204" y="92380"/>
                </a:cubicBezTo>
                <a:cubicBezTo>
                  <a:pt x="349742" y="89960"/>
                  <a:pt x="351393" y="88750"/>
                  <a:pt x="353157" y="88750"/>
                </a:cubicBezTo>
                <a:cubicBezTo>
                  <a:pt x="354740" y="88750"/>
                  <a:pt x="356154" y="89352"/>
                  <a:pt x="357398" y="90555"/>
                </a:cubicBezTo>
                <a:cubicBezTo>
                  <a:pt x="358642" y="91756"/>
                  <a:pt x="359264" y="93151"/>
                  <a:pt x="359264" y="94738"/>
                </a:cubicBezTo>
                <a:cubicBezTo>
                  <a:pt x="359264" y="99773"/>
                  <a:pt x="355215" y="104106"/>
                  <a:pt x="347118" y="107736"/>
                </a:cubicBezTo>
                <a:cubicBezTo>
                  <a:pt x="340198" y="110820"/>
                  <a:pt x="333458" y="112363"/>
                  <a:pt x="326899" y="112363"/>
                </a:cubicBezTo>
                <a:moveTo>
                  <a:pt x="325067" y="50482"/>
                </a:moveTo>
                <a:cubicBezTo>
                  <a:pt x="319548" y="50482"/>
                  <a:pt x="314957" y="52619"/>
                  <a:pt x="311293" y="56894"/>
                </a:cubicBezTo>
                <a:cubicBezTo>
                  <a:pt x="307629" y="61168"/>
                  <a:pt x="304892" y="67603"/>
                  <a:pt x="303083" y="76198"/>
                </a:cubicBezTo>
                <a:lnTo>
                  <a:pt x="323913" y="66291"/>
                </a:lnTo>
                <a:cubicBezTo>
                  <a:pt x="332101" y="62311"/>
                  <a:pt x="337936" y="58850"/>
                  <a:pt x="341419" y="55910"/>
                </a:cubicBezTo>
                <a:cubicBezTo>
                  <a:pt x="337529" y="52291"/>
                  <a:pt x="332078" y="50482"/>
                  <a:pt x="325067" y="50482"/>
                </a:cubicBezTo>
                <a:close/>
                <a:moveTo>
                  <a:pt x="402693" y="113584"/>
                </a:moveTo>
                <a:cubicBezTo>
                  <a:pt x="393420" y="113584"/>
                  <a:pt x="385684" y="110774"/>
                  <a:pt x="379487" y="105155"/>
                </a:cubicBezTo>
                <a:cubicBezTo>
                  <a:pt x="372974" y="99265"/>
                  <a:pt x="369717" y="91493"/>
                  <a:pt x="369717" y="81840"/>
                </a:cubicBezTo>
                <a:cubicBezTo>
                  <a:pt x="369717" y="72642"/>
                  <a:pt x="372770" y="63149"/>
                  <a:pt x="378877" y="53361"/>
                </a:cubicBezTo>
                <a:cubicBezTo>
                  <a:pt x="385662" y="42485"/>
                  <a:pt x="393307" y="37047"/>
                  <a:pt x="401811" y="37047"/>
                </a:cubicBezTo>
                <a:cubicBezTo>
                  <a:pt x="406244" y="37047"/>
                  <a:pt x="411197" y="38091"/>
                  <a:pt x="416670" y="40179"/>
                </a:cubicBezTo>
                <a:cubicBezTo>
                  <a:pt x="423591" y="42858"/>
                  <a:pt x="427051" y="46126"/>
                  <a:pt x="427051" y="49983"/>
                </a:cubicBezTo>
                <a:cubicBezTo>
                  <a:pt x="427051" y="51708"/>
                  <a:pt x="426486" y="53240"/>
                  <a:pt x="425355" y="54580"/>
                </a:cubicBezTo>
                <a:cubicBezTo>
                  <a:pt x="424224" y="55919"/>
                  <a:pt x="422822" y="56588"/>
                  <a:pt x="421148" y="56588"/>
                </a:cubicBezTo>
                <a:cubicBezTo>
                  <a:pt x="419837" y="56588"/>
                  <a:pt x="418694" y="56189"/>
                  <a:pt x="417722" y="55390"/>
                </a:cubicBezTo>
                <a:cubicBezTo>
                  <a:pt x="416749" y="54590"/>
                  <a:pt x="415811" y="53802"/>
                  <a:pt x="414906" y="53024"/>
                </a:cubicBezTo>
                <a:cubicBezTo>
                  <a:pt x="412237" y="50877"/>
                  <a:pt x="407872" y="49803"/>
                  <a:pt x="401811" y="49803"/>
                </a:cubicBezTo>
                <a:cubicBezTo>
                  <a:pt x="397197" y="49803"/>
                  <a:pt x="392628" y="53931"/>
                  <a:pt x="388105" y="62186"/>
                </a:cubicBezTo>
                <a:cubicBezTo>
                  <a:pt x="383988" y="69760"/>
                  <a:pt x="381930" y="76313"/>
                  <a:pt x="381930" y="81846"/>
                </a:cubicBezTo>
                <a:cubicBezTo>
                  <a:pt x="381930" y="87833"/>
                  <a:pt x="383966" y="92550"/>
                  <a:pt x="388037" y="95998"/>
                </a:cubicBezTo>
                <a:cubicBezTo>
                  <a:pt x="391836" y="99218"/>
                  <a:pt x="396722" y="100828"/>
                  <a:pt x="402693" y="100828"/>
                </a:cubicBezTo>
                <a:cubicBezTo>
                  <a:pt x="405407" y="100828"/>
                  <a:pt x="408302" y="100104"/>
                  <a:pt x="411378" y="98656"/>
                </a:cubicBezTo>
                <a:lnTo>
                  <a:pt x="419249" y="94450"/>
                </a:lnTo>
                <a:cubicBezTo>
                  <a:pt x="420606" y="93726"/>
                  <a:pt x="421578" y="93364"/>
                  <a:pt x="422166" y="93364"/>
                </a:cubicBezTo>
                <a:cubicBezTo>
                  <a:pt x="423840" y="93364"/>
                  <a:pt x="425287" y="94031"/>
                  <a:pt x="426509" y="95366"/>
                </a:cubicBezTo>
                <a:cubicBezTo>
                  <a:pt x="427730" y="96700"/>
                  <a:pt x="428341" y="98227"/>
                  <a:pt x="428341" y="99946"/>
                </a:cubicBezTo>
                <a:cubicBezTo>
                  <a:pt x="428341" y="103248"/>
                  <a:pt x="424858" y="106437"/>
                  <a:pt x="417891" y="109513"/>
                </a:cubicBezTo>
                <a:cubicBezTo>
                  <a:pt x="411785" y="112227"/>
                  <a:pt x="406719" y="113584"/>
                  <a:pt x="402693" y="113584"/>
                </a:cubicBezTo>
                <a:close/>
                <a:moveTo>
                  <a:pt x="489341" y="51491"/>
                </a:moveTo>
                <a:cubicBezTo>
                  <a:pt x="488391" y="51491"/>
                  <a:pt x="487272" y="51446"/>
                  <a:pt x="485983" y="51355"/>
                </a:cubicBezTo>
                <a:cubicBezTo>
                  <a:pt x="484693" y="51263"/>
                  <a:pt x="483574" y="51217"/>
                  <a:pt x="482624" y="51217"/>
                </a:cubicBezTo>
                <a:cubicBezTo>
                  <a:pt x="481583" y="51217"/>
                  <a:pt x="478508" y="51560"/>
                  <a:pt x="473396" y="52246"/>
                </a:cubicBezTo>
                <a:lnTo>
                  <a:pt x="474685" y="92302"/>
                </a:lnTo>
                <a:lnTo>
                  <a:pt x="474753" y="95285"/>
                </a:lnTo>
                <a:lnTo>
                  <a:pt x="474821" y="98741"/>
                </a:lnTo>
                <a:cubicBezTo>
                  <a:pt x="475002" y="108636"/>
                  <a:pt x="472627" y="113584"/>
                  <a:pt x="467696" y="113584"/>
                </a:cubicBezTo>
                <a:cubicBezTo>
                  <a:pt x="465887" y="113584"/>
                  <a:pt x="464315" y="112997"/>
                  <a:pt x="462981" y="111822"/>
                </a:cubicBezTo>
                <a:cubicBezTo>
                  <a:pt x="461646" y="110647"/>
                  <a:pt x="460979" y="109178"/>
                  <a:pt x="460979" y="107416"/>
                </a:cubicBezTo>
                <a:cubicBezTo>
                  <a:pt x="460979" y="105700"/>
                  <a:pt x="461047" y="103125"/>
                  <a:pt x="461183" y="99691"/>
                </a:cubicBezTo>
                <a:cubicBezTo>
                  <a:pt x="461318" y="96256"/>
                  <a:pt x="461386" y="93680"/>
                  <a:pt x="461386" y="91962"/>
                </a:cubicBezTo>
                <a:lnTo>
                  <a:pt x="460029" y="52382"/>
                </a:lnTo>
                <a:cubicBezTo>
                  <a:pt x="456727" y="52246"/>
                  <a:pt x="451706" y="51859"/>
                  <a:pt x="444966" y="51222"/>
                </a:cubicBezTo>
                <a:cubicBezTo>
                  <a:pt x="440940" y="50676"/>
                  <a:pt x="438927" y="48426"/>
                  <a:pt x="438927" y="44473"/>
                </a:cubicBezTo>
                <a:cubicBezTo>
                  <a:pt x="438927" y="42472"/>
                  <a:pt x="439538" y="40814"/>
                  <a:pt x="440759" y="39498"/>
                </a:cubicBezTo>
                <a:cubicBezTo>
                  <a:pt x="441981" y="38181"/>
                  <a:pt x="443541" y="37522"/>
                  <a:pt x="445441" y="37522"/>
                </a:cubicBezTo>
                <a:lnTo>
                  <a:pt x="459690" y="38676"/>
                </a:lnTo>
                <a:cubicBezTo>
                  <a:pt x="459690" y="36361"/>
                  <a:pt x="459588" y="33266"/>
                  <a:pt x="459385" y="29388"/>
                </a:cubicBezTo>
                <a:cubicBezTo>
                  <a:pt x="459181" y="25509"/>
                  <a:pt x="459079" y="22708"/>
                  <a:pt x="459079" y="20985"/>
                </a:cubicBezTo>
                <a:cubicBezTo>
                  <a:pt x="459079" y="19080"/>
                  <a:pt x="459735" y="17504"/>
                  <a:pt x="461047" y="16257"/>
                </a:cubicBezTo>
                <a:cubicBezTo>
                  <a:pt x="462359" y="15009"/>
                  <a:pt x="463965" y="14385"/>
                  <a:pt x="465865" y="14385"/>
                </a:cubicBezTo>
                <a:cubicBezTo>
                  <a:pt x="469936" y="14385"/>
                  <a:pt x="472310" y="17709"/>
                  <a:pt x="472989" y="24359"/>
                </a:cubicBezTo>
                <a:cubicBezTo>
                  <a:pt x="473125" y="26032"/>
                  <a:pt x="473192" y="28045"/>
                  <a:pt x="473192" y="30398"/>
                </a:cubicBezTo>
                <a:lnTo>
                  <a:pt x="473057" y="34333"/>
                </a:lnTo>
                <a:lnTo>
                  <a:pt x="472989" y="38540"/>
                </a:lnTo>
                <a:cubicBezTo>
                  <a:pt x="478598" y="37816"/>
                  <a:pt x="481810" y="37454"/>
                  <a:pt x="482624" y="37454"/>
                </a:cubicBezTo>
                <a:cubicBezTo>
                  <a:pt x="487328" y="37454"/>
                  <a:pt x="490404" y="37680"/>
                  <a:pt x="491852" y="38133"/>
                </a:cubicBezTo>
                <a:cubicBezTo>
                  <a:pt x="494611" y="39043"/>
                  <a:pt x="495991" y="41189"/>
                  <a:pt x="495991" y="44570"/>
                </a:cubicBezTo>
                <a:cubicBezTo>
                  <a:pt x="495991" y="46580"/>
                  <a:pt x="495369" y="48236"/>
                  <a:pt x="494125" y="49538"/>
                </a:cubicBezTo>
                <a:cubicBezTo>
                  <a:pt x="492881" y="50840"/>
                  <a:pt x="491286" y="51491"/>
                  <a:pt x="489341" y="51491"/>
                </a:cubicBezTo>
                <a:close/>
                <a:moveTo>
                  <a:pt x="551147" y="92363"/>
                </a:moveTo>
                <a:cubicBezTo>
                  <a:pt x="551102" y="90458"/>
                  <a:pt x="551746" y="88904"/>
                  <a:pt x="553081" y="87703"/>
                </a:cubicBezTo>
                <a:cubicBezTo>
                  <a:pt x="554415" y="86501"/>
                  <a:pt x="556055" y="85900"/>
                  <a:pt x="558000" y="85900"/>
                </a:cubicBezTo>
                <a:cubicBezTo>
                  <a:pt x="560216" y="85900"/>
                  <a:pt x="562161" y="87173"/>
                  <a:pt x="563835" y="89717"/>
                </a:cubicBezTo>
                <a:cubicBezTo>
                  <a:pt x="566142" y="93172"/>
                  <a:pt x="568200" y="95513"/>
                  <a:pt x="570010" y="96740"/>
                </a:cubicBezTo>
                <a:cubicBezTo>
                  <a:pt x="573855" y="99284"/>
                  <a:pt x="579441" y="100556"/>
                  <a:pt x="586769" y="100556"/>
                </a:cubicBezTo>
                <a:cubicBezTo>
                  <a:pt x="593780" y="100556"/>
                  <a:pt x="600294" y="99038"/>
                  <a:pt x="606310" y="96002"/>
                </a:cubicBezTo>
                <a:cubicBezTo>
                  <a:pt x="614000" y="92105"/>
                  <a:pt x="617845" y="86690"/>
                  <a:pt x="617845" y="79758"/>
                </a:cubicBezTo>
                <a:cubicBezTo>
                  <a:pt x="617845" y="74048"/>
                  <a:pt x="614611" y="69540"/>
                  <a:pt x="608142" y="66232"/>
                </a:cubicBezTo>
                <a:cubicBezTo>
                  <a:pt x="602669" y="63376"/>
                  <a:pt x="595906" y="61836"/>
                  <a:pt x="587855" y="61609"/>
                </a:cubicBezTo>
                <a:cubicBezTo>
                  <a:pt x="580708" y="61338"/>
                  <a:pt x="574624" y="59775"/>
                  <a:pt x="569603" y="56921"/>
                </a:cubicBezTo>
                <a:cubicBezTo>
                  <a:pt x="563179" y="53253"/>
                  <a:pt x="559968" y="47999"/>
                  <a:pt x="559968" y="41158"/>
                </a:cubicBezTo>
                <a:cubicBezTo>
                  <a:pt x="559968" y="33097"/>
                  <a:pt x="564536" y="25737"/>
                  <a:pt x="573674" y="19079"/>
                </a:cubicBezTo>
                <a:cubicBezTo>
                  <a:pt x="582404" y="12783"/>
                  <a:pt x="591428" y="9635"/>
                  <a:pt x="600746" y="9635"/>
                </a:cubicBezTo>
                <a:cubicBezTo>
                  <a:pt x="605134" y="9635"/>
                  <a:pt x="610087" y="10385"/>
                  <a:pt x="615606" y="11885"/>
                </a:cubicBezTo>
                <a:cubicBezTo>
                  <a:pt x="622934" y="13838"/>
                  <a:pt x="626598" y="16337"/>
                  <a:pt x="626598" y="19380"/>
                </a:cubicBezTo>
                <a:cubicBezTo>
                  <a:pt x="626598" y="23378"/>
                  <a:pt x="624562" y="25377"/>
                  <a:pt x="620491" y="25377"/>
                </a:cubicBezTo>
                <a:cubicBezTo>
                  <a:pt x="618682" y="25377"/>
                  <a:pt x="615516" y="24890"/>
                  <a:pt x="610992" y="23918"/>
                </a:cubicBezTo>
                <a:cubicBezTo>
                  <a:pt x="606469" y="22945"/>
                  <a:pt x="602963" y="22482"/>
                  <a:pt x="600475" y="22527"/>
                </a:cubicBezTo>
                <a:cubicBezTo>
                  <a:pt x="593418" y="22617"/>
                  <a:pt x="587425" y="24355"/>
                  <a:pt x="582494" y="27739"/>
                </a:cubicBezTo>
                <a:cubicBezTo>
                  <a:pt x="577428" y="31213"/>
                  <a:pt x="574895" y="35432"/>
                  <a:pt x="574895" y="40395"/>
                </a:cubicBezTo>
                <a:cubicBezTo>
                  <a:pt x="574895" y="44141"/>
                  <a:pt x="578242" y="46781"/>
                  <a:pt x="584937" y="48315"/>
                </a:cubicBezTo>
                <a:cubicBezTo>
                  <a:pt x="587425" y="48901"/>
                  <a:pt x="592242" y="49443"/>
                  <a:pt x="599389" y="49939"/>
                </a:cubicBezTo>
                <a:cubicBezTo>
                  <a:pt x="609748" y="50709"/>
                  <a:pt x="617845" y="53973"/>
                  <a:pt x="623680" y="59731"/>
                </a:cubicBezTo>
                <a:cubicBezTo>
                  <a:pt x="629018" y="64989"/>
                  <a:pt x="631687" y="71403"/>
                  <a:pt x="631687" y="78973"/>
                </a:cubicBezTo>
                <a:cubicBezTo>
                  <a:pt x="631687" y="89763"/>
                  <a:pt x="626711" y="98377"/>
                  <a:pt x="616760" y="104814"/>
                </a:cubicBezTo>
                <a:cubicBezTo>
                  <a:pt x="608120" y="110389"/>
                  <a:pt x="598100" y="113177"/>
                  <a:pt x="586701" y="113177"/>
                </a:cubicBezTo>
                <a:cubicBezTo>
                  <a:pt x="578423" y="113177"/>
                  <a:pt x="570846" y="111589"/>
                  <a:pt x="563971" y="108414"/>
                </a:cubicBezTo>
                <a:cubicBezTo>
                  <a:pt x="555557" y="104516"/>
                  <a:pt x="551283" y="99165"/>
                  <a:pt x="551147" y="92363"/>
                </a:cubicBezTo>
                <a:close/>
                <a:moveTo>
                  <a:pt x="673994" y="113312"/>
                </a:moveTo>
                <a:cubicBezTo>
                  <a:pt x="666394" y="113312"/>
                  <a:pt x="659858" y="110503"/>
                  <a:pt x="654385" y="104884"/>
                </a:cubicBezTo>
                <a:cubicBezTo>
                  <a:pt x="648278" y="98630"/>
                  <a:pt x="645066" y="90224"/>
                  <a:pt x="644750" y="79664"/>
                </a:cubicBezTo>
                <a:cubicBezTo>
                  <a:pt x="644478" y="69423"/>
                  <a:pt x="647057" y="60405"/>
                  <a:pt x="652485" y="52611"/>
                </a:cubicBezTo>
                <a:cubicBezTo>
                  <a:pt x="658818" y="43411"/>
                  <a:pt x="667638" y="38811"/>
                  <a:pt x="678947" y="38811"/>
                </a:cubicBezTo>
                <a:cubicBezTo>
                  <a:pt x="687994" y="38811"/>
                  <a:pt x="694847" y="42958"/>
                  <a:pt x="699506" y="51251"/>
                </a:cubicBezTo>
                <a:cubicBezTo>
                  <a:pt x="703215" y="57957"/>
                  <a:pt x="705002" y="66023"/>
                  <a:pt x="704866" y="75449"/>
                </a:cubicBezTo>
                <a:cubicBezTo>
                  <a:pt x="704731" y="85509"/>
                  <a:pt x="702107" y="94098"/>
                  <a:pt x="696996" y="101214"/>
                </a:cubicBezTo>
                <a:cubicBezTo>
                  <a:pt x="691206" y="109280"/>
                  <a:pt x="683538" y="113312"/>
                  <a:pt x="673994" y="113312"/>
                </a:cubicBezTo>
                <a:moveTo>
                  <a:pt x="678065" y="52653"/>
                </a:moveTo>
                <a:cubicBezTo>
                  <a:pt x="671415" y="52608"/>
                  <a:pt x="666236" y="55778"/>
                  <a:pt x="662527" y="62165"/>
                </a:cubicBezTo>
                <a:cubicBezTo>
                  <a:pt x="659587" y="67285"/>
                  <a:pt x="658116" y="73129"/>
                  <a:pt x="658116" y="79696"/>
                </a:cubicBezTo>
                <a:cubicBezTo>
                  <a:pt x="658116" y="86265"/>
                  <a:pt x="659903" y="91384"/>
                  <a:pt x="663477" y="95054"/>
                </a:cubicBezTo>
                <a:cubicBezTo>
                  <a:pt x="666462" y="98089"/>
                  <a:pt x="669968" y="99606"/>
                  <a:pt x="673994" y="99606"/>
                </a:cubicBezTo>
                <a:cubicBezTo>
                  <a:pt x="678698" y="99606"/>
                  <a:pt x="682747" y="97885"/>
                  <a:pt x="686139" y="94441"/>
                </a:cubicBezTo>
                <a:cubicBezTo>
                  <a:pt x="689984" y="90637"/>
                  <a:pt x="692020" y="85496"/>
                  <a:pt x="692246" y="79018"/>
                </a:cubicBezTo>
                <a:cubicBezTo>
                  <a:pt x="692879" y="61486"/>
                  <a:pt x="688152" y="52698"/>
                  <a:pt x="678065" y="52653"/>
                </a:cubicBezTo>
                <a:close/>
                <a:moveTo>
                  <a:pt x="739103" y="55910"/>
                </a:moveTo>
                <a:lnTo>
                  <a:pt x="738085" y="89672"/>
                </a:lnTo>
                <a:cubicBezTo>
                  <a:pt x="738085" y="93250"/>
                  <a:pt x="737904" y="98504"/>
                  <a:pt x="737543" y="105433"/>
                </a:cubicBezTo>
                <a:cubicBezTo>
                  <a:pt x="737090" y="109962"/>
                  <a:pt x="734874" y="112227"/>
                  <a:pt x="730893" y="112227"/>
                </a:cubicBezTo>
                <a:cubicBezTo>
                  <a:pt x="726460" y="112227"/>
                  <a:pt x="724244" y="109917"/>
                  <a:pt x="724244" y="105297"/>
                </a:cubicBezTo>
                <a:cubicBezTo>
                  <a:pt x="724244" y="99817"/>
                  <a:pt x="724492" y="91586"/>
                  <a:pt x="724990" y="80604"/>
                </a:cubicBezTo>
                <a:cubicBezTo>
                  <a:pt x="725488" y="69622"/>
                  <a:pt x="725736" y="61390"/>
                  <a:pt x="725736" y="55910"/>
                </a:cubicBezTo>
                <a:cubicBezTo>
                  <a:pt x="725736" y="48754"/>
                  <a:pt x="725849" y="40568"/>
                  <a:pt x="726076" y="31352"/>
                </a:cubicBezTo>
                <a:cubicBezTo>
                  <a:pt x="726302" y="22135"/>
                  <a:pt x="726415" y="13949"/>
                  <a:pt x="726415" y="6794"/>
                </a:cubicBezTo>
                <a:cubicBezTo>
                  <a:pt x="726415" y="2265"/>
                  <a:pt x="728631" y="0"/>
                  <a:pt x="733064" y="0"/>
                </a:cubicBezTo>
                <a:cubicBezTo>
                  <a:pt x="737543" y="0"/>
                  <a:pt x="739782" y="2265"/>
                  <a:pt x="739782" y="6794"/>
                </a:cubicBezTo>
                <a:cubicBezTo>
                  <a:pt x="739782" y="13949"/>
                  <a:pt x="739669" y="22135"/>
                  <a:pt x="739442" y="31352"/>
                </a:cubicBezTo>
                <a:cubicBezTo>
                  <a:pt x="739216" y="40568"/>
                  <a:pt x="739103" y="48754"/>
                  <a:pt x="739103" y="55910"/>
                </a:cubicBezTo>
                <a:close/>
                <a:moveTo>
                  <a:pt x="815643" y="69616"/>
                </a:moveTo>
                <a:cubicBezTo>
                  <a:pt x="815643" y="72873"/>
                  <a:pt x="815666" y="77758"/>
                  <a:pt x="815711" y="84272"/>
                </a:cubicBezTo>
                <a:cubicBezTo>
                  <a:pt x="815756" y="90786"/>
                  <a:pt x="815779" y="95671"/>
                  <a:pt x="815779" y="98928"/>
                </a:cubicBezTo>
                <a:cubicBezTo>
                  <a:pt x="815779" y="99923"/>
                  <a:pt x="815858" y="101438"/>
                  <a:pt x="816016" y="103474"/>
                </a:cubicBezTo>
                <a:cubicBezTo>
                  <a:pt x="816174" y="105509"/>
                  <a:pt x="816254" y="107025"/>
                  <a:pt x="816254" y="108020"/>
                </a:cubicBezTo>
                <a:cubicBezTo>
                  <a:pt x="816254" y="109965"/>
                  <a:pt x="815598" y="111560"/>
                  <a:pt x="814286" y="112804"/>
                </a:cubicBezTo>
                <a:cubicBezTo>
                  <a:pt x="812974" y="114048"/>
                  <a:pt x="811368" y="114669"/>
                  <a:pt x="809468" y="114669"/>
                </a:cubicBezTo>
                <a:cubicBezTo>
                  <a:pt x="805985" y="114669"/>
                  <a:pt x="803769" y="112521"/>
                  <a:pt x="802819" y="108224"/>
                </a:cubicBezTo>
                <a:cubicBezTo>
                  <a:pt x="797165" y="111164"/>
                  <a:pt x="790651" y="112634"/>
                  <a:pt x="783278" y="112634"/>
                </a:cubicBezTo>
                <a:cubicBezTo>
                  <a:pt x="777352" y="112634"/>
                  <a:pt x="772444" y="111322"/>
                  <a:pt x="768554" y="108699"/>
                </a:cubicBezTo>
                <a:cubicBezTo>
                  <a:pt x="764257" y="105804"/>
                  <a:pt x="761701" y="101574"/>
                  <a:pt x="760887" y="96010"/>
                </a:cubicBezTo>
                <a:cubicBezTo>
                  <a:pt x="759122" y="84023"/>
                  <a:pt x="758240" y="73348"/>
                  <a:pt x="758240" y="63984"/>
                </a:cubicBezTo>
                <a:cubicBezTo>
                  <a:pt x="758240" y="57787"/>
                  <a:pt x="758919" y="50731"/>
                  <a:pt x="760276" y="42814"/>
                </a:cubicBezTo>
                <a:cubicBezTo>
                  <a:pt x="760909" y="38879"/>
                  <a:pt x="763058" y="36911"/>
                  <a:pt x="766722" y="36911"/>
                </a:cubicBezTo>
                <a:cubicBezTo>
                  <a:pt x="768667" y="36911"/>
                  <a:pt x="770295" y="37533"/>
                  <a:pt x="771607" y="38775"/>
                </a:cubicBezTo>
                <a:cubicBezTo>
                  <a:pt x="772919" y="40018"/>
                  <a:pt x="773575" y="41611"/>
                  <a:pt x="773575" y="43554"/>
                </a:cubicBezTo>
                <a:cubicBezTo>
                  <a:pt x="773575" y="45632"/>
                  <a:pt x="773247" y="48954"/>
                  <a:pt x="772591" y="53518"/>
                </a:cubicBezTo>
                <a:cubicBezTo>
                  <a:pt x="771935" y="58081"/>
                  <a:pt x="771607" y="61560"/>
                  <a:pt x="771607" y="63955"/>
                </a:cubicBezTo>
                <a:cubicBezTo>
                  <a:pt x="771607" y="71500"/>
                  <a:pt x="771856" y="77962"/>
                  <a:pt x="772354" y="83339"/>
                </a:cubicBezTo>
                <a:cubicBezTo>
                  <a:pt x="772851" y="88716"/>
                  <a:pt x="773597" y="93031"/>
                  <a:pt x="774593" y="96284"/>
                </a:cubicBezTo>
                <a:cubicBezTo>
                  <a:pt x="776085" y="97098"/>
                  <a:pt x="777555" y="97720"/>
                  <a:pt x="779003" y="98150"/>
                </a:cubicBezTo>
                <a:cubicBezTo>
                  <a:pt x="780451" y="98578"/>
                  <a:pt x="781875" y="98792"/>
                  <a:pt x="783278" y="98792"/>
                </a:cubicBezTo>
                <a:cubicBezTo>
                  <a:pt x="789339" y="98792"/>
                  <a:pt x="795740" y="97821"/>
                  <a:pt x="802480" y="95879"/>
                </a:cubicBezTo>
                <a:lnTo>
                  <a:pt x="802412" y="82120"/>
                </a:lnTo>
                <a:lnTo>
                  <a:pt x="802276" y="68971"/>
                </a:lnTo>
                <a:cubicBezTo>
                  <a:pt x="802276" y="59211"/>
                  <a:pt x="802706" y="50738"/>
                  <a:pt x="803565" y="43554"/>
                </a:cubicBezTo>
                <a:cubicBezTo>
                  <a:pt x="804063" y="39397"/>
                  <a:pt x="806257" y="37318"/>
                  <a:pt x="810147" y="37318"/>
                </a:cubicBezTo>
                <a:cubicBezTo>
                  <a:pt x="812092" y="37318"/>
                  <a:pt x="813720" y="37952"/>
                  <a:pt x="815032" y="39218"/>
                </a:cubicBezTo>
                <a:cubicBezTo>
                  <a:pt x="816344" y="40485"/>
                  <a:pt x="816955" y="42068"/>
                  <a:pt x="816864" y="43968"/>
                </a:cubicBezTo>
                <a:lnTo>
                  <a:pt x="815643" y="69616"/>
                </a:lnTo>
                <a:close/>
                <a:moveTo>
                  <a:pt x="878291" y="51491"/>
                </a:moveTo>
                <a:cubicBezTo>
                  <a:pt x="877341" y="51491"/>
                  <a:pt x="876222" y="51446"/>
                  <a:pt x="874933" y="51355"/>
                </a:cubicBezTo>
                <a:cubicBezTo>
                  <a:pt x="873643" y="51263"/>
                  <a:pt x="872524" y="51217"/>
                  <a:pt x="871574" y="51217"/>
                </a:cubicBezTo>
                <a:cubicBezTo>
                  <a:pt x="870534" y="51217"/>
                  <a:pt x="867458" y="51560"/>
                  <a:pt x="862346" y="52246"/>
                </a:cubicBezTo>
                <a:lnTo>
                  <a:pt x="863635" y="92302"/>
                </a:lnTo>
                <a:lnTo>
                  <a:pt x="863703" y="95285"/>
                </a:lnTo>
                <a:lnTo>
                  <a:pt x="863771" y="98741"/>
                </a:lnTo>
                <a:cubicBezTo>
                  <a:pt x="863952" y="108636"/>
                  <a:pt x="861577" y="113584"/>
                  <a:pt x="856647" y="113584"/>
                </a:cubicBezTo>
                <a:cubicBezTo>
                  <a:pt x="854837" y="113584"/>
                  <a:pt x="853265" y="112997"/>
                  <a:pt x="851931" y="111822"/>
                </a:cubicBezTo>
                <a:cubicBezTo>
                  <a:pt x="850596" y="110647"/>
                  <a:pt x="849929" y="109178"/>
                  <a:pt x="849929" y="107416"/>
                </a:cubicBezTo>
                <a:cubicBezTo>
                  <a:pt x="849929" y="105700"/>
                  <a:pt x="849997" y="103125"/>
                  <a:pt x="850133" y="99691"/>
                </a:cubicBezTo>
                <a:cubicBezTo>
                  <a:pt x="850268" y="96256"/>
                  <a:pt x="850336" y="93680"/>
                  <a:pt x="850336" y="91962"/>
                </a:cubicBezTo>
                <a:lnTo>
                  <a:pt x="848979" y="52382"/>
                </a:lnTo>
                <a:cubicBezTo>
                  <a:pt x="845677" y="52246"/>
                  <a:pt x="840656" y="51859"/>
                  <a:pt x="833916" y="51222"/>
                </a:cubicBezTo>
                <a:cubicBezTo>
                  <a:pt x="829890" y="50676"/>
                  <a:pt x="827877" y="48426"/>
                  <a:pt x="827877" y="44473"/>
                </a:cubicBezTo>
                <a:cubicBezTo>
                  <a:pt x="827877" y="42472"/>
                  <a:pt x="828488" y="40814"/>
                  <a:pt x="829709" y="39498"/>
                </a:cubicBezTo>
                <a:cubicBezTo>
                  <a:pt x="830931" y="38181"/>
                  <a:pt x="832491" y="37522"/>
                  <a:pt x="834391" y="37522"/>
                </a:cubicBezTo>
                <a:lnTo>
                  <a:pt x="848640" y="38676"/>
                </a:lnTo>
                <a:cubicBezTo>
                  <a:pt x="848640" y="36361"/>
                  <a:pt x="848538" y="33266"/>
                  <a:pt x="848335" y="29388"/>
                </a:cubicBezTo>
                <a:cubicBezTo>
                  <a:pt x="848131" y="25509"/>
                  <a:pt x="848029" y="22708"/>
                  <a:pt x="848029" y="20985"/>
                </a:cubicBezTo>
                <a:cubicBezTo>
                  <a:pt x="848029" y="19080"/>
                  <a:pt x="848685" y="17504"/>
                  <a:pt x="849997" y="16257"/>
                </a:cubicBezTo>
                <a:cubicBezTo>
                  <a:pt x="851309" y="15009"/>
                  <a:pt x="852915" y="14385"/>
                  <a:pt x="854815" y="14385"/>
                </a:cubicBezTo>
                <a:cubicBezTo>
                  <a:pt x="858886" y="14385"/>
                  <a:pt x="861260" y="17709"/>
                  <a:pt x="861939" y="24359"/>
                </a:cubicBezTo>
                <a:cubicBezTo>
                  <a:pt x="862075" y="26032"/>
                  <a:pt x="862143" y="28045"/>
                  <a:pt x="862143" y="30398"/>
                </a:cubicBezTo>
                <a:lnTo>
                  <a:pt x="862007" y="34333"/>
                </a:lnTo>
                <a:lnTo>
                  <a:pt x="861939" y="38540"/>
                </a:lnTo>
                <a:cubicBezTo>
                  <a:pt x="867548" y="37816"/>
                  <a:pt x="870760" y="37454"/>
                  <a:pt x="871574" y="37454"/>
                </a:cubicBezTo>
                <a:cubicBezTo>
                  <a:pt x="876278" y="37454"/>
                  <a:pt x="879354" y="37680"/>
                  <a:pt x="880802" y="38133"/>
                </a:cubicBezTo>
                <a:cubicBezTo>
                  <a:pt x="883561" y="39043"/>
                  <a:pt x="884941" y="41189"/>
                  <a:pt x="884941" y="44570"/>
                </a:cubicBezTo>
                <a:cubicBezTo>
                  <a:pt x="884941" y="46580"/>
                  <a:pt x="884319" y="48236"/>
                  <a:pt x="883075" y="49538"/>
                </a:cubicBezTo>
                <a:cubicBezTo>
                  <a:pt x="881831" y="50840"/>
                  <a:pt x="880236" y="51491"/>
                  <a:pt x="878291" y="51491"/>
                </a:cubicBezTo>
                <a:close/>
                <a:moveTo>
                  <a:pt x="911498" y="23341"/>
                </a:moveTo>
                <a:cubicBezTo>
                  <a:pt x="909327" y="23341"/>
                  <a:pt x="907450" y="22572"/>
                  <a:pt x="905867" y="21034"/>
                </a:cubicBezTo>
                <a:cubicBezTo>
                  <a:pt x="904283" y="19496"/>
                  <a:pt x="903492" y="17641"/>
                  <a:pt x="903492" y="15470"/>
                </a:cubicBezTo>
                <a:cubicBezTo>
                  <a:pt x="903492" y="13299"/>
                  <a:pt x="904283" y="11444"/>
                  <a:pt x="905867" y="9906"/>
                </a:cubicBezTo>
                <a:cubicBezTo>
                  <a:pt x="907450" y="8368"/>
                  <a:pt x="909327" y="7599"/>
                  <a:pt x="911498" y="7599"/>
                </a:cubicBezTo>
                <a:cubicBezTo>
                  <a:pt x="913670" y="7599"/>
                  <a:pt x="915535" y="8368"/>
                  <a:pt x="917096" y="9906"/>
                </a:cubicBezTo>
                <a:cubicBezTo>
                  <a:pt x="918657" y="11444"/>
                  <a:pt x="919437" y="13299"/>
                  <a:pt x="919437" y="15470"/>
                </a:cubicBezTo>
                <a:cubicBezTo>
                  <a:pt x="919437" y="17641"/>
                  <a:pt x="918657" y="19496"/>
                  <a:pt x="917096" y="21034"/>
                </a:cubicBezTo>
                <a:cubicBezTo>
                  <a:pt x="915535" y="22572"/>
                  <a:pt x="913670" y="23341"/>
                  <a:pt x="911498" y="23341"/>
                </a:cubicBezTo>
                <a:moveTo>
                  <a:pt x="914552" y="78475"/>
                </a:moveTo>
                <a:cubicBezTo>
                  <a:pt x="914552" y="81192"/>
                  <a:pt x="914631" y="85256"/>
                  <a:pt x="914789" y="90667"/>
                </a:cubicBezTo>
                <a:cubicBezTo>
                  <a:pt x="914947" y="96077"/>
                  <a:pt x="915027" y="100140"/>
                  <a:pt x="915027" y="102857"/>
                </a:cubicBezTo>
                <a:cubicBezTo>
                  <a:pt x="915027" y="104849"/>
                  <a:pt x="914416" y="106479"/>
                  <a:pt x="913195" y="107746"/>
                </a:cubicBezTo>
                <a:cubicBezTo>
                  <a:pt x="911973" y="109014"/>
                  <a:pt x="910367" y="109648"/>
                  <a:pt x="908377" y="109648"/>
                </a:cubicBezTo>
                <a:cubicBezTo>
                  <a:pt x="906432" y="109648"/>
                  <a:pt x="904838" y="109014"/>
                  <a:pt x="903594" y="107746"/>
                </a:cubicBezTo>
                <a:cubicBezTo>
                  <a:pt x="902350" y="106479"/>
                  <a:pt x="901728" y="104849"/>
                  <a:pt x="901728" y="102857"/>
                </a:cubicBezTo>
                <a:cubicBezTo>
                  <a:pt x="901728" y="100140"/>
                  <a:pt x="901648" y="96077"/>
                  <a:pt x="901490" y="90667"/>
                </a:cubicBezTo>
                <a:cubicBezTo>
                  <a:pt x="901332" y="85256"/>
                  <a:pt x="901253" y="81192"/>
                  <a:pt x="901253" y="78475"/>
                </a:cubicBezTo>
                <a:cubicBezTo>
                  <a:pt x="901253" y="74219"/>
                  <a:pt x="901479" y="68910"/>
                  <a:pt x="901931" y="62549"/>
                </a:cubicBezTo>
                <a:cubicBezTo>
                  <a:pt x="902384" y="56186"/>
                  <a:pt x="902610" y="50877"/>
                  <a:pt x="902610" y="46621"/>
                </a:cubicBezTo>
                <a:cubicBezTo>
                  <a:pt x="902610" y="44584"/>
                  <a:pt x="903232" y="42931"/>
                  <a:pt x="904476" y="41663"/>
                </a:cubicBezTo>
                <a:cubicBezTo>
                  <a:pt x="905720" y="40395"/>
                  <a:pt x="907314" y="39761"/>
                  <a:pt x="909259" y="39761"/>
                </a:cubicBezTo>
                <a:cubicBezTo>
                  <a:pt x="911204" y="39761"/>
                  <a:pt x="912799" y="40395"/>
                  <a:pt x="914043" y="41663"/>
                </a:cubicBezTo>
                <a:cubicBezTo>
                  <a:pt x="915287" y="42931"/>
                  <a:pt x="915909" y="44584"/>
                  <a:pt x="915909" y="46621"/>
                </a:cubicBezTo>
                <a:cubicBezTo>
                  <a:pt x="915909" y="50877"/>
                  <a:pt x="915683" y="56186"/>
                  <a:pt x="915230" y="62549"/>
                </a:cubicBezTo>
                <a:cubicBezTo>
                  <a:pt x="914778" y="68910"/>
                  <a:pt x="914552" y="74219"/>
                  <a:pt x="914552" y="78475"/>
                </a:cubicBezTo>
                <a:close/>
                <a:moveTo>
                  <a:pt x="963087" y="113312"/>
                </a:moveTo>
                <a:cubicBezTo>
                  <a:pt x="955488" y="113312"/>
                  <a:pt x="948951" y="110503"/>
                  <a:pt x="943478" y="104884"/>
                </a:cubicBezTo>
                <a:cubicBezTo>
                  <a:pt x="937371" y="98630"/>
                  <a:pt x="934160" y="90224"/>
                  <a:pt x="933843" y="79664"/>
                </a:cubicBezTo>
                <a:cubicBezTo>
                  <a:pt x="933572" y="69423"/>
                  <a:pt x="936150" y="60405"/>
                  <a:pt x="941578" y="52611"/>
                </a:cubicBezTo>
                <a:cubicBezTo>
                  <a:pt x="947911" y="43411"/>
                  <a:pt x="956732" y="38811"/>
                  <a:pt x="968040" y="38811"/>
                </a:cubicBezTo>
                <a:cubicBezTo>
                  <a:pt x="977087" y="38811"/>
                  <a:pt x="983940" y="42958"/>
                  <a:pt x="988599" y="51251"/>
                </a:cubicBezTo>
                <a:cubicBezTo>
                  <a:pt x="992309" y="57957"/>
                  <a:pt x="994095" y="66023"/>
                  <a:pt x="993960" y="75449"/>
                </a:cubicBezTo>
                <a:cubicBezTo>
                  <a:pt x="993824" y="85509"/>
                  <a:pt x="991200" y="94098"/>
                  <a:pt x="986089" y="101214"/>
                </a:cubicBezTo>
                <a:cubicBezTo>
                  <a:pt x="980299" y="109280"/>
                  <a:pt x="972632" y="113312"/>
                  <a:pt x="963087" y="113312"/>
                </a:cubicBezTo>
                <a:moveTo>
                  <a:pt x="967158" y="52653"/>
                </a:moveTo>
                <a:cubicBezTo>
                  <a:pt x="960509" y="52608"/>
                  <a:pt x="955329" y="55778"/>
                  <a:pt x="951620" y="62165"/>
                </a:cubicBezTo>
                <a:cubicBezTo>
                  <a:pt x="948680" y="67285"/>
                  <a:pt x="947210" y="73129"/>
                  <a:pt x="947210" y="79696"/>
                </a:cubicBezTo>
                <a:cubicBezTo>
                  <a:pt x="947210" y="86265"/>
                  <a:pt x="948997" y="91384"/>
                  <a:pt x="952570" y="95054"/>
                </a:cubicBezTo>
                <a:cubicBezTo>
                  <a:pt x="955556" y="98089"/>
                  <a:pt x="959061" y="99606"/>
                  <a:pt x="963087" y="99606"/>
                </a:cubicBezTo>
                <a:cubicBezTo>
                  <a:pt x="967791" y="99606"/>
                  <a:pt x="971840" y="97885"/>
                  <a:pt x="975233" y="94441"/>
                </a:cubicBezTo>
                <a:cubicBezTo>
                  <a:pt x="979077" y="90637"/>
                  <a:pt x="981113" y="85496"/>
                  <a:pt x="981339" y="79018"/>
                </a:cubicBezTo>
                <a:cubicBezTo>
                  <a:pt x="981972" y="61486"/>
                  <a:pt x="977245" y="52698"/>
                  <a:pt x="967158" y="52653"/>
                </a:cubicBezTo>
                <a:close/>
                <a:moveTo>
                  <a:pt x="1063006" y="114127"/>
                </a:moveTo>
                <a:cubicBezTo>
                  <a:pt x="1059116" y="114127"/>
                  <a:pt x="1056922" y="111996"/>
                  <a:pt x="1056425" y="107736"/>
                </a:cubicBezTo>
                <a:lnTo>
                  <a:pt x="1054525" y="92845"/>
                </a:lnTo>
                <a:cubicBezTo>
                  <a:pt x="1053891" y="87541"/>
                  <a:pt x="1053575" y="82577"/>
                  <a:pt x="1053575" y="77953"/>
                </a:cubicBezTo>
                <a:cubicBezTo>
                  <a:pt x="1053575" y="76684"/>
                  <a:pt x="1053654" y="74531"/>
                  <a:pt x="1053812" y="71495"/>
                </a:cubicBezTo>
                <a:cubicBezTo>
                  <a:pt x="1053971" y="68457"/>
                  <a:pt x="1054050" y="66303"/>
                  <a:pt x="1054050" y="65034"/>
                </a:cubicBezTo>
                <a:cubicBezTo>
                  <a:pt x="1054050" y="55242"/>
                  <a:pt x="1052240" y="50346"/>
                  <a:pt x="1048622" y="50346"/>
                </a:cubicBezTo>
                <a:cubicBezTo>
                  <a:pt x="1043555" y="50346"/>
                  <a:pt x="1038715" y="53358"/>
                  <a:pt x="1034101" y="59381"/>
                </a:cubicBezTo>
                <a:cubicBezTo>
                  <a:pt x="1029940" y="64860"/>
                  <a:pt x="1026683" y="71788"/>
                  <a:pt x="1024331" y="80165"/>
                </a:cubicBezTo>
                <a:cubicBezTo>
                  <a:pt x="1024240" y="81932"/>
                  <a:pt x="1024037" y="84151"/>
                  <a:pt x="1023720" y="86823"/>
                </a:cubicBezTo>
                <a:cubicBezTo>
                  <a:pt x="1023449" y="89087"/>
                  <a:pt x="1023313" y="91283"/>
                  <a:pt x="1023313" y="93411"/>
                </a:cubicBezTo>
                <a:cubicBezTo>
                  <a:pt x="1023313" y="94769"/>
                  <a:pt x="1023449" y="96807"/>
                  <a:pt x="1023720" y="99524"/>
                </a:cubicBezTo>
                <a:cubicBezTo>
                  <a:pt x="1023991" y="102241"/>
                  <a:pt x="1024127" y="104278"/>
                  <a:pt x="1024127" y="105637"/>
                </a:cubicBezTo>
                <a:cubicBezTo>
                  <a:pt x="1024127" y="107675"/>
                  <a:pt x="1023505" y="109328"/>
                  <a:pt x="1022261" y="110596"/>
                </a:cubicBezTo>
                <a:cubicBezTo>
                  <a:pt x="1021017" y="111864"/>
                  <a:pt x="1019423" y="112498"/>
                  <a:pt x="1017478" y="112498"/>
                </a:cubicBezTo>
                <a:cubicBezTo>
                  <a:pt x="1015487" y="112498"/>
                  <a:pt x="1013881" y="111864"/>
                  <a:pt x="1012660" y="110594"/>
                </a:cubicBezTo>
                <a:cubicBezTo>
                  <a:pt x="1011439" y="109326"/>
                  <a:pt x="1010828" y="107672"/>
                  <a:pt x="1010828" y="105632"/>
                </a:cubicBezTo>
                <a:cubicBezTo>
                  <a:pt x="1010828" y="104274"/>
                  <a:pt x="1010681" y="102236"/>
                  <a:pt x="1010387" y="99517"/>
                </a:cubicBezTo>
                <a:cubicBezTo>
                  <a:pt x="1010093" y="96798"/>
                  <a:pt x="1009946" y="94758"/>
                  <a:pt x="1009946" y="93398"/>
                </a:cubicBezTo>
                <a:cubicBezTo>
                  <a:pt x="1009946" y="88730"/>
                  <a:pt x="1010274" y="82262"/>
                  <a:pt x="1010930" y="73992"/>
                </a:cubicBezTo>
                <a:cubicBezTo>
                  <a:pt x="1011586" y="65723"/>
                  <a:pt x="1011914" y="59254"/>
                  <a:pt x="1011914" y="54587"/>
                </a:cubicBezTo>
                <a:cubicBezTo>
                  <a:pt x="1011914" y="53136"/>
                  <a:pt x="1011835" y="50984"/>
                  <a:pt x="1011676" y="48130"/>
                </a:cubicBezTo>
                <a:cubicBezTo>
                  <a:pt x="1011518" y="45275"/>
                  <a:pt x="1011439" y="43123"/>
                  <a:pt x="1011439" y="41674"/>
                </a:cubicBezTo>
                <a:cubicBezTo>
                  <a:pt x="1011439" y="39724"/>
                  <a:pt x="1012083" y="38127"/>
                  <a:pt x="1013373" y="36882"/>
                </a:cubicBezTo>
                <a:cubicBezTo>
                  <a:pt x="1014662" y="35635"/>
                  <a:pt x="1016256" y="35012"/>
                  <a:pt x="1018156" y="35012"/>
                </a:cubicBezTo>
                <a:cubicBezTo>
                  <a:pt x="1022318" y="35012"/>
                  <a:pt x="1024602" y="37964"/>
                  <a:pt x="1025009" y="43868"/>
                </a:cubicBezTo>
                <a:lnTo>
                  <a:pt x="1025213" y="51839"/>
                </a:lnTo>
                <a:cubicBezTo>
                  <a:pt x="1032812" y="41706"/>
                  <a:pt x="1040615" y="36640"/>
                  <a:pt x="1048622" y="36640"/>
                </a:cubicBezTo>
                <a:cubicBezTo>
                  <a:pt x="1055859" y="36640"/>
                  <a:pt x="1060903" y="39835"/>
                  <a:pt x="1063752" y="46224"/>
                </a:cubicBezTo>
                <a:cubicBezTo>
                  <a:pt x="1065698" y="50483"/>
                  <a:pt x="1066761" y="56782"/>
                  <a:pt x="1066942" y="65121"/>
                </a:cubicBezTo>
                <a:lnTo>
                  <a:pt x="1066942" y="71984"/>
                </a:lnTo>
                <a:lnTo>
                  <a:pt x="1066874" y="78305"/>
                </a:lnTo>
                <a:cubicBezTo>
                  <a:pt x="1066874" y="82067"/>
                  <a:pt x="1067360" y="86927"/>
                  <a:pt x="1068332" y="92887"/>
                </a:cubicBezTo>
                <a:cubicBezTo>
                  <a:pt x="1069305" y="98845"/>
                  <a:pt x="1069791" y="103682"/>
                  <a:pt x="1069791" y="107397"/>
                </a:cubicBezTo>
                <a:cubicBezTo>
                  <a:pt x="1069791" y="109391"/>
                  <a:pt x="1069147" y="111011"/>
                  <a:pt x="1067858" y="112257"/>
                </a:cubicBezTo>
                <a:cubicBezTo>
                  <a:pt x="1066568" y="113503"/>
                  <a:pt x="1064951" y="114127"/>
                  <a:pt x="1063006" y="1141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Text CURE">
            <a:extLst xmlns:a="http://schemas.openxmlformats.org/drawingml/2006/main">
              <a:ext uri="{FF2B5EF4-FFF2-40B4-BE49-F238E27FC236}">
                <a16:creationId xmlns:a16="http://schemas.microsoft.com/office/drawing/2014/main" id="{1110F93E-A459-4A51-90E1-408DA0CE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00" y="1915092"/>
            <a:ext cx="359838" cy="115755"/>
          </a:xfrm>
          <a:custGeom xmlns:a="http://schemas.openxmlformats.org/drawingml/2006/main">
            <a:pathLst>
              <a:path w="359838" h="115755">
                <a:moveTo>
                  <a:pt x="71516" y="36776"/>
                </a:moveTo>
                <a:cubicBezTo>
                  <a:pt x="67445" y="36776"/>
                  <a:pt x="64437" y="34627"/>
                  <a:pt x="62491" y="30330"/>
                </a:cubicBezTo>
                <a:cubicBezTo>
                  <a:pt x="61587" y="28294"/>
                  <a:pt x="60682" y="27073"/>
                  <a:pt x="59777" y="26666"/>
                </a:cubicBezTo>
                <a:cubicBezTo>
                  <a:pt x="59099" y="26349"/>
                  <a:pt x="57312" y="26191"/>
                  <a:pt x="54417" y="26191"/>
                </a:cubicBezTo>
                <a:cubicBezTo>
                  <a:pt x="48718" y="26191"/>
                  <a:pt x="42136" y="30615"/>
                  <a:pt x="34672" y="39462"/>
                </a:cubicBezTo>
                <a:cubicBezTo>
                  <a:pt x="24223" y="51831"/>
                  <a:pt x="18998" y="63410"/>
                  <a:pt x="18998" y="74198"/>
                </a:cubicBezTo>
                <a:cubicBezTo>
                  <a:pt x="18998" y="79119"/>
                  <a:pt x="20650" y="83340"/>
                  <a:pt x="23952" y="86861"/>
                </a:cubicBezTo>
                <a:cubicBezTo>
                  <a:pt x="27254" y="90382"/>
                  <a:pt x="31212" y="92143"/>
                  <a:pt x="35826" y="92143"/>
                </a:cubicBezTo>
                <a:cubicBezTo>
                  <a:pt x="40304" y="92143"/>
                  <a:pt x="44850" y="90967"/>
                  <a:pt x="49464" y="88614"/>
                </a:cubicBezTo>
                <a:cubicBezTo>
                  <a:pt x="51092" y="87755"/>
                  <a:pt x="54530" y="85538"/>
                  <a:pt x="59777" y="81965"/>
                </a:cubicBezTo>
                <a:cubicBezTo>
                  <a:pt x="63306" y="79613"/>
                  <a:pt x="65975" y="78437"/>
                  <a:pt x="67784" y="78437"/>
                </a:cubicBezTo>
                <a:cubicBezTo>
                  <a:pt x="70498" y="78437"/>
                  <a:pt x="72805" y="79434"/>
                  <a:pt x="74705" y="81428"/>
                </a:cubicBezTo>
                <a:cubicBezTo>
                  <a:pt x="76469" y="83287"/>
                  <a:pt x="77351" y="85418"/>
                  <a:pt x="77351" y="87819"/>
                </a:cubicBezTo>
                <a:cubicBezTo>
                  <a:pt x="77351" y="90494"/>
                  <a:pt x="76175" y="92828"/>
                  <a:pt x="73823" y="94823"/>
                </a:cubicBezTo>
                <a:cubicBezTo>
                  <a:pt x="61383" y="105340"/>
                  <a:pt x="48718" y="110598"/>
                  <a:pt x="35826" y="110598"/>
                </a:cubicBezTo>
                <a:cubicBezTo>
                  <a:pt x="25648" y="110598"/>
                  <a:pt x="17053" y="106889"/>
                  <a:pt x="10042" y="99471"/>
                </a:cubicBezTo>
                <a:cubicBezTo>
                  <a:pt x="3347" y="92324"/>
                  <a:pt x="0" y="83910"/>
                  <a:pt x="0" y="74230"/>
                </a:cubicBezTo>
                <a:cubicBezTo>
                  <a:pt x="0" y="59076"/>
                  <a:pt x="6627" y="43606"/>
                  <a:pt x="19881" y="27819"/>
                </a:cubicBezTo>
                <a:cubicBezTo>
                  <a:pt x="31144" y="14430"/>
                  <a:pt x="42656" y="7735"/>
                  <a:pt x="54417" y="7735"/>
                </a:cubicBezTo>
                <a:cubicBezTo>
                  <a:pt x="56407" y="7735"/>
                  <a:pt x="58206" y="7803"/>
                  <a:pt x="59811" y="7939"/>
                </a:cubicBezTo>
                <a:cubicBezTo>
                  <a:pt x="61417" y="8074"/>
                  <a:pt x="62831" y="8278"/>
                  <a:pt x="64052" y="8549"/>
                </a:cubicBezTo>
                <a:cubicBezTo>
                  <a:pt x="66042" y="6559"/>
                  <a:pt x="68440" y="5564"/>
                  <a:pt x="71244" y="5564"/>
                </a:cubicBezTo>
                <a:cubicBezTo>
                  <a:pt x="75858" y="5564"/>
                  <a:pt x="78708" y="8221"/>
                  <a:pt x="79794" y="13536"/>
                </a:cubicBezTo>
                <a:cubicBezTo>
                  <a:pt x="80563" y="17353"/>
                  <a:pt x="80947" y="21806"/>
                  <a:pt x="80947" y="26895"/>
                </a:cubicBezTo>
                <a:cubicBezTo>
                  <a:pt x="80947" y="29166"/>
                  <a:pt x="80291" y="31233"/>
                  <a:pt x="78979" y="33095"/>
                </a:cubicBezTo>
                <a:cubicBezTo>
                  <a:pt x="77261" y="35549"/>
                  <a:pt x="74773" y="36776"/>
                  <a:pt x="71516" y="36776"/>
                </a:cubicBezTo>
                <a:close/>
                <a:moveTo>
                  <a:pt x="161497" y="97221"/>
                </a:moveTo>
                <a:cubicBezTo>
                  <a:pt x="158194" y="101702"/>
                  <a:pt x="154214" y="105436"/>
                  <a:pt x="149555" y="108423"/>
                </a:cubicBezTo>
                <a:cubicBezTo>
                  <a:pt x="143855" y="112044"/>
                  <a:pt x="137997" y="113855"/>
                  <a:pt x="131981" y="113855"/>
                </a:cubicBezTo>
                <a:cubicBezTo>
                  <a:pt x="120446" y="113855"/>
                  <a:pt x="111874" y="111676"/>
                  <a:pt x="106265" y="107318"/>
                </a:cubicBezTo>
                <a:cubicBezTo>
                  <a:pt x="94414" y="98114"/>
                  <a:pt x="88488" y="82130"/>
                  <a:pt x="88488" y="59364"/>
                </a:cubicBezTo>
                <a:cubicBezTo>
                  <a:pt x="88488" y="57184"/>
                  <a:pt x="88601" y="53938"/>
                  <a:pt x="88827" y="49625"/>
                </a:cubicBezTo>
                <a:cubicBezTo>
                  <a:pt x="89054" y="45312"/>
                  <a:pt x="89167" y="42067"/>
                  <a:pt x="89167" y="39888"/>
                </a:cubicBezTo>
                <a:cubicBezTo>
                  <a:pt x="89167" y="38154"/>
                  <a:pt x="89212" y="35564"/>
                  <a:pt x="89302" y="32117"/>
                </a:cubicBezTo>
                <a:cubicBezTo>
                  <a:pt x="89393" y="28671"/>
                  <a:pt x="89438" y="26081"/>
                  <a:pt x="89438" y="24348"/>
                </a:cubicBezTo>
                <a:cubicBezTo>
                  <a:pt x="89438" y="20790"/>
                  <a:pt x="90094" y="17433"/>
                  <a:pt x="91406" y="14276"/>
                </a:cubicBezTo>
                <a:cubicBezTo>
                  <a:pt x="93170" y="10096"/>
                  <a:pt x="95635" y="8007"/>
                  <a:pt x="98802" y="8007"/>
                </a:cubicBezTo>
                <a:cubicBezTo>
                  <a:pt x="101289" y="8007"/>
                  <a:pt x="103483" y="8804"/>
                  <a:pt x="105383" y="10398"/>
                </a:cubicBezTo>
                <a:cubicBezTo>
                  <a:pt x="107464" y="12082"/>
                  <a:pt x="108504" y="14253"/>
                  <a:pt x="108504" y="16912"/>
                </a:cubicBezTo>
                <a:cubicBezTo>
                  <a:pt x="108504" y="19437"/>
                  <a:pt x="108470" y="23258"/>
                  <a:pt x="108403" y="28377"/>
                </a:cubicBezTo>
                <a:cubicBezTo>
                  <a:pt x="108335" y="33494"/>
                  <a:pt x="108301" y="37338"/>
                  <a:pt x="108301" y="39907"/>
                </a:cubicBezTo>
                <a:cubicBezTo>
                  <a:pt x="108301" y="42033"/>
                  <a:pt x="108188" y="45246"/>
                  <a:pt x="107962" y="49545"/>
                </a:cubicBezTo>
                <a:cubicBezTo>
                  <a:pt x="107735" y="53842"/>
                  <a:pt x="107622" y="57053"/>
                  <a:pt x="107622" y="59179"/>
                </a:cubicBezTo>
                <a:cubicBezTo>
                  <a:pt x="107622" y="66047"/>
                  <a:pt x="108437" y="72427"/>
                  <a:pt x="110065" y="78320"/>
                </a:cubicBezTo>
                <a:cubicBezTo>
                  <a:pt x="111965" y="85364"/>
                  <a:pt x="114747" y="90282"/>
                  <a:pt x="118411" y="93074"/>
                </a:cubicBezTo>
                <a:cubicBezTo>
                  <a:pt x="120311" y="94535"/>
                  <a:pt x="124834" y="95311"/>
                  <a:pt x="131981" y="95400"/>
                </a:cubicBezTo>
                <a:cubicBezTo>
                  <a:pt x="143923" y="95581"/>
                  <a:pt x="151975" y="85395"/>
                  <a:pt x="156136" y="64843"/>
                </a:cubicBezTo>
                <a:cubicBezTo>
                  <a:pt x="158308" y="54204"/>
                  <a:pt x="159393" y="39265"/>
                  <a:pt x="159393" y="20025"/>
                </a:cubicBezTo>
                <a:cubicBezTo>
                  <a:pt x="159393" y="17490"/>
                  <a:pt x="160140" y="15046"/>
                  <a:pt x="161632" y="12693"/>
                </a:cubicBezTo>
                <a:cubicBezTo>
                  <a:pt x="163668" y="9569"/>
                  <a:pt x="166563" y="8007"/>
                  <a:pt x="170317" y="8007"/>
                </a:cubicBezTo>
                <a:cubicBezTo>
                  <a:pt x="173393" y="8007"/>
                  <a:pt x="175700" y="9138"/>
                  <a:pt x="177238" y="11401"/>
                </a:cubicBezTo>
                <a:cubicBezTo>
                  <a:pt x="178414" y="13076"/>
                  <a:pt x="179002" y="14932"/>
                  <a:pt x="179002" y="16969"/>
                </a:cubicBezTo>
                <a:cubicBezTo>
                  <a:pt x="179002" y="34848"/>
                  <a:pt x="178166" y="48789"/>
                  <a:pt x="176492" y="58791"/>
                </a:cubicBezTo>
                <a:cubicBezTo>
                  <a:pt x="173959" y="74226"/>
                  <a:pt x="168960" y="87036"/>
                  <a:pt x="161497" y="97221"/>
                </a:cubicBezTo>
                <a:close/>
                <a:moveTo>
                  <a:pt x="262246" y="109784"/>
                </a:moveTo>
                <a:cubicBezTo>
                  <a:pt x="259804" y="109784"/>
                  <a:pt x="257565" y="108834"/>
                  <a:pt x="255529" y="106934"/>
                </a:cubicBezTo>
                <a:cubicBezTo>
                  <a:pt x="241823" y="94088"/>
                  <a:pt x="226760" y="85177"/>
                  <a:pt x="210340" y="80201"/>
                </a:cubicBezTo>
                <a:cubicBezTo>
                  <a:pt x="210837" y="93392"/>
                  <a:pt x="211086" y="100714"/>
                  <a:pt x="211086" y="102166"/>
                </a:cubicBezTo>
                <a:cubicBezTo>
                  <a:pt x="211086" y="104748"/>
                  <a:pt x="210182" y="106935"/>
                  <a:pt x="208372" y="108726"/>
                </a:cubicBezTo>
                <a:cubicBezTo>
                  <a:pt x="206563" y="110517"/>
                  <a:pt x="204301" y="111413"/>
                  <a:pt x="201587" y="111413"/>
                </a:cubicBezTo>
                <a:cubicBezTo>
                  <a:pt x="198873" y="111413"/>
                  <a:pt x="196611" y="110519"/>
                  <a:pt x="194802" y="108730"/>
                </a:cubicBezTo>
                <a:cubicBezTo>
                  <a:pt x="192992" y="106942"/>
                  <a:pt x="192088" y="104758"/>
                  <a:pt x="192088" y="102178"/>
                </a:cubicBezTo>
                <a:cubicBezTo>
                  <a:pt x="192088" y="98784"/>
                  <a:pt x="192133" y="93704"/>
                  <a:pt x="192223" y="86937"/>
                </a:cubicBezTo>
                <a:cubicBezTo>
                  <a:pt x="192314" y="80170"/>
                  <a:pt x="192359" y="75089"/>
                  <a:pt x="192359" y="71694"/>
                </a:cubicBezTo>
                <a:lnTo>
                  <a:pt x="192495" y="16904"/>
                </a:lnTo>
                <a:cubicBezTo>
                  <a:pt x="192495" y="13961"/>
                  <a:pt x="193377" y="11290"/>
                  <a:pt x="195141" y="8891"/>
                </a:cubicBezTo>
                <a:cubicBezTo>
                  <a:pt x="197448" y="5813"/>
                  <a:pt x="200637" y="4433"/>
                  <a:pt x="204708" y="4750"/>
                </a:cubicBezTo>
                <a:cubicBezTo>
                  <a:pt x="215700" y="5564"/>
                  <a:pt x="221332" y="5994"/>
                  <a:pt x="221603" y="6039"/>
                </a:cubicBezTo>
                <a:cubicBezTo>
                  <a:pt x="227936" y="6808"/>
                  <a:pt x="233319" y="8322"/>
                  <a:pt x="237752" y="10583"/>
                </a:cubicBezTo>
                <a:cubicBezTo>
                  <a:pt x="257067" y="20305"/>
                  <a:pt x="266725" y="32357"/>
                  <a:pt x="266725" y="46737"/>
                </a:cubicBezTo>
                <a:cubicBezTo>
                  <a:pt x="266725" y="52661"/>
                  <a:pt x="264700" y="57896"/>
                  <a:pt x="260652" y="62441"/>
                </a:cubicBezTo>
                <a:cubicBezTo>
                  <a:pt x="256603" y="66985"/>
                  <a:pt x="250531" y="70817"/>
                  <a:pt x="242434" y="73937"/>
                </a:cubicBezTo>
                <a:cubicBezTo>
                  <a:pt x="254421" y="80636"/>
                  <a:pt x="263445" y="87471"/>
                  <a:pt x="269507" y="94441"/>
                </a:cubicBezTo>
                <a:cubicBezTo>
                  <a:pt x="271090" y="96251"/>
                  <a:pt x="271881" y="98264"/>
                  <a:pt x="271881" y="100482"/>
                </a:cubicBezTo>
                <a:cubicBezTo>
                  <a:pt x="271881" y="103017"/>
                  <a:pt x="270931" y="105201"/>
                  <a:pt x="269032" y="107034"/>
                </a:cubicBezTo>
                <a:cubicBezTo>
                  <a:pt x="267132" y="108867"/>
                  <a:pt x="264870" y="109784"/>
                  <a:pt x="262246" y="109784"/>
                </a:cubicBezTo>
                <a:moveTo>
                  <a:pt x="218753" y="24427"/>
                </a:moveTo>
                <a:cubicBezTo>
                  <a:pt x="218392" y="24381"/>
                  <a:pt x="215745" y="24200"/>
                  <a:pt x="210815" y="23884"/>
                </a:cubicBezTo>
                <a:lnTo>
                  <a:pt x="210815" y="59845"/>
                </a:lnTo>
                <a:cubicBezTo>
                  <a:pt x="211946" y="59890"/>
                  <a:pt x="212941" y="59913"/>
                  <a:pt x="213800" y="59913"/>
                </a:cubicBezTo>
                <a:cubicBezTo>
                  <a:pt x="224883" y="59913"/>
                  <a:pt x="233093" y="58536"/>
                  <a:pt x="238430" y="55783"/>
                </a:cubicBezTo>
                <a:cubicBezTo>
                  <a:pt x="240737" y="54608"/>
                  <a:pt x="242852" y="53050"/>
                  <a:pt x="244775" y="51109"/>
                </a:cubicBezTo>
                <a:cubicBezTo>
                  <a:pt x="246697" y="49167"/>
                  <a:pt x="247658" y="47700"/>
                  <a:pt x="247658" y="46707"/>
                </a:cubicBezTo>
                <a:cubicBezTo>
                  <a:pt x="247658" y="41650"/>
                  <a:pt x="244447" y="36774"/>
                  <a:pt x="238023" y="32079"/>
                </a:cubicBezTo>
                <a:cubicBezTo>
                  <a:pt x="231917" y="27655"/>
                  <a:pt x="225493" y="25104"/>
                  <a:pt x="218753" y="24427"/>
                </a:cubicBezTo>
                <a:close/>
                <a:moveTo>
                  <a:pt x="350474" y="21984"/>
                </a:moveTo>
                <a:cubicBezTo>
                  <a:pt x="349570" y="21984"/>
                  <a:pt x="348620" y="21848"/>
                  <a:pt x="347625" y="21577"/>
                </a:cubicBezTo>
                <a:cubicBezTo>
                  <a:pt x="340297" y="19587"/>
                  <a:pt x="333172" y="18591"/>
                  <a:pt x="326251" y="18591"/>
                </a:cubicBezTo>
                <a:cubicBezTo>
                  <a:pt x="322859" y="18591"/>
                  <a:pt x="319217" y="18863"/>
                  <a:pt x="315327" y="19406"/>
                </a:cubicBezTo>
                <a:cubicBezTo>
                  <a:pt x="311437" y="19948"/>
                  <a:pt x="307298" y="20763"/>
                  <a:pt x="302910" y="21848"/>
                </a:cubicBezTo>
                <a:cubicBezTo>
                  <a:pt x="302910" y="27849"/>
                  <a:pt x="302707" y="36760"/>
                  <a:pt x="302300" y="48582"/>
                </a:cubicBezTo>
                <a:cubicBezTo>
                  <a:pt x="304833" y="48401"/>
                  <a:pt x="313676" y="47564"/>
                  <a:pt x="328830" y="46071"/>
                </a:cubicBezTo>
                <a:cubicBezTo>
                  <a:pt x="337469" y="45212"/>
                  <a:pt x="342943" y="44782"/>
                  <a:pt x="345250" y="44782"/>
                </a:cubicBezTo>
                <a:cubicBezTo>
                  <a:pt x="347919" y="44782"/>
                  <a:pt x="350203" y="45630"/>
                  <a:pt x="352103" y="47327"/>
                </a:cubicBezTo>
                <a:cubicBezTo>
                  <a:pt x="354003" y="49023"/>
                  <a:pt x="354953" y="51273"/>
                  <a:pt x="354953" y="54078"/>
                </a:cubicBezTo>
                <a:cubicBezTo>
                  <a:pt x="354953" y="59461"/>
                  <a:pt x="352080" y="62514"/>
                  <a:pt x="346335" y="63238"/>
                </a:cubicBezTo>
                <a:cubicBezTo>
                  <a:pt x="342717" y="63513"/>
                  <a:pt x="337311" y="63974"/>
                  <a:pt x="330119" y="64618"/>
                </a:cubicBezTo>
                <a:cubicBezTo>
                  <a:pt x="323696" y="65355"/>
                  <a:pt x="314015" y="66252"/>
                  <a:pt x="301078" y="67309"/>
                </a:cubicBezTo>
                <a:cubicBezTo>
                  <a:pt x="300762" y="73066"/>
                  <a:pt x="300603" y="77714"/>
                  <a:pt x="300603" y="81250"/>
                </a:cubicBezTo>
                <a:cubicBezTo>
                  <a:pt x="300603" y="90136"/>
                  <a:pt x="301124" y="95191"/>
                  <a:pt x="302164" y="96415"/>
                </a:cubicBezTo>
                <a:cubicBezTo>
                  <a:pt x="302662" y="97005"/>
                  <a:pt x="305511" y="97299"/>
                  <a:pt x="310713" y="97299"/>
                </a:cubicBezTo>
                <a:cubicBezTo>
                  <a:pt x="313518" y="97299"/>
                  <a:pt x="317747" y="97232"/>
                  <a:pt x="323402" y="97096"/>
                </a:cubicBezTo>
                <a:cubicBezTo>
                  <a:pt x="329056" y="96960"/>
                  <a:pt x="333285" y="96892"/>
                  <a:pt x="336090" y="96892"/>
                </a:cubicBezTo>
                <a:cubicBezTo>
                  <a:pt x="336995" y="96892"/>
                  <a:pt x="338329" y="96757"/>
                  <a:pt x="340093" y="96485"/>
                </a:cubicBezTo>
                <a:cubicBezTo>
                  <a:pt x="341857" y="96214"/>
                  <a:pt x="343169" y="96078"/>
                  <a:pt x="344028" y="96078"/>
                </a:cubicBezTo>
                <a:cubicBezTo>
                  <a:pt x="346652" y="96078"/>
                  <a:pt x="348891" y="96824"/>
                  <a:pt x="350746" y="98317"/>
                </a:cubicBezTo>
                <a:cubicBezTo>
                  <a:pt x="352872" y="99991"/>
                  <a:pt x="353935" y="102343"/>
                  <a:pt x="353935" y="105374"/>
                </a:cubicBezTo>
                <a:cubicBezTo>
                  <a:pt x="353935" y="110440"/>
                  <a:pt x="351289" y="113471"/>
                  <a:pt x="345996" y="114466"/>
                </a:cubicBezTo>
                <a:cubicBezTo>
                  <a:pt x="341473" y="115325"/>
                  <a:pt x="332087" y="115755"/>
                  <a:pt x="317838" y="115755"/>
                </a:cubicBezTo>
                <a:cubicBezTo>
                  <a:pt x="303091" y="115755"/>
                  <a:pt x="293479" y="113761"/>
                  <a:pt x="289001" y="109774"/>
                </a:cubicBezTo>
                <a:cubicBezTo>
                  <a:pt x="284070" y="105377"/>
                  <a:pt x="281605" y="95861"/>
                  <a:pt x="281605" y="81225"/>
                </a:cubicBezTo>
                <a:cubicBezTo>
                  <a:pt x="281605" y="75152"/>
                  <a:pt x="282046" y="66032"/>
                  <a:pt x="282928" y="53866"/>
                </a:cubicBezTo>
                <a:cubicBezTo>
                  <a:pt x="283810" y="41698"/>
                  <a:pt x="284251" y="32601"/>
                  <a:pt x="284251" y="26575"/>
                </a:cubicBezTo>
                <a:cubicBezTo>
                  <a:pt x="284251" y="24989"/>
                  <a:pt x="284025" y="22643"/>
                  <a:pt x="283573" y="19539"/>
                </a:cubicBezTo>
                <a:cubicBezTo>
                  <a:pt x="283120" y="16435"/>
                  <a:pt x="282894" y="14090"/>
                  <a:pt x="282894" y="12504"/>
                </a:cubicBezTo>
                <a:cubicBezTo>
                  <a:pt x="282894" y="5615"/>
                  <a:pt x="286060" y="2171"/>
                  <a:pt x="292393" y="2171"/>
                </a:cubicBezTo>
                <a:cubicBezTo>
                  <a:pt x="294384" y="2171"/>
                  <a:pt x="296216" y="2737"/>
                  <a:pt x="297889" y="3868"/>
                </a:cubicBezTo>
                <a:cubicBezTo>
                  <a:pt x="303137" y="2561"/>
                  <a:pt x="308124" y="1590"/>
                  <a:pt x="312851" y="954"/>
                </a:cubicBezTo>
                <a:cubicBezTo>
                  <a:pt x="317578" y="318"/>
                  <a:pt x="322045" y="0"/>
                  <a:pt x="326251" y="0"/>
                </a:cubicBezTo>
                <a:cubicBezTo>
                  <a:pt x="337650" y="0"/>
                  <a:pt x="346765" y="1312"/>
                  <a:pt x="353596" y="3935"/>
                </a:cubicBezTo>
                <a:cubicBezTo>
                  <a:pt x="357757" y="5524"/>
                  <a:pt x="359838" y="8407"/>
                  <a:pt x="359838" y="12584"/>
                </a:cubicBezTo>
                <a:cubicBezTo>
                  <a:pt x="359838" y="14946"/>
                  <a:pt x="359024" y="17035"/>
                  <a:pt x="357395" y="18850"/>
                </a:cubicBezTo>
                <a:cubicBezTo>
                  <a:pt x="355586" y="20939"/>
                  <a:pt x="353279" y="21984"/>
                  <a:pt x="350474" y="21984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Text CURE">
            <a:extLst xmlns:a="http://schemas.openxmlformats.org/drawingml/2006/main">
              <a:ext uri="{FF2B5EF4-FFF2-40B4-BE49-F238E27FC236}">
                <a16:creationId xmlns:a16="http://schemas.microsoft.com/office/drawing/2014/main" id="{04485DB1-DE04-44ED-81FF-BABC1838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00" y="2969515"/>
            <a:ext cx="359838" cy="115755"/>
          </a:xfrm>
          <a:custGeom xmlns:a="http://schemas.openxmlformats.org/drawingml/2006/main">
            <a:pathLst>
              <a:path w="359838" h="115755">
                <a:moveTo>
                  <a:pt x="71516" y="36776"/>
                </a:moveTo>
                <a:cubicBezTo>
                  <a:pt x="67445" y="36776"/>
                  <a:pt x="64437" y="34627"/>
                  <a:pt x="62491" y="30330"/>
                </a:cubicBezTo>
                <a:cubicBezTo>
                  <a:pt x="61587" y="28294"/>
                  <a:pt x="60682" y="27073"/>
                  <a:pt x="59777" y="26666"/>
                </a:cubicBezTo>
                <a:cubicBezTo>
                  <a:pt x="59099" y="26349"/>
                  <a:pt x="57312" y="26191"/>
                  <a:pt x="54417" y="26191"/>
                </a:cubicBezTo>
                <a:cubicBezTo>
                  <a:pt x="48718" y="26191"/>
                  <a:pt x="42136" y="30615"/>
                  <a:pt x="34672" y="39462"/>
                </a:cubicBezTo>
                <a:cubicBezTo>
                  <a:pt x="24223" y="51831"/>
                  <a:pt x="18998" y="63410"/>
                  <a:pt x="18998" y="74198"/>
                </a:cubicBezTo>
                <a:cubicBezTo>
                  <a:pt x="18998" y="79119"/>
                  <a:pt x="20650" y="83340"/>
                  <a:pt x="23952" y="86861"/>
                </a:cubicBezTo>
                <a:cubicBezTo>
                  <a:pt x="27254" y="90382"/>
                  <a:pt x="31212" y="92143"/>
                  <a:pt x="35826" y="92143"/>
                </a:cubicBezTo>
                <a:cubicBezTo>
                  <a:pt x="40304" y="92143"/>
                  <a:pt x="44850" y="90967"/>
                  <a:pt x="49464" y="88614"/>
                </a:cubicBezTo>
                <a:cubicBezTo>
                  <a:pt x="51092" y="87755"/>
                  <a:pt x="54530" y="85538"/>
                  <a:pt x="59777" y="81965"/>
                </a:cubicBezTo>
                <a:cubicBezTo>
                  <a:pt x="63306" y="79613"/>
                  <a:pt x="65975" y="78437"/>
                  <a:pt x="67784" y="78437"/>
                </a:cubicBezTo>
                <a:cubicBezTo>
                  <a:pt x="70498" y="78437"/>
                  <a:pt x="72805" y="79434"/>
                  <a:pt x="74705" y="81428"/>
                </a:cubicBezTo>
                <a:cubicBezTo>
                  <a:pt x="76469" y="83287"/>
                  <a:pt x="77351" y="85418"/>
                  <a:pt x="77351" y="87819"/>
                </a:cubicBezTo>
                <a:cubicBezTo>
                  <a:pt x="77351" y="90494"/>
                  <a:pt x="76175" y="92828"/>
                  <a:pt x="73823" y="94823"/>
                </a:cubicBezTo>
                <a:cubicBezTo>
                  <a:pt x="61383" y="105340"/>
                  <a:pt x="48718" y="110598"/>
                  <a:pt x="35826" y="110598"/>
                </a:cubicBezTo>
                <a:cubicBezTo>
                  <a:pt x="25648" y="110598"/>
                  <a:pt x="17053" y="106889"/>
                  <a:pt x="10042" y="99471"/>
                </a:cubicBezTo>
                <a:cubicBezTo>
                  <a:pt x="3347" y="92324"/>
                  <a:pt x="0" y="83910"/>
                  <a:pt x="0" y="74230"/>
                </a:cubicBezTo>
                <a:cubicBezTo>
                  <a:pt x="0" y="59076"/>
                  <a:pt x="6627" y="43606"/>
                  <a:pt x="19881" y="27819"/>
                </a:cubicBezTo>
                <a:cubicBezTo>
                  <a:pt x="31144" y="14430"/>
                  <a:pt x="42656" y="7735"/>
                  <a:pt x="54417" y="7735"/>
                </a:cubicBezTo>
                <a:cubicBezTo>
                  <a:pt x="56407" y="7735"/>
                  <a:pt x="58206" y="7803"/>
                  <a:pt x="59811" y="7939"/>
                </a:cubicBezTo>
                <a:cubicBezTo>
                  <a:pt x="61417" y="8074"/>
                  <a:pt x="62831" y="8278"/>
                  <a:pt x="64052" y="8549"/>
                </a:cubicBezTo>
                <a:cubicBezTo>
                  <a:pt x="66042" y="6559"/>
                  <a:pt x="68440" y="5564"/>
                  <a:pt x="71244" y="5564"/>
                </a:cubicBezTo>
                <a:cubicBezTo>
                  <a:pt x="75858" y="5564"/>
                  <a:pt x="78708" y="8221"/>
                  <a:pt x="79794" y="13536"/>
                </a:cubicBezTo>
                <a:cubicBezTo>
                  <a:pt x="80563" y="17353"/>
                  <a:pt x="80947" y="21806"/>
                  <a:pt x="80947" y="26895"/>
                </a:cubicBezTo>
                <a:cubicBezTo>
                  <a:pt x="80947" y="29166"/>
                  <a:pt x="80291" y="31233"/>
                  <a:pt x="78979" y="33095"/>
                </a:cubicBezTo>
                <a:cubicBezTo>
                  <a:pt x="77261" y="35549"/>
                  <a:pt x="74773" y="36776"/>
                  <a:pt x="71516" y="36776"/>
                </a:cubicBezTo>
                <a:close/>
                <a:moveTo>
                  <a:pt x="161497" y="97221"/>
                </a:moveTo>
                <a:cubicBezTo>
                  <a:pt x="158194" y="101702"/>
                  <a:pt x="154214" y="105436"/>
                  <a:pt x="149555" y="108423"/>
                </a:cubicBezTo>
                <a:cubicBezTo>
                  <a:pt x="143855" y="112044"/>
                  <a:pt x="137997" y="113855"/>
                  <a:pt x="131981" y="113855"/>
                </a:cubicBezTo>
                <a:cubicBezTo>
                  <a:pt x="120446" y="113855"/>
                  <a:pt x="111874" y="111676"/>
                  <a:pt x="106265" y="107318"/>
                </a:cubicBezTo>
                <a:cubicBezTo>
                  <a:pt x="94414" y="98114"/>
                  <a:pt x="88488" y="82130"/>
                  <a:pt x="88488" y="59364"/>
                </a:cubicBezTo>
                <a:cubicBezTo>
                  <a:pt x="88488" y="57184"/>
                  <a:pt x="88601" y="53938"/>
                  <a:pt x="88827" y="49625"/>
                </a:cubicBezTo>
                <a:cubicBezTo>
                  <a:pt x="89054" y="45312"/>
                  <a:pt x="89167" y="42067"/>
                  <a:pt x="89167" y="39888"/>
                </a:cubicBezTo>
                <a:cubicBezTo>
                  <a:pt x="89167" y="38154"/>
                  <a:pt x="89212" y="35564"/>
                  <a:pt x="89302" y="32117"/>
                </a:cubicBezTo>
                <a:cubicBezTo>
                  <a:pt x="89393" y="28671"/>
                  <a:pt x="89438" y="26081"/>
                  <a:pt x="89438" y="24348"/>
                </a:cubicBezTo>
                <a:cubicBezTo>
                  <a:pt x="89438" y="20790"/>
                  <a:pt x="90094" y="17433"/>
                  <a:pt x="91406" y="14276"/>
                </a:cubicBezTo>
                <a:cubicBezTo>
                  <a:pt x="93170" y="10096"/>
                  <a:pt x="95635" y="8007"/>
                  <a:pt x="98802" y="8007"/>
                </a:cubicBezTo>
                <a:cubicBezTo>
                  <a:pt x="101289" y="8007"/>
                  <a:pt x="103483" y="8804"/>
                  <a:pt x="105383" y="10398"/>
                </a:cubicBezTo>
                <a:cubicBezTo>
                  <a:pt x="107464" y="12082"/>
                  <a:pt x="108504" y="14253"/>
                  <a:pt x="108504" y="16912"/>
                </a:cubicBezTo>
                <a:cubicBezTo>
                  <a:pt x="108504" y="19437"/>
                  <a:pt x="108470" y="23258"/>
                  <a:pt x="108403" y="28377"/>
                </a:cubicBezTo>
                <a:cubicBezTo>
                  <a:pt x="108335" y="33494"/>
                  <a:pt x="108301" y="37338"/>
                  <a:pt x="108301" y="39907"/>
                </a:cubicBezTo>
                <a:cubicBezTo>
                  <a:pt x="108301" y="42033"/>
                  <a:pt x="108188" y="45246"/>
                  <a:pt x="107962" y="49545"/>
                </a:cubicBezTo>
                <a:cubicBezTo>
                  <a:pt x="107735" y="53842"/>
                  <a:pt x="107622" y="57053"/>
                  <a:pt x="107622" y="59179"/>
                </a:cubicBezTo>
                <a:cubicBezTo>
                  <a:pt x="107622" y="66047"/>
                  <a:pt x="108437" y="72427"/>
                  <a:pt x="110065" y="78320"/>
                </a:cubicBezTo>
                <a:cubicBezTo>
                  <a:pt x="111965" y="85364"/>
                  <a:pt x="114747" y="90282"/>
                  <a:pt x="118411" y="93074"/>
                </a:cubicBezTo>
                <a:cubicBezTo>
                  <a:pt x="120311" y="94535"/>
                  <a:pt x="124834" y="95311"/>
                  <a:pt x="131981" y="95400"/>
                </a:cubicBezTo>
                <a:cubicBezTo>
                  <a:pt x="143923" y="95581"/>
                  <a:pt x="151975" y="85395"/>
                  <a:pt x="156136" y="64843"/>
                </a:cubicBezTo>
                <a:cubicBezTo>
                  <a:pt x="158308" y="54204"/>
                  <a:pt x="159393" y="39265"/>
                  <a:pt x="159393" y="20025"/>
                </a:cubicBezTo>
                <a:cubicBezTo>
                  <a:pt x="159393" y="17490"/>
                  <a:pt x="160140" y="15046"/>
                  <a:pt x="161632" y="12693"/>
                </a:cubicBezTo>
                <a:cubicBezTo>
                  <a:pt x="163668" y="9569"/>
                  <a:pt x="166563" y="8007"/>
                  <a:pt x="170317" y="8007"/>
                </a:cubicBezTo>
                <a:cubicBezTo>
                  <a:pt x="173393" y="8007"/>
                  <a:pt x="175700" y="9138"/>
                  <a:pt x="177238" y="11401"/>
                </a:cubicBezTo>
                <a:cubicBezTo>
                  <a:pt x="178414" y="13076"/>
                  <a:pt x="179002" y="14932"/>
                  <a:pt x="179002" y="16969"/>
                </a:cubicBezTo>
                <a:cubicBezTo>
                  <a:pt x="179002" y="34848"/>
                  <a:pt x="178166" y="48789"/>
                  <a:pt x="176492" y="58791"/>
                </a:cubicBezTo>
                <a:cubicBezTo>
                  <a:pt x="173959" y="74226"/>
                  <a:pt x="168960" y="87036"/>
                  <a:pt x="161497" y="97221"/>
                </a:cubicBezTo>
                <a:close/>
                <a:moveTo>
                  <a:pt x="262246" y="109784"/>
                </a:moveTo>
                <a:cubicBezTo>
                  <a:pt x="259804" y="109784"/>
                  <a:pt x="257565" y="108834"/>
                  <a:pt x="255529" y="106934"/>
                </a:cubicBezTo>
                <a:cubicBezTo>
                  <a:pt x="241823" y="94088"/>
                  <a:pt x="226760" y="85177"/>
                  <a:pt x="210340" y="80201"/>
                </a:cubicBezTo>
                <a:cubicBezTo>
                  <a:pt x="210837" y="93392"/>
                  <a:pt x="211086" y="100714"/>
                  <a:pt x="211086" y="102166"/>
                </a:cubicBezTo>
                <a:cubicBezTo>
                  <a:pt x="211086" y="104748"/>
                  <a:pt x="210182" y="106935"/>
                  <a:pt x="208372" y="108726"/>
                </a:cubicBezTo>
                <a:cubicBezTo>
                  <a:pt x="206563" y="110517"/>
                  <a:pt x="204301" y="111413"/>
                  <a:pt x="201587" y="111413"/>
                </a:cubicBezTo>
                <a:cubicBezTo>
                  <a:pt x="198873" y="111413"/>
                  <a:pt x="196611" y="110519"/>
                  <a:pt x="194802" y="108730"/>
                </a:cubicBezTo>
                <a:cubicBezTo>
                  <a:pt x="192992" y="106942"/>
                  <a:pt x="192088" y="104758"/>
                  <a:pt x="192088" y="102178"/>
                </a:cubicBezTo>
                <a:cubicBezTo>
                  <a:pt x="192088" y="98784"/>
                  <a:pt x="192133" y="93704"/>
                  <a:pt x="192223" y="86937"/>
                </a:cubicBezTo>
                <a:cubicBezTo>
                  <a:pt x="192314" y="80170"/>
                  <a:pt x="192359" y="75089"/>
                  <a:pt x="192359" y="71694"/>
                </a:cubicBezTo>
                <a:lnTo>
                  <a:pt x="192495" y="16904"/>
                </a:lnTo>
                <a:cubicBezTo>
                  <a:pt x="192495" y="13961"/>
                  <a:pt x="193377" y="11290"/>
                  <a:pt x="195141" y="8891"/>
                </a:cubicBezTo>
                <a:cubicBezTo>
                  <a:pt x="197448" y="5813"/>
                  <a:pt x="200637" y="4433"/>
                  <a:pt x="204708" y="4750"/>
                </a:cubicBezTo>
                <a:cubicBezTo>
                  <a:pt x="215700" y="5564"/>
                  <a:pt x="221332" y="5994"/>
                  <a:pt x="221603" y="6039"/>
                </a:cubicBezTo>
                <a:cubicBezTo>
                  <a:pt x="227936" y="6808"/>
                  <a:pt x="233319" y="8322"/>
                  <a:pt x="237752" y="10583"/>
                </a:cubicBezTo>
                <a:cubicBezTo>
                  <a:pt x="257067" y="20305"/>
                  <a:pt x="266725" y="32357"/>
                  <a:pt x="266725" y="46737"/>
                </a:cubicBezTo>
                <a:cubicBezTo>
                  <a:pt x="266725" y="52661"/>
                  <a:pt x="264700" y="57896"/>
                  <a:pt x="260652" y="62441"/>
                </a:cubicBezTo>
                <a:cubicBezTo>
                  <a:pt x="256603" y="66985"/>
                  <a:pt x="250531" y="70817"/>
                  <a:pt x="242434" y="73937"/>
                </a:cubicBezTo>
                <a:cubicBezTo>
                  <a:pt x="254421" y="80636"/>
                  <a:pt x="263445" y="87471"/>
                  <a:pt x="269507" y="94441"/>
                </a:cubicBezTo>
                <a:cubicBezTo>
                  <a:pt x="271090" y="96251"/>
                  <a:pt x="271881" y="98264"/>
                  <a:pt x="271881" y="100482"/>
                </a:cubicBezTo>
                <a:cubicBezTo>
                  <a:pt x="271881" y="103017"/>
                  <a:pt x="270931" y="105201"/>
                  <a:pt x="269032" y="107034"/>
                </a:cubicBezTo>
                <a:cubicBezTo>
                  <a:pt x="267132" y="108867"/>
                  <a:pt x="264870" y="109784"/>
                  <a:pt x="262246" y="109784"/>
                </a:cubicBezTo>
                <a:moveTo>
                  <a:pt x="218753" y="24427"/>
                </a:moveTo>
                <a:cubicBezTo>
                  <a:pt x="218392" y="24381"/>
                  <a:pt x="215745" y="24200"/>
                  <a:pt x="210815" y="23884"/>
                </a:cubicBezTo>
                <a:lnTo>
                  <a:pt x="210815" y="59845"/>
                </a:lnTo>
                <a:cubicBezTo>
                  <a:pt x="211946" y="59890"/>
                  <a:pt x="212941" y="59913"/>
                  <a:pt x="213800" y="59913"/>
                </a:cubicBezTo>
                <a:cubicBezTo>
                  <a:pt x="224883" y="59913"/>
                  <a:pt x="233093" y="58536"/>
                  <a:pt x="238430" y="55783"/>
                </a:cubicBezTo>
                <a:cubicBezTo>
                  <a:pt x="240737" y="54608"/>
                  <a:pt x="242852" y="53050"/>
                  <a:pt x="244775" y="51109"/>
                </a:cubicBezTo>
                <a:cubicBezTo>
                  <a:pt x="246697" y="49167"/>
                  <a:pt x="247658" y="47700"/>
                  <a:pt x="247658" y="46707"/>
                </a:cubicBezTo>
                <a:cubicBezTo>
                  <a:pt x="247658" y="41650"/>
                  <a:pt x="244447" y="36774"/>
                  <a:pt x="238023" y="32079"/>
                </a:cubicBezTo>
                <a:cubicBezTo>
                  <a:pt x="231917" y="27655"/>
                  <a:pt x="225493" y="25104"/>
                  <a:pt x="218753" y="24427"/>
                </a:cubicBezTo>
                <a:close/>
                <a:moveTo>
                  <a:pt x="350474" y="21984"/>
                </a:moveTo>
                <a:cubicBezTo>
                  <a:pt x="349570" y="21984"/>
                  <a:pt x="348620" y="21848"/>
                  <a:pt x="347625" y="21577"/>
                </a:cubicBezTo>
                <a:cubicBezTo>
                  <a:pt x="340297" y="19587"/>
                  <a:pt x="333172" y="18591"/>
                  <a:pt x="326251" y="18591"/>
                </a:cubicBezTo>
                <a:cubicBezTo>
                  <a:pt x="322859" y="18591"/>
                  <a:pt x="319217" y="18863"/>
                  <a:pt x="315327" y="19406"/>
                </a:cubicBezTo>
                <a:cubicBezTo>
                  <a:pt x="311437" y="19948"/>
                  <a:pt x="307298" y="20763"/>
                  <a:pt x="302910" y="21848"/>
                </a:cubicBezTo>
                <a:cubicBezTo>
                  <a:pt x="302910" y="27849"/>
                  <a:pt x="302707" y="36760"/>
                  <a:pt x="302300" y="48582"/>
                </a:cubicBezTo>
                <a:cubicBezTo>
                  <a:pt x="304833" y="48401"/>
                  <a:pt x="313676" y="47564"/>
                  <a:pt x="328830" y="46071"/>
                </a:cubicBezTo>
                <a:cubicBezTo>
                  <a:pt x="337469" y="45212"/>
                  <a:pt x="342943" y="44782"/>
                  <a:pt x="345250" y="44782"/>
                </a:cubicBezTo>
                <a:cubicBezTo>
                  <a:pt x="347919" y="44782"/>
                  <a:pt x="350203" y="45630"/>
                  <a:pt x="352103" y="47327"/>
                </a:cubicBezTo>
                <a:cubicBezTo>
                  <a:pt x="354003" y="49023"/>
                  <a:pt x="354953" y="51273"/>
                  <a:pt x="354953" y="54078"/>
                </a:cubicBezTo>
                <a:cubicBezTo>
                  <a:pt x="354953" y="59461"/>
                  <a:pt x="352080" y="62514"/>
                  <a:pt x="346335" y="63238"/>
                </a:cubicBezTo>
                <a:cubicBezTo>
                  <a:pt x="342717" y="63513"/>
                  <a:pt x="337311" y="63974"/>
                  <a:pt x="330119" y="64618"/>
                </a:cubicBezTo>
                <a:cubicBezTo>
                  <a:pt x="323696" y="65355"/>
                  <a:pt x="314015" y="66252"/>
                  <a:pt x="301078" y="67309"/>
                </a:cubicBezTo>
                <a:cubicBezTo>
                  <a:pt x="300762" y="73066"/>
                  <a:pt x="300603" y="77714"/>
                  <a:pt x="300603" y="81250"/>
                </a:cubicBezTo>
                <a:cubicBezTo>
                  <a:pt x="300603" y="90136"/>
                  <a:pt x="301124" y="95191"/>
                  <a:pt x="302164" y="96415"/>
                </a:cubicBezTo>
                <a:cubicBezTo>
                  <a:pt x="302662" y="97005"/>
                  <a:pt x="305511" y="97299"/>
                  <a:pt x="310713" y="97299"/>
                </a:cubicBezTo>
                <a:cubicBezTo>
                  <a:pt x="313518" y="97299"/>
                  <a:pt x="317747" y="97232"/>
                  <a:pt x="323402" y="97096"/>
                </a:cubicBezTo>
                <a:cubicBezTo>
                  <a:pt x="329056" y="96960"/>
                  <a:pt x="333285" y="96892"/>
                  <a:pt x="336090" y="96892"/>
                </a:cubicBezTo>
                <a:cubicBezTo>
                  <a:pt x="336995" y="96892"/>
                  <a:pt x="338329" y="96757"/>
                  <a:pt x="340093" y="96485"/>
                </a:cubicBezTo>
                <a:cubicBezTo>
                  <a:pt x="341857" y="96214"/>
                  <a:pt x="343169" y="96078"/>
                  <a:pt x="344028" y="96078"/>
                </a:cubicBezTo>
                <a:cubicBezTo>
                  <a:pt x="346652" y="96078"/>
                  <a:pt x="348891" y="96824"/>
                  <a:pt x="350746" y="98317"/>
                </a:cubicBezTo>
                <a:cubicBezTo>
                  <a:pt x="352872" y="99991"/>
                  <a:pt x="353935" y="102343"/>
                  <a:pt x="353935" y="105374"/>
                </a:cubicBezTo>
                <a:cubicBezTo>
                  <a:pt x="353935" y="110440"/>
                  <a:pt x="351289" y="113471"/>
                  <a:pt x="345996" y="114466"/>
                </a:cubicBezTo>
                <a:cubicBezTo>
                  <a:pt x="341473" y="115325"/>
                  <a:pt x="332087" y="115755"/>
                  <a:pt x="317838" y="115755"/>
                </a:cubicBezTo>
                <a:cubicBezTo>
                  <a:pt x="303091" y="115755"/>
                  <a:pt x="293479" y="113761"/>
                  <a:pt x="289001" y="109774"/>
                </a:cubicBezTo>
                <a:cubicBezTo>
                  <a:pt x="284070" y="105377"/>
                  <a:pt x="281605" y="95861"/>
                  <a:pt x="281605" y="81225"/>
                </a:cubicBezTo>
                <a:cubicBezTo>
                  <a:pt x="281605" y="75152"/>
                  <a:pt x="282046" y="66032"/>
                  <a:pt x="282928" y="53866"/>
                </a:cubicBezTo>
                <a:cubicBezTo>
                  <a:pt x="283810" y="41698"/>
                  <a:pt x="284251" y="32601"/>
                  <a:pt x="284251" y="26575"/>
                </a:cubicBezTo>
                <a:cubicBezTo>
                  <a:pt x="284251" y="24989"/>
                  <a:pt x="284025" y="22643"/>
                  <a:pt x="283573" y="19539"/>
                </a:cubicBezTo>
                <a:cubicBezTo>
                  <a:pt x="283120" y="16435"/>
                  <a:pt x="282894" y="14090"/>
                  <a:pt x="282894" y="12504"/>
                </a:cubicBezTo>
                <a:cubicBezTo>
                  <a:pt x="282894" y="5615"/>
                  <a:pt x="286060" y="2171"/>
                  <a:pt x="292393" y="2171"/>
                </a:cubicBezTo>
                <a:cubicBezTo>
                  <a:pt x="294384" y="2171"/>
                  <a:pt x="296216" y="2737"/>
                  <a:pt x="297889" y="3868"/>
                </a:cubicBezTo>
                <a:cubicBezTo>
                  <a:pt x="303137" y="2561"/>
                  <a:pt x="308124" y="1590"/>
                  <a:pt x="312851" y="954"/>
                </a:cubicBezTo>
                <a:cubicBezTo>
                  <a:pt x="317578" y="318"/>
                  <a:pt x="322045" y="0"/>
                  <a:pt x="326251" y="0"/>
                </a:cubicBezTo>
                <a:cubicBezTo>
                  <a:pt x="337650" y="0"/>
                  <a:pt x="346765" y="1312"/>
                  <a:pt x="353596" y="3935"/>
                </a:cubicBezTo>
                <a:cubicBezTo>
                  <a:pt x="357757" y="5524"/>
                  <a:pt x="359838" y="8407"/>
                  <a:pt x="359838" y="12584"/>
                </a:cubicBezTo>
                <a:cubicBezTo>
                  <a:pt x="359838" y="14946"/>
                  <a:pt x="359024" y="17035"/>
                  <a:pt x="357395" y="18850"/>
                </a:cubicBezTo>
                <a:cubicBezTo>
                  <a:pt x="355586" y="20939"/>
                  <a:pt x="353279" y="21984"/>
                  <a:pt x="350474" y="21984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797448-6348-4AEB-9AD9-826F601E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69" y="5268333"/>
            <a:ext cx="394536" cy="243425"/>
          </a:xfrm>
          <a:custGeom xmlns:a="http://schemas.openxmlformats.org/drawingml/2006/main">
            <a:pathLst>
              <a:path w="394536" h="243425">
                <a:moveTo>
                  <a:pt x="140" y="40641"/>
                </a:moveTo>
                <a:cubicBezTo>
                  <a:pt x="0" y="18128"/>
                  <a:pt x="18128" y="0"/>
                  <a:pt x="40361" y="419"/>
                </a:cubicBezTo>
                <a:lnTo>
                  <a:pt x="353756" y="419"/>
                </a:lnTo>
                <a:cubicBezTo>
                  <a:pt x="376408" y="0"/>
                  <a:pt x="394536" y="18128"/>
                  <a:pt x="393977" y="40641"/>
                </a:cubicBezTo>
                <a:lnTo>
                  <a:pt x="393977" y="203203"/>
                </a:lnTo>
                <a:cubicBezTo>
                  <a:pt x="394536" y="224878"/>
                  <a:pt x="376408" y="243006"/>
                  <a:pt x="353756" y="243425"/>
                </a:cubicBezTo>
                <a:lnTo>
                  <a:pt x="40361" y="243425"/>
                </a:lnTo>
                <a:cubicBezTo>
                  <a:pt x="18128" y="243006"/>
                  <a:pt x="0" y="224878"/>
                  <a:pt x="140" y="203203"/>
                </a:cubicBezTo>
                <a:lnTo>
                  <a:pt x="140" y="40641"/>
                </a:lnTo>
              </a:path>
            </a:pathLst>
          </a:custGeom>
          <a:solidFill xmlns:a="http://schemas.openxmlformats.org/drawingml/2006/main">
            <a:srgbClr val="CF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0741B1-D43A-4DDE-82AE-B4DE4820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94" y="5257859"/>
            <a:ext cx="415485" cy="263955"/>
          </a:xfrm>
          <a:custGeom xmlns:a="http://schemas.openxmlformats.org/drawingml/2006/main">
            <a:pathLst>
              <a:path w="415485" h="263955">
                <a:moveTo>
                  <a:pt x="3994" y="232825"/>
                </a:moveTo>
                <a:lnTo>
                  <a:pt x="6145" y="237294"/>
                </a:lnTo>
                <a:lnTo>
                  <a:pt x="8701" y="241498"/>
                </a:lnTo>
                <a:lnTo>
                  <a:pt x="11634" y="245422"/>
                </a:lnTo>
                <a:lnTo>
                  <a:pt x="14916" y="249039"/>
                </a:lnTo>
                <a:lnTo>
                  <a:pt x="18533" y="252321"/>
                </a:lnTo>
                <a:lnTo>
                  <a:pt x="22457" y="255254"/>
                </a:lnTo>
                <a:lnTo>
                  <a:pt x="26661" y="257810"/>
                </a:lnTo>
                <a:lnTo>
                  <a:pt x="31130" y="259961"/>
                </a:lnTo>
                <a:lnTo>
                  <a:pt x="35822" y="261679"/>
                </a:lnTo>
                <a:lnTo>
                  <a:pt x="40711" y="262935"/>
                </a:lnTo>
                <a:lnTo>
                  <a:pt x="45780" y="263704"/>
                </a:lnTo>
                <a:lnTo>
                  <a:pt x="50710" y="263955"/>
                </a:lnTo>
                <a:lnTo>
                  <a:pt x="364775" y="263955"/>
                </a:lnTo>
                <a:lnTo>
                  <a:pt x="369705" y="263704"/>
                </a:lnTo>
                <a:lnTo>
                  <a:pt x="374774" y="262935"/>
                </a:lnTo>
                <a:lnTo>
                  <a:pt x="379662" y="261679"/>
                </a:lnTo>
                <a:lnTo>
                  <a:pt x="384355" y="259961"/>
                </a:lnTo>
                <a:lnTo>
                  <a:pt x="388824" y="257810"/>
                </a:lnTo>
                <a:lnTo>
                  <a:pt x="393028" y="255254"/>
                </a:lnTo>
                <a:lnTo>
                  <a:pt x="396952" y="252321"/>
                </a:lnTo>
                <a:lnTo>
                  <a:pt x="400569" y="249039"/>
                </a:lnTo>
                <a:lnTo>
                  <a:pt x="403851" y="245422"/>
                </a:lnTo>
                <a:lnTo>
                  <a:pt x="406784" y="241498"/>
                </a:lnTo>
                <a:lnTo>
                  <a:pt x="409340" y="237294"/>
                </a:lnTo>
                <a:lnTo>
                  <a:pt x="411490" y="232825"/>
                </a:lnTo>
                <a:lnTo>
                  <a:pt x="413208" y="228133"/>
                </a:lnTo>
                <a:lnTo>
                  <a:pt x="414465" y="223244"/>
                </a:lnTo>
                <a:lnTo>
                  <a:pt x="415233" y="218175"/>
                </a:lnTo>
                <a:lnTo>
                  <a:pt x="415485" y="213245"/>
                </a:lnTo>
                <a:lnTo>
                  <a:pt x="415485" y="50710"/>
                </a:lnTo>
                <a:lnTo>
                  <a:pt x="415233" y="45780"/>
                </a:lnTo>
                <a:lnTo>
                  <a:pt x="414465" y="40711"/>
                </a:lnTo>
                <a:lnTo>
                  <a:pt x="413208" y="35822"/>
                </a:lnTo>
                <a:lnTo>
                  <a:pt x="411490" y="31130"/>
                </a:lnTo>
                <a:lnTo>
                  <a:pt x="409340" y="26661"/>
                </a:lnTo>
                <a:lnTo>
                  <a:pt x="406784" y="22457"/>
                </a:lnTo>
                <a:lnTo>
                  <a:pt x="403851" y="18533"/>
                </a:lnTo>
                <a:lnTo>
                  <a:pt x="400569" y="14916"/>
                </a:lnTo>
                <a:lnTo>
                  <a:pt x="396952" y="11634"/>
                </a:lnTo>
                <a:lnTo>
                  <a:pt x="393028" y="8701"/>
                </a:lnTo>
                <a:lnTo>
                  <a:pt x="388824" y="6145"/>
                </a:lnTo>
                <a:lnTo>
                  <a:pt x="384355" y="3994"/>
                </a:lnTo>
                <a:lnTo>
                  <a:pt x="379662" y="2276"/>
                </a:lnTo>
                <a:lnTo>
                  <a:pt x="374774" y="1020"/>
                </a:lnTo>
                <a:lnTo>
                  <a:pt x="369705" y="251"/>
                </a:lnTo>
                <a:lnTo>
                  <a:pt x="364775" y="0"/>
                </a:lnTo>
                <a:lnTo>
                  <a:pt x="50710" y="0"/>
                </a:lnTo>
                <a:lnTo>
                  <a:pt x="45780" y="251"/>
                </a:lnTo>
                <a:lnTo>
                  <a:pt x="40711" y="1020"/>
                </a:lnTo>
                <a:lnTo>
                  <a:pt x="35822" y="2276"/>
                </a:lnTo>
                <a:lnTo>
                  <a:pt x="31130" y="3994"/>
                </a:lnTo>
                <a:lnTo>
                  <a:pt x="26661" y="6145"/>
                </a:lnTo>
                <a:lnTo>
                  <a:pt x="22457" y="8701"/>
                </a:lnTo>
                <a:lnTo>
                  <a:pt x="18533" y="11634"/>
                </a:lnTo>
                <a:lnTo>
                  <a:pt x="14916" y="14916"/>
                </a:lnTo>
                <a:lnTo>
                  <a:pt x="11634" y="18533"/>
                </a:lnTo>
                <a:lnTo>
                  <a:pt x="8701" y="22457"/>
                </a:lnTo>
                <a:lnTo>
                  <a:pt x="6145" y="26661"/>
                </a:lnTo>
                <a:lnTo>
                  <a:pt x="3994" y="31130"/>
                </a:lnTo>
                <a:lnTo>
                  <a:pt x="2276" y="35822"/>
                </a:lnTo>
                <a:lnTo>
                  <a:pt x="1020" y="40711"/>
                </a:lnTo>
                <a:lnTo>
                  <a:pt x="251" y="45780"/>
                </a:lnTo>
                <a:lnTo>
                  <a:pt x="0" y="50710"/>
                </a:lnTo>
                <a:lnTo>
                  <a:pt x="0" y="213245"/>
                </a:lnTo>
                <a:lnTo>
                  <a:pt x="251" y="218175"/>
                </a:lnTo>
                <a:lnTo>
                  <a:pt x="1020" y="223244"/>
                </a:lnTo>
                <a:lnTo>
                  <a:pt x="2276" y="228133"/>
                </a:lnTo>
                <a:lnTo>
                  <a:pt x="3994" y="232825"/>
                </a:lnTo>
                <a:close/>
                <a:moveTo>
                  <a:pt x="21569" y="44911"/>
                </a:moveTo>
                <a:lnTo>
                  <a:pt x="22310" y="42049"/>
                </a:lnTo>
                <a:lnTo>
                  <a:pt x="23285" y="39374"/>
                </a:lnTo>
                <a:lnTo>
                  <a:pt x="24600" y="36637"/>
                </a:lnTo>
                <a:lnTo>
                  <a:pt x="26051" y="34245"/>
                </a:lnTo>
                <a:lnTo>
                  <a:pt x="27803" y="31895"/>
                </a:lnTo>
                <a:lnTo>
                  <a:pt x="29750" y="29750"/>
                </a:lnTo>
                <a:lnTo>
                  <a:pt x="31895" y="27803"/>
                </a:lnTo>
                <a:lnTo>
                  <a:pt x="34245" y="26051"/>
                </a:lnTo>
                <a:lnTo>
                  <a:pt x="36637" y="24600"/>
                </a:lnTo>
                <a:lnTo>
                  <a:pt x="39374" y="23285"/>
                </a:lnTo>
                <a:lnTo>
                  <a:pt x="42049" y="22310"/>
                </a:lnTo>
                <a:lnTo>
                  <a:pt x="44911" y="21569"/>
                </a:lnTo>
                <a:lnTo>
                  <a:pt x="47851" y="21119"/>
                </a:lnTo>
                <a:lnTo>
                  <a:pt x="51230" y="20949"/>
                </a:lnTo>
                <a:lnTo>
                  <a:pt x="364255" y="20949"/>
                </a:lnTo>
                <a:lnTo>
                  <a:pt x="367633" y="21119"/>
                </a:lnTo>
                <a:lnTo>
                  <a:pt x="370574" y="21569"/>
                </a:lnTo>
                <a:lnTo>
                  <a:pt x="373436" y="22310"/>
                </a:lnTo>
                <a:lnTo>
                  <a:pt x="376111" y="23285"/>
                </a:lnTo>
                <a:lnTo>
                  <a:pt x="378848" y="24600"/>
                </a:lnTo>
                <a:lnTo>
                  <a:pt x="381231" y="26046"/>
                </a:lnTo>
                <a:lnTo>
                  <a:pt x="383646" y="27855"/>
                </a:lnTo>
                <a:lnTo>
                  <a:pt x="385734" y="29750"/>
                </a:lnTo>
                <a:lnTo>
                  <a:pt x="387682" y="31895"/>
                </a:lnTo>
                <a:lnTo>
                  <a:pt x="389434" y="34245"/>
                </a:lnTo>
                <a:lnTo>
                  <a:pt x="390884" y="36637"/>
                </a:lnTo>
                <a:lnTo>
                  <a:pt x="392199" y="39374"/>
                </a:lnTo>
                <a:lnTo>
                  <a:pt x="393175" y="42049"/>
                </a:lnTo>
                <a:lnTo>
                  <a:pt x="393916" y="44911"/>
                </a:lnTo>
                <a:lnTo>
                  <a:pt x="394365" y="47851"/>
                </a:lnTo>
                <a:lnTo>
                  <a:pt x="394536" y="51230"/>
                </a:lnTo>
                <a:lnTo>
                  <a:pt x="394536" y="212725"/>
                </a:lnTo>
                <a:lnTo>
                  <a:pt x="394365" y="216104"/>
                </a:lnTo>
                <a:lnTo>
                  <a:pt x="393916" y="219044"/>
                </a:lnTo>
                <a:lnTo>
                  <a:pt x="393175" y="221906"/>
                </a:lnTo>
                <a:lnTo>
                  <a:pt x="392199" y="224581"/>
                </a:lnTo>
                <a:lnTo>
                  <a:pt x="390884" y="227318"/>
                </a:lnTo>
                <a:lnTo>
                  <a:pt x="389439" y="229701"/>
                </a:lnTo>
                <a:lnTo>
                  <a:pt x="387630" y="232117"/>
                </a:lnTo>
                <a:lnTo>
                  <a:pt x="385734" y="234205"/>
                </a:lnTo>
                <a:lnTo>
                  <a:pt x="383646" y="236100"/>
                </a:lnTo>
                <a:lnTo>
                  <a:pt x="381231" y="237909"/>
                </a:lnTo>
                <a:lnTo>
                  <a:pt x="378848" y="239355"/>
                </a:lnTo>
                <a:lnTo>
                  <a:pt x="376111" y="240670"/>
                </a:lnTo>
                <a:lnTo>
                  <a:pt x="373436" y="241645"/>
                </a:lnTo>
                <a:lnTo>
                  <a:pt x="370574" y="242386"/>
                </a:lnTo>
                <a:lnTo>
                  <a:pt x="367633" y="242836"/>
                </a:lnTo>
                <a:lnTo>
                  <a:pt x="364255" y="243006"/>
                </a:lnTo>
                <a:lnTo>
                  <a:pt x="51230" y="243006"/>
                </a:lnTo>
                <a:lnTo>
                  <a:pt x="47851" y="242836"/>
                </a:lnTo>
                <a:lnTo>
                  <a:pt x="44911" y="242386"/>
                </a:lnTo>
                <a:lnTo>
                  <a:pt x="42049" y="241645"/>
                </a:lnTo>
                <a:lnTo>
                  <a:pt x="39374" y="240670"/>
                </a:lnTo>
                <a:lnTo>
                  <a:pt x="36637" y="239355"/>
                </a:lnTo>
                <a:lnTo>
                  <a:pt x="34245" y="237904"/>
                </a:lnTo>
                <a:lnTo>
                  <a:pt x="31895" y="236152"/>
                </a:lnTo>
                <a:lnTo>
                  <a:pt x="29750" y="234205"/>
                </a:lnTo>
                <a:lnTo>
                  <a:pt x="27855" y="232117"/>
                </a:lnTo>
                <a:lnTo>
                  <a:pt x="26046" y="229701"/>
                </a:lnTo>
                <a:lnTo>
                  <a:pt x="24600" y="227318"/>
                </a:lnTo>
                <a:lnTo>
                  <a:pt x="23285" y="224581"/>
                </a:lnTo>
                <a:lnTo>
                  <a:pt x="22310" y="221906"/>
                </a:lnTo>
                <a:lnTo>
                  <a:pt x="21569" y="219044"/>
                </a:lnTo>
                <a:lnTo>
                  <a:pt x="21119" y="216104"/>
                </a:lnTo>
                <a:lnTo>
                  <a:pt x="20949" y="212725"/>
                </a:lnTo>
                <a:lnTo>
                  <a:pt x="20949" y="51230"/>
                </a:lnTo>
                <a:lnTo>
                  <a:pt x="21119" y="47851"/>
                </a:lnTo>
                <a:lnTo>
                  <a:pt x="21569" y="44911"/>
                </a:ln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Text q">
            <a:extLst xmlns:a="http://schemas.openxmlformats.org/drawingml/2006/main">
              <a:ext uri="{FF2B5EF4-FFF2-40B4-BE49-F238E27FC236}">
                <a16:creationId xmlns:a16="http://schemas.microsoft.com/office/drawing/2014/main" id="{5450ADF0-1C78-44EF-9F3F-E843589A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41" y="5315846"/>
            <a:ext cx="96042" cy="176348"/>
          </a:xfrm>
          <a:custGeom xmlns:a="http://schemas.openxmlformats.org/drawingml/2006/main">
            <a:pathLst>
              <a:path w="96042" h="176348">
                <a:moveTo>
                  <a:pt x="92344" y="81612"/>
                </a:moveTo>
                <a:lnTo>
                  <a:pt x="87340" y="123378"/>
                </a:lnTo>
                <a:cubicBezTo>
                  <a:pt x="85527" y="138896"/>
                  <a:pt x="84621" y="152927"/>
                  <a:pt x="84621" y="165471"/>
                </a:cubicBezTo>
                <a:cubicBezTo>
                  <a:pt x="84621" y="168662"/>
                  <a:pt x="83642" y="171272"/>
                  <a:pt x="81684" y="173303"/>
                </a:cubicBezTo>
                <a:cubicBezTo>
                  <a:pt x="79727" y="175333"/>
                  <a:pt x="77152" y="176348"/>
                  <a:pt x="73962" y="176348"/>
                </a:cubicBezTo>
                <a:cubicBezTo>
                  <a:pt x="67291" y="176348"/>
                  <a:pt x="63738" y="172693"/>
                  <a:pt x="63303" y="165383"/>
                </a:cubicBezTo>
                <a:cubicBezTo>
                  <a:pt x="63085" y="162199"/>
                  <a:pt x="63266" y="158183"/>
                  <a:pt x="63846" y="153334"/>
                </a:cubicBezTo>
                <a:lnTo>
                  <a:pt x="65260" y="141284"/>
                </a:lnTo>
                <a:lnTo>
                  <a:pt x="67327" y="117288"/>
                </a:lnTo>
                <a:cubicBezTo>
                  <a:pt x="61091" y="118955"/>
                  <a:pt x="56704" y="119789"/>
                  <a:pt x="54166" y="119789"/>
                </a:cubicBezTo>
                <a:cubicBezTo>
                  <a:pt x="38359" y="119789"/>
                  <a:pt x="25560" y="115684"/>
                  <a:pt x="15771" y="107475"/>
                </a:cubicBezTo>
                <a:cubicBezTo>
                  <a:pt x="5257" y="98685"/>
                  <a:pt x="0" y="86518"/>
                  <a:pt x="0" y="70973"/>
                </a:cubicBezTo>
                <a:cubicBezTo>
                  <a:pt x="0" y="49689"/>
                  <a:pt x="5982" y="32617"/>
                  <a:pt x="17947" y="19757"/>
                </a:cubicBezTo>
                <a:cubicBezTo>
                  <a:pt x="30201" y="6537"/>
                  <a:pt x="46879" y="0"/>
                  <a:pt x="67980" y="145"/>
                </a:cubicBezTo>
                <a:cubicBezTo>
                  <a:pt x="71968" y="145"/>
                  <a:pt x="74977" y="1740"/>
                  <a:pt x="77007" y="4931"/>
                </a:cubicBezTo>
                <a:cubicBezTo>
                  <a:pt x="80125" y="2175"/>
                  <a:pt x="82881" y="798"/>
                  <a:pt x="85274" y="798"/>
                </a:cubicBezTo>
                <a:cubicBezTo>
                  <a:pt x="88174" y="798"/>
                  <a:pt x="90694" y="1958"/>
                  <a:pt x="92833" y="4278"/>
                </a:cubicBezTo>
                <a:cubicBezTo>
                  <a:pt x="94972" y="6599"/>
                  <a:pt x="96042" y="9245"/>
                  <a:pt x="96042" y="12218"/>
                </a:cubicBezTo>
                <a:cubicBezTo>
                  <a:pt x="96042" y="33609"/>
                  <a:pt x="94809" y="56740"/>
                  <a:pt x="92344" y="81612"/>
                </a:cubicBezTo>
                <a:moveTo>
                  <a:pt x="60257" y="18962"/>
                </a:moveTo>
                <a:cubicBezTo>
                  <a:pt x="46915" y="21361"/>
                  <a:pt x="36836" y="28159"/>
                  <a:pt x="30020" y="39356"/>
                </a:cubicBezTo>
                <a:cubicBezTo>
                  <a:pt x="24509" y="48442"/>
                  <a:pt x="21753" y="59130"/>
                  <a:pt x="21753" y="71418"/>
                </a:cubicBezTo>
                <a:cubicBezTo>
                  <a:pt x="21753" y="79997"/>
                  <a:pt x="24364" y="86977"/>
                  <a:pt x="29585" y="92356"/>
                </a:cubicBezTo>
                <a:cubicBezTo>
                  <a:pt x="35313" y="98318"/>
                  <a:pt x="43253" y="101154"/>
                  <a:pt x="53405" y="100864"/>
                </a:cubicBezTo>
                <a:cubicBezTo>
                  <a:pt x="60293" y="100646"/>
                  <a:pt x="65333" y="96902"/>
                  <a:pt x="68523" y="89630"/>
                </a:cubicBezTo>
                <a:cubicBezTo>
                  <a:pt x="72004" y="81488"/>
                  <a:pt x="73853" y="67639"/>
                  <a:pt x="74071" y="48081"/>
                </a:cubicBezTo>
                <a:lnTo>
                  <a:pt x="75593" y="18962"/>
                </a:lnTo>
                <a:cubicBezTo>
                  <a:pt x="74143" y="19469"/>
                  <a:pt x="71605" y="19578"/>
                  <a:pt x="67980" y="19288"/>
                </a:cubicBezTo>
                <a:cubicBezTo>
                  <a:pt x="63991" y="18853"/>
                  <a:pt x="61417" y="18744"/>
                  <a:pt x="60257" y="189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64DA08-E769-452B-9381-45FC6E59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12" y="5268333"/>
            <a:ext cx="394536" cy="243425"/>
          </a:xfrm>
          <a:custGeom xmlns:a="http://schemas.openxmlformats.org/drawingml/2006/main">
            <a:pathLst>
              <a:path w="394536" h="243425">
                <a:moveTo>
                  <a:pt x="140" y="40641"/>
                </a:moveTo>
                <a:cubicBezTo>
                  <a:pt x="0" y="18128"/>
                  <a:pt x="18128" y="0"/>
                  <a:pt x="40361" y="419"/>
                </a:cubicBezTo>
                <a:lnTo>
                  <a:pt x="353756" y="419"/>
                </a:lnTo>
                <a:cubicBezTo>
                  <a:pt x="376408" y="0"/>
                  <a:pt x="394536" y="18128"/>
                  <a:pt x="393977" y="40641"/>
                </a:cubicBezTo>
                <a:lnTo>
                  <a:pt x="393977" y="203203"/>
                </a:lnTo>
                <a:cubicBezTo>
                  <a:pt x="394536" y="224878"/>
                  <a:pt x="376408" y="243006"/>
                  <a:pt x="353756" y="243425"/>
                </a:cubicBezTo>
                <a:lnTo>
                  <a:pt x="40361" y="243425"/>
                </a:lnTo>
                <a:cubicBezTo>
                  <a:pt x="18128" y="243006"/>
                  <a:pt x="0" y="224878"/>
                  <a:pt x="140" y="203203"/>
                </a:cubicBezTo>
                <a:lnTo>
                  <a:pt x="140" y="40641"/>
                </a:lnTo>
              </a:path>
            </a:pathLst>
          </a:custGeom>
          <a:solidFill xmlns:a="http://schemas.openxmlformats.org/drawingml/2006/main">
            <a:srgbClr val="FCF3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2AA79-7D44-45DB-BF2F-C8641D08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38" y="5257859"/>
            <a:ext cx="415485" cy="263955"/>
          </a:xfrm>
          <a:custGeom xmlns:a="http://schemas.openxmlformats.org/drawingml/2006/main">
            <a:pathLst>
              <a:path w="415485" h="263955">
                <a:moveTo>
                  <a:pt x="3994" y="232825"/>
                </a:moveTo>
                <a:lnTo>
                  <a:pt x="6145" y="237294"/>
                </a:lnTo>
                <a:lnTo>
                  <a:pt x="8701" y="241498"/>
                </a:lnTo>
                <a:lnTo>
                  <a:pt x="11634" y="245422"/>
                </a:lnTo>
                <a:lnTo>
                  <a:pt x="14916" y="249039"/>
                </a:lnTo>
                <a:lnTo>
                  <a:pt x="18533" y="252321"/>
                </a:lnTo>
                <a:lnTo>
                  <a:pt x="22457" y="255254"/>
                </a:lnTo>
                <a:lnTo>
                  <a:pt x="26661" y="257810"/>
                </a:lnTo>
                <a:lnTo>
                  <a:pt x="31130" y="259961"/>
                </a:lnTo>
                <a:lnTo>
                  <a:pt x="35822" y="261679"/>
                </a:lnTo>
                <a:lnTo>
                  <a:pt x="40711" y="262935"/>
                </a:lnTo>
                <a:lnTo>
                  <a:pt x="45780" y="263704"/>
                </a:lnTo>
                <a:lnTo>
                  <a:pt x="50710" y="263955"/>
                </a:lnTo>
                <a:lnTo>
                  <a:pt x="364775" y="263955"/>
                </a:lnTo>
                <a:lnTo>
                  <a:pt x="369705" y="263704"/>
                </a:lnTo>
                <a:lnTo>
                  <a:pt x="374774" y="262935"/>
                </a:lnTo>
                <a:lnTo>
                  <a:pt x="379662" y="261679"/>
                </a:lnTo>
                <a:lnTo>
                  <a:pt x="384355" y="259961"/>
                </a:lnTo>
                <a:lnTo>
                  <a:pt x="388824" y="257810"/>
                </a:lnTo>
                <a:lnTo>
                  <a:pt x="393028" y="255254"/>
                </a:lnTo>
                <a:lnTo>
                  <a:pt x="396952" y="252321"/>
                </a:lnTo>
                <a:lnTo>
                  <a:pt x="400569" y="249039"/>
                </a:lnTo>
                <a:lnTo>
                  <a:pt x="403851" y="245422"/>
                </a:lnTo>
                <a:lnTo>
                  <a:pt x="406784" y="241498"/>
                </a:lnTo>
                <a:lnTo>
                  <a:pt x="409340" y="237294"/>
                </a:lnTo>
                <a:lnTo>
                  <a:pt x="411490" y="232825"/>
                </a:lnTo>
                <a:lnTo>
                  <a:pt x="413208" y="228133"/>
                </a:lnTo>
                <a:lnTo>
                  <a:pt x="414465" y="223244"/>
                </a:lnTo>
                <a:lnTo>
                  <a:pt x="415233" y="218175"/>
                </a:lnTo>
                <a:lnTo>
                  <a:pt x="415485" y="213245"/>
                </a:lnTo>
                <a:lnTo>
                  <a:pt x="415485" y="50710"/>
                </a:lnTo>
                <a:lnTo>
                  <a:pt x="415233" y="45780"/>
                </a:lnTo>
                <a:lnTo>
                  <a:pt x="414465" y="40711"/>
                </a:lnTo>
                <a:lnTo>
                  <a:pt x="413208" y="35822"/>
                </a:lnTo>
                <a:lnTo>
                  <a:pt x="411490" y="31130"/>
                </a:lnTo>
                <a:lnTo>
                  <a:pt x="409340" y="26661"/>
                </a:lnTo>
                <a:lnTo>
                  <a:pt x="406784" y="22457"/>
                </a:lnTo>
                <a:lnTo>
                  <a:pt x="403851" y="18533"/>
                </a:lnTo>
                <a:lnTo>
                  <a:pt x="400569" y="14916"/>
                </a:lnTo>
                <a:lnTo>
                  <a:pt x="396952" y="11634"/>
                </a:lnTo>
                <a:lnTo>
                  <a:pt x="393028" y="8701"/>
                </a:lnTo>
                <a:lnTo>
                  <a:pt x="388824" y="6145"/>
                </a:lnTo>
                <a:lnTo>
                  <a:pt x="384355" y="3994"/>
                </a:lnTo>
                <a:lnTo>
                  <a:pt x="379662" y="2276"/>
                </a:lnTo>
                <a:lnTo>
                  <a:pt x="374774" y="1020"/>
                </a:lnTo>
                <a:lnTo>
                  <a:pt x="369705" y="251"/>
                </a:lnTo>
                <a:lnTo>
                  <a:pt x="364775" y="0"/>
                </a:lnTo>
                <a:lnTo>
                  <a:pt x="50710" y="0"/>
                </a:lnTo>
                <a:lnTo>
                  <a:pt x="45780" y="251"/>
                </a:lnTo>
                <a:lnTo>
                  <a:pt x="40711" y="1020"/>
                </a:lnTo>
                <a:lnTo>
                  <a:pt x="35822" y="2276"/>
                </a:lnTo>
                <a:lnTo>
                  <a:pt x="31130" y="3994"/>
                </a:lnTo>
                <a:lnTo>
                  <a:pt x="26661" y="6145"/>
                </a:lnTo>
                <a:lnTo>
                  <a:pt x="22457" y="8701"/>
                </a:lnTo>
                <a:lnTo>
                  <a:pt x="18533" y="11634"/>
                </a:lnTo>
                <a:lnTo>
                  <a:pt x="14916" y="14916"/>
                </a:lnTo>
                <a:lnTo>
                  <a:pt x="11634" y="18533"/>
                </a:lnTo>
                <a:lnTo>
                  <a:pt x="8701" y="22457"/>
                </a:lnTo>
                <a:lnTo>
                  <a:pt x="6145" y="26661"/>
                </a:lnTo>
                <a:lnTo>
                  <a:pt x="3994" y="31130"/>
                </a:lnTo>
                <a:lnTo>
                  <a:pt x="2276" y="35822"/>
                </a:lnTo>
                <a:lnTo>
                  <a:pt x="1020" y="40711"/>
                </a:lnTo>
                <a:lnTo>
                  <a:pt x="251" y="45780"/>
                </a:lnTo>
                <a:lnTo>
                  <a:pt x="0" y="50710"/>
                </a:lnTo>
                <a:lnTo>
                  <a:pt x="0" y="213245"/>
                </a:lnTo>
                <a:lnTo>
                  <a:pt x="251" y="218175"/>
                </a:lnTo>
                <a:lnTo>
                  <a:pt x="1020" y="223244"/>
                </a:lnTo>
                <a:lnTo>
                  <a:pt x="2276" y="228133"/>
                </a:lnTo>
                <a:lnTo>
                  <a:pt x="3994" y="232825"/>
                </a:lnTo>
                <a:close/>
                <a:moveTo>
                  <a:pt x="21569" y="44911"/>
                </a:moveTo>
                <a:lnTo>
                  <a:pt x="22310" y="42049"/>
                </a:lnTo>
                <a:lnTo>
                  <a:pt x="23285" y="39374"/>
                </a:lnTo>
                <a:lnTo>
                  <a:pt x="24600" y="36637"/>
                </a:lnTo>
                <a:lnTo>
                  <a:pt x="26051" y="34245"/>
                </a:lnTo>
                <a:lnTo>
                  <a:pt x="27803" y="31895"/>
                </a:lnTo>
                <a:lnTo>
                  <a:pt x="29750" y="29750"/>
                </a:lnTo>
                <a:lnTo>
                  <a:pt x="31895" y="27803"/>
                </a:lnTo>
                <a:lnTo>
                  <a:pt x="34245" y="26051"/>
                </a:lnTo>
                <a:lnTo>
                  <a:pt x="36637" y="24600"/>
                </a:lnTo>
                <a:lnTo>
                  <a:pt x="39374" y="23285"/>
                </a:lnTo>
                <a:lnTo>
                  <a:pt x="42049" y="22310"/>
                </a:lnTo>
                <a:lnTo>
                  <a:pt x="44911" y="21569"/>
                </a:lnTo>
                <a:lnTo>
                  <a:pt x="47851" y="21119"/>
                </a:lnTo>
                <a:lnTo>
                  <a:pt x="51230" y="20949"/>
                </a:lnTo>
                <a:lnTo>
                  <a:pt x="364255" y="20949"/>
                </a:lnTo>
                <a:lnTo>
                  <a:pt x="367633" y="21119"/>
                </a:lnTo>
                <a:lnTo>
                  <a:pt x="370574" y="21569"/>
                </a:lnTo>
                <a:lnTo>
                  <a:pt x="373436" y="22310"/>
                </a:lnTo>
                <a:lnTo>
                  <a:pt x="376111" y="23285"/>
                </a:lnTo>
                <a:lnTo>
                  <a:pt x="378848" y="24600"/>
                </a:lnTo>
                <a:lnTo>
                  <a:pt x="381231" y="26046"/>
                </a:lnTo>
                <a:lnTo>
                  <a:pt x="383646" y="27855"/>
                </a:lnTo>
                <a:lnTo>
                  <a:pt x="385734" y="29750"/>
                </a:lnTo>
                <a:lnTo>
                  <a:pt x="387682" y="31895"/>
                </a:lnTo>
                <a:lnTo>
                  <a:pt x="389434" y="34245"/>
                </a:lnTo>
                <a:lnTo>
                  <a:pt x="390884" y="36637"/>
                </a:lnTo>
                <a:lnTo>
                  <a:pt x="392199" y="39374"/>
                </a:lnTo>
                <a:lnTo>
                  <a:pt x="393175" y="42049"/>
                </a:lnTo>
                <a:lnTo>
                  <a:pt x="393916" y="44911"/>
                </a:lnTo>
                <a:lnTo>
                  <a:pt x="394365" y="47851"/>
                </a:lnTo>
                <a:lnTo>
                  <a:pt x="394536" y="51230"/>
                </a:lnTo>
                <a:lnTo>
                  <a:pt x="394536" y="212725"/>
                </a:lnTo>
                <a:lnTo>
                  <a:pt x="394365" y="216104"/>
                </a:lnTo>
                <a:lnTo>
                  <a:pt x="393916" y="219044"/>
                </a:lnTo>
                <a:lnTo>
                  <a:pt x="393175" y="221906"/>
                </a:lnTo>
                <a:lnTo>
                  <a:pt x="392199" y="224581"/>
                </a:lnTo>
                <a:lnTo>
                  <a:pt x="390884" y="227318"/>
                </a:lnTo>
                <a:lnTo>
                  <a:pt x="389439" y="229701"/>
                </a:lnTo>
                <a:lnTo>
                  <a:pt x="387630" y="232117"/>
                </a:lnTo>
                <a:lnTo>
                  <a:pt x="385734" y="234205"/>
                </a:lnTo>
                <a:lnTo>
                  <a:pt x="383646" y="236100"/>
                </a:lnTo>
                <a:lnTo>
                  <a:pt x="381231" y="237909"/>
                </a:lnTo>
                <a:lnTo>
                  <a:pt x="378848" y="239355"/>
                </a:lnTo>
                <a:lnTo>
                  <a:pt x="376111" y="240670"/>
                </a:lnTo>
                <a:lnTo>
                  <a:pt x="373436" y="241645"/>
                </a:lnTo>
                <a:lnTo>
                  <a:pt x="370574" y="242386"/>
                </a:lnTo>
                <a:lnTo>
                  <a:pt x="367633" y="242836"/>
                </a:lnTo>
                <a:lnTo>
                  <a:pt x="364255" y="243006"/>
                </a:lnTo>
                <a:lnTo>
                  <a:pt x="51230" y="243006"/>
                </a:lnTo>
                <a:lnTo>
                  <a:pt x="47851" y="242836"/>
                </a:lnTo>
                <a:lnTo>
                  <a:pt x="44911" y="242386"/>
                </a:lnTo>
                <a:lnTo>
                  <a:pt x="42049" y="241645"/>
                </a:lnTo>
                <a:lnTo>
                  <a:pt x="39374" y="240670"/>
                </a:lnTo>
                <a:lnTo>
                  <a:pt x="36637" y="239355"/>
                </a:lnTo>
                <a:lnTo>
                  <a:pt x="34245" y="237904"/>
                </a:lnTo>
                <a:lnTo>
                  <a:pt x="31895" y="236152"/>
                </a:lnTo>
                <a:lnTo>
                  <a:pt x="29750" y="234205"/>
                </a:lnTo>
                <a:lnTo>
                  <a:pt x="27855" y="232117"/>
                </a:lnTo>
                <a:lnTo>
                  <a:pt x="26046" y="229701"/>
                </a:lnTo>
                <a:lnTo>
                  <a:pt x="24600" y="227318"/>
                </a:lnTo>
                <a:lnTo>
                  <a:pt x="23285" y="224581"/>
                </a:lnTo>
                <a:lnTo>
                  <a:pt x="22310" y="221906"/>
                </a:lnTo>
                <a:lnTo>
                  <a:pt x="21569" y="219044"/>
                </a:lnTo>
                <a:lnTo>
                  <a:pt x="21119" y="216104"/>
                </a:lnTo>
                <a:lnTo>
                  <a:pt x="20949" y="212725"/>
                </a:lnTo>
                <a:lnTo>
                  <a:pt x="20949" y="51230"/>
                </a:lnTo>
                <a:lnTo>
                  <a:pt x="21119" y="47851"/>
                </a:lnTo>
                <a:lnTo>
                  <a:pt x="21569" y="44911"/>
                </a:lnTo>
                <a:close/>
              </a:path>
            </a:pathLst>
          </a:custGeom>
          <a:solidFill xmlns:a="http://schemas.openxmlformats.org/drawingml/2006/main">
            <a:srgbClr val="FC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Text y">
            <a:extLst xmlns:a="http://schemas.openxmlformats.org/drawingml/2006/main">
              <a:ext uri="{FF2B5EF4-FFF2-40B4-BE49-F238E27FC236}">
                <a16:creationId xmlns:a16="http://schemas.microsoft.com/office/drawing/2014/main" id="{7263FA49-6CB1-41A0-9D60-407A5DC8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924" y="5318602"/>
            <a:ext cx="111813" cy="176203"/>
          </a:xfrm>
          <a:custGeom xmlns:a="http://schemas.openxmlformats.org/drawingml/2006/main">
            <a:pathLst>
              <a:path w="111813" h="176203">
                <a:moveTo>
                  <a:pt x="110399" y="16081"/>
                </a:moveTo>
                <a:lnTo>
                  <a:pt x="72765" y="97449"/>
                </a:lnTo>
                <a:cubicBezTo>
                  <a:pt x="63484" y="117247"/>
                  <a:pt x="56378" y="133817"/>
                  <a:pt x="51447" y="147159"/>
                </a:cubicBezTo>
                <a:lnTo>
                  <a:pt x="44268" y="168263"/>
                </a:lnTo>
                <a:cubicBezTo>
                  <a:pt x="42383" y="173557"/>
                  <a:pt x="39120" y="176203"/>
                  <a:pt x="34479" y="176203"/>
                </a:cubicBezTo>
                <a:cubicBezTo>
                  <a:pt x="31434" y="176203"/>
                  <a:pt x="28805" y="175200"/>
                  <a:pt x="26594" y="173195"/>
                </a:cubicBezTo>
                <a:cubicBezTo>
                  <a:pt x="24382" y="171192"/>
                  <a:pt x="23276" y="168696"/>
                  <a:pt x="23276" y="165707"/>
                </a:cubicBezTo>
                <a:cubicBezTo>
                  <a:pt x="23276" y="158420"/>
                  <a:pt x="31107" y="137451"/>
                  <a:pt x="46770" y="102802"/>
                </a:cubicBezTo>
                <a:lnTo>
                  <a:pt x="7831" y="27759"/>
                </a:lnTo>
                <a:lnTo>
                  <a:pt x="2937" y="19806"/>
                </a:lnTo>
                <a:cubicBezTo>
                  <a:pt x="979" y="16466"/>
                  <a:pt x="0" y="13671"/>
                  <a:pt x="0" y="11421"/>
                </a:cubicBezTo>
                <a:cubicBezTo>
                  <a:pt x="0" y="8448"/>
                  <a:pt x="1142" y="5837"/>
                  <a:pt x="3426" y="3589"/>
                </a:cubicBezTo>
                <a:cubicBezTo>
                  <a:pt x="5710" y="1341"/>
                  <a:pt x="8266" y="218"/>
                  <a:pt x="11094" y="218"/>
                </a:cubicBezTo>
                <a:cubicBezTo>
                  <a:pt x="14430" y="218"/>
                  <a:pt x="17004" y="1486"/>
                  <a:pt x="18817" y="4024"/>
                </a:cubicBezTo>
                <a:cubicBezTo>
                  <a:pt x="31144" y="21162"/>
                  <a:pt x="44377" y="45561"/>
                  <a:pt x="58517" y="77221"/>
                </a:cubicBezTo>
                <a:lnTo>
                  <a:pt x="74614" y="39581"/>
                </a:lnTo>
                <a:cubicBezTo>
                  <a:pt x="80415" y="26595"/>
                  <a:pt x="85999" y="15431"/>
                  <a:pt x="91365" y="6091"/>
                </a:cubicBezTo>
                <a:cubicBezTo>
                  <a:pt x="93685" y="2030"/>
                  <a:pt x="96730" y="0"/>
                  <a:pt x="100501" y="0"/>
                </a:cubicBezTo>
                <a:cubicBezTo>
                  <a:pt x="103474" y="0"/>
                  <a:pt x="106103" y="1050"/>
                  <a:pt x="108387" y="3151"/>
                </a:cubicBezTo>
                <a:cubicBezTo>
                  <a:pt x="110671" y="5251"/>
                  <a:pt x="111813" y="7751"/>
                  <a:pt x="111813" y="10649"/>
                </a:cubicBezTo>
                <a:cubicBezTo>
                  <a:pt x="111813" y="12242"/>
                  <a:pt x="111342" y="14053"/>
                  <a:pt x="110399" y="160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9BF9EC-DD3F-4CE9-9C12-0D266223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822" y="5268333"/>
            <a:ext cx="395513" cy="243425"/>
          </a:xfrm>
          <a:custGeom xmlns:a="http://schemas.openxmlformats.org/drawingml/2006/main">
            <a:pathLst>
              <a:path w="395513" h="243425">
                <a:moveTo>
                  <a:pt x="0" y="40641"/>
                </a:moveTo>
                <a:cubicBezTo>
                  <a:pt x="140" y="18128"/>
                  <a:pt x="18267" y="0"/>
                  <a:pt x="40222" y="419"/>
                </a:cubicBezTo>
                <a:lnTo>
                  <a:pt x="353616" y="419"/>
                </a:lnTo>
                <a:cubicBezTo>
                  <a:pt x="376548" y="0"/>
                  <a:pt x="394676" y="18128"/>
                  <a:pt x="395513" y="40641"/>
                </a:cubicBezTo>
                <a:lnTo>
                  <a:pt x="395513" y="203203"/>
                </a:lnTo>
                <a:cubicBezTo>
                  <a:pt x="394676" y="224878"/>
                  <a:pt x="376548" y="243006"/>
                  <a:pt x="353616" y="243425"/>
                </a:cubicBezTo>
                <a:lnTo>
                  <a:pt x="40222" y="243425"/>
                </a:lnTo>
                <a:cubicBezTo>
                  <a:pt x="18267" y="243006"/>
                  <a:pt x="140" y="224878"/>
                  <a:pt x="0" y="203203"/>
                </a:cubicBezTo>
                <a:lnTo>
                  <a:pt x="0" y="40641"/>
                </a:lnTo>
              </a:path>
            </a:pathLst>
          </a:custGeom>
          <a:solidFill xmlns:a="http://schemas.openxmlformats.org/drawingml/2006/main">
            <a:srgbClr val="CF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459A47-C283-49C3-9507-D3F326F8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487" y="5257859"/>
            <a:ext cx="415485" cy="263955"/>
          </a:xfrm>
          <a:custGeom xmlns:a="http://schemas.openxmlformats.org/drawingml/2006/main">
            <a:pathLst>
              <a:path w="415485" h="263955">
                <a:moveTo>
                  <a:pt x="3994" y="232825"/>
                </a:moveTo>
                <a:lnTo>
                  <a:pt x="6145" y="237294"/>
                </a:lnTo>
                <a:lnTo>
                  <a:pt x="8701" y="241498"/>
                </a:lnTo>
                <a:lnTo>
                  <a:pt x="11634" y="245422"/>
                </a:lnTo>
                <a:lnTo>
                  <a:pt x="14916" y="249039"/>
                </a:lnTo>
                <a:lnTo>
                  <a:pt x="18533" y="252321"/>
                </a:lnTo>
                <a:lnTo>
                  <a:pt x="22457" y="255254"/>
                </a:lnTo>
                <a:lnTo>
                  <a:pt x="26661" y="257810"/>
                </a:lnTo>
                <a:lnTo>
                  <a:pt x="31130" y="259961"/>
                </a:lnTo>
                <a:lnTo>
                  <a:pt x="35822" y="261679"/>
                </a:lnTo>
                <a:lnTo>
                  <a:pt x="40711" y="262935"/>
                </a:lnTo>
                <a:lnTo>
                  <a:pt x="45780" y="263704"/>
                </a:lnTo>
                <a:lnTo>
                  <a:pt x="50710" y="263955"/>
                </a:lnTo>
                <a:lnTo>
                  <a:pt x="364775" y="263955"/>
                </a:lnTo>
                <a:lnTo>
                  <a:pt x="369705" y="263704"/>
                </a:lnTo>
                <a:lnTo>
                  <a:pt x="374774" y="262935"/>
                </a:lnTo>
                <a:lnTo>
                  <a:pt x="379662" y="261679"/>
                </a:lnTo>
                <a:lnTo>
                  <a:pt x="384355" y="259961"/>
                </a:lnTo>
                <a:lnTo>
                  <a:pt x="388824" y="257810"/>
                </a:lnTo>
                <a:lnTo>
                  <a:pt x="393028" y="255254"/>
                </a:lnTo>
                <a:lnTo>
                  <a:pt x="396952" y="252321"/>
                </a:lnTo>
                <a:lnTo>
                  <a:pt x="400569" y="249039"/>
                </a:lnTo>
                <a:lnTo>
                  <a:pt x="403851" y="245422"/>
                </a:lnTo>
                <a:lnTo>
                  <a:pt x="406784" y="241498"/>
                </a:lnTo>
                <a:lnTo>
                  <a:pt x="409340" y="237294"/>
                </a:lnTo>
                <a:lnTo>
                  <a:pt x="411490" y="232825"/>
                </a:lnTo>
                <a:lnTo>
                  <a:pt x="413208" y="228133"/>
                </a:lnTo>
                <a:lnTo>
                  <a:pt x="414465" y="223244"/>
                </a:lnTo>
                <a:lnTo>
                  <a:pt x="415233" y="218175"/>
                </a:lnTo>
                <a:lnTo>
                  <a:pt x="415485" y="213245"/>
                </a:lnTo>
                <a:lnTo>
                  <a:pt x="415485" y="50710"/>
                </a:lnTo>
                <a:lnTo>
                  <a:pt x="415233" y="45780"/>
                </a:lnTo>
                <a:lnTo>
                  <a:pt x="414465" y="40711"/>
                </a:lnTo>
                <a:lnTo>
                  <a:pt x="413208" y="35822"/>
                </a:lnTo>
                <a:lnTo>
                  <a:pt x="411490" y="31130"/>
                </a:lnTo>
                <a:lnTo>
                  <a:pt x="409340" y="26661"/>
                </a:lnTo>
                <a:lnTo>
                  <a:pt x="406784" y="22457"/>
                </a:lnTo>
                <a:lnTo>
                  <a:pt x="403851" y="18533"/>
                </a:lnTo>
                <a:lnTo>
                  <a:pt x="400569" y="14916"/>
                </a:lnTo>
                <a:lnTo>
                  <a:pt x="396952" y="11634"/>
                </a:lnTo>
                <a:lnTo>
                  <a:pt x="393028" y="8701"/>
                </a:lnTo>
                <a:lnTo>
                  <a:pt x="388824" y="6145"/>
                </a:lnTo>
                <a:lnTo>
                  <a:pt x="384355" y="3994"/>
                </a:lnTo>
                <a:lnTo>
                  <a:pt x="379662" y="2276"/>
                </a:lnTo>
                <a:lnTo>
                  <a:pt x="374774" y="1020"/>
                </a:lnTo>
                <a:lnTo>
                  <a:pt x="369705" y="251"/>
                </a:lnTo>
                <a:lnTo>
                  <a:pt x="364775" y="0"/>
                </a:lnTo>
                <a:lnTo>
                  <a:pt x="50710" y="0"/>
                </a:lnTo>
                <a:lnTo>
                  <a:pt x="45780" y="251"/>
                </a:lnTo>
                <a:lnTo>
                  <a:pt x="40711" y="1020"/>
                </a:lnTo>
                <a:lnTo>
                  <a:pt x="35822" y="2276"/>
                </a:lnTo>
                <a:lnTo>
                  <a:pt x="31130" y="3994"/>
                </a:lnTo>
                <a:lnTo>
                  <a:pt x="26661" y="6145"/>
                </a:lnTo>
                <a:lnTo>
                  <a:pt x="22457" y="8701"/>
                </a:lnTo>
                <a:lnTo>
                  <a:pt x="18533" y="11634"/>
                </a:lnTo>
                <a:lnTo>
                  <a:pt x="14916" y="14916"/>
                </a:lnTo>
                <a:lnTo>
                  <a:pt x="11634" y="18533"/>
                </a:lnTo>
                <a:lnTo>
                  <a:pt x="8701" y="22457"/>
                </a:lnTo>
                <a:lnTo>
                  <a:pt x="6145" y="26661"/>
                </a:lnTo>
                <a:lnTo>
                  <a:pt x="3994" y="31130"/>
                </a:lnTo>
                <a:lnTo>
                  <a:pt x="2276" y="35822"/>
                </a:lnTo>
                <a:lnTo>
                  <a:pt x="1020" y="40711"/>
                </a:lnTo>
                <a:lnTo>
                  <a:pt x="251" y="45780"/>
                </a:lnTo>
                <a:lnTo>
                  <a:pt x="0" y="50710"/>
                </a:lnTo>
                <a:lnTo>
                  <a:pt x="0" y="213245"/>
                </a:lnTo>
                <a:lnTo>
                  <a:pt x="251" y="218175"/>
                </a:lnTo>
                <a:lnTo>
                  <a:pt x="1020" y="223244"/>
                </a:lnTo>
                <a:lnTo>
                  <a:pt x="2276" y="228133"/>
                </a:lnTo>
                <a:lnTo>
                  <a:pt x="3994" y="232825"/>
                </a:lnTo>
                <a:close/>
                <a:moveTo>
                  <a:pt x="21569" y="44911"/>
                </a:moveTo>
                <a:lnTo>
                  <a:pt x="22310" y="42049"/>
                </a:lnTo>
                <a:lnTo>
                  <a:pt x="23285" y="39374"/>
                </a:lnTo>
                <a:lnTo>
                  <a:pt x="24600" y="36637"/>
                </a:lnTo>
                <a:lnTo>
                  <a:pt x="26051" y="34245"/>
                </a:lnTo>
                <a:lnTo>
                  <a:pt x="27803" y="31895"/>
                </a:lnTo>
                <a:lnTo>
                  <a:pt x="29750" y="29750"/>
                </a:lnTo>
                <a:lnTo>
                  <a:pt x="31895" y="27803"/>
                </a:lnTo>
                <a:lnTo>
                  <a:pt x="34245" y="26051"/>
                </a:lnTo>
                <a:lnTo>
                  <a:pt x="36637" y="24600"/>
                </a:lnTo>
                <a:lnTo>
                  <a:pt x="39374" y="23285"/>
                </a:lnTo>
                <a:lnTo>
                  <a:pt x="42049" y="22310"/>
                </a:lnTo>
                <a:lnTo>
                  <a:pt x="44911" y="21569"/>
                </a:lnTo>
                <a:lnTo>
                  <a:pt x="47851" y="21119"/>
                </a:lnTo>
                <a:lnTo>
                  <a:pt x="51230" y="20949"/>
                </a:lnTo>
                <a:lnTo>
                  <a:pt x="364255" y="20949"/>
                </a:lnTo>
                <a:lnTo>
                  <a:pt x="367633" y="21119"/>
                </a:lnTo>
                <a:lnTo>
                  <a:pt x="370574" y="21569"/>
                </a:lnTo>
                <a:lnTo>
                  <a:pt x="373436" y="22310"/>
                </a:lnTo>
                <a:lnTo>
                  <a:pt x="376111" y="23285"/>
                </a:lnTo>
                <a:lnTo>
                  <a:pt x="378848" y="24600"/>
                </a:lnTo>
                <a:lnTo>
                  <a:pt x="381231" y="26046"/>
                </a:lnTo>
                <a:lnTo>
                  <a:pt x="383646" y="27855"/>
                </a:lnTo>
                <a:lnTo>
                  <a:pt x="385734" y="29750"/>
                </a:lnTo>
                <a:lnTo>
                  <a:pt x="387682" y="31895"/>
                </a:lnTo>
                <a:lnTo>
                  <a:pt x="389434" y="34245"/>
                </a:lnTo>
                <a:lnTo>
                  <a:pt x="390884" y="36637"/>
                </a:lnTo>
                <a:lnTo>
                  <a:pt x="392199" y="39374"/>
                </a:lnTo>
                <a:lnTo>
                  <a:pt x="393175" y="42049"/>
                </a:lnTo>
                <a:lnTo>
                  <a:pt x="393916" y="44911"/>
                </a:lnTo>
                <a:lnTo>
                  <a:pt x="394365" y="47851"/>
                </a:lnTo>
                <a:lnTo>
                  <a:pt x="394536" y="51230"/>
                </a:lnTo>
                <a:lnTo>
                  <a:pt x="394536" y="212725"/>
                </a:lnTo>
                <a:lnTo>
                  <a:pt x="394365" y="216104"/>
                </a:lnTo>
                <a:lnTo>
                  <a:pt x="393916" y="219044"/>
                </a:lnTo>
                <a:lnTo>
                  <a:pt x="393175" y="221906"/>
                </a:lnTo>
                <a:lnTo>
                  <a:pt x="392199" y="224581"/>
                </a:lnTo>
                <a:lnTo>
                  <a:pt x="390884" y="227318"/>
                </a:lnTo>
                <a:lnTo>
                  <a:pt x="389439" y="229701"/>
                </a:lnTo>
                <a:lnTo>
                  <a:pt x="387630" y="232117"/>
                </a:lnTo>
                <a:lnTo>
                  <a:pt x="385734" y="234205"/>
                </a:lnTo>
                <a:lnTo>
                  <a:pt x="383646" y="236100"/>
                </a:lnTo>
                <a:lnTo>
                  <a:pt x="381231" y="237909"/>
                </a:lnTo>
                <a:lnTo>
                  <a:pt x="378848" y="239355"/>
                </a:lnTo>
                <a:lnTo>
                  <a:pt x="376111" y="240670"/>
                </a:lnTo>
                <a:lnTo>
                  <a:pt x="373436" y="241645"/>
                </a:lnTo>
                <a:lnTo>
                  <a:pt x="370574" y="242386"/>
                </a:lnTo>
                <a:lnTo>
                  <a:pt x="367633" y="242836"/>
                </a:lnTo>
                <a:lnTo>
                  <a:pt x="364255" y="243006"/>
                </a:lnTo>
                <a:lnTo>
                  <a:pt x="51230" y="243006"/>
                </a:lnTo>
                <a:lnTo>
                  <a:pt x="47851" y="242836"/>
                </a:lnTo>
                <a:lnTo>
                  <a:pt x="44911" y="242386"/>
                </a:lnTo>
                <a:lnTo>
                  <a:pt x="42049" y="241645"/>
                </a:lnTo>
                <a:lnTo>
                  <a:pt x="39374" y="240670"/>
                </a:lnTo>
                <a:lnTo>
                  <a:pt x="36637" y="239355"/>
                </a:lnTo>
                <a:lnTo>
                  <a:pt x="34245" y="237904"/>
                </a:lnTo>
                <a:lnTo>
                  <a:pt x="31895" y="236152"/>
                </a:lnTo>
                <a:lnTo>
                  <a:pt x="29750" y="234205"/>
                </a:lnTo>
                <a:lnTo>
                  <a:pt x="27855" y="232117"/>
                </a:lnTo>
                <a:lnTo>
                  <a:pt x="26046" y="229701"/>
                </a:lnTo>
                <a:lnTo>
                  <a:pt x="24600" y="227318"/>
                </a:lnTo>
                <a:lnTo>
                  <a:pt x="23285" y="224581"/>
                </a:lnTo>
                <a:lnTo>
                  <a:pt x="22310" y="221906"/>
                </a:lnTo>
                <a:lnTo>
                  <a:pt x="21569" y="219044"/>
                </a:lnTo>
                <a:lnTo>
                  <a:pt x="21119" y="216104"/>
                </a:lnTo>
                <a:lnTo>
                  <a:pt x="20949" y="212725"/>
                </a:lnTo>
                <a:lnTo>
                  <a:pt x="20949" y="51230"/>
                </a:lnTo>
                <a:lnTo>
                  <a:pt x="21119" y="47851"/>
                </a:lnTo>
                <a:lnTo>
                  <a:pt x="21569" y="44911"/>
                </a:ln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Text c">
            <a:extLst xmlns:a="http://schemas.openxmlformats.org/drawingml/2006/main">
              <a:ext uri="{FF2B5EF4-FFF2-40B4-BE49-F238E27FC236}">
                <a16:creationId xmlns:a16="http://schemas.microsoft.com/office/drawing/2014/main" id="{B2D08FDB-6C5D-43C0-8472-D22E823B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027" y="5315992"/>
            <a:ext cx="93975" cy="122690"/>
          </a:xfrm>
          <a:custGeom xmlns:a="http://schemas.openxmlformats.org/drawingml/2006/main">
            <a:pathLst>
              <a:path w="93975" h="122690">
                <a:moveTo>
                  <a:pt x="52861" y="122690"/>
                </a:moveTo>
                <a:cubicBezTo>
                  <a:pt x="37996" y="122690"/>
                  <a:pt x="25597" y="118186"/>
                  <a:pt x="15663" y="109179"/>
                </a:cubicBezTo>
                <a:cubicBezTo>
                  <a:pt x="5221" y="99736"/>
                  <a:pt x="0" y="87278"/>
                  <a:pt x="0" y="71803"/>
                </a:cubicBezTo>
                <a:cubicBezTo>
                  <a:pt x="0" y="57059"/>
                  <a:pt x="4895" y="41841"/>
                  <a:pt x="14684" y="26152"/>
                </a:cubicBezTo>
                <a:cubicBezTo>
                  <a:pt x="25560" y="8717"/>
                  <a:pt x="37815" y="0"/>
                  <a:pt x="51447" y="0"/>
                </a:cubicBezTo>
                <a:cubicBezTo>
                  <a:pt x="58553" y="0"/>
                  <a:pt x="66493" y="1673"/>
                  <a:pt x="75267" y="5020"/>
                </a:cubicBezTo>
                <a:cubicBezTo>
                  <a:pt x="86361" y="9314"/>
                  <a:pt x="91908" y="14553"/>
                  <a:pt x="91908" y="20737"/>
                </a:cubicBezTo>
                <a:cubicBezTo>
                  <a:pt x="91908" y="23502"/>
                  <a:pt x="91002" y="25958"/>
                  <a:pt x="89189" y="28106"/>
                </a:cubicBezTo>
                <a:cubicBezTo>
                  <a:pt x="87376" y="30252"/>
                  <a:pt x="85129" y="31325"/>
                  <a:pt x="82446" y="31325"/>
                </a:cubicBezTo>
                <a:cubicBezTo>
                  <a:pt x="80343" y="31325"/>
                  <a:pt x="78512" y="30685"/>
                  <a:pt x="76953" y="29405"/>
                </a:cubicBezTo>
                <a:cubicBezTo>
                  <a:pt x="75394" y="28122"/>
                  <a:pt x="73889" y="26858"/>
                  <a:pt x="72439" y="25611"/>
                </a:cubicBezTo>
                <a:cubicBezTo>
                  <a:pt x="68161" y="22169"/>
                  <a:pt x="61164" y="20448"/>
                  <a:pt x="51447" y="20448"/>
                </a:cubicBezTo>
                <a:cubicBezTo>
                  <a:pt x="44051" y="20448"/>
                  <a:pt x="36727" y="27065"/>
                  <a:pt x="29476" y="40298"/>
                </a:cubicBezTo>
                <a:cubicBezTo>
                  <a:pt x="22877" y="52439"/>
                  <a:pt x="19578" y="62945"/>
                  <a:pt x="19578" y="71814"/>
                </a:cubicBezTo>
                <a:cubicBezTo>
                  <a:pt x="19578" y="81410"/>
                  <a:pt x="22841" y="88972"/>
                  <a:pt x="29367" y="94498"/>
                </a:cubicBezTo>
                <a:cubicBezTo>
                  <a:pt x="35458" y="99660"/>
                  <a:pt x="43289" y="102241"/>
                  <a:pt x="52861" y="102241"/>
                </a:cubicBezTo>
                <a:cubicBezTo>
                  <a:pt x="57212" y="102241"/>
                  <a:pt x="61852" y="101081"/>
                  <a:pt x="66783" y="98761"/>
                </a:cubicBezTo>
                <a:lnTo>
                  <a:pt x="79400" y="92017"/>
                </a:lnTo>
                <a:cubicBezTo>
                  <a:pt x="81576" y="90857"/>
                  <a:pt x="83135" y="90277"/>
                  <a:pt x="84077" y="90277"/>
                </a:cubicBezTo>
                <a:cubicBezTo>
                  <a:pt x="86760" y="90277"/>
                  <a:pt x="89081" y="91346"/>
                  <a:pt x="91038" y="93486"/>
                </a:cubicBezTo>
                <a:cubicBezTo>
                  <a:pt x="92996" y="95625"/>
                  <a:pt x="93975" y="98072"/>
                  <a:pt x="93975" y="100827"/>
                </a:cubicBezTo>
                <a:cubicBezTo>
                  <a:pt x="93975" y="106121"/>
                  <a:pt x="88392" y="111233"/>
                  <a:pt x="77225" y="116164"/>
                </a:cubicBezTo>
                <a:cubicBezTo>
                  <a:pt x="67436" y="120514"/>
                  <a:pt x="59314" y="122690"/>
                  <a:pt x="52861" y="1226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Text +">
            <a:extLst xmlns:a="http://schemas.openxmlformats.org/drawingml/2006/main">
              <a:ext uri="{FF2B5EF4-FFF2-40B4-BE49-F238E27FC236}">
                <a16:creationId xmlns:a16="http://schemas.microsoft.com/office/drawing/2014/main" id="{20CC93C3-A62B-4D0B-9E83-A2098DD6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446" y="5325441"/>
            <a:ext cx="106176" cy="100161"/>
          </a:xfrm>
          <a:custGeom xmlns:a="http://schemas.openxmlformats.org/drawingml/2006/main">
            <a:pathLst>
              <a:path w="106176" h="100161">
                <a:moveTo>
                  <a:pt x="106176" y="49590"/>
                </a:moveTo>
                <a:cubicBezTo>
                  <a:pt x="106176" y="52618"/>
                  <a:pt x="105174" y="55257"/>
                  <a:pt x="103169" y="57507"/>
                </a:cubicBezTo>
                <a:cubicBezTo>
                  <a:pt x="101164" y="59757"/>
                  <a:pt x="98648" y="60882"/>
                  <a:pt x="95620" y="60882"/>
                </a:cubicBezTo>
                <a:cubicBezTo>
                  <a:pt x="94638" y="60882"/>
                  <a:pt x="93165" y="60719"/>
                  <a:pt x="91201" y="60391"/>
                </a:cubicBezTo>
                <a:cubicBezTo>
                  <a:pt x="89237" y="60064"/>
                  <a:pt x="87723" y="59901"/>
                  <a:pt x="86659" y="59901"/>
                </a:cubicBezTo>
                <a:lnTo>
                  <a:pt x="74385" y="60146"/>
                </a:lnTo>
                <a:cubicBezTo>
                  <a:pt x="69393" y="60310"/>
                  <a:pt x="65301" y="60310"/>
                  <a:pt x="62110" y="60146"/>
                </a:cubicBezTo>
                <a:lnTo>
                  <a:pt x="62110" y="89080"/>
                </a:lnTo>
                <a:cubicBezTo>
                  <a:pt x="62110" y="96468"/>
                  <a:pt x="58468" y="100161"/>
                  <a:pt x="51185" y="100161"/>
                </a:cubicBezTo>
                <a:cubicBezTo>
                  <a:pt x="47585" y="100161"/>
                  <a:pt x="44864" y="99238"/>
                  <a:pt x="43023" y="97392"/>
                </a:cubicBezTo>
                <a:cubicBezTo>
                  <a:pt x="41182" y="95546"/>
                  <a:pt x="40261" y="92775"/>
                  <a:pt x="40261" y="89080"/>
                </a:cubicBezTo>
                <a:lnTo>
                  <a:pt x="40138" y="74922"/>
                </a:lnTo>
                <a:lnTo>
                  <a:pt x="40015" y="60637"/>
                </a:lnTo>
                <a:cubicBezTo>
                  <a:pt x="30114" y="61210"/>
                  <a:pt x="23117" y="61496"/>
                  <a:pt x="19026" y="61496"/>
                </a:cubicBezTo>
                <a:cubicBezTo>
                  <a:pt x="6342" y="61496"/>
                  <a:pt x="0" y="57732"/>
                  <a:pt x="0" y="50203"/>
                </a:cubicBezTo>
                <a:cubicBezTo>
                  <a:pt x="0" y="44884"/>
                  <a:pt x="2250" y="41570"/>
                  <a:pt x="6751" y="40261"/>
                </a:cubicBezTo>
                <a:cubicBezTo>
                  <a:pt x="8306" y="39852"/>
                  <a:pt x="12397" y="39647"/>
                  <a:pt x="19026" y="39647"/>
                </a:cubicBezTo>
                <a:cubicBezTo>
                  <a:pt x="23117" y="39647"/>
                  <a:pt x="30114" y="39361"/>
                  <a:pt x="40015" y="38788"/>
                </a:cubicBezTo>
                <a:lnTo>
                  <a:pt x="39893" y="24381"/>
                </a:lnTo>
                <a:cubicBezTo>
                  <a:pt x="39893" y="16911"/>
                  <a:pt x="40261" y="11739"/>
                  <a:pt x="40997" y="8865"/>
                </a:cubicBezTo>
                <a:cubicBezTo>
                  <a:pt x="41816" y="5911"/>
                  <a:pt x="43084" y="3695"/>
                  <a:pt x="44803" y="2217"/>
                </a:cubicBezTo>
                <a:cubicBezTo>
                  <a:pt x="46521" y="739"/>
                  <a:pt x="48731" y="0"/>
                  <a:pt x="51431" y="0"/>
                </a:cubicBezTo>
                <a:cubicBezTo>
                  <a:pt x="54541" y="0"/>
                  <a:pt x="57180" y="1006"/>
                  <a:pt x="59348" y="3019"/>
                </a:cubicBezTo>
                <a:cubicBezTo>
                  <a:pt x="61517" y="5029"/>
                  <a:pt x="62601" y="7594"/>
                  <a:pt x="62601" y="10714"/>
                </a:cubicBezTo>
                <a:cubicBezTo>
                  <a:pt x="62601" y="12110"/>
                  <a:pt x="62458" y="14327"/>
                  <a:pt x="62171" y="17365"/>
                </a:cubicBezTo>
                <a:cubicBezTo>
                  <a:pt x="61885" y="20400"/>
                  <a:pt x="61742" y="22698"/>
                  <a:pt x="61742" y="24258"/>
                </a:cubicBezTo>
                <a:lnTo>
                  <a:pt x="61864" y="38297"/>
                </a:lnTo>
                <a:lnTo>
                  <a:pt x="71070" y="38665"/>
                </a:lnTo>
                <a:cubicBezTo>
                  <a:pt x="72707" y="38665"/>
                  <a:pt x="75203" y="38563"/>
                  <a:pt x="78558" y="38358"/>
                </a:cubicBezTo>
                <a:cubicBezTo>
                  <a:pt x="81913" y="38154"/>
                  <a:pt x="84409" y="38052"/>
                  <a:pt x="86046" y="38052"/>
                </a:cubicBezTo>
                <a:cubicBezTo>
                  <a:pt x="99466" y="38052"/>
                  <a:pt x="106176" y="41898"/>
                  <a:pt x="106176" y="49590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Text +">
            <a:extLst xmlns:a="http://schemas.openxmlformats.org/drawingml/2006/main">
              <a:ext uri="{FF2B5EF4-FFF2-40B4-BE49-F238E27FC236}">
                <a16:creationId xmlns:a16="http://schemas.microsoft.com/office/drawing/2014/main" id="{3797FE75-9EC4-455E-BDCD-410387F9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358" y="5331027"/>
            <a:ext cx="106176" cy="100161"/>
          </a:xfrm>
          <a:custGeom xmlns:a="http://schemas.openxmlformats.org/drawingml/2006/main">
            <a:pathLst>
              <a:path w="106176" h="100161">
                <a:moveTo>
                  <a:pt x="106176" y="49590"/>
                </a:moveTo>
                <a:cubicBezTo>
                  <a:pt x="106176" y="52618"/>
                  <a:pt x="105174" y="55257"/>
                  <a:pt x="103169" y="57507"/>
                </a:cubicBezTo>
                <a:cubicBezTo>
                  <a:pt x="101164" y="59757"/>
                  <a:pt x="98648" y="60882"/>
                  <a:pt x="95620" y="60882"/>
                </a:cubicBezTo>
                <a:cubicBezTo>
                  <a:pt x="94638" y="60882"/>
                  <a:pt x="93165" y="60719"/>
                  <a:pt x="91201" y="60391"/>
                </a:cubicBezTo>
                <a:cubicBezTo>
                  <a:pt x="89237" y="60064"/>
                  <a:pt x="87723" y="59901"/>
                  <a:pt x="86659" y="59901"/>
                </a:cubicBezTo>
                <a:lnTo>
                  <a:pt x="74385" y="60146"/>
                </a:lnTo>
                <a:cubicBezTo>
                  <a:pt x="69393" y="60310"/>
                  <a:pt x="65301" y="60310"/>
                  <a:pt x="62110" y="60146"/>
                </a:cubicBezTo>
                <a:lnTo>
                  <a:pt x="62110" y="89080"/>
                </a:lnTo>
                <a:cubicBezTo>
                  <a:pt x="62110" y="96468"/>
                  <a:pt x="58468" y="100161"/>
                  <a:pt x="51185" y="100161"/>
                </a:cubicBezTo>
                <a:cubicBezTo>
                  <a:pt x="47585" y="100161"/>
                  <a:pt x="44864" y="99238"/>
                  <a:pt x="43023" y="97392"/>
                </a:cubicBezTo>
                <a:cubicBezTo>
                  <a:pt x="41182" y="95546"/>
                  <a:pt x="40261" y="92775"/>
                  <a:pt x="40261" y="89080"/>
                </a:cubicBezTo>
                <a:lnTo>
                  <a:pt x="40138" y="74922"/>
                </a:lnTo>
                <a:lnTo>
                  <a:pt x="40015" y="60637"/>
                </a:lnTo>
                <a:cubicBezTo>
                  <a:pt x="30114" y="61210"/>
                  <a:pt x="23117" y="61496"/>
                  <a:pt x="19026" y="61496"/>
                </a:cubicBezTo>
                <a:cubicBezTo>
                  <a:pt x="6342" y="61496"/>
                  <a:pt x="0" y="57732"/>
                  <a:pt x="0" y="50203"/>
                </a:cubicBezTo>
                <a:cubicBezTo>
                  <a:pt x="0" y="44884"/>
                  <a:pt x="2250" y="41570"/>
                  <a:pt x="6751" y="40261"/>
                </a:cubicBezTo>
                <a:cubicBezTo>
                  <a:pt x="8306" y="39852"/>
                  <a:pt x="12397" y="39647"/>
                  <a:pt x="19026" y="39647"/>
                </a:cubicBezTo>
                <a:cubicBezTo>
                  <a:pt x="23117" y="39647"/>
                  <a:pt x="30114" y="39361"/>
                  <a:pt x="40015" y="38788"/>
                </a:cubicBezTo>
                <a:lnTo>
                  <a:pt x="39893" y="24381"/>
                </a:lnTo>
                <a:cubicBezTo>
                  <a:pt x="39893" y="16911"/>
                  <a:pt x="40261" y="11739"/>
                  <a:pt x="40997" y="8865"/>
                </a:cubicBezTo>
                <a:cubicBezTo>
                  <a:pt x="41816" y="5911"/>
                  <a:pt x="43084" y="3695"/>
                  <a:pt x="44803" y="2217"/>
                </a:cubicBezTo>
                <a:cubicBezTo>
                  <a:pt x="46521" y="739"/>
                  <a:pt x="48731" y="0"/>
                  <a:pt x="51431" y="0"/>
                </a:cubicBezTo>
                <a:cubicBezTo>
                  <a:pt x="54541" y="0"/>
                  <a:pt x="57180" y="1006"/>
                  <a:pt x="59348" y="3019"/>
                </a:cubicBezTo>
                <a:cubicBezTo>
                  <a:pt x="61517" y="5029"/>
                  <a:pt x="62601" y="7594"/>
                  <a:pt x="62601" y="10714"/>
                </a:cubicBezTo>
                <a:cubicBezTo>
                  <a:pt x="62601" y="12110"/>
                  <a:pt x="62458" y="14327"/>
                  <a:pt x="62171" y="17365"/>
                </a:cubicBezTo>
                <a:cubicBezTo>
                  <a:pt x="61885" y="20400"/>
                  <a:pt x="61742" y="22698"/>
                  <a:pt x="61742" y="24258"/>
                </a:cubicBezTo>
                <a:lnTo>
                  <a:pt x="61864" y="38297"/>
                </a:lnTo>
                <a:lnTo>
                  <a:pt x="71070" y="38665"/>
                </a:lnTo>
                <a:cubicBezTo>
                  <a:pt x="72707" y="38665"/>
                  <a:pt x="75203" y="38563"/>
                  <a:pt x="78558" y="38358"/>
                </a:cubicBezTo>
                <a:cubicBezTo>
                  <a:pt x="81913" y="38154"/>
                  <a:pt x="84409" y="38052"/>
                  <a:pt x="86046" y="38052"/>
                </a:cubicBezTo>
                <a:cubicBezTo>
                  <a:pt x="99466" y="38052"/>
                  <a:pt x="106176" y="41898"/>
                  <a:pt x="106176" y="49590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6ACBF6-BD9B-4F5F-99A3-A54CB592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095" y="5337464"/>
            <a:ext cx="1401056" cy="98878"/>
          </a:xfrm>
          <a:custGeom xmlns:a="http://schemas.openxmlformats.org/drawingml/2006/main">
            <a:pathLst>
              <a:path w="1401056" h="98878">
                <a:moveTo>
                  <a:pt x="0" y="25139"/>
                </a:moveTo>
                <a:lnTo>
                  <a:pt x="1352455" y="25139"/>
                </a:lnTo>
                <a:lnTo>
                  <a:pt x="1352455" y="0"/>
                </a:lnTo>
                <a:lnTo>
                  <a:pt x="1401056" y="50277"/>
                </a:lnTo>
                <a:lnTo>
                  <a:pt x="1352455" y="98878"/>
                </a:lnTo>
                <a:lnTo>
                  <a:pt x="1352455" y="73740"/>
                </a:lnTo>
                <a:lnTo>
                  <a:pt x="0" y="73740"/>
                </a:lnTo>
                <a:lnTo>
                  <a:pt x="25139" y="50277"/>
                </a:lnTo>
                <a:lnTo>
                  <a:pt x="0" y="25139"/>
                </a:lnTo>
              </a:path>
            </a:pathLst>
          </a:custGeom>
          <a:solidFill xmlns:a="http://schemas.openxmlformats.org/drawingml/2006/main">
            <a:srgbClr val="D8E4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44F859-82D9-45DB-ADD5-19426AFE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159" y="5252971"/>
            <a:ext cx="498302" cy="243704"/>
          </a:xfrm>
          <a:custGeom xmlns:a="http://schemas.openxmlformats.org/drawingml/2006/main">
            <a:pathLst>
              <a:path w="498302" h="243704">
                <a:moveTo>
                  <a:pt x="0" y="40920"/>
                </a:moveTo>
                <a:cubicBezTo>
                  <a:pt x="419" y="18128"/>
                  <a:pt x="18547" y="0"/>
                  <a:pt x="40222" y="698"/>
                </a:cubicBezTo>
                <a:lnTo>
                  <a:pt x="457522" y="698"/>
                </a:lnTo>
                <a:cubicBezTo>
                  <a:pt x="480175" y="0"/>
                  <a:pt x="498302" y="18128"/>
                  <a:pt x="497744" y="40920"/>
                </a:cubicBezTo>
                <a:lnTo>
                  <a:pt x="497744" y="201807"/>
                </a:lnTo>
                <a:cubicBezTo>
                  <a:pt x="498302" y="224878"/>
                  <a:pt x="480175" y="243006"/>
                  <a:pt x="457522" y="243704"/>
                </a:cubicBezTo>
                <a:lnTo>
                  <a:pt x="40222" y="243704"/>
                </a:lnTo>
                <a:cubicBezTo>
                  <a:pt x="18547" y="243006"/>
                  <a:pt x="419" y="224878"/>
                  <a:pt x="0" y="201807"/>
                </a:cubicBezTo>
                <a:lnTo>
                  <a:pt x="0" y="40920"/>
                </a:lnTo>
              </a:path>
            </a:pathLst>
          </a:custGeom>
          <a:solidFill xmlns:a="http://schemas.openxmlformats.org/drawingml/2006/main">
            <a:srgbClr val="FCF3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3C9BC2-ADEA-4822-A2FD-1032D8C4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104" y="5242496"/>
            <a:ext cx="518832" cy="263955"/>
          </a:xfrm>
          <a:custGeom xmlns:a="http://schemas.openxmlformats.org/drawingml/2006/main">
            <a:pathLst>
              <a:path w="518832" h="263955">
                <a:moveTo>
                  <a:pt x="3994" y="232825"/>
                </a:moveTo>
                <a:lnTo>
                  <a:pt x="6145" y="237294"/>
                </a:lnTo>
                <a:lnTo>
                  <a:pt x="8701" y="241498"/>
                </a:lnTo>
                <a:lnTo>
                  <a:pt x="11634" y="245422"/>
                </a:lnTo>
                <a:lnTo>
                  <a:pt x="14916" y="249025"/>
                </a:lnTo>
                <a:lnTo>
                  <a:pt x="18533" y="252321"/>
                </a:lnTo>
                <a:lnTo>
                  <a:pt x="22457" y="255254"/>
                </a:lnTo>
                <a:lnTo>
                  <a:pt x="26661" y="257810"/>
                </a:lnTo>
                <a:lnTo>
                  <a:pt x="31130" y="259961"/>
                </a:lnTo>
                <a:lnTo>
                  <a:pt x="35822" y="261679"/>
                </a:lnTo>
                <a:lnTo>
                  <a:pt x="40711" y="262935"/>
                </a:lnTo>
                <a:lnTo>
                  <a:pt x="45780" y="263704"/>
                </a:lnTo>
                <a:lnTo>
                  <a:pt x="50710" y="263955"/>
                </a:lnTo>
                <a:lnTo>
                  <a:pt x="468122" y="263955"/>
                </a:lnTo>
                <a:lnTo>
                  <a:pt x="473052" y="263704"/>
                </a:lnTo>
                <a:lnTo>
                  <a:pt x="478122" y="262935"/>
                </a:lnTo>
                <a:lnTo>
                  <a:pt x="483010" y="261679"/>
                </a:lnTo>
                <a:lnTo>
                  <a:pt x="487702" y="259961"/>
                </a:lnTo>
                <a:lnTo>
                  <a:pt x="492171" y="257810"/>
                </a:lnTo>
                <a:lnTo>
                  <a:pt x="496375" y="255254"/>
                </a:lnTo>
                <a:lnTo>
                  <a:pt x="500299" y="252321"/>
                </a:lnTo>
                <a:lnTo>
                  <a:pt x="503917" y="249025"/>
                </a:lnTo>
                <a:lnTo>
                  <a:pt x="507199" y="245422"/>
                </a:lnTo>
                <a:lnTo>
                  <a:pt x="510131" y="241498"/>
                </a:lnTo>
                <a:lnTo>
                  <a:pt x="512687" y="237294"/>
                </a:lnTo>
                <a:lnTo>
                  <a:pt x="514838" y="232825"/>
                </a:lnTo>
                <a:lnTo>
                  <a:pt x="516556" y="228133"/>
                </a:lnTo>
                <a:lnTo>
                  <a:pt x="517813" y="223244"/>
                </a:lnTo>
                <a:lnTo>
                  <a:pt x="518581" y="218175"/>
                </a:lnTo>
                <a:lnTo>
                  <a:pt x="518832" y="213245"/>
                </a:lnTo>
                <a:lnTo>
                  <a:pt x="518832" y="50710"/>
                </a:lnTo>
                <a:lnTo>
                  <a:pt x="518581" y="45780"/>
                </a:lnTo>
                <a:lnTo>
                  <a:pt x="517813" y="40711"/>
                </a:lnTo>
                <a:lnTo>
                  <a:pt x="516556" y="35822"/>
                </a:lnTo>
                <a:lnTo>
                  <a:pt x="514838" y="31130"/>
                </a:lnTo>
                <a:lnTo>
                  <a:pt x="512687" y="26661"/>
                </a:lnTo>
                <a:lnTo>
                  <a:pt x="510131" y="22457"/>
                </a:lnTo>
                <a:lnTo>
                  <a:pt x="507199" y="18533"/>
                </a:lnTo>
                <a:lnTo>
                  <a:pt x="503917" y="14916"/>
                </a:lnTo>
                <a:lnTo>
                  <a:pt x="500299" y="11634"/>
                </a:lnTo>
                <a:lnTo>
                  <a:pt x="496375" y="8701"/>
                </a:lnTo>
                <a:lnTo>
                  <a:pt x="492171" y="6145"/>
                </a:lnTo>
                <a:lnTo>
                  <a:pt x="487702" y="3994"/>
                </a:lnTo>
                <a:lnTo>
                  <a:pt x="483010" y="2276"/>
                </a:lnTo>
                <a:lnTo>
                  <a:pt x="478122" y="1020"/>
                </a:lnTo>
                <a:lnTo>
                  <a:pt x="473052" y="251"/>
                </a:lnTo>
                <a:lnTo>
                  <a:pt x="468122" y="0"/>
                </a:lnTo>
                <a:lnTo>
                  <a:pt x="50710" y="0"/>
                </a:lnTo>
                <a:lnTo>
                  <a:pt x="45780" y="251"/>
                </a:lnTo>
                <a:lnTo>
                  <a:pt x="40711" y="1020"/>
                </a:lnTo>
                <a:lnTo>
                  <a:pt x="35822" y="2276"/>
                </a:lnTo>
                <a:lnTo>
                  <a:pt x="31130" y="3994"/>
                </a:lnTo>
                <a:lnTo>
                  <a:pt x="26661" y="6145"/>
                </a:lnTo>
                <a:lnTo>
                  <a:pt x="22457" y="8701"/>
                </a:lnTo>
                <a:lnTo>
                  <a:pt x="18533" y="11634"/>
                </a:lnTo>
                <a:lnTo>
                  <a:pt x="14916" y="14916"/>
                </a:lnTo>
                <a:lnTo>
                  <a:pt x="11634" y="18533"/>
                </a:lnTo>
                <a:lnTo>
                  <a:pt x="8701" y="22457"/>
                </a:lnTo>
                <a:lnTo>
                  <a:pt x="6145" y="26661"/>
                </a:lnTo>
                <a:lnTo>
                  <a:pt x="3994" y="31130"/>
                </a:lnTo>
                <a:lnTo>
                  <a:pt x="2276" y="35822"/>
                </a:lnTo>
                <a:lnTo>
                  <a:pt x="1020" y="40711"/>
                </a:lnTo>
                <a:lnTo>
                  <a:pt x="251" y="45780"/>
                </a:lnTo>
                <a:lnTo>
                  <a:pt x="0" y="50710"/>
                </a:lnTo>
                <a:lnTo>
                  <a:pt x="0" y="213245"/>
                </a:lnTo>
                <a:lnTo>
                  <a:pt x="251" y="218175"/>
                </a:lnTo>
                <a:lnTo>
                  <a:pt x="1020" y="223244"/>
                </a:lnTo>
                <a:lnTo>
                  <a:pt x="2276" y="228133"/>
                </a:lnTo>
                <a:lnTo>
                  <a:pt x="3994" y="232825"/>
                </a:lnTo>
                <a:close/>
                <a:moveTo>
                  <a:pt x="21569" y="44911"/>
                </a:moveTo>
                <a:lnTo>
                  <a:pt x="22310" y="42049"/>
                </a:lnTo>
                <a:lnTo>
                  <a:pt x="23285" y="39374"/>
                </a:lnTo>
                <a:lnTo>
                  <a:pt x="24600" y="36637"/>
                </a:lnTo>
                <a:lnTo>
                  <a:pt x="26051" y="34245"/>
                </a:lnTo>
                <a:lnTo>
                  <a:pt x="27803" y="31895"/>
                </a:lnTo>
                <a:lnTo>
                  <a:pt x="29750" y="29750"/>
                </a:lnTo>
                <a:lnTo>
                  <a:pt x="31895" y="27803"/>
                </a:lnTo>
                <a:lnTo>
                  <a:pt x="34245" y="26051"/>
                </a:lnTo>
                <a:lnTo>
                  <a:pt x="36637" y="24600"/>
                </a:lnTo>
                <a:lnTo>
                  <a:pt x="39374" y="23285"/>
                </a:lnTo>
                <a:lnTo>
                  <a:pt x="42049" y="22310"/>
                </a:lnTo>
                <a:lnTo>
                  <a:pt x="44911" y="21569"/>
                </a:lnTo>
                <a:lnTo>
                  <a:pt x="47851" y="21119"/>
                </a:lnTo>
                <a:lnTo>
                  <a:pt x="51230" y="20949"/>
                </a:lnTo>
                <a:lnTo>
                  <a:pt x="467603" y="20949"/>
                </a:lnTo>
                <a:lnTo>
                  <a:pt x="470981" y="21119"/>
                </a:lnTo>
                <a:lnTo>
                  <a:pt x="473921" y="21569"/>
                </a:lnTo>
                <a:lnTo>
                  <a:pt x="476783" y="22310"/>
                </a:lnTo>
                <a:lnTo>
                  <a:pt x="479458" y="23285"/>
                </a:lnTo>
                <a:lnTo>
                  <a:pt x="482196" y="24600"/>
                </a:lnTo>
                <a:lnTo>
                  <a:pt x="484587" y="26051"/>
                </a:lnTo>
                <a:lnTo>
                  <a:pt x="486937" y="27803"/>
                </a:lnTo>
                <a:lnTo>
                  <a:pt x="489082" y="29750"/>
                </a:lnTo>
                <a:lnTo>
                  <a:pt x="491029" y="31895"/>
                </a:lnTo>
                <a:lnTo>
                  <a:pt x="492781" y="34245"/>
                </a:lnTo>
                <a:lnTo>
                  <a:pt x="494232" y="36637"/>
                </a:lnTo>
                <a:lnTo>
                  <a:pt x="495547" y="39374"/>
                </a:lnTo>
                <a:lnTo>
                  <a:pt x="496522" y="42049"/>
                </a:lnTo>
                <a:lnTo>
                  <a:pt x="497263" y="44911"/>
                </a:lnTo>
                <a:lnTo>
                  <a:pt x="497713" y="47851"/>
                </a:lnTo>
                <a:lnTo>
                  <a:pt x="497883" y="51230"/>
                </a:lnTo>
                <a:lnTo>
                  <a:pt x="497883" y="212725"/>
                </a:lnTo>
                <a:lnTo>
                  <a:pt x="497713" y="216104"/>
                </a:lnTo>
                <a:lnTo>
                  <a:pt x="497263" y="219044"/>
                </a:lnTo>
                <a:lnTo>
                  <a:pt x="496522" y="221906"/>
                </a:lnTo>
                <a:lnTo>
                  <a:pt x="495547" y="224581"/>
                </a:lnTo>
                <a:lnTo>
                  <a:pt x="494232" y="227318"/>
                </a:lnTo>
                <a:lnTo>
                  <a:pt x="492786" y="229701"/>
                </a:lnTo>
                <a:lnTo>
                  <a:pt x="490977" y="232117"/>
                </a:lnTo>
                <a:lnTo>
                  <a:pt x="489082" y="234205"/>
                </a:lnTo>
                <a:lnTo>
                  <a:pt x="486937" y="236152"/>
                </a:lnTo>
                <a:lnTo>
                  <a:pt x="484587" y="237904"/>
                </a:lnTo>
                <a:lnTo>
                  <a:pt x="482196" y="239355"/>
                </a:lnTo>
                <a:lnTo>
                  <a:pt x="479458" y="240670"/>
                </a:lnTo>
                <a:lnTo>
                  <a:pt x="476783" y="241645"/>
                </a:lnTo>
                <a:lnTo>
                  <a:pt x="473921" y="242386"/>
                </a:lnTo>
                <a:lnTo>
                  <a:pt x="470981" y="242836"/>
                </a:lnTo>
                <a:lnTo>
                  <a:pt x="467603" y="243006"/>
                </a:lnTo>
                <a:lnTo>
                  <a:pt x="51230" y="243006"/>
                </a:lnTo>
                <a:lnTo>
                  <a:pt x="47851" y="242836"/>
                </a:lnTo>
                <a:lnTo>
                  <a:pt x="44911" y="242386"/>
                </a:lnTo>
                <a:lnTo>
                  <a:pt x="42049" y="241645"/>
                </a:lnTo>
                <a:lnTo>
                  <a:pt x="39374" y="240670"/>
                </a:lnTo>
                <a:lnTo>
                  <a:pt x="36637" y="239355"/>
                </a:lnTo>
                <a:lnTo>
                  <a:pt x="34245" y="237904"/>
                </a:lnTo>
                <a:lnTo>
                  <a:pt x="31895" y="236152"/>
                </a:lnTo>
                <a:lnTo>
                  <a:pt x="29750" y="234205"/>
                </a:lnTo>
                <a:lnTo>
                  <a:pt x="27855" y="232117"/>
                </a:lnTo>
                <a:lnTo>
                  <a:pt x="26046" y="229701"/>
                </a:lnTo>
                <a:lnTo>
                  <a:pt x="24600" y="227318"/>
                </a:lnTo>
                <a:lnTo>
                  <a:pt x="23285" y="224581"/>
                </a:lnTo>
                <a:lnTo>
                  <a:pt x="22310" y="221906"/>
                </a:lnTo>
                <a:lnTo>
                  <a:pt x="21569" y="219044"/>
                </a:lnTo>
                <a:lnTo>
                  <a:pt x="21119" y="216104"/>
                </a:lnTo>
                <a:lnTo>
                  <a:pt x="20949" y="212725"/>
                </a:lnTo>
                <a:lnTo>
                  <a:pt x="20949" y="51230"/>
                </a:lnTo>
                <a:lnTo>
                  <a:pt x="21119" y="47851"/>
                </a:lnTo>
                <a:lnTo>
                  <a:pt x="21569" y="44911"/>
                </a:lnTo>
                <a:close/>
              </a:path>
            </a:pathLst>
          </a:custGeom>
          <a:solidFill xmlns:a="http://schemas.openxmlformats.org/drawingml/2006/main">
            <a:srgbClr val="FC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Text ny">
            <a:extLst xmlns:a="http://schemas.openxmlformats.org/drawingml/2006/main">
              <a:ext uri="{FF2B5EF4-FFF2-40B4-BE49-F238E27FC236}">
                <a16:creationId xmlns:a16="http://schemas.microsoft.com/office/drawing/2014/main" id="{42D86E77-9BF1-47E1-91B8-DE4D7842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029" y="5297366"/>
            <a:ext cx="215204" cy="182077"/>
          </a:xfrm>
          <a:custGeom xmlns:a="http://schemas.openxmlformats.org/drawingml/2006/main">
            <a:pathLst>
              <a:path w="215204" h="182077">
                <a:moveTo>
                  <a:pt x="85056" y="126823"/>
                </a:moveTo>
                <a:cubicBezTo>
                  <a:pt x="78820" y="126823"/>
                  <a:pt x="75303" y="123408"/>
                  <a:pt x="74506" y="116578"/>
                </a:cubicBezTo>
                <a:lnTo>
                  <a:pt x="71460" y="92707"/>
                </a:lnTo>
                <a:cubicBezTo>
                  <a:pt x="70445" y="84205"/>
                  <a:pt x="69937" y="76248"/>
                  <a:pt x="69937" y="68836"/>
                </a:cubicBezTo>
                <a:cubicBezTo>
                  <a:pt x="69937" y="66801"/>
                  <a:pt x="70064" y="63350"/>
                  <a:pt x="70318" y="58483"/>
                </a:cubicBezTo>
                <a:cubicBezTo>
                  <a:pt x="70572" y="53613"/>
                  <a:pt x="70699" y="50161"/>
                  <a:pt x="70699" y="48126"/>
                </a:cubicBezTo>
                <a:cubicBezTo>
                  <a:pt x="70699" y="32430"/>
                  <a:pt x="67798" y="24581"/>
                  <a:pt x="61997" y="24581"/>
                </a:cubicBezTo>
                <a:cubicBezTo>
                  <a:pt x="53876" y="24581"/>
                  <a:pt x="46117" y="29409"/>
                  <a:pt x="38721" y="39064"/>
                </a:cubicBezTo>
                <a:cubicBezTo>
                  <a:pt x="32050" y="47847"/>
                  <a:pt x="26829" y="58953"/>
                  <a:pt x="23059" y="72381"/>
                </a:cubicBezTo>
                <a:cubicBezTo>
                  <a:pt x="22914" y="75214"/>
                  <a:pt x="22587" y="78771"/>
                  <a:pt x="22080" y="83054"/>
                </a:cubicBezTo>
                <a:cubicBezTo>
                  <a:pt x="21645" y="86684"/>
                  <a:pt x="21427" y="90204"/>
                  <a:pt x="21427" y="93615"/>
                </a:cubicBezTo>
                <a:cubicBezTo>
                  <a:pt x="21427" y="95792"/>
                  <a:pt x="21645" y="99059"/>
                  <a:pt x="22080" y="103414"/>
                </a:cubicBezTo>
                <a:cubicBezTo>
                  <a:pt x="22515" y="107769"/>
                  <a:pt x="22732" y="111036"/>
                  <a:pt x="22732" y="113213"/>
                </a:cubicBezTo>
                <a:cubicBezTo>
                  <a:pt x="22732" y="116481"/>
                  <a:pt x="21735" y="119131"/>
                  <a:pt x="19741" y="121163"/>
                </a:cubicBezTo>
                <a:cubicBezTo>
                  <a:pt x="17747" y="123196"/>
                  <a:pt x="15191" y="124212"/>
                  <a:pt x="12073" y="124212"/>
                </a:cubicBezTo>
                <a:cubicBezTo>
                  <a:pt x="8883" y="124212"/>
                  <a:pt x="6309" y="123195"/>
                  <a:pt x="4351" y="121160"/>
                </a:cubicBezTo>
                <a:cubicBezTo>
                  <a:pt x="2393" y="119128"/>
                  <a:pt x="1414" y="116476"/>
                  <a:pt x="1414" y="113206"/>
                </a:cubicBezTo>
                <a:cubicBezTo>
                  <a:pt x="1414" y="111029"/>
                  <a:pt x="1178" y="107761"/>
                  <a:pt x="707" y="103404"/>
                </a:cubicBezTo>
                <a:cubicBezTo>
                  <a:pt x="236" y="99044"/>
                  <a:pt x="0" y="95774"/>
                  <a:pt x="0" y="93594"/>
                </a:cubicBezTo>
                <a:cubicBezTo>
                  <a:pt x="0" y="86112"/>
                  <a:pt x="526" y="75743"/>
                  <a:pt x="1577" y="62487"/>
                </a:cubicBezTo>
                <a:cubicBezTo>
                  <a:pt x="2629" y="49231"/>
                  <a:pt x="3154" y="38862"/>
                  <a:pt x="3154" y="31379"/>
                </a:cubicBezTo>
                <a:cubicBezTo>
                  <a:pt x="3154" y="29054"/>
                  <a:pt x="3027" y="25605"/>
                  <a:pt x="2774" y="21029"/>
                </a:cubicBezTo>
                <a:cubicBezTo>
                  <a:pt x="2520" y="16452"/>
                  <a:pt x="2393" y="13002"/>
                  <a:pt x="2393" y="10680"/>
                </a:cubicBezTo>
                <a:cubicBezTo>
                  <a:pt x="2393" y="7555"/>
                  <a:pt x="3426" y="4994"/>
                  <a:pt x="5493" y="2998"/>
                </a:cubicBezTo>
                <a:cubicBezTo>
                  <a:pt x="7559" y="999"/>
                  <a:pt x="10115" y="0"/>
                  <a:pt x="13161" y="0"/>
                </a:cubicBezTo>
                <a:cubicBezTo>
                  <a:pt x="19832" y="0"/>
                  <a:pt x="23494" y="4733"/>
                  <a:pt x="24146" y="14198"/>
                </a:cubicBezTo>
                <a:lnTo>
                  <a:pt x="24473" y="26974"/>
                </a:lnTo>
                <a:cubicBezTo>
                  <a:pt x="36655" y="10732"/>
                  <a:pt x="49163" y="2610"/>
                  <a:pt x="61997" y="2610"/>
                </a:cubicBezTo>
                <a:cubicBezTo>
                  <a:pt x="73599" y="2610"/>
                  <a:pt x="81684" y="7732"/>
                  <a:pt x="86253" y="17974"/>
                </a:cubicBezTo>
                <a:cubicBezTo>
                  <a:pt x="89371" y="24801"/>
                  <a:pt x="91075" y="34898"/>
                  <a:pt x="91365" y="48266"/>
                </a:cubicBezTo>
                <a:lnTo>
                  <a:pt x="91365" y="59268"/>
                </a:lnTo>
                <a:lnTo>
                  <a:pt x="91256" y="69400"/>
                </a:lnTo>
                <a:cubicBezTo>
                  <a:pt x="91256" y="75430"/>
                  <a:pt x="92035" y="83222"/>
                  <a:pt x="93594" y="92775"/>
                </a:cubicBezTo>
                <a:cubicBezTo>
                  <a:pt x="95153" y="102326"/>
                  <a:pt x="95933" y="110079"/>
                  <a:pt x="95933" y="116034"/>
                </a:cubicBezTo>
                <a:cubicBezTo>
                  <a:pt x="95933" y="119232"/>
                  <a:pt x="94900" y="121829"/>
                  <a:pt x="92833" y="123825"/>
                </a:cubicBezTo>
                <a:cubicBezTo>
                  <a:pt x="90766" y="125823"/>
                  <a:pt x="88174" y="126823"/>
                  <a:pt x="85056" y="126823"/>
                </a:cubicBezTo>
                <a:close/>
                <a:moveTo>
                  <a:pt x="213790" y="21954"/>
                </a:moveTo>
                <a:lnTo>
                  <a:pt x="176157" y="103322"/>
                </a:lnTo>
                <a:cubicBezTo>
                  <a:pt x="166875" y="123120"/>
                  <a:pt x="159769" y="139690"/>
                  <a:pt x="154838" y="153032"/>
                </a:cubicBezTo>
                <a:lnTo>
                  <a:pt x="147660" y="174137"/>
                </a:lnTo>
                <a:cubicBezTo>
                  <a:pt x="145774" y="179430"/>
                  <a:pt x="142511" y="182077"/>
                  <a:pt x="137871" y="182077"/>
                </a:cubicBezTo>
                <a:cubicBezTo>
                  <a:pt x="134825" y="182077"/>
                  <a:pt x="132197" y="181074"/>
                  <a:pt x="129985" y="179069"/>
                </a:cubicBezTo>
                <a:cubicBezTo>
                  <a:pt x="127773" y="177065"/>
                  <a:pt x="126668" y="174569"/>
                  <a:pt x="126668" y="171581"/>
                </a:cubicBezTo>
                <a:cubicBezTo>
                  <a:pt x="126668" y="164293"/>
                  <a:pt x="134499" y="143325"/>
                  <a:pt x="150161" y="108676"/>
                </a:cubicBezTo>
                <a:lnTo>
                  <a:pt x="111223" y="33633"/>
                </a:lnTo>
                <a:lnTo>
                  <a:pt x="106328" y="25679"/>
                </a:lnTo>
                <a:cubicBezTo>
                  <a:pt x="104370" y="22339"/>
                  <a:pt x="103391" y="19544"/>
                  <a:pt x="103391" y="17294"/>
                </a:cubicBezTo>
                <a:cubicBezTo>
                  <a:pt x="103391" y="14321"/>
                  <a:pt x="104533" y="11711"/>
                  <a:pt x="106817" y="9463"/>
                </a:cubicBezTo>
                <a:cubicBezTo>
                  <a:pt x="109102" y="7215"/>
                  <a:pt x="111658" y="6091"/>
                  <a:pt x="114486" y="6091"/>
                </a:cubicBezTo>
                <a:cubicBezTo>
                  <a:pt x="117821" y="6091"/>
                  <a:pt x="120395" y="7360"/>
                  <a:pt x="122208" y="9898"/>
                </a:cubicBezTo>
                <a:cubicBezTo>
                  <a:pt x="134535" y="27035"/>
                  <a:pt x="147768" y="51435"/>
                  <a:pt x="161908" y="83095"/>
                </a:cubicBezTo>
                <a:lnTo>
                  <a:pt x="178006" y="45455"/>
                </a:lnTo>
                <a:cubicBezTo>
                  <a:pt x="183807" y="32468"/>
                  <a:pt x="189390" y="21305"/>
                  <a:pt x="194756" y="11964"/>
                </a:cubicBezTo>
                <a:cubicBezTo>
                  <a:pt x="197076" y="7904"/>
                  <a:pt x="200122" y="5873"/>
                  <a:pt x="203892" y="5873"/>
                </a:cubicBezTo>
                <a:cubicBezTo>
                  <a:pt x="206865" y="5873"/>
                  <a:pt x="209494" y="6924"/>
                  <a:pt x="211778" y="9024"/>
                </a:cubicBezTo>
                <a:cubicBezTo>
                  <a:pt x="214062" y="11125"/>
                  <a:pt x="215204" y="13624"/>
                  <a:pt x="215204" y="16522"/>
                </a:cubicBezTo>
                <a:cubicBezTo>
                  <a:pt x="215204" y="18115"/>
                  <a:pt x="214733" y="19926"/>
                  <a:pt x="213790" y="219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e71c149ab486d"/>
          <a:stretch xmlns:a="http://schemas.openxmlformats.org/drawingml/2006/main"/>
        </p:blipFill>
        <p:spPr>
          <a:xfrm xmlns:a="http://schemas.openxmlformats.org/drawingml/2006/main">
            <a:off x="4259460" y="5225179"/>
            <a:ext cx="497056" cy="450818"/>
          </a:xfrm>
          <a:prstGeom xmlns:a="http://schemas.openxmlformats.org/drawingml/2006/main" prst="rect">
            <a:avLst/>
          </a:prstGeom>
        </p:spPr>
      </p:pic>
      <p:pic>
        <p:nvPicPr>
          <p:cNvPr id="6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a80f5e88c448f"/>
          <a:stretch xmlns:a="http://schemas.openxmlformats.org/drawingml/2006/main"/>
        </p:blipFill>
        <p:spPr>
          <a:xfrm xmlns:a="http://schemas.openxmlformats.org/drawingml/2006/main">
            <a:off x="7917615" y="5281017"/>
            <a:ext cx="462550" cy="399475"/>
          </a:xfrm>
          <a:prstGeom xmlns:a="http://schemas.openxmlformats.org/drawingml/2006/main" prst="rect">
            <a:avLst/>
          </a:prstGeom>
        </p:spPr>
      </p:pic>
      <p:pic>
        <p:nvPicPr>
          <p:cNvPr id="6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a5d56b1ba4bff"/>
          <a:stretch xmlns:a="http://schemas.openxmlformats.org/drawingml/2006/main"/>
        </p:blipFill>
        <p:spPr>
          <a:xfrm xmlns:a="http://schemas.openxmlformats.org/drawingml/2006/main">
            <a:off x="3269163" y="4975469"/>
            <a:ext cx="454834" cy="388810"/>
          </a:xfrm>
          <a:prstGeom xmlns:a="http://schemas.openxmlformats.org/drawingml/2006/main" prst="rect">
            <a:avLst/>
          </a:prstGeom>
        </p:spPr>
      </p:pic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3F2CA0-078C-4D10-A2CE-88FDE8C4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88" y="5268333"/>
            <a:ext cx="395513" cy="243425"/>
          </a:xfrm>
          <a:custGeom xmlns:a="http://schemas.openxmlformats.org/drawingml/2006/main">
            <a:pathLst>
              <a:path w="395513" h="243425">
                <a:moveTo>
                  <a:pt x="0" y="40641"/>
                </a:moveTo>
                <a:cubicBezTo>
                  <a:pt x="419" y="18128"/>
                  <a:pt x="18547" y="0"/>
                  <a:pt x="40222" y="419"/>
                </a:cubicBezTo>
                <a:lnTo>
                  <a:pt x="353616" y="419"/>
                </a:lnTo>
                <a:cubicBezTo>
                  <a:pt x="376827" y="0"/>
                  <a:pt x="394955" y="18128"/>
                  <a:pt x="395513" y="40641"/>
                </a:cubicBezTo>
                <a:lnTo>
                  <a:pt x="395513" y="203203"/>
                </a:lnTo>
                <a:cubicBezTo>
                  <a:pt x="394955" y="224878"/>
                  <a:pt x="376827" y="243006"/>
                  <a:pt x="353616" y="243425"/>
                </a:cubicBezTo>
                <a:lnTo>
                  <a:pt x="40222" y="243425"/>
                </a:lnTo>
                <a:cubicBezTo>
                  <a:pt x="18547" y="243006"/>
                  <a:pt x="419" y="224878"/>
                  <a:pt x="0" y="203203"/>
                </a:cubicBezTo>
                <a:lnTo>
                  <a:pt x="0" y="40641"/>
                </a:lnTo>
              </a:path>
            </a:pathLst>
          </a:custGeom>
          <a:solidFill xmlns:a="http://schemas.openxmlformats.org/drawingml/2006/main">
            <a:srgbClr val="CF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CB1108-E529-41A6-850B-658E1FC5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032" y="5257859"/>
            <a:ext cx="415485" cy="263955"/>
          </a:xfrm>
          <a:custGeom xmlns:a="http://schemas.openxmlformats.org/drawingml/2006/main">
            <a:pathLst>
              <a:path w="415485" h="263955">
                <a:moveTo>
                  <a:pt x="3994" y="232825"/>
                </a:moveTo>
                <a:lnTo>
                  <a:pt x="6145" y="237294"/>
                </a:lnTo>
                <a:lnTo>
                  <a:pt x="8701" y="241498"/>
                </a:lnTo>
                <a:lnTo>
                  <a:pt x="11634" y="245422"/>
                </a:lnTo>
                <a:lnTo>
                  <a:pt x="14916" y="249039"/>
                </a:lnTo>
                <a:lnTo>
                  <a:pt x="18533" y="252321"/>
                </a:lnTo>
                <a:lnTo>
                  <a:pt x="22457" y="255254"/>
                </a:lnTo>
                <a:lnTo>
                  <a:pt x="26661" y="257810"/>
                </a:lnTo>
                <a:lnTo>
                  <a:pt x="31130" y="259961"/>
                </a:lnTo>
                <a:lnTo>
                  <a:pt x="35822" y="261679"/>
                </a:lnTo>
                <a:lnTo>
                  <a:pt x="40711" y="262935"/>
                </a:lnTo>
                <a:lnTo>
                  <a:pt x="45780" y="263704"/>
                </a:lnTo>
                <a:lnTo>
                  <a:pt x="50710" y="263955"/>
                </a:lnTo>
                <a:lnTo>
                  <a:pt x="364775" y="263955"/>
                </a:lnTo>
                <a:lnTo>
                  <a:pt x="369705" y="263704"/>
                </a:lnTo>
                <a:lnTo>
                  <a:pt x="374774" y="262935"/>
                </a:lnTo>
                <a:lnTo>
                  <a:pt x="379662" y="261679"/>
                </a:lnTo>
                <a:lnTo>
                  <a:pt x="384355" y="259961"/>
                </a:lnTo>
                <a:lnTo>
                  <a:pt x="388824" y="257810"/>
                </a:lnTo>
                <a:lnTo>
                  <a:pt x="393028" y="255254"/>
                </a:lnTo>
                <a:lnTo>
                  <a:pt x="396952" y="252321"/>
                </a:lnTo>
                <a:lnTo>
                  <a:pt x="400569" y="249039"/>
                </a:lnTo>
                <a:lnTo>
                  <a:pt x="403851" y="245422"/>
                </a:lnTo>
                <a:lnTo>
                  <a:pt x="406784" y="241498"/>
                </a:lnTo>
                <a:lnTo>
                  <a:pt x="409340" y="237294"/>
                </a:lnTo>
                <a:lnTo>
                  <a:pt x="411490" y="232825"/>
                </a:lnTo>
                <a:lnTo>
                  <a:pt x="413208" y="228133"/>
                </a:lnTo>
                <a:lnTo>
                  <a:pt x="414465" y="223244"/>
                </a:lnTo>
                <a:lnTo>
                  <a:pt x="415233" y="218175"/>
                </a:lnTo>
                <a:lnTo>
                  <a:pt x="415485" y="213245"/>
                </a:lnTo>
                <a:lnTo>
                  <a:pt x="415485" y="50710"/>
                </a:lnTo>
                <a:lnTo>
                  <a:pt x="415233" y="45780"/>
                </a:lnTo>
                <a:lnTo>
                  <a:pt x="414465" y="40711"/>
                </a:lnTo>
                <a:lnTo>
                  <a:pt x="413208" y="35822"/>
                </a:lnTo>
                <a:lnTo>
                  <a:pt x="411490" y="31130"/>
                </a:lnTo>
                <a:lnTo>
                  <a:pt x="409340" y="26661"/>
                </a:lnTo>
                <a:lnTo>
                  <a:pt x="406784" y="22457"/>
                </a:lnTo>
                <a:lnTo>
                  <a:pt x="403851" y="18533"/>
                </a:lnTo>
                <a:lnTo>
                  <a:pt x="400569" y="14916"/>
                </a:lnTo>
                <a:lnTo>
                  <a:pt x="396952" y="11634"/>
                </a:lnTo>
                <a:lnTo>
                  <a:pt x="393028" y="8701"/>
                </a:lnTo>
                <a:lnTo>
                  <a:pt x="388824" y="6145"/>
                </a:lnTo>
                <a:lnTo>
                  <a:pt x="384355" y="3994"/>
                </a:lnTo>
                <a:lnTo>
                  <a:pt x="379662" y="2276"/>
                </a:lnTo>
                <a:lnTo>
                  <a:pt x="374774" y="1020"/>
                </a:lnTo>
                <a:lnTo>
                  <a:pt x="369705" y="251"/>
                </a:lnTo>
                <a:lnTo>
                  <a:pt x="364775" y="0"/>
                </a:lnTo>
                <a:lnTo>
                  <a:pt x="50710" y="0"/>
                </a:lnTo>
                <a:lnTo>
                  <a:pt x="45780" y="251"/>
                </a:lnTo>
                <a:lnTo>
                  <a:pt x="40711" y="1020"/>
                </a:lnTo>
                <a:lnTo>
                  <a:pt x="35822" y="2276"/>
                </a:lnTo>
                <a:lnTo>
                  <a:pt x="31130" y="3994"/>
                </a:lnTo>
                <a:lnTo>
                  <a:pt x="26661" y="6145"/>
                </a:lnTo>
                <a:lnTo>
                  <a:pt x="22457" y="8701"/>
                </a:lnTo>
                <a:lnTo>
                  <a:pt x="18533" y="11634"/>
                </a:lnTo>
                <a:lnTo>
                  <a:pt x="14916" y="14916"/>
                </a:lnTo>
                <a:lnTo>
                  <a:pt x="11634" y="18533"/>
                </a:lnTo>
                <a:lnTo>
                  <a:pt x="8701" y="22457"/>
                </a:lnTo>
                <a:lnTo>
                  <a:pt x="6145" y="26661"/>
                </a:lnTo>
                <a:lnTo>
                  <a:pt x="3994" y="31130"/>
                </a:lnTo>
                <a:lnTo>
                  <a:pt x="2276" y="35822"/>
                </a:lnTo>
                <a:lnTo>
                  <a:pt x="1020" y="40711"/>
                </a:lnTo>
                <a:lnTo>
                  <a:pt x="251" y="45780"/>
                </a:lnTo>
                <a:lnTo>
                  <a:pt x="0" y="50710"/>
                </a:lnTo>
                <a:lnTo>
                  <a:pt x="0" y="213245"/>
                </a:lnTo>
                <a:lnTo>
                  <a:pt x="251" y="218175"/>
                </a:lnTo>
                <a:lnTo>
                  <a:pt x="1020" y="223244"/>
                </a:lnTo>
                <a:lnTo>
                  <a:pt x="2276" y="228133"/>
                </a:lnTo>
                <a:lnTo>
                  <a:pt x="3994" y="232825"/>
                </a:lnTo>
                <a:close/>
                <a:moveTo>
                  <a:pt x="21569" y="44911"/>
                </a:moveTo>
                <a:lnTo>
                  <a:pt x="22310" y="42049"/>
                </a:lnTo>
                <a:lnTo>
                  <a:pt x="23285" y="39374"/>
                </a:lnTo>
                <a:lnTo>
                  <a:pt x="24600" y="36637"/>
                </a:lnTo>
                <a:lnTo>
                  <a:pt x="26051" y="34245"/>
                </a:lnTo>
                <a:lnTo>
                  <a:pt x="27803" y="31895"/>
                </a:lnTo>
                <a:lnTo>
                  <a:pt x="29750" y="29750"/>
                </a:lnTo>
                <a:lnTo>
                  <a:pt x="31895" y="27803"/>
                </a:lnTo>
                <a:lnTo>
                  <a:pt x="34245" y="26051"/>
                </a:lnTo>
                <a:lnTo>
                  <a:pt x="36637" y="24600"/>
                </a:lnTo>
                <a:lnTo>
                  <a:pt x="39374" y="23285"/>
                </a:lnTo>
                <a:lnTo>
                  <a:pt x="42049" y="22310"/>
                </a:lnTo>
                <a:lnTo>
                  <a:pt x="44911" y="21569"/>
                </a:lnTo>
                <a:lnTo>
                  <a:pt x="47851" y="21119"/>
                </a:lnTo>
                <a:lnTo>
                  <a:pt x="51230" y="20949"/>
                </a:lnTo>
                <a:lnTo>
                  <a:pt x="364255" y="20949"/>
                </a:lnTo>
                <a:lnTo>
                  <a:pt x="367633" y="21119"/>
                </a:lnTo>
                <a:lnTo>
                  <a:pt x="370574" y="21569"/>
                </a:lnTo>
                <a:lnTo>
                  <a:pt x="373436" y="22310"/>
                </a:lnTo>
                <a:lnTo>
                  <a:pt x="376111" y="23285"/>
                </a:lnTo>
                <a:lnTo>
                  <a:pt x="378848" y="24600"/>
                </a:lnTo>
                <a:lnTo>
                  <a:pt x="381231" y="26046"/>
                </a:lnTo>
                <a:lnTo>
                  <a:pt x="383646" y="27855"/>
                </a:lnTo>
                <a:lnTo>
                  <a:pt x="385734" y="29750"/>
                </a:lnTo>
                <a:lnTo>
                  <a:pt x="387682" y="31895"/>
                </a:lnTo>
                <a:lnTo>
                  <a:pt x="389434" y="34245"/>
                </a:lnTo>
                <a:lnTo>
                  <a:pt x="390884" y="36637"/>
                </a:lnTo>
                <a:lnTo>
                  <a:pt x="392199" y="39374"/>
                </a:lnTo>
                <a:lnTo>
                  <a:pt x="393175" y="42049"/>
                </a:lnTo>
                <a:lnTo>
                  <a:pt x="393916" y="44911"/>
                </a:lnTo>
                <a:lnTo>
                  <a:pt x="394365" y="47851"/>
                </a:lnTo>
                <a:lnTo>
                  <a:pt x="394536" y="51230"/>
                </a:lnTo>
                <a:lnTo>
                  <a:pt x="394536" y="212725"/>
                </a:lnTo>
                <a:lnTo>
                  <a:pt x="394365" y="216104"/>
                </a:lnTo>
                <a:lnTo>
                  <a:pt x="393916" y="219044"/>
                </a:lnTo>
                <a:lnTo>
                  <a:pt x="393175" y="221906"/>
                </a:lnTo>
                <a:lnTo>
                  <a:pt x="392199" y="224581"/>
                </a:lnTo>
                <a:lnTo>
                  <a:pt x="390884" y="227318"/>
                </a:lnTo>
                <a:lnTo>
                  <a:pt x="389439" y="229701"/>
                </a:lnTo>
                <a:lnTo>
                  <a:pt x="387630" y="232117"/>
                </a:lnTo>
                <a:lnTo>
                  <a:pt x="385734" y="234205"/>
                </a:lnTo>
                <a:lnTo>
                  <a:pt x="383646" y="236100"/>
                </a:lnTo>
                <a:lnTo>
                  <a:pt x="381231" y="237909"/>
                </a:lnTo>
                <a:lnTo>
                  <a:pt x="378848" y="239355"/>
                </a:lnTo>
                <a:lnTo>
                  <a:pt x="376111" y="240670"/>
                </a:lnTo>
                <a:lnTo>
                  <a:pt x="373436" y="241645"/>
                </a:lnTo>
                <a:lnTo>
                  <a:pt x="370574" y="242386"/>
                </a:lnTo>
                <a:lnTo>
                  <a:pt x="367633" y="242836"/>
                </a:lnTo>
                <a:lnTo>
                  <a:pt x="364255" y="243006"/>
                </a:lnTo>
                <a:lnTo>
                  <a:pt x="51230" y="243006"/>
                </a:lnTo>
                <a:lnTo>
                  <a:pt x="47851" y="242836"/>
                </a:lnTo>
                <a:lnTo>
                  <a:pt x="44911" y="242386"/>
                </a:lnTo>
                <a:lnTo>
                  <a:pt x="42049" y="241645"/>
                </a:lnTo>
                <a:lnTo>
                  <a:pt x="39374" y="240670"/>
                </a:lnTo>
                <a:lnTo>
                  <a:pt x="36637" y="239355"/>
                </a:lnTo>
                <a:lnTo>
                  <a:pt x="34245" y="237904"/>
                </a:lnTo>
                <a:lnTo>
                  <a:pt x="31895" y="236152"/>
                </a:lnTo>
                <a:lnTo>
                  <a:pt x="29750" y="234205"/>
                </a:lnTo>
                <a:lnTo>
                  <a:pt x="27855" y="232117"/>
                </a:lnTo>
                <a:lnTo>
                  <a:pt x="26046" y="229701"/>
                </a:lnTo>
                <a:lnTo>
                  <a:pt x="24600" y="227318"/>
                </a:lnTo>
                <a:lnTo>
                  <a:pt x="23285" y="224581"/>
                </a:lnTo>
                <a:lnTo>
                  <a:pt x="22310" y="221906"/>
                </a:lnTo>
                <a:lnTo>
                  <a:pt x="21569" y="219044"/>
                </a:lnTo>
                <a:lnTo>
                  <a:pt x="21119" y="216104"/>
                </a:lnTo>
                <a:lnTo>
                  <a:pt x="20949" y="212725"/>
                </a:lnTo>
                <a:lnTo>
                  <a:pt x="20949" y="51230"/>
                </a:lnTo>
                <a:lnTo>
                  <a:pt x="21119" y="47851"/>
                </a:lnTo>
                <a:lnTo>
                  <a:pt x="21569" y="44911"/>
                </a:ln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Text q">
            <a:extLst xmlns:a="http://schemas.openxmlformats.org/drawingml/2006/main">
              <a:ext uri="{FF2B5EF4-FFF2-40B4-BE49-F238E27FC236}">
                <a16:creationId xmlns:a16="http://schemas.microsoft.com/office/drawing/2014/main" id="{38CEB86E-1C30-4067-B313-1620F3FD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979" y="5315846"/>
            <a:ext cx="96042" cy="176348"/>
          </a:xfrm>
          <a:custGeom xmlns:a="http://schemas.openxmlformats.org/drawingml/2006/main">
            <a:pathLst>
              <a:path w="96042" h="176348">
                <a:moveTo>
                  <a:pt x="92344" y="81612"/>
                </a:moveTo>
                <a:lnTo>
                  <a:pt x="87340" y="123378"/>
                </a:lnTo>
                <a:cubicBezTo>
                  <a:pt x="85527" y="138896"/>
                  <a:pt x="84621" y="152927"/>
                  <a:pt x="84621" y="165471"/>
                </a:cubicBezTo>
                <a:cubicBezTo>
                  <a:pt x="84621" y="168662"/>
                  <a:pt x="83642" y="171272"/>
                  <a:pt x="81684" y="173303"/>
                </a:cubicBezTo>
                <a:cubicBezTo>
                  <a:pt x="79727" y="175333"/>
                  <a:pt x="77152" y="176348"/>
                  <a:pt x="73962" y="176348"/>
                </a:cubicBezTo>
                <a:cubicBezTo>
                  <a:pt x="67291" y="176348"/>
                  <a:pt x="63738" y="172693"/>
                  <a:pt x="63303" y="165383"/>
                </a:cubicBezTo>
                <a:cubicBezTo>
                  <a:pt x="63085" y="162199"/>
                  <a:pt x="63266" y="158183"/>
                  <a:pt x="63846" y="153334"/>
                </a:cubicBezTo>
                <a:lnTo>
                  <a:pt x="65260" y="141284"/>
                </a:lnTo>
                <a:lnTo>
                  <a:pt x="67327" y="117288"/>
                </a:lnTo>
                <a:cubicBezTo>
                  <a:pt x="61091" y="118955"/>
                  <a:pt x="56704" y="119789"/>
                  <a:pt x="54166" y="119789"/>
                </a:cubicBezTo>
                <a:cubicBezTo>
                  <a:pt x="38359" y="119789"/>
                  <a:pt x="25560" y="115684"/>
                  <a:pt x="15771" y="107475"/>
                </a:cubicBezTo>
                <a:cubicBezTo>
                  <a:pt x="5257" y="98685"/>
                  <a:pt x="0" y="86518"/>
                  <a:pt x="0" y="70973"/>
                </a:cubicBezTo>
                <a:cubicBezTo>
                  <a:pt x="0" y="49689"/>
                  <a:pt x="5982" y="32617"/>
                  <a:pt x="17947" y="19757"/>
                </a:cubicBezTo>
                <a:cubicBezTo>
                  <a:pt x="30201" y="6537"/>
                  <a:pt x="46879" y="0"/>
                  <a:pt x="67980" y="145"/>
                </a:cubicBezTo>
                <a:cubicBezTo>
                  <a:pt x="71968" y="145"/>
                  <a:pt x="74977" y="1740"/>
                  <a:pt x="77007" y="4931"/>
                </a:cubicBezTo>
                <a:cubicBezTo>
                  <a:pt x="80125" y="2175"/>
                  <a:pt x="82881" y="798"/>
                  <a:pt x="85274" y="798"/>
                </a:cubicBezTo>
                <a:cubicBezTo>
                  <a:pt x="88174" y="798"/>
                  <a:pt x="90694" y="1958"/>
                  <a:pt x="92833" y="4278"/>
                </a:cubicBezTo>
                <a:cubicBezTo>
                  <a:pt x="94972" y="6599"/>
                  <a:pt x="96042" y="9245"/>
                  <a:pt x="96042" y="12218"/>
                </a:cubicBezTo>
                <a:cubicBezTo>
                  <a:pt x="96042" y="33609"/>
                  <a:pt x="94809" y="56740"/>
                  <a:pt x="92344" y="81612"/>
                </a:cubicBezTo>
                <a:moveTo>
                  <a:pt x="60257" y="18962"/>
                </a:moveTo>
                <a:cubicBezTo>
                  <a:pt x="46915" y="21361"/>
                  <a:pt x="36836" y="28159"/>
                  <a:pt x="30020" y="39356"/>
                </a:cubicBezTo>
                <a:cubicBezTo>
                  <a:pt x="24509" y="48442"/>
                  <a:pt x="21753" y="59130"/>
                  <a:pt x="21753" y="71418"/>
                </a:cubicBezTo>
                <a:cubicBezTo>
                  <a:pt x="21753" y="79997"/>
                  <a:pt x="24364" y="86977"/>
                  <a:pt x="29585" y="92356"/>
                </a:cubicBezTo>
                <a:cubicBezTo>
                  <a:pt x="35313" y="98318"/>
                  <a:pt x="43253" y="101154"/>
                  <a:pt x="53405" y="100864"/>
                </a:cubicBezTo>
                <a:cubicBezTo>
                  <a:pt x="60293" y="100646"/>
                  <a:pt x="65333" y="96902"/>
                  <a:pt x="68523" y="89630"/>
                </a:cubicBezTo>
                <a:cubicBezTo>
                  <a:pt x="72004" y="81488"/>
                  <a:pt x="73853" y="67639"/>
                  <a:pt x="74071" y="48081"/>
                </a:cubicBezTo>
                <a:lnTo>
                  <a:pt x="75593" y="18962"/>
                </a:lnTo>
                <a:cubicBezTo>
                  <a:pt x="74143" y="19469"/>
                  <a:pt x="71605" y="19578"/>
                  <a:pt x="67980" y="19288"/>
                </a:cubicBezTo>
                <a:cubicBezTo>
                  <a:pt x="63991" y="18853"/>
                  <a:pt x="61417" y="18744"/>
                  <a:pt x="60257" y="189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15F87A-B91E-40F1-99D9-660483D8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607" y="5268333"/>
            <a:ext cx="395513" cy="243425"/>
          </a:xfrm>
          <a:custGeom xmlns:a="http://schemas.openxmlformats.org/drawingml/2006/main">
            <a:pathLst>
              <a:path w="395513" h="243425">
                <a:moveTo>
                  <a:pt x="0" y="40641"/>
                </a:moveTo>
                <a:cubicBezTo>
                  <a:pt x="140" y="18128"/>
                  <a:pt x="18267" y="0"/>
                  <a:pt x="40222" y="419"/>
                </a:cubicBezTo>
                <a:lnTo>
                  <a:pt x="353616" y="419"/>
                </a:lnTo>
                <a:cubicBezTo>
                  <a:pt x="376548" y="0"/>
                  <a:pt x="394676" y="18128"/>
                  <a:pt x="395513" y="40641"/>
                </a:cubicBezTo>
                <a:lnTo>
                  <a:pt x="395513" y="203203"/>
                </a:lnTo>
                <a:cubicBezTo>
                  <a:pt x="394676" y="224878"/>
                  <a:pt x="376548" y="243006"/>
                  <a:pt x="353616" y="243425"/>
                </a:cubicBezTo>
                <a:lnTo>
                  <a:pt x="40222" y="243425"/>
                </a:lnTo>
                <a:cubicBezTo>
                  <a:pt x="18267" y="243006"/>
                  <a:pt x="140" y="224878"/>
                  <a:pt x="0" y="203203"/>
                </a:cubicBezTo>
                <a:lnTo>
                  <a:pt x="0" y="40641"/>
                </a:lnTo>
              </a:path>
            </a:pathLst>
          </a:custGeom>
          <a:solidFill xmlns:a="http://schemas.openxmlformats.org/drawingml/2006/main">
            <a:srgbClr val="CF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D7ABB5-24CE-4F33-9446-03300A6D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273" y="5257859"/>
            <a:ext cx="415485" cy="263955"/>
          </a:xfrm>
          <a:custGeom xmlns:a="http://schemas.openxmlformats.org/drawingml/2006/main">
            <a:pathLst>
              <a:path w="415485" h="263955">
                <a:moveTo>
                  <a:pt x="3994" y="232825"/>
                </a:moveTo>
                <a:lnTo>
                  <a:pt x="6145" y="237294"/>
                </a:lnTo>
                <a:lnTo>
                  <a:pt x="8701" y="241498"/>
                </a:lnTo>
                <a:lnTo>
                  <a:pt x="11634" y="245422"/>
                </a:lnTo>
                <a:lnTo>
                  <a:pt x="14916" y="249039"/>
                </a:lnTo>
                <a:lnTo>
                  <a:pt x="18533" y="252321"/>
                </a:lnTo>
                <a:lnTo>
                  <a:pt x="22457" y="255254"/>
                </a:lnTo>
                <a:lnTo>
                  <a:pt x="26661" y="257810"/>
                </a:lnTo>
                <a:lnTo>
                  <a:pt x="31130" y="259961"/>
                </a:lnTo>
                <a:lnTo>
                  <a:pt x="35822" y="261679"/>
                </a:lnTo>
                <a:lnTo>
                  <a:pt x="40711" y="262935"/>
                </a:lnTo>
                <a:lnTo>
                  <a:pt x="45780" y="263704"/>
                </a:lnTo>
                <a:lnTo>
                  <a:pt x="50710" y="263955"/>
                </a:lnTo>
                <a:lnTo>
                  <a:pt x="364775" y="263955"/>
                </a:lnTo>
                <a:lnTo>
                  <a:pt x="369705" y="263704"/>
                </a:lnTo>
                <a:lnTo>
                  <a:pt x="374774" y="262935"/>
                </a:lnTo>
                <a:lnTo>
                  <a:pt x="379662" y="261679"/>
                </a:lnTo>
                <a:lnTo>
                  <a:pt x="384355" y="259961"/>
                </a:lnTo>
                <a:lnTo>
                  <a:pt x="388824" y="257810"/>
                </a:lnTo>
                <a:lnTo>
                  <a:pt x="393028" y="255254"/>
                </a:lnTo>
                <a:lnTo>
                  <a:pt x="396938" y="252321"/>
                </a:lnTo>
                <a:lnTo>
                  <a:pt x="400569" y="249039"/>
                </a:lnTo>
                <a:lnTo>
                  <a:pt x="403851" y="245422"/>
                </a:lnTo>
                <a:lnTo>
                  <a:pt x="406784" y="241498"/>
                </a:lnTo>
                <a:lnTo>
                  <a:pt x="409340" y="237294"/>
                </a:lnTo>
                <a:lnTo>
                  <a:pt x="411490" y="232825"/>
                </a:lnTo>
                <a:lnTo>
                  <a:pt x="413208" y="228133"/>
                </a:lnTo>
                <a:lnTo>
                  <a:pt x="414465" y="223244"/>
                </a:lnTo>
                <a:lnTo>
                  <a:pt x="415233" y="218175"/>
                </a:lnTo>
                <a:lnTo>
                  <a:pt x="415485" y="213245"/>
                </a:lnTo>
                <a:lnTo>
                  <a:pt x="415485" y="50710"/>
                </a:lnTo>
                <a:lnTo>
                  <a:pt x="415233" y="45780"/>
                </a:lnTo>
                <a:lnTo>
                  <a:pt x="414465" y="40711"/>
                </a:lnTo>
                <a:lnTo>
                  <a:pt x="413208" y="35822"/>
                </a:lnTo>
                <a:lnTo>
                  <a:pt x="411490" y="31130"/>
                </a:lnTo>
                <a:lnTo>
                  <a:pt x="409340" y="26661"/>
                </a:lnTo>
                <a:lnTo>
                  <a:pt x="406784" y="22457"/>
                </a:lnTo>
                <a:lnTo>
                  <a:pt x="403851" y="18533"/>
                </a:lnTo>
                <a:lnTo>
                  <a:pt x="400569" y="14916"/>
                </a:lnTo>
                <a:lnTo>
                  <a:pt x="396938" y="11634"/>
                </a:lnTo>
                <a:lnTo>
                  <a:pt x="393028" y="8701"/>
                </a:lnTo>
                <a:lnTo>
                  <a:pt x="388824" y="6145"/>
                </a:lnTo>
                <a:lnTo>
                  <a:pt x="384355" y="3994"/>
                </a:lnTo>
                <a:lnTo>
                  <a:pt x="379662" y="2276"/>
                </a:lnTo>
                <a:lnTo>
                  <a:pt x="374774" y="1020"/>
                </a:lnTo>
                <a:lnTo>
                  <a:pt x="369705" y="251"/>
                </a:lnTo>
                <a:lnTo>
                  <a:pt x="364775" y="0"/>
                </a:lnTo>
                <a:lnTo>
                  <a:pt x="50710" y="0"/>
                </a:lnTo>
                <a:lnTo>
                  <a:pt x="45780" y="251"/>
                </a:lnTo>
                <a:lnTo>
                  <a:pt x="40711" y="1020"/>
                </a:lnTo>
                <a:lnTo>
                  <a:pt x="35822" y="2276"/>
                </a:lnTo>
                <a:lnTo>
                  <a:pt x="31130" y="3994"/>
                </a:lnTo>
                <a:lnTo>
                  <a:pt x="26661" y="6145"/>
                </a:lnTo>
                <a:lnTo>
                  <a:pt x="22457" y="8701"/>
                </a:lnTo>
                <a:lnTo>
                  <a:pt x="18533" y="11634"/>
                </a:lnTo>
                <a:lnTo>
                  <a:pt x="14916" y="14916"/>
                </a:lnTo>
                <a:lnTo>
                  <a:pt x="11634" y="18533"/>
                </a:lnTo>
                <a:lnTo>
                  <a:pt x="8701" y="22457"/>
                </a:lnTo>
                <a:lnTo>
                  <a:pt x="6145" y="26661"/>
                </a:lnTo>
                <a:lnTo>
                  <a:pt x="3994" y="31130"/>
                </a:lnTo>
                <a:lnTo>
                  <a:pt x="2276" y="35822"/>
                </a:lnTo>
                <a:lnTo>
                  <a:pt x="1020" y="40711"/>
                </a:lnTo>
                <a:lnTo>
                  <a:pt x="251" y="45780"/>
                </a:lnTo>
                <a:lnTo>
                  <a:pt x="0" y="50710"/>
                </a:lnTo>
                <a:lnTo>
                  <a:pt x="0" y="213245"/>
                </a:lnTo>
                <a:lnTo>
                  <a:pt x="251" y="218175"/>
                </a:lnTo>
                <a:lnTo>
                  <a:pt x="1020" y="223244"/>
                </a:lnTo>
                <a:lnTo>
                  <a:pt x="2276" y="228133"/>
                </a:lnTo>
                <a:lnTo>
                  <a:pt x="3994" y="232825"/>
                </a:lnTo>
                <a:close/>
                <a:moveTo>
                  <a:pt x="21569" y="44911"/>
                </a:moveTo>
                <a:lnTo>
                  <a:pt x="22310" y="42049"/>
                </a:lnTo>
                <a:lnTo>
                  <a:pt x="23285" y="39374"/>
                </a:lnTo>
                <a:lnTo>
                  <a:pt x="24600" y="36637"/>
                </a:lnTo>
                <a:lnTo>
                  <a:pt x="26051" y="34245"/>
                </a:lnTo>
                <a:lnTo>
                  <a:pt x="27803" y="31895"/>
                </a:lnTo>
                <a:lnTo>
                  <a:pt x="29750" y="29750"/>
                </a:lnTo>
                <a:lnTo>
                  <a:pt x="31895" y="27803"/>
                </a:lnTo>
                <a:lnTo>
                  <a:pt x="34245" y="26051"/>
                </a:lnTo>
                <a:lnTo>
                  <a:pt x="36637" y="24600"/>
                </a:lnTo>
                <a:lnTo>
                  <a:pt x="39374" y="23285"/>
                </a:lnTo>
                <a:lnTo>
                  <a:pt x="42049" y="22310"/>
                </a:lnTo>
                <a:lnTo>
                  <a:pt x="44911" y="21569"/>
                </a:lnTo>
                <a:lnTo>
                  <a:pt x="47851" y="21119"/>
                </a:lnTo>
                <a:lnTo>
                  <a:pt x="51230" y="20949"/>
                </a:lnTo>
                <a:lnTo>
                  <a:pt x="364255" y="20949"/>
                </a:lnTo>
                <a:lnTo>
                  <a:pt x="367633" y="21119"/>
                </a:lnTo>
                <a:lnTo>
                  <a:pt x="370574" y="21569"/>
                </a:lnTo>
                <a:lnTo>
                  <a:pt x="373436" y="22310"/>
                </a:lnTo>
                <a:lnTo>
                  <a:pt x="376111" y="23285"/>
                </a:lnTo>
                <a:lnTo>
                  <a:pt x="378848" y="24600"/>
                </a:lnTo>
                <a:lnTo>
                  <a:pt x="381231" y="26046"/>
                </a:lnTo>
                <a:lnTo>
                  <a:pt x="383646" y="27855"/>
                </a:lnTo>
                <a:lnTo>
                  <a:pt x="385734" y="29750"/>
                </a:lnTo>
                <a:lnTo>
                  <a:pt x="387682" y="31895"/>
                </a:lnTo>
                <a:lnTo>
                  <a:pt x="389434" y="34245"/>
                </a:lnTo>
                <a:lnTo>
                  <a:pt x="390884" y="36637"/>
                </a:lnTo>
                <a:lnTo>
                  <a:pt x="392199" y="39374"/>
                </a:lnTo>
                <a:lnTo>
                  <a:pt x="393175" y="42049"/>
                </a:lnTo>
                <a:lnTo>
                  <a:pt x="393916" y="44911"/>
                </a:lnTo>
                <a:lnTo>
                  <a:pt x="394365" y="47851"/>
                </a:lnTo>
                <a:lnTo>
                  <a:pt x="394536" y="51230"/>
                </a:lnTo>
                <a:lnTo>
                  <a:pt x="394536" y="212725"/>
                </a:lnTo>
                <a:lnTo>
                  <a:pt x="394365" y="216104"/>
                </a:lnTo>
                <a:lnTo>
                  <a:pt x="393916" y="219044"/>
                </a:lnTo>
                <a:lnTo>
                  <a:pt x="393175" y="221906"/>
                </a:lnTo>
                <a:lnTo>
                  <a:pt x="392199" y="224581"/>
                </a:lnTo>
                <a:lnTo>
                  <a:pt x="390884" y="227318"/>
                </a:lnTo>
                <a:lnTo>
                  <a:pt x="389439" y="229701"/>
                </a:lnTo>
                <a:lnTo>
                  <a:pt x="387630" y="232117"/>
                </a:lnTo>
                <a:lnTo>
                  <a:pt x="385734" y="234205"/>
                </a:lnTo>
                <a:lnTo>
                  <a:pt x="383646" y="236100"/>
                </a:lnTo>
                <a:lnTo>
                  <a:pt x="381231" y="237909"/>
                </a:lnTo>
                <a:lnTo>
                  <a:pt x="378848" y="239355"/>
                </a:lnTo>
                <a:lnTo>
                  <a:pt x="376111" y="240670"/>
                </a:lnTo>
                <a:lnTo>
                  <a:pt x="373436" y="241645"/>
                </a:lnTo>
                <a:lnTo>
                  <a:pt x="370574" y="242386"/>
                </a:lnTo>
                <a:lnTo>
                  <a:pt x="367633" y="242836"/>
                </a:lnTo>
                <a:lnTo>
                  <a:pt x="364255" y="243006"/>
                </a:lnTo>
                <a:lnTo>
                  <a:pt x="51230" y="243006"/>
                </a:lnTo>
                <a:lnTo>
                  <a:pt x="47851" y="242836"/>
                </a:lnTo>
                <a:lnTo>
                  <a:pt x="44911" y="242386"/>
                </a:lnTo>
                <a:lnTo>
                  <a:pt x="42049" y="241645"/>
                </a:lnTo>
                <a:lnTo>
                  <a:pt x="39374" y="240670"/>
                </a:lnTo>
                <a:lnTo>
                  <a:pt x="36637" y="239355"/>
                </a:lnTo>
                <a:lnTo>
                  <a:pt x="34245" y="237904"/>
                </a:lnTo>
                <a:lnTo>
                  <a:pt x="31895" y="236152"/>
                </a:lnTo>
                <a:lnTo>
                  <a:pt x="29750" y="234205"/>
                </a:lnTo>
                <a:lnTo>
                  <a:pt x="27855" y="232117"/>
                </a:lnTo>
                <a:lnTo>
                  <a:pt x="26046" y="229701"/>
                </a:lnTo>
                <a:lnTo>
                  <a:pt x="24600" y="227318"/>
                </a:lnTo>
                <a:lnTo>
                  <a:pt x="23285" y="224581"/>
                </a:lnTo>
                <a:lnTo>
                  <a:pt x="22310" y="221906"/>
                </a:lnTo>
                <a:lnTo>
                  <a:pt x="21569" y="219044"/>
                </a:lnTo>
                <a:lnTo>
                  <a:pt x="21119" y="216104"/>
                </a:lnTo>
                <a:lnTo>
                  <a:pt x="20949" y="212725"/>
                </a:lnTo>
                <a:lnTo>
                  <a:pt x="20949" y="51230"/>
                </a:lnTo>
                <a:lnTo>
                  <a:pt x="21119" y="47851"/>
                </a:lnTo>
                <a:lnTo>
                  <a:pt x="21569" y="44911"/>
                </a:ln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Text c">
            <a:extLst xmlns:a="http://schemas.openxmlformats.org/drawingml/2006/main">
              <a:ext uri="{FF2B5EF4-FFF2-40B4-BE49-F238E27FC236}">
                <a16:creationId xmlns:a16="http://schemas.microsoft.com/office/drawing/2014/main" id="{AFA393A7-DC29-48CE-B95C-EEE92B79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813" y="5315992"/>
            <a:ext cx="93975" cy="122690"/>
          </a:xfrm>
          <a:custGeom xmlns:a="http://schemas.openxmlformats.org/drawingml/2006/main">
            <a:pathLst>
              <a:path w="93975" h="122690">
                <a:moveTo>
                  <a:pt x="52861" y="122690"/>
                </a:moveTo>
                <a:cubicBezTo>
                  <a:pt x="37996" y="122690"/>
                  <a:pt x="25597" y="118186"/>
                  <a:pt x="15663" y="109179"/>
                </a:cubicBezTo>
                <a:cubicBezTo>
                  <a:pt x="5221" y="99736"/>
                  <a:pt x="0" y="87278"/>
                  <a:pt x="0" y="71803"/>
                </a:cubicBezTo>
                <a:cubicBezTo>
                  <a:pt x="0" y="57059"/>
                  <a:pt x="4895" y="41841"/>
                  <a:pt x="14684" y="26152"/>
                </a:cubicBezTo>
                <a:cubicBezTo>
                  <a:pt x="25560" y="8717"/>
                  <a:pt x="37815" y="0"/>
                  <a:pt x="51447" y="0"/>
                </a:cubicBezTo>
                <a:cubicBezTo>
                  <a:pt x="58553" y="0"/>
                  <a:pt x="66493" y="1673"/>
                  <a:pt x="75267" y="5020"/>
                </a:cubicBezTo>
                <a:cubicBezTo>
                  <a:pt x="86361" y="9314"/>
                  <a:pt x="91908" y="14553"/>
                  <a:pt x="91908" y="20737"/>
                </a:cubicBezTo>
                <a:cubicBezTo>
                  <a:pt x="91908" y="23502"/>
                  <a:pt x="91002" y="25958"/>
                  <a:pt x="89189" y="28106"/>
                </a:cubicBezTo>
                <a:cubicBezTo>
                  <a:pt x="87376" y="30252"/>
                  <a:pt x="85129" y="31325"/>
                  <a:pt x="82446" y="31325"/>
                </a:cubicBezTo>
                <a:cubicBezTo>
                  <a:pt x="80343" y="31325"/>
                  <a:pt x="78512" y="30685"/>
                  <a:pt x="76953" y="29405"/>
                </a:cubicBezTo>
                <a:cubicBezTo>
                  <a:pt x="75394" y="28122"/>
                  <a:pt x="73889" y="26858"/>
                  <a:pt x="72439" y="25611"/>
                </a:cubicBezTo>
                <a:cubicBezTo>
                  <a:pt x="68161" y="22169"/>
                  <a:pt x="61164" y="20448"/>
                  <a:pt x="51447" y="20448"/>
                </a:cubicBezTo>
                <a:cubicBezTo>
                  <a:pt x="44051" y="20448"/>
                  <a:pt x="36727" y="27065"/>
                  <a:pt x="29476" y="40298"/>
                </a:cubicBezTo>
                <a:cubicBezTo>
                  <a:pt x="22877" y="52439"/>
                  <a:pt x="19578" y="62945"/>
                  <a:pt x="19578" y="71814"/>
                </a:cubicBezTo>
                <a:cubicBezTo>
                  <a:pt x="19578" y="81410"/>
                  <a:pt x="22841" y="88972"/>
                  <a:pt x="29367" y="94498"/>
                </a:cubicBezTo>
                <a:cubicBezTo>
                  <a:pt x="35458" y="99660"/>
                  <a:pt x="43289" y="102241"/>
                  <a:pt x="52861" y="102241"/>
                </a:cubicBezTo>
                <a:cubicBezTo>
                  <a:pt x="57212" y="102241"/>
                  <a:pt x="61852" y="101081"/>
                  <a:pt x="66783" y="98761"/>
                </a:cubicBezTo>
                <a:lnTo>
                  <a:pt x="79400" y="92017"/>
                </a:lnTo>
                <a:cubicBezTo>
                  <a:pt x="81576" y="90857"/>
                  <a:pt x="83135" y="90277"/>
                  <a:pt x="84077" y="90277"/>
                </a:cubicBezTo>
                <a:cubicBezTo>
                  <a:pt x="86760" y="90277"/>
                  <a:pt x="89081" y="91346"/>
                  <a:pt x="91038" y="93486"/>
                </a:cubicBezTo>
                <a:cubicBezTo>
                  <a:pt x="92996" y="95625"/>
                  <a:pt x="93975" y="98072"/>
                  <a:pt x="93975" y="100827"/>
                </a:cubicBezTo>
                <a:cubicBezTo>
                  <a:pt x="93975" y="106121"/>
                  <a:pt x="88392" y="111233"/>
                  <a:pt x="77225" y="116164"/>
                </a:cubicBezTo>
                <a:cubicBezTo>
                  <a:pt x="67436" y="120514"/>
                  <a:pt x="59314" y="122690"/>
                  <a:pt x="52861" y="1226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8B318B-F332-4B32-A6EB-0CE43959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916" y="5337464"/>
            <a:ext cx="1228438" cy="92175"/>
          </a:xfrm>
          <a:custGeom xmlns:a="http://schemas.openxmlformats.org/drawingml/2006/main">
            <a:pathLst>
              <a:path w="1228438" h="92175">
                <a:moveTo>
                  <a:pt x="0" y="23463"/>
                </a:moveTo>
                <a:lnTo>
                  <a:pt x="1183189" y="23463"/>
                </a:lnTo>
                <a:lnTo>
                  <a:pt x="1183189" y="0"/>
                </a:lnTo>
                <a:lnTo>
                  <a:pt x="1228438" y="46925"/>
                </a:lnTo>
                <a:lnTo>
                  <a:pt x="1183189" y="92175"/>
                </a:lnTo>
                <a:lnTo>
                  <a:pt x="1183189" y="68712"/>
                </a:lnTo>
                <a:lnTo>
                  <a:pt x="0" y="68712"/>
                </a:lnTo>
                <a:lnTo>
                  <a:pt x="23463" y="46925"/>
                </a:lnTo>
                <a:lnTo>
                  <a:pt x="0" y="23463"/>
                </a:lnTo>
              </a:path>
            </a:pathLst>
          </a:custGeom>
          <a:solidFill xmlns:a="http://schemas.openxmlformats.org/drawingml/2006/main">
            <a:srgbClr val="D8E4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B0CBF0-989E-4A76-8FF3-339C889E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749" y="5256462"/>
            <a:ext cx="498302" cy="243565"/>
          </a:xfrm>
          <a:custGeom xmlns:a="http://schemas.openxmlformats.org/drawingml/2006/main">
            <a:pathLst>
              <a:path w="498302" h="243565">
                <a:moveTo>
                  <a:pt x="559" y="40780"/>
                </a:moveTo>
                <a:cubicBezTo>
                  <a:pt x="0" y="18128"/>
                  <a:pt x="18128" y="0"/>
                  <a:pt x="40780" y="559"/>
                </a:cubicBezTo>
                <a:lnTo>
                  <a:pt x="458081" y="559"/>
                </a:lnTo>
                <a:cubicBezTo>
                  <a:pt x="479756" y="0"/>
                  <a:pt x="497883" y="18128"/>
                  <a:pt x="498302" y="40780"/>
                </a:cubicBezTo>
                <a:lnTo>
                  <a:pt x="498302" y="201667"/>
                </a:lnTo>
                <a:cubicBezTo>
                  <a:pt x="497883" y="224878"/>
                  <a:pt x="479756" y="243006"/>
                  <a:pt x="458081" y="243565"/>
                </a:cubicBezTo>
                <a:lnTo>
                  <a:pt x="40780" y="243565"/>
                </a:lnTo>
                <a:cubicBezTo>
                  <a:pt x="18128" y="243006"/>
                  <a:pt x="0" y="224878"/>
                  <a:pt x="559" y="201667"/>
                </a:cubicBezTo>
                <a:lnTo>
                  <a:pt x="559" y="40780"/>
                </a:lnTo>
              </a:path>
            </a:pathLst>
          </a:custGeom>
          <a:solidFill xmlns:a="http://schemas.openxmlformats.org/drawingml/2006/main">
            <a:srgbClr val="ECF5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94D60-EB32-4EE3-9E61-0AABDE86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74" y="5245988"/>
            <a:ext cx="518832" cy="263955"/>
          </a:xfrm>
          <a:custGeom xmlns:a="http://schemas.openxmlformats.org/drawingml/2006/main">
            <a:pathLst>
              <a:path w="518832" h="263955">
                <a:moveTo>
                  <a:pt x="3994" y="232825"/>
                </a:moveTo>
                <a:lnTo>
                  <a:pt x="6145" y="237294"/>
                </a:lnTo>
                <a:lnTo>
                  <a:pt x="8701" y="241498"/>
                </a:lnTo>
                <a:lnTo>
                  <a:pt x="11634" y="245422"/>
                </a:lnTo>
                <a:lnTo>
                  <a:pt x="14916" y="249039"/>
                </a:lnTo>
                <a:lnTo>
                  <a:pt x="18533" y="252321"/>
                </a:lnTo>
                <a:lnTo>
                  <a:pt x="22457" y="255254"/>
                </a:lnTo>
                <a:lnTo>
                  <a:pt x="26661" y="257810"/>
                </a:lnTo>
                <a:lnTo>
                  <a:pt x="31130" y="259961"/>
                </a:lnTo>
                <a:lnTo>
                  <a:pt x="35822" y="261679"/>
                </a:lnTo>
                <a:lnTo>
                  <a:pt x="40711" y="262935"/>
                </a:lnTo>
                <a:lnTo>
                  <a:pt x="45780" y="263704"/>
                </a:lnTo>
                <a:lnTo>
                  <a:pt x="50710" y="263955"/>
                </a:lnTo>
                <a:lnTo>
                  <a:pt x="468122" y="263955"/>
                </a:lnTo>
                <a:lnTo>
                  <a:pt x="473052" y="263704"/>
                </a:lnTo>
                <a:lnTo>
                  <a:pt x="478122" y="262935"/>
                </a:lnTo>
                <a:lnTo>
                  <a:pt x="483010" y="261679"/>
                </a:lnTo>
                <a:lnTo>
                  <a:pt x="487702" y="259961"/>
                </a:lnTo>
                <a:lnTo>
                  <a:pt x="492171" y="257810"/>
                </a:lnTo>
                <a:lnTo>
                  <a:pt x="496375" y="255254"/>
                </a:lnTo>
                <a:lnTo>
                  <a:pt x="500285" y="252321"/>
                </a:lnTo>
                <a:lnTo>
                  <a:pt x="503917" y="249039"/>
                </a:lnTo>
                <a:lnTo>
                  <a:pt x="507199" y="245422"/>
                </a:lnTo>
                <a:lnTo>
                  <a:pt x="510131" y="241498"/>
                </a:lnTo>
                <a:lnTo>
                  <a:pt x="512687" y="237294"/>
                </a:lnTo>
                <a:lnTo>
                  <a:pt x="514838" y="232825"/>
                </a:lnTo>
                <a:lnTo>
                  <a:pt x="516556" y="228133"/>
                </a:lnTo>
                <a:lnTo>
                  <a:pt x="517813" y="223244"/>
                </a:lnTo>
                <a:lnTo>
                  <a:pt x="518581" y="218175"/>
                </a:lnTo>
                <a:lnTo>
                  <a:pt x="518832" y="213245"/>
                </a:lnTo>
                <a:lnTo>
                  <a:pt x="518832" y="50710"/>
                </a:lnTo>
                <a:lnTo>
                  <a:pt x="518581" y="45780"/>
                </a:lnTo>
                <a:lnTo>
                  <a:pt x="517813" y="40711"/>
                </a:lnTo>
                <a:lnTo>
                  <a:pt x="516556" y="35822"/>
                </a:lnTo>
                <a:lnTo>
                  <a:pt x="514838" y="31130"/>
                </a:lnTo>
                <a:lnTo>
                  <a:pt x="512687" y="26661"/>
                </a:lnTo>
                <a:lnTo>
                  <a:pt x="510131" y="22457"/>
                </a:lnTo>
                <a:lnTo>
                  <a:pt x="507199" y="18533"/>
                </a:lnTo>
                <a:lnTo>
                  <a:pt x="503917" y="14916"/>
                </a:lnTo>
                <a:lnTo>
                  <a:pt x="500285" y="11634"/>
                </a:lnTo>
                <a:lnTo>
                  <a:pt x="496375" y="8701"/>
                </a:lnTo>
                <a:lnTo>
                  <a:pt x="492171" y="6145"/>
                </a:lnTo>
                <a:lnTo>
                  <a:pt x="487702" y="3994"/>
                </a:lnTo>
                <a:lnTo>
                  <a:pt x="483010" y="2276"/>
                </a:lnTo>
                <a:lnTo>
                  <a:pt x="478122" y="1020"/>
                </a:lnTo>
                <a:lnTo>
                  <a:pt x="473052" y="251"/>
                </a:lnTo>
                <a:lnTo>
                  <a:pt x="468122" y="0"/>
                </a:lnTo>
                <a:lnTo>
                  <a:pt x="50710" y="0"/>
                </a:lnTo>
                <a:lnTo>
                  <a:pt x="45780" y="251"/>
                </a:lnTo>
                <a:lnTo>
                  <a:pt x="40711" y="1020"/>
                </a:lnTo>
                <a:lnTo>
                  <a:pt x="35822" y="2276"/>
                </a:lnTo>
                <a:lnTo>
                  <a:pt x="31130" y="3994"/>
                </a:lnTo>
                <a:lnTo>
                  <a:pt x="26661" y="6145"/>
                </a:lnTo>
                <a:lnTo>
                  <a:pt x="22457" y="8701"/>
                </a:lnTo>
                <a:lnTo>
                  <a:pt x="18533" y="11634"/>
                </a:lnTo>
                <a:lnTo>
                  <a:pt x="14916" y="14916"/>
                </a:lnTo>
                <a:lnTo>
                  <a:pt x="11634" y="18533"/>
                </a:lnTo>
                <a:lnTo>
                  <a:pt x="8701" y="22457"/>
                </a:lnTo>
                <a:lnTo>
                  <a:pt x="6145" y="26661"/>
                </a:lnTo>
                <a:lnTo>
                  <a:pt x="3994" y="31130"/>
                </a:lnTo>
                <a:lnTo>
                  <a:pt x="2276" y="35822"/>
                </a:lnTo>
                <a:lnTo>
                  <a:pt x="1020" y="40711"/>
                </a:lnTo>
                <a:lnTo>
                  <a:pt x="251" y="45780"/>
                </a:lnTo>
                <a:lnTo>
                  <a:pt x="0" y="50710"/>
                </a:lnTo>
                <a:lnTo>
                  <a:pt x="0" y="213245"/>
                </a:lnTo>
                <a:lnTo>
                  <a:pt x="251" y="218175"/>
                </a:lnTo>
                <a:lnTo>
                  <a:pt x="1020" y="223244"/>
                </a:lnTo>
                <a:lnTo>
                  <a:pt x="2276" y="228133"/>
                </a:lnTo>
                <a:lnTo>
                  <a:pt x="3994" y="232825"/>
                </a:lnTo>
                <a:close/>
                <a:moveTo>
                  <a:pt x="21569" y="44911"/>
                </a:moveTo>
                <a:lnTo>
                  <a:pt x="22310" y="42049"/>
                </a:lnTo>
                <a:lnTo>
                  <a:pt x="23285" y="39374"/>
                </a:lnTo>
                <a:lnTo>
                  <a:pt x="24600" y="36637"/>
                </a:lnTo>
                <a:lnTo>
                  <a:pt x="26051" y="34245"/>
                </a:lnTo>
                <a:lnTo>
                  <a:pt x="27803" y="31895"/>
                </a:lnTo>
                <a:lnTo>
                  <a:pt x="29750" y="29750"/>
                </a:lnTo>
                <a:lnTo>
                  <a:pt x="31895" y="27803"/>
                </a:lnTo>
                <a:lnTo>
                  <a:pt x="34245" y="26051"/>
                </a:lnTo>
                <a:lnTo>
                  <a:pt x="36637" y="24600"/>
                </a:lnTo>
                <a:lnTo>
                  <a:pt x="39374" y="23285"/>
                </a:lnTo>
                <a:lnTo>
                  <a:pt x="42049" y="22310"/>
                </a:lnTo>
                <a:lnTo>
                  <a:pt x="44911" y="21569"/>
                </a:lnTo>
                <a:lnTo>
                  <a:pt x="47851" y="21119"/>
                </a:lnTo>
                <a:lnTo>
                  <a:pt x="51230" y="20949"/>
                </a:lnTo>
                <a:lnTo>
                  <a:pt x="467603" y="20949"/>
                </a:lnTo>
                <a:lnTo>
                  <a:pt x="470981" y="21119"/>
                </a:lnTo>
                <a:lnTo>
                  <a:pt x="473921" y="21569"/>
                </a:lnTo>
                <a:lnTo>
                  <a:pt x="476783" y="22310"/>
                </a:lnTo>
                <a:lnTo>
                  <a:pt x="479458" y="23285"/>
                </a:lnTo>
                <a:lnTo>
                  <a:pt x="482196" y="24600"/>
                </a:lnTo>
                <a:lnTo>
                  <a:pt x="484578" y="26046"/>
                </a:lnTo>
                <a:lnTo>
                  <a:pt x="486994" y="27855"/>
                </a:lnTo>
                <a:lnTo>
                  <a:pt x="489082" y="29750"/>
                </a:lnTo>
                <a:lnTo>
                  <a:pt x="491029" y="31895"/>
                </a:lnTo>
                <a:lnTo>
                  <a:pt x="492781" y="34245"/>
                </a:lnTo>
                <a:lnTo>
                  <a:pt x="494232" y="36637"/>
                </a:lnTo>
                <a:lnTo>
                  <a:pt x="495547" y="39374"/>
                </a:lnTo>
                <a:lnTo>
                  <a:pt x="496522" y="42049"/>
                </a:lnTo>
                <a:lnTo>
                  <a:pt x="497263" y="44911"/>
                </a:lnTo>
                <a:lnTo>
                  <a:pt x="497713" y="47851"/>
                </a:lnTo>
                <a:lnTo>
                  <a:pt x="497883" y="51230"/>
                </a:lnTo>
                <a:lnTo>
                  <a:pt x="497883" y="212725"/>
                </a:lnTo>
                <a:lnTo>
                  <a:pt x="497713" y="216104"/>
                </a:lnTo>
                <a:lnTo>
                  <a:pt x="497263" y="219044"/>
                </a:lnTo>
                <a:lnTo>
                  <a:pt x="496522" y="221906"/>
                </a:lnTo>
                <a:lnTo>
                  <a:pt x="495547" y="224581"/>
                </a:lnTo>
                <a:lnTo>
                  <a:pt x="494232" y="227318"/>
                </a:lnTo>
                <a:lnTo>
                  <a:pt x="492781" y="229709"/>
                </a:lnTo>
                <a:lnTo>
                  <a:pt x="491029" y="232060"/>
                </a:lnTo>
                <a:lnTo>
                  <a:pt x="489082" y="234205"/>
                </a:lnTo>
                <a:lnTo>
                  <a:pt x="486994" y="236100"/>
                </a:lnTo>
                <a:lnTo>
                  <a:pt x="484578" y="237909"/>
                </a:lnTo>
                <a:lnTo>
                  <a:pt x="482196" y="239355"/>
                </a:lnTo>
                <a:lnTo>
                  <a:pt x="479458" y="240670"/>
                </a:lnTo>
                <a:lnTo>
                  <a:pt x="476783" y="241645"/>
                </a:lnTo>
                <a:lnTo>
                  <a:pt x="473921" y="242386"/>
                </a:lnTo>
                <a:lnTo>
                  <a:pt x="470981" y="242836"/>
                </a:lnTo>
                <a:lnTo>
                  <a:pt x="467603" y="243006"/>
                </a:lnTo>
                <a:lnTo>
                  <a:pt x="51230" y="243006"/>
                </a:lnTo>
                <a:lnTo>
                  <a:pt x="47851" y="242836"/>
                </a:lnTo>
                <a:lnTo>
                  <a:pt x="44911" y="242386"/>
                </a:lnTo>
                <a:lnTo>
                  <a:pt x="42049" y="241645"/>
                </a:lnTo>
                <a:lnTo>
                  <a:pt x="39374" y="240670"/>
                </a:lnTo>
                <a:lnTo>
                  <a:pt x="36637" y="239355"/>
                </a:lnTo>
                <a:lnTo>
                  <a:pt x="34245" y="237904"/>
                </a:lnTo>
                <a:lnTo>
                  <a:pt x="31895" y="236152"/>
                </a:lnTo>
                <a:lnTo>
                  <a:pt x="29750" y="234205"/>
                </a:lnTo>
                <a:lnTo>
                  <a:pt x="27803" y="232060"/>
                </a:lnTo>
                <a:lnTo>
                  <a:pt x="26051" y="229709"/>
                </a:lnTo>
                <a:lnTo>
                  <a:pt x="24600" y="227318"/>
                </a:lnTo>
                <a:lnTo>
                  <a:pt x="23285" y="224581"/>
                </a:lnTo>
                <a:lnTo>
                  <a:pt x="22310" y="221906"/>
                </a:lnTo>
                <a:lnTo>
                  <a:pt x="21569" y="219044"/>
                </a:lnTo>
                <a:lnTo>
                  <a:pt x="21119" y="216104"/>
                </a:lnTo>
                <a:lnTo>
                  <a:pt x="20949" y="212725"/>
                </a:lnTo>
                <a:lnTo>
                  <a:pt x="20949" y="51230"/>
                </a:lnTo>
                <a:lnTo>
                  <a:pt x="21119" y="47851"/>
                </a:lnTo>
                <a:lnTo>
                  <a:pt x="21569" y="44911"/>
                </a:lnTo>
                <a:close/>
              </a:path>
            </a:pathLst>
          </a:custGeom>
          <a:solidFill xmlns:a="http://schemas.openxmlformats.org/drawingml/2006/main">
            <a:srgbClr val="AAD1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Text ny">
            <a:extLst xmlns:a="http://schemas.openxmlformats.org/drawingml/2006/main">
              <a:ext uri="{FF2B5EF4-FFF2-40B4-BE49-F238E27FC236}">
                <a16:creationId xmlns:a16="http://schemas.microsoft.com/office/drawing/2014/main" id="{DD38FAE4-D10B-4859-A184-5AAB9E7D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199" y="5300857"/>
            <a:ext cx="215205" cy="182077"/>
          </a:xfrm>
          <a:custGeom xmlns:a="http://schemas.openxmlformats.org/drawingml/2006/main">
            <a:pathLst>
              <a:path w="215205" h="182077">
                <a:moveTo>
                  <a:pt x="85056" y="126823"/>
                </a:moveTo>
                <a:cubicBezTo>
                  <a:pt x="78820" y="126823"/>
                  <a:pt x="75303" y="123408"/>
                  <a:pt x="74506" y="116578"/>
                </a:cubicBezTo>
                <a:lnTo>
                  <a:pt x="71460" y="92707"/>
                </a:lnTo>
                <a:cubicBezTo>
                  <a:pt x="70445" y="84205"/>
                  <a:pt x="69937" y="76248"/>
                  <a:pt x="69937" y="68836"/>
                </a:cubicBezTo>
                <a:cubicBezTo>
                  <a:pt x="69937" y="66801"/>
                  <a:pt x="70064" y="63350"/>
                  <a:pt x="70318" y="58483"/>
                </a:cubicBezTo>
                <a:cubicBezTo>
                  <a:pt x="70572" y="53613"/>
                  <a:pt x="70699" y="50161"/>
                  <a:pt x="70699" y="48126"/>
                </a:cubicBezTo>
                <a:cubicBezTo>
                  <a:pt x="70699" y="32430"/>
                  <a:pt x="67798" y="24581"/>
                  <a:pt x="61997" y="24581"/>
                </a:cubicBezTo>
                <a:cubicBezTo>
                  <a:pt x="53876" y="24581"/>
                  <a:pt x="46117" y="29409"/>
                  <a:pt x="38721" y="39064"/>
                </a:cubicBezTo>
                <a:cubicBezTo>
                  <a:pt x="32050" y="47847"/>
                  <a:pt x="26829" y="58953"/>
                  <a:pt x="23059" y="72381"/>
                </a:cubicBezTo>
                <a:cubicBezTo>
                  <a:pt x="22914" y="75214"/>
                  <a:pt x="22587" y="78771"/>
                  <a:pt x="22080" y="83054"/>
                </a:cubicBezTo>
                <a:cubicBezTo>
                  <a:pt x="21645" y="86684"/>
                  <a:pt x="21427" y="90204"/>
                  <a:pt x="21427" y="93615"/>
                </a:cubicBezTo>
                <a:cubicBezTo>
                  <a:pt x="21427" y="95792"/>
                  <a:pt x="21645" y="99059"/>
                  <a:pt x="22080" y="103414"/>
                </a:cubicBezTo>
                <a:cubicBezTo>
                  <a:pt x="22515" y="107769"/>
                  <a:pt x="22732" y="111036"/>
                  <a:pt x="22732" y="113213"/>
                </a:cubicBezTo>
                <a:cubicBezTo>
                  <a:pt x="22732" y="116481"/>
                  <a:pt x="21735" y="119131"/>
                  <a:pt x="19741" y="121163"/>
                </a:cubicBezTo>
                <a:cubicBezTo>
                  <a:pt x="17747" y="123196"/>
                  <a:pt x="15191" y="124212"/>
                  <a:pt x="12073" y="124212"/>
                </a:cubicBezTo>
                <a:cubicBezTo>
                  <a:pt x="8883" y="124212"/>
                  <a:pt x="6309" y="123195"/>
                  <a:pt x="4351" y="121160"/>
                </a:cubicBezTo>
                <a:cubicBezTo>
                  <a:pt x="2393" y="119128"/>
                  <a:pt x="1414" y="116476"/>
                  <a:pt x="1414" y="113206"/>
                </a:cubicBezTo>
                <a:cubicBezTo>
                  <a:pt x="1414" y="111029"/>
                  <a:pt x="1178" y="107761"/>
                  <a:pt x="707" y="103404"/>
                </a:cubicBezTo>
                <a:cubicBezTo>
                  <a:pt x="236" y="99044"/>
                  <a:pt x="0" y="95774"/>
                  <a:pt x="0" y="93594"/>
                </a:cubicBezTo>
                <a:cubicBezTo>
                  <a:pt x="0" y="86112"/>
                  <a:pt x="526" y="75743"/>
                  <a:pt x="1577" y="62487"/>
                </a:cubicBezTo>
                <a:cubicBezTo>
                  <a:pt x="2629" y="49231"/>
                  <a:pt x="3154" y="38862"/>
                  <a:pt x="3154" y="31379"/>
                </a:cubicBezTo>
                <a:cubicBezTo>
                  <a:pt x="3154" y="29054"/>
                  <a:pt x="3027" y="25605"/>
                  <a:pt x="2774" y="21029"/>
                </a:cubicBezTo>
                <a:cubicBezTo>
                  <a:pt x="2520" y="16452"/>
                  <a:pt x="2393" y="13002"/>
                  <a:pt x="2393" y="10680"/>
                </a:cubicBezTo>
                <a:cubicBezTo>
                  <a:pt x="2393" y="7555"/>
                  <a:pt x="3426" y="4994"/>
                  <a:pt x="5493" y="2998"/>
                </a:cubicBezTo>
                <a:cubicBezTo>
                  <a:pt x="7559" y="999"/>
                  <a:pt x="10115" y="0"/>
                  <a:pt x="13161" y="0"/>
                </a:cubicBezTo>
                <a:cubicBezTo>
                  <a:pt x="19832" y="0"/>
                  <a:pt x="23494" y="4733"/>
                  <a:pt x="24146" y="14198"/>
                </a:cubicBezTo>
                <a:lnTo>
                  <a:pt x="24473" y="26974"/>
                </a:lnTo>
                <a:cubicBezTo>
                  <a:pt x="36655" y="10732"/>
                  <a:pt x="49163" y="2610"/>
                  <a:pt x="61997" y="2610"/>
                </a:cubicBezTo>
                <a:cubicBezTo>
                  <a:pt x="73599" y="2610"/>
                  <a:pt x="81684" y="7732"/>
                  <a:pt x="86253" y="17974"/>
                </a:cubicBezTo>
                <a:cubicBezTo>
                  <a:pt x="89371" y="24801"/>
                  <a:pt x="91075" y="34898"/>
                  <a:pt x="91365" y="48266"/>
                </a:cubicBezTo>
                <a:lnTo>
                  <a:pt x="91365" y="59268"/>
                </a:lnTo>
                <a:lnTo>
                  <a:pt x="91256" y="69400"/>
                </a:lnTo>
                <a:cubicBezTo>
                  <a:pt x="91256" y="75430"/>
                  <a:pt x="92035" y="83222"/>
                  <a:pt x="93594" y="92775"/>
                </a:cubicBezTo>
                <a:cubicBezTo>
                  <a:pt x="95153" y="102326"/>
                  <a:pt x="95933" y="110079"/>
                  <a:pt x="95933" y="116034"/>
                </a:cubicBezTo>
                <a:cubicBezTo>
                  <a:pt x="95933" y="119232"/>
                  <a:pt x="94900" y="121829"/>
                  <a:pt x="92833" y="123825"/>
                </a:cubicBezTo>
                <a:cubicBezTo>
                  <a:pt x="90766" y="125823"/>
                  <a:pt x="88174" y="126823"/>
                  <a:pt x="85056" y="126823"/>
                </a:cubicBezTo>
                <a:close/>
                <a:moveTo>
                  <a:pt x="213791" y="21954"/>
                </a:moveTo>
                <a:lnTo>
                  <a:pt x="176157" y="103322"/>
                </a:lnTo>
                <a:cubicBezTo>
                  <a:pt x="166876" y="123120"/>
                  <a:pt x="159770" y="139690"/>
                  <a:pt x="154839" y="153032"/>
                </a:cubicBezTo>
                <a:lnTo>
                  <a:pt x="147660" y="174137"/>
                </a:lnTo>
                <a:cubicBezTo>
                  <a:pt x="145775" y="179430"/>
                  <a:pt x="142512" y="182077"/>
                  <a:pt x="137871" y="182077"/>
                </a:cubicBezTo>
                <a:cubicBezTo>
                  <a:pt x="134826" y="182077"/>
                  <a:pt x="132197" y="181074"/>
                  <a:pt x="129985" y="179069"/>
                </a:cubicBezTo>
                <a:cubicBezTo>
                  <a:pt x="127774" y="177065"/>
                  <a:pt x="126668" y="174569"/>
                  <a:pt x="126668" y="171581"/>
                </a:cubicBezTo>
                <a:cubicBezTo>
                  <a:pt x="126668" y="164293"/>
                  <a:pt x="134499" y="143325"/>
                  <a:pt x="150162" y="108676"/>
                </a:cubicBezTo>
                <a:lnTo>
                  <a:pt x="111223" y="33633"/>
                </a:lnTo>
                <a:lnTo>
                  <a:pt x="106329" y="25679"/>
                </a:lnTo>
                <a:cubicBezTo>
                  <a:pt x="104371" y="22339"/>
                  <a:pt x="103392" y="19544"/>
                  <a:pt x="103392" y="17294"/>
                </a:cubicBezTo>
                <a:cubicBezTo>
                  <a:pt x="103392" y="14321"/>
                  <a:pt x="104534" y="11711"/>
                  <a:pt x="106818" y="9463"/>
                </a:cubicBezTo>
                <a:cubicBezTo>
                  <a:pt x="109102" y="7215"/>
                  <a:pt x="111658" y="6091"/>
                  <a:pt x="114486" y="6091"/>
                </a:cubicBezTo>
                <a:cubicBezTo>
                  <a:pt x="117822" y="6091"/>
                  <a:pt x="120396" y="7360"/>
                  <a:pt x="122209" y="9898"/>
                </a:cubicBezTo>
                <a:cubicBezTo>
                  <a:pt x="134536" y="27035"/>
                  <a:pt x="147769" y="51435"/>
                  <a:pt x="161909" y="83095"/>
                </a:cubicBezTo>
                <a:lnTo>
                  <a:pt x="178006" y="45455"/>
                </a:lnTo>
                <a:cubicBezTo>
                  <a:pt x="183807" y="32468"/>
                  <a:pt x="189391" y="21305"/>
                  <a:pt x="194756" y="11964"/>
                </a:cubicBezTo>
                <a:cubicBezTo>
                  <a:pt x="197077" y="7904"/>
                  <a:pt x="200122" y="5873"/>
                  <a:pt x="203893" y="5873"/>
                </a:cubicBezTo>
                <a:cubicBezTo>
                  <a:pt x="206866" y="5873"/>
                  <a:pt x="209494" y="6924"/>
                  <a:pt x="211779" y="9024"/>
                </a:cubicBezTo>
                <a:cubicBezTo>
                  <a:pt x="214063" y="11125"/>
                  <a:pt x="215205" y="13624"/>
                  <a:pt x="215205" y="16522"/>
                </a:cubicBezTo>
                <a:cubicBezTo>
                  <a:pt x="215205" y="18115"/>
                  <a:pt x="214733" y="19926"/>
                  <a:pt x="213791" y="219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Text +">
            <a:extLst xmlns:a="http://schemas.openxmlformats.org/drawingml/2006/main">
              <a:ext uri="{FF2B5EF4-FFF2-40B4-BE49-F238E27FC236}">
                <a16:creationId xmlns:a16="http://schemas.microsoft.com/office/drawing/2014/main" id="{A5CF5B13-E3E6-47A3-90AD-E0AA8B5B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100" y="5332424"/>
            <a:ext cx="106176" cy="100161"/>
          </a:xfrm>
          <a:custGeom xmlns:a="http://schemas.openxmlformats.org/drawingml/2006/main">
            <a:pathLst>
              <a:path w="106176" h="100161">
                <a:moveTo>
                  <a:pt x="106176" y="49590"/>
                </a:moveTo>
                <a:cubicBezTo>
                  <a:pt x="106176" y="52618"/>
                  <a:pt x="105174" y="55257"/>
                  <a:pt x="103169" y="57507"/>
                </a:cubicBezTo>
                <a:cubicBezTo>
                  <a:pt x="101164" y="59757"/>
                  <a:pt x="98648" y="60882"/>
                  <a:pt x="95620" y="60882"/>
                </a:cubicBezTo>
                <a:cubicBezTo>
                  <a:pt x="94638" y="60882"/>
                  <a:pt x="93165" y="60719"/>
                  <a:pt x="91201" y="60391"/>
                </a:cubicBezTo>
                <a:cubicBezTo>
                  <a:pt x="89237" y="60064"/>
                  <a:pt x="87723" y="59901"/>
                  <a:pt x="86659" y="59901"/>
                </a:cubicBezTo>
                <a:lnTo>
                  <a:pt x="74385" y="60146"/>
                </a:lnTo>
                <a:cubicBezTo>
                  <a:pt x="69393" y="60310"/>
                  <a:pt x="65301" y="60310"/>
                  <a:pt x="62110" y="60146"/>
                </a:cubicBezTo>
                <a:lnTo>
                  <a:pt x="62110" y="89080"/>
                </a:lnTo>
                <a:cubicBezTo>
                  <a:pt x="62110" y="96468"/>
                  <a:pt x="58468" y="100161"/>
                  <a:pt x="51185" y="100161"/>
                </a:cubicBezTo>
                <a:cubicBezTo>
                  <a:pt x="47585" y="100161"/>
                  <a:pt x="44864" y="99238"/>
                  <a:pt x="43023" y="97392"/>
                </a:cubicBezTo>
                <a:cubicBezTo>
                  <a:pt x="41182" y="95546"/>
                  <a:pt x="40261" y="92775"/>
                  <a:pt x="40261" y="89080"/>
                </a:cubicBezTo>
                <a:lnTo>
                  <a:pt x="40138" y="74922"/>
                </a:lnTo>
                <a:lnTo>
                  <a:pt x="40015" y="60637"/>
                </a:lnTo>
                <a:cubicBezTo>
                  <a:pt x="30114" y="61210"/>
                  <a:pt x="23117" y="61496"/>
                  <a:pt x="19026" y="61496"/>
                </a:cubicBezTo>
                <a:cubicBezTo>
                  <a:pt x="6342" y="61496"/>
                  <a:pt x="0" y="57732"/>
                  <a:pt x="0" y="50203"/>
                </a:cubicBezTo>
                <a:cubicBezTo>
                  <a:pt x="0" y="44884"/>
                  <a:pt x="2250" y="41570"/>
                  <a:pt x="6751" y="40261"/>
                </a:cubicBezTo>
                <a:cubicBezTo>
                  <a:pt x="8306" y="39852"/>
                  <a:pt x="12397" y="39647"/>
                  <a:pt x="19026" y="39647"/>
                </a:cubicBezTo>
                <a:cubicBezTo>
                  <a:pt x="23117" y="39647"/>
                  <a:pt x="30114" y="39361"/>
                  <a:pt x="40015" y="38788"/>
                </a:cubicBezTo>
                <a:lnTo>
                  <a:pt x="39893" y="24381"/>
                </a:lnTo>
                <a:cubicBezTo>
                  <a:pt x="39893" y="16911"/>
                  <a:pt x="40261" y="11739"/>
                  <a:pt x="40997" y="8865"/>
                </a:cubicBezTo>
                <a:cubicBezTo>
                  <a:pt x="41816" y="5911"/>
                  <a:pt x="43084" y="3695"/>
                  <a:pt x="44803" y="2217"/>
                </a:cubicBezTo>
                <a:cubicBezTo>
                  <a:pt x="46521" y="739"/>
                  <a:pt x="48731" y="0"/>
                  <a:pt x="51431" y="0"/>
                </a:cubicBezTo>
                <a:cubicBezTo>
                  <a:pt x="54541" y="0"/>
                  <a:pt x="57180" y="1006"/>
                  <a:pt x="59348" y="3019"/>
                </a:cubicBezTo>
                <a:cubicBezTo>
                  <a:pt x="61517" y="5029"/>
                  <a:pt x="62601" y="7594"/>
                  <a:pt x="62601" y="10714"/>
                </a:cubicBezTo>
                <a:cubicBezTo>
                  <a:pt x="62601" y="12110"/>
                  <a:pt x="62458" y="14327"/>
                  <a:pt x="62171" y="17365"/>
                </a:cubicBezTo>
                <a:cubicBezTo>
                  <a:pt x="61885" y="20400"/>
                  <a:pt x="61742" y="22698"/>
                  <a:pt x="61742" y="24258"/>
                </a:cubicBezTo>
                <a:lnTo>
                  <a:pt x="61864" y="38297"/>
                </a:lnTo>
                <a:lnTo>
                  <a:pt x="71070" y="38665"/>
                </a:lnTo>
                <a:cubicBezTo>
                  <a:pt x="72707" y="38665"/>
                  <a:pt x="75203" y="38563"/>
                  <a:pt x="78558" y="38358"/>
                </a:cubicBezTo>
                <a:cubicBezTo>
                  <a:pt x="81913" y="38154"/>
                  <a:pt x="84409" y="38052"/>
                  <a:pt x="86046" y="38052"/>
                </a:cubicBezTo>
                <a:cubicBezTo>
                  <a:pt x="99466" y="38052"/>
                  <a:pt x="106176" y="41898"/>
                  <a:pt x="106176" y="49590"/>
                </a:cubicBezTo>
                <a:close/>
              </a:path>
            </a:pathLst>
          </a:custGeom>
          <a:solidFill xmlns:a="http://schemas.openxmlformats.org/drawingml/2006/main">
            <a:srgbClr val="509E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Text repeaty">
            <a:extLst xmlns:a="http://schemas.openxmlformats.org/drawingml/2006/main">
              <a:ext uri="{FF2B5EF4-FFF2-40B4-BE49-F238E27FC236}">
                <a16:creationId xmlns:a16="http://schemas.microsoft.com/office/drawing/2014/main" id="{2685648A-022B-4B4C-9FF9-853FC9C9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750" y="5551952"/>
            <a:ext cx="534190" cy="134347"/>
          </a:xfrm>
          <a:custGeom xmlns:a="http://schemas.openxmlformats.org/drawingml/2006/main">
            <a:pathLst>
              <a:path w="534190" h="134347">
                <a:moveTo>
                  <a:pt x="52789" y="44579"/>
                </a:moveTo>
                <a:cubicBezTo>
                  <a:pt x="52472" y="50233"/>
                  <a:pt x="50210" y="53060"/>
                  <a:pt x="46003" y="53060"/>
                </a:cubicBezTo>
                <a:cubicBezTo>
                  <a:pt x="42113" y="53060"/>
                  <a:pt x="40168" y="50830"/>
                  <a:pt x="40168" y="46370"/>
                </a:cubicBezTo>
                <a:cubicBezTo>
                  <a:pt x="40168" y="45514"/>
                  <a:pt x="40100" y="43936"/>
                  <a:pt x="39965" y="41638"/>
                </a:cubicBezTo>
                <a:lnTo>
                  <a:pt x="39761" y="35961"/>
                </a:lnTo>
                <a:cubicBezTo>
                  <a:pt x="32614" y="36822"/>
                  <a:pt x="26892" y="38839"/>
                  <a:pt x="22595" y="42013"/>
                </a:cubicBezTo>
                <a:cubicBezTo>
                  <a:pt x="18569" y="44960"/>
                  <a:pt x="15221" y="49403"/>
                  <a:pt x="12553" y="55342"/>
                </a:cubicBezTo>
                <a:lnTo>
                  <a:pt x="12688" y="92603"/>
                </a:lnTo>
                <a:cubicBezTo>
                  <a:pt x="12688" y="97181"/>
                  <a:pt x="10449" y="99471"/>
                  <a:pt x="5971" y="99471"/>
                </a:cubicBezTo>
                <a:cubicBezTo>
                  <a:pt x="1990" y="99471"/>
                  <a:pt x="0" y="97182"/>
                  <a:pt x="0" y="92605"/>
                </a:cubicBezTo>
                <a:lnTo>
                  <a:pt x="0" y="44886"/>
                </a:lnTo>
                <a:cubicBezTo>
                  <a:pt x="0" y="43390"/>
                  <a:pt x="57" y="41148"/>
                  <a:pt x="170" y="38158"/>
                </a:cubicBezTo>
                <a:cubicBezTo>
                  <a:pt x="283" y="35167"/>
                  <a:pt x="339" y="32924"/>
                  <a:pt x="339" y="31428"/>
                </a:cubicBezTo>
                <a:cubicBezTo>
                  <a:pt x="339" y="26851"/>
                  <a:pt x="2330" y="24562"/>
                  <a:pt x="6310" y="24562"/>
                </a:cubicBezTo>
                <a:cubicBezTo>
                  <a:pt x="10743" y="24562"/>
                  <a:pt x="12982" y="28317"/>
                  <a:pt x="13028" y="35826"/>
                </a:cubicBezTo>
                <a:cubicBezTo>
                  <a:pt x="21713" y="27412"/>
                  <a:pt x="31348" y="23205"/>
                  <a:pt x="41932" y="23205"/>
                </a:cubicBezTo>
                <a:cubicBezTo>
                  <a:pt x="45596" y="23205"/>
                  <a:pt x="48333" y="24585"/>
                  <a:pt x="50142" y="27344"/>
                </a:cubicBezTo>
                <a:cubicBezTo>
                  <a:pt x="51952" y="30104"/>
                  <a:pt x="52857" y="34265"/>
                  <a:pt x="52857" y="39829"/>
                </a:cubicBezTo>
                <a:cubicBezTo>
                  <a:pt x="52857" y="42181"/>
                  <a:pt x="52834" y="43764"/>
                  <a:pt x="52789" y="44579"/>
                </a:cubicBezTo>
                <a:close/>
                <a:moveTo>
                  <a:pt x="98723" y="97978"/>
                </a:moveTo>
                <a:cubicBezTo>
                  <a:pt x="88500" y="97978"/>
                  <a:pt x="80222" y="95420"/>
                  <a:pt x="73889" y="90304"/>
                </a:cubicBezTo>
                <a:cubicBezTo>
                  <a:pt x="66968" y="84644"/>
                  <a:pt x="63508" y="76721"/>
                  <a:pt x="63508" y="66533"/>
                </a:cubicBezTo>
                <a:cubicBezTo>
                  <a:pt x="63508" y="54762"/>
                  <a:pt x="66357" y="44892"/>
                  <a:pt x="72057" y="36924"/>
                </a:cubicBezTo>
                <a:cubicBezTo>
                  <a:pt x="78254" y="28231"/>
                  <a:pt x="86532" y="23884"/>
                  <a:pt x="96891" y="23884"/>
                </a:cubicBezTo>
                <a:cubicBezTo>
                  <a:pt x="104400" y="23884"/>
                  <a:pt x="110529" y="25150"/>
                  <a:pt x="115278" y="27684"/>
                </a:cubicBezTo>
                <a:cubicBezTo>
                  <a:pt x="121114" y="30805"/>
                  <a:pt x="124031" y="35600"/>
                  <a:pt x="124031" y="42068"/>
                </a:cubicBezTo>
                <a:cubicBezTo>
                  <a:pt x="124031" y="46592"/>
                  <a:pt x="121476" y="50708"/>
                  <a:pt x="116364" y="54417"/>
                </a:cubicBezTo>
                <a:cubicBezTo>
                  <a:pt x="114102" y="56046"/>
                  <a:pt x="109307" y="58579"/>
                  <a:pt x="101979" y="62017"/>
                </a:cubicBezTo>
                <a:lnTo>
                  <a:pt x="76060" y="74298"/>
                </a:lnTo>
                <a:cubicBezTo>
                  <a:pt x="78593" y="78052"/>
                  <a:pt x="81748" y="80879"/>
                  <a:pt x="85525" y="82779"/>
                </a:cubicBezTo>
                <a:cubicBezTo>
                  <a:pt x="89302" y="84679"/>
                  <a:pt x="93702" y="85629"/>
                  <a:pt x="98723" y="85629"/>
                </a:cubicBezTo>
                <a:cubicBezTo>
                  <a:pt x="101844" y="85629"/>
                  <a:pt x="105508" y="85041"/>
                  <a:pt x="109715" y="83865"/>
                </a:cubicBezTo>
                <a:cubicBezTo>
                  <a:pt x="115052" y="82372"/>
                  <a:pt x="118490" y="80416"/>
                  <a:pt x="120028" y="77996"/>
                </a:cubicBezTo>
                <a:cubicBezTo>
                  <a:pt x="121566" y="75576"/>
                  <a:pt x="123217" y="74366"/>
                  <a:pt x="124981" y="74366"/>
                </a:cubicBezTo>
                <a:cubicBezTo>
                  <a:pt x="126564" y="74366"/>
                  <a:pt x="127978" y="74967"/>
                  <a:pt x="129222" y="76170"/>
                </a:cubicBezTo>
                <a:cubicBezTo>
                  <a:pt x="130466" y="77372"/>
                  <a:pt x="131088" y="78766"/>
                  <a:pt x="131088" y="80353"/>
                </a:cubicBezTo>
                <a:cubicBezTo>
                  <a:pt x="131088" y="85389"/>
                  <a:pt x="127039" y="89721"/>
                  <a:pt x="118942" y="93351"/>
                </a:cubicBezTo>
                <a:cubicBezTo>
                  <a:pt x="112022" y="96436"/>
                  <a:pt x="105282" y="97978"/>
                  <a:pt x="98723" y="97978"/>
                </a:cubicBezTo>
                <a:moveTo>
                  <a:pt x="96891" y="36097"/>
                </a:moveTo>
                <a:cubicBezTo>
                  <a:pt x="91372" y="36097"/>
                  <a:pt x="86781" y="38234"/>
                  <a:pt x="83117" y="42509"/>
                </a:cubicBezTo>
                <a:cubicBezTo>
                  <a:pt x="79453" y="46784"/>
                  <a:pt x="76716" y="53218"/>
                  <a:pt x="74907" y="61813"/>
                </a:cubicBezTo>
                <a:lnTo>
                  <a:pt x="95737" y="51907"/>
                </a:lnTo>
                <a:cubicBezTo>
                  <a:pt x="103925" y="47926"/>
                  <a:pt x="109760" y="44466"/>
                  <a:pt x="113243" y="41525"/>
                </a:cubicBezTo>
                <a:cubicBezTo>
                  <a:pt x="109353" y="37907"/>
                  <a:pt x="103902" y="36097"/>
                  <a:pt x="96891" y="36097"/>
                </a:cubicBezTo>
                <a:close/>
                <a:moveTo>
                  <a:pt x="172685" y="97299"/>
                </a:moveTo>
                <a:cubicBezTo>
                  <a:pt x="168162" y="97299"/>
                  <a:pt x="163186" y="96576"/>
                  <a:pt x="157758" y="95128"/>
                </a:cubicBezTo>
                <a:lnTo>
                  <a:pt x="157622" y="127561"/>
                </a:lnTo>
                <a:cubicBezTo>
                  <a:pt x="157622" y="129552"/>
                  <a:pt x="157000" y="131180"/>
                  <a:pt x="155756" y="132447"/>
                </a:cubicBezTo>
                <a:cubicBezTo>
                  <a:pt x="154512" y="133713"/>
                  <a:pt x="152917" y="134347"/>
                  <a:pt x="150972" y="134347"/>
                </a:cubicBezTo>
                <a:cubicBezTo>
                  <a:pt x="149027" y="134347"/>
                  <a:pt x="147433" y="133713"/>
                  <a:pt x="146189" y="132445"/>
                </a:cubicBezTo>
                <a:cubicBezTo>
                  <a:pt x="144945" y="131177"/>
                  <a:pt x="144323" y="129546"/>
                  <a:pt x="144323" y="127553"/>
                </a:cubicBezTo>
                <a:lnTo>
                  <a:pt x="144526" y="100380"/>
                </a:lnTo>
                <a:lnTo>
                  <a:pt x="144526" y="73276"/>
                </a:lnTo>
                <a:cubicBezTo>
                  <a:pt x="144391" y="63357"/>
                  <a:pt x="144052" y="54322"/>
                  <a:pt x="143509" y="46171"/>
                </a:cubicBezTo>
                <a:lnTo>
                  <a:pt x="142491" y="32380"/>
                </a:lnTo>
                <a:cubicBezTo>
                  <a:pt x="142491" y="29164"/>
                  <a:pt x="143079" y="26447"/>
                  <a:pt x="144255" y="24227"/>
                </a:cubicBezTo>
                <a:cubicBezTo>
                  <a:pt x="145612" y="21556"/>
                  <a:pt x="147580" y="20220"/>
                  <a:pt x="150158" y="20220"/>
                </a:cubicBezTo>
                <a:cubicBezTo>
                  <a:pt x="151922" y="20220"/>
                  <a:pt x="153404" y="20851"/>
                  <a:pt x="154602" y="22113"/>
                </a:cubicBezTo>
                <a:cubicBezTo>
                  <a:pt x="155801" y="23376"/>
                  <a:pt x="156401" y="24916"/>
                  <a:pt x="156401" y="26734"/>
                </a:cubicBezTo>
                <a:cubicBezTo>
                  <a:pt x="156401" y="27141"/>
                  <a:pt x="156333" y="27887"/>
                  <a:pt x="156197" y="28973"/>
                </a:cubicBezTo>
                <a:cubicBezTo>
                  <a:pt x="155971" y="30375"/>
                  <a:pt x="155813" y="31664"/>
                  <a:pt x="155722" y="32840"/>
                </a:cubicBezTo>
                <a:cubicBezTo>
                  <a:pt x="159612" y="30171"/>
                  <a:pt x="163367" y="28170"/>
                  <a:pt x="166985" y="26835"/>
                </a:cubicBezTo>
                <a:cubicBezTo>
                  <a:pt x="170604" y="25501"/>
                  <a:pt x="174065" y="24834"/>
                  <a:pt x="177367" y="24834"/>
                </a:cubicBezTo>
                <a:cubicBezTo>
                  <a:pt x="186640" y="24834"/>
                  <a:pt x="193425" y="28954"/>
                  <a:pt x="197722" y="37193"/>
                </a:cubicBezTo>
                <a:cubicBezTo>
                  <a:pt x="201115" y="43714"/>
                  <a:pt x="202811" y="52340"/>
                  <a:pt x="202811" y="63070"/>
                </a:cubicBezTo>
                <a:cubicBezTo>
                  <a:pt x="202811" y="72849"/>
                  <a:pt x="200188" y="80909"/>
                  <a:pt x="194940" y="87249"/>
                </a:cubicBezTo>
                <a:cubicBezTo>
                  <a:pt x="189377" y="93949"/>
                  <a:pt x="181958" y="97299"/>
                  <a:pt x="172685" y="97299"/>
                </a:cubicBezTo>
                <a:moveTo>
                  <a:pt x="177367" y="38404"/>
                </a:moveTo>
                <a:cubicBezTo>
                  <a:pt x="173205" y="38404"/>
                  <a:pt x="169451" y="39331"/>
                  <a:pt x="166103" y="41186"/>
                </a:cubicBezTo>
                <a:cubicBezTo>
                  <a:pt x="163706" y="42498"/>
                  <a:pt x="160675" y="44895"/>
                  <a:pt x="157011" y="48378"/>
                </a:cubicBezTo>
                <a:cubicBezTo>
                  <a:pt x="157599" y="58647"/>
                  <a:pt x="157893" y="69435"/>
                  <a:pt x="157893" y="80744"/>
                </a:cubicBezTo>
                <a:cubicBezTo>
                  <a:pt x="162824" y="82643"/>
                  <a:pt x="167754" y="83593"/>
                  <a:pt x="172685" y="83593"/>
                </a:cubicBezTo>
                <a:cubicBezTo>
                  <a:pt x="178339" y="83593"/>
                  <a:pt x="182659" y="81490"/>
                  <a:pt x="185645" y="77283"/>
                </a:cubicBezTo>
                <a:cubicBezTo>
                  <a:pt x="188223" y="73619"/>
                  <a:pt x="189512" y="68870"/>
                  <a:pt x="189512" y="63034"/>
                </a:cubicBezTo>
                <a:cubicBezTo>
                  <a:pt x="189512" y="54802"/>
                  <a:pt x="188506" y="48638"/>
                  <a:pt x="186493" y="44545"/>
                </a:cubicBezTo>
                <a:cubicBezTo>
                  <a:pt x="184480" y="40451"/>
                  <a:pt x="181438" y="38404"/>
                  <a:pt x="177367" y="38404"/>
                </a:cubicBezTo>
                <a:close/>
                <a:moveTo>
                  <a:pt x="250253" y="97978"/>
                </a:moveTo>
                <a:cubicBezTo>
                  <a:pt x="240030" y="97978"/>
                  <a:pt x="231752" y="95420"/>
                  <a:pt x="225419" y="90304"/>
                </a:cubicBezTo>
                <a:cubicBezTo>
                  <a:pt x="218498" y="84644"/>
                  <a:pt x="215038" y="76721"/>
                  <a:pt x="215038" y="66533"/>
                </a:cubicBezTo>
                <a:cubicBezTo>
                  <a:pt x="215038" y="54762"/>
                  <a:pt x="217887" y="44892"/>
                  <a:pt x="223587" y="36924"/>
                </a:cubicBezTo>
                <a:cubicBezTo>
                  <a:pt x="229784" y="28231"/>
                  <a:pt x="238062" y="23884"/>
                  <a:pt x="248421" y="23884"/>
                </a:cubicBezTo>
                <a:cubicBezTo>
                  <a:pt x="255930" y="23884"/>
                  <a:pt x="262059" y="25150"/>
                  <a:pt x="266808" y="27684"/>
                </a:cubicBezTo>
                <a:cubicBezTo>
                  <a:pt x="272644" y="30805"/>
                  <a:pt x="275561" y="35600"/>
                  <a:pt x="275561" y="42068"/>
                </a:cubicBezTo>
                <a:cubicBezTo>
                  <a:pt x="275561" y="46592"/>
                  <a:pt x="273006" y="50708"/>
                  <a:pt x="267894" y="54417"/>
                </a:cubicBezTo>
                <a:cubicBezTo>
                  <a:pt x="265632" y="56046"/>
                  <a:pt x="260838" y="58579"/>
                  <a:pt x="253510" y="62017"/>
                </a:cubicBezTo>
                <a:lnTo>
                  <a:pt x="227590" y="74298"/>
                </a:lnTo>
                <a:cubicBezTo>
                  <a:pt x="230123" y="78052"/>
                  <a:pt x="233278" y="80879"/>
                  <a:pt x="237055" y="82779"/>
                </a:cubicBezTo>
                <a:cubicBezTo>
                  <a:pt x="240833" y="84679"/>
                  <a:pt x="245232" y="85629"/>
                  <a:pt x="250253" y="85629"/>
                </a:cubicBezTo>
                <a:cubicBezTo>
                  <a:pt x="253374" y="85629"/>
                  <a:pt x="257038" y="85041"/>
                  <a:pt x="261245" y="83865"/>
                </a:cubicBezTo>
                <a:cubicBezTo>
                  <a:pt x="266582" y="82372"/>
                  <a:pt x="270020" y="80416"/>
                  <a:pt x="271558" y="77996"/>
                </a:cubicBezTo>
                <a:cubicBezTo>
                  <a:pt x="273096" y="75576"/>
                  <a:pt x="274747" y="74366"/>
                  <a:pt x="276511" y="74366"/>
                </a:cubicBezTo>
                <a:cubicBezTo>
                  <a:pt x="278095" y="74366"/>
                  <a:pt x="279508" y="74967"/>
                  <a:pt x="280752" y="76170"/>
                </a:cubicBezTo>
                <a:cubicBezTo>
                  <a:pt x="281996" y="77372"/>
                  <a:pt x="282618" y="78766"/>
                  <a:pt x="282618" y="80353"/>
                </a:cubicBezTo>
                <a:cubicBezTo>
                  <a:pt x="282618" y="85389"/>
                  <a:pt x="278569" y="89721"/>
                  <a:pt x="270472" y="93351"/>
                </a:cubicBezTo>
                <a:cubicBezTo>
                  <a:pt x="263552" y="96436"/>
                  <a:pt x="256812" y="97978"/>
                  <a:pt x="250253" y="97978"/>
                </a:cubicBezTo>
                <a:moveTo>
                  <a:pt x="248421" y="36097"/>
                </a:moveTo>
                <a:cubicBezTo>
                  <a:pt x="242902" y="36097"/>
                  <a:pt x="238311" y="38234"/>
                  <a:pt x="234647" y="42509"/>
                </a:cubicBezTo>
                <a:cubicBezTo>
                  <a:pt x="230983" y="46784"/>
                  <a:pt x="228246" y="53218"/>
                  <a:pt x="226437" y="61813"/>
                </a:cubicBezTo>
                <a:lnTo>
                  <a:pt x="247267" y="51907"/>
                </a:lnTo>
                <a:cubicBezTo>
                  <a:pt x="255455" y="47926"/>
                  <a:pt x="261290" y="44466"/>
                  <a:pt x="264773" y="41525"/>
                </a:cubicBezTo>
                <a:cubicBezTo>
                  <a:pt x="260883" y="37907"/>
                  <a:pt x="255432" y="36097"/>
                  <a:pt x="248421" y="36097"/>
                </a:cubicBezTo>
                <a:close/>
                <a:moveTo>
                  <a:pt x="348370" y="99335"/>
                </a:moveTo>
                <a:cubicBezTo>
                  <a:pt x="347511" y="99335"/>
                  <a:pt x="345950" y="98331"/>
                  <a:pt x="343689" y="96324"/>
                </a:cubicBezTo>
                <a:cubicBezTo>
                  <a:pt x="341653" y="94454"/>
                  <a:pt x="340138" y="92789"/>
                  <a:pt x="339142" y="91328"/>
                </a:cubicBezTo>
                <a:cubicBezTo>
                  <a:pt x="334800" y="93703"/>
                  <a:pt x="330978" y="95496"/>
                  <a:pt x="327676" y="96706"/>
                </a:cubicBezTo>
                <a:cubicBezTo>
                  <a:pt x="324373" y="97916"/>
                  <a:pt x="321614" y="98521"/>
                  <a:pt x="319398" y="98521"/>
                </a:cubicBezTo>
                <a:cubicBezTo>
                  <a:pt x="308813" y="98521"/>
                  <a:pt x="301100" y="95535"/>
                  <a:pt x="296260" y="89564"/>
                </a:cubicBezTo>
                <a:cubicBezTo>
                  <a:pt x="291691" y="83955"/>
                  <a:pt x="289407" y="75361"/>
                  <a:pt x="289407" y="63781"/>
                </a:cubicBezTo>
                <a:cubicBezTo>
                  <a:pt x="289407" y="52834"/>
                  <a:pt x="293173" y="43470"/>
                  <a:pt x="300704" y="35690"/>
                </a:cubicBezTo>
                <a:cubicBezTo>
                  <a:pt x="308236" y="27910"/>
                  <a:pt x="317226" y="24020"/>
                  <a:pt x="327676" y="24020"/>
                </a:cubicBezTo>
                <a:cubicBezTo>
                  <a:pt x="331611" y="24020"/>
                  <a:pt x="336021" y="25037"/>
                  <a:pt x="340907" y="27073"/>
                </a:cubicBezTo>
                <a:cubicBezTo>
                  <a:pt x="347058" y="29606"/>
                  <a:pt x="350134" y="32659"/>
                  <a:pt x="350134" y="36233"/>
                </a:cubicBezTo>
                <a:cubicBezTo>
                  <a:pt x="350134" y="37454"/>
                  <a:pt x="349682" y="38540"/>
                  <a:pt x="348777" y="39490"/>
                </a:cubicBezTo>
                <a:cubicBezTo>
                  <a:pt x="348325" y="41209"/>
                  <a:pt x="347974" y="44036"/>
                  <a:pt x="347726" y="47971"/>
                </a:cubicBezTo>
                <a:cubicBezTo>
                  <a:pt x="347477" y="51907"/>
                  <a:pt x="347330" y="56950"/>
                  <a:pt x="347285" y="63102"/>
                </a:cubicBezTo>
                <a:cubicBezTo>
                  <a:pt x="347239" y="68711"/>
                  <a:pt x="347624" y="73144"/>
                  <a:pt x="348438" y="76401"/>
                </a:cubicBezTo>
                <a:cubicBezTo>
                  <a:pt x="348890" y="78391"/>
                  <a:pt x="350315" y="82372"/>
                  <a:pt x="352713" y="88343"/>
                </a:cubicBezTo>
                <a:cubicBezTo>
                  <a:pt x="353029" y="89157"/>
                  <a:pt x="353550" y="90356"/>
                  <a:pt x="354273" y="91939"/>
                </a:cubicBezTo>
                <a:lnTo>
                  <a:pt x="354681" y="93093"/>
                </a:lnTo>
                <a:cubicBezTo>
                  <a:pt x="354681" y="94902"/>
                  <a:pt x="354047" y="96395"/>
                  <a:pt x="352781" y="97571"/>
                </a:cubicBezTo>
                <a:cubicBezTo>
                  <a:pt x="351514" y="98747"/>
                  <a:pt x="350044" y="99335"/>
                  <a:pt x="348370" y="99335"/>
                </a:cubicBezTo>
                <a:moveTo>
                  <a:pt x="334257" y="52203"/>
                </a:moveTo>
                <a:cubicBezTo>
                  <a:pt x="334257" y="50263"/>
                  <a:pt x="334382" y="48154"/>
                  <a:pt x="334630" y="45876"/>
                </a:cubicBezTo>
                <a:cubicBezTo>
                  <a:pt x="334879" y="43598"/>
                  <a:pt x="335252" y="41173"/>
                  <a:pt x="335750" y="38601"/>
                </a:cubicBezTo>
                <a:cubicBezTo>
                  <a:pt x="334076" y="37743"/>
                  <a:pt x="332640" y="37111"/>
                  <a:pt x="331441" y="36706"/>
                </a:cubicBezTo>
                <a:cubicBezTo>
                  <a:pt x="330243" y="36300"/>
                  <a:pt x="329281" y="36097"/>
                  <a:pt x="328558" y="36097"/>
                </a:cubicBezTo>
                <a:cubicBezTo>
                  <a:pt x="321546" y="36097"/>
                  <a:pt x="315496" y="38950"/>
                  <a:pt x="310407" y="44657"/>
                </a:cubicBezTo>
                <a:cubicBezTo>
                  <a:pt x="305318" y="50364"/>
                  <a:pt x="302774" y="56939"/>
                  <a:pt x="302774" y="64383"/>
                </a:cubicBezTo>
                <a:cubicBezTo>
                  <a:pt x="302774" y="71782"/>
                  <a:pt x="304086" y="77331"/>
                  <a:pt x="306709" y="81030"/>
                </a:cubicBezTo>
                <a:cubicBezTo>
                  <a:pt x="309333" y="84729"/>
                  <a:pt x="313268" y="86579"/>
                  <a:pt x="318516" y="86579"/>
                </a:cubicBezTo>
                <a:cubicBezTo>
                  <a:pt x="322858" y="86579"/>
                  <a:pt x="326545" y="85789"/>
                  <a:pt x="329575" y="84210"/>
                </a:cubicBezTo>
                <a:cubicBezTo>
                  <a:pt x="331204" y="83354"/>
                  <a:pt x="333488" y="81640"/>
                  <a:pt x="336428" y="79069"/>
                </a:cubicBezTo>
                <a:cubicBezTo>
                  <a:pt x="334981" y="67112"/>
                  <a:pt x="334257" y="58157"/>
                  <a:pt x="334257" y="52203"/>
                </a:cubicBezTo>
                <a:close/>
                <a:moveTo>
                  <a:pt x="411997" y="37106"/>
                </a:moveTo>
                <a:cubicBezTo>
                  <a:pt x="411047" y="37106"/>
                  <a:pt x="409927" y="37061"/>
                  <a:pt x="408638" y="36971"/>
                </a:cubicBezTo>
                <a:cubicBezTo>
                  <a:pt x="407349" y="36879"/>
                  <a:pt x="406230" y="36833"/>
                  <a:pt x="405280" y="36833"/>
                </a:cubicBezTo>
                <a:cubicBezTo>
                  <a:pt x="404239" y="36833"/>
                  <a:pt x="401163" y="37176"/>
                  <a:pt x="396052" y="37861"/>
                </a:cubicBezTo>
                <a:lnTo>
                  <a:pt x="397341" y="77917"/>
                </a:lnTo>
                <a:lnTo>
                  <a:pt x="397409" y="80901"/>
                </a:lnTo>
                <a:lnTo>
                  <a:pt x="397477" y="84357"/>
                </a:lnTo>
                <a:cubicBezTo>
                  <a:pt x="397658" y="94252"/>
                  <a:pt x="395283" y="99199"/>
                  <a:pt x="390352" y="99199"/>
                </a:cubicBezTo>
                <a:cubicBezTo>
                  <a:pt x="388543" y="99199"/>
                  <a:pt x="386971" y="98612"/>
                  <a:pt x="385637" y="97437"/>
                </a:cubicBezTo>
                <a:cubicBezTo>
                  <a:pt x="384302" y="96263"/>
                  <a:pt x="383635" y="94794"/>
                  <a:pt x="383635" y="93031"/>
                </a:cubicBezTo>
                <a:cubicBezTo>
                  <a:pt x="383635" y="91315"/>
                  <a:pt x="383703" y="88740"/>
                  <a:pt x="383838" y="85307"/>
                </a:cubicBezTo>
                <a:cubicBezTo>
                  <a:pt x="383974" y="81872"/>
                  <a:pt x="384042" y="79295"/>
                  <a:pt x="384042" y="77578"/>
                </a:cubicBezTo>
                <a:lnTo>
                  <a:pt x="382685" y="37997"/>
                </a:lnTo>
                <a:cubicBezTo>
                  <a:pt x="379383" y="37861"/>
                  <a:pt x="374362" y="37475"/>
                  <a:pt x="367622" y="36837"/>
                </a:cubicBezTo>
                <a:cubicBezTo>
                  <a:pt x="363596" y="36292"/>
                  <a:pt x="361583" y="34042"/>
                  <a:pt x="361583" y="30088"/>
                </a:cubicBezTo>
                <a:cubicBezTo>
                  <a:pt x="361583" y="28088"/>
                  <a:pt x="362194" y="26430"/>
                  <a:pt x="363415" y="25114"/>
                </a:cubicBezTo>
                <a:cubicBezTo>
                  <a:pt x="364636" y="23796"/>
                  <a:pt x="366197" y="23137"/>
                  <a:pt x="368097" y="23137"/>
                </a:cubicBezTo>
                <a:lnTo>
                  <a:pt x="382346" y="24291"/>
                </a:lnTo>
                <a:cubicBezTo>
                  <a:pt x="382346" y="21977"/>
                  <a:pt x="382244" y="18881"/>
                  <a:pt x="382040" y="15004"/>
                </a:cubicBezTo>
                <a:cubicBezTo>
                  <a:pt x="381837" y="11125"/>
                  <a:pt x="381735" y="8324"/>
                  <a:pt x="381735" y="6601"/>
                </a:cubicBezTo>
                <a:cubicBezTo>
                  <a:pt x="381735" y="4695"/>
                  <a:pt x="382391" y="3119"/>
                  <a:pt x="383703" y="1872"/>
                </a:cubicBezTo>
                <a:cubicBezTo>
                  <a:pt x="385015" y="624"/>
                  <a:pt x="386620" y="0"/>
                  <a:pt x="388520" y="0"/>
                </a:cubicBezTo>
                <a:cubicBezTo>
                  <a:pt x="392591" y="0"/>
                  <a:pt x="394966" y="3325"/>
                  <a:pt x="395645" y="9974"/>
                </a:cubicBezTo>
                <a:cubicBezTo>
                  <a:pt x="395780" y="11648"/>
                  <a:pt x="395848" y="13661"/>
                  <a:pt x="395848" y="16013"/>
                </a:cubicBezTo>
                <a:lnTo>
                  <a:pt x="395713" y="19948"/>
                </a:lnTo>
                <a:lnTo>
                  <a:pt x="395645" y="24155"/>
                </a:lnTo>
                <a:cubicBezTo>
                  <a:pt x="401254" y="23431"/>
                  <a:pt x="404465" y="23070"/>
                  <a:pt x="405280" y="23070"/>
                </a:cubicBezTo>
                <a:cubicBezTo>
                  <a:pt x="409984" y="23070"/>
                  <a:pt x="413060" y="23296"/>
                  <a:pt x="414507" y="23748"/>
                </a:cubicBezTo>
                <a:cubicBezTo>
                  <a:pt x="417267" y="24658"/>
                  <a:pt x="418646" y="26804"/>
                  <a:pt x="418646" y="30186"/>
                </a:cubicBezTo>
                <a:cubicBezTo>
                  <a:pt x="418646" y="32196"/>
                  <a:pt x="418024" y="33852"/>
                  <a:pt x="416780" y="35154"/>
                </a:cubicBezTo>
                <a:cubicBezTo>
                  <a:pt x="415537" y="36455"/>
                  <a:pt x="413942" y="37106"/>
                  <a:pt x="411997" y="37106"/>
                </a:cubicBezTo>
                <a:close/>
                <a:moveTo>
                  <a:pt x="533308" y="34322"/>
                </a:moveTo>
                <a:lnTo>
                  <a:pt x="509832" y="85082"/>
                </a:lnTo>
                <a:cubicBezTo>
                  <a:pt x="504042" y="97432"/>
                  <a:pt x="499609" y="107769"/>
                  <a:pt x="496533" y="116092"/>
                </a:cubicBezTo>
                <a:lnTo>
                  <a:pt x="492054" y="129258"/>
                </a:lnTo>
                <a:cubicBezTo>
                  <a:pt x="490878" y="132560"/>
                  <a:pt x="488843" y="134211"/>
                  <a:pt x="485948" y="134211"/>
                </a:cubicBezTo>
                <a:cubicBezTo>
                  <a:pt x="484048" y="134211"/>
                  <a:pt x="482408" y="133585"/>
                  <a:pt x="481028" y="132334"/>
                </a:cubicBezTo>
                <a:cubicBezTo>
                  <a:pt x="479649" y="131085"/>
                  <a:pt x="478959" y="129528"/>
                  <a:pt x="478959" y="127663"/>
                </a:cubicBezTo>
                <a:cubicBezTo>
                  <a:pt x="478959" y="123117"/>
                  <a:pt x="483844" y="110036"/>
                  <a:pt x="493615" y="88421"/>
                </a:cubicBezTo>
                <a:lnTo>
                  <a:pt x="469324" y="41608"/>
                </a:lnTo>
                <a:lnTo>
                  <a:pt x="466271" y="36646"/>
                </a:lnTo>
                <a:cubicBezTo>
                  <a:pt x="465049" y="34563"/>
                  <a:pt x="464439" y="32819"/>
                  <a:pt x="464439" y="31415"/>
                </a:cubicBezTo>
                <a:cubicBezTo>
                  <a:pt x="464439" y="29561"/>
                  <a:pt x="465151" y="27932"/>
                  <a:pt x="466576" y="26530"/>
                </a:cubicBezTo>
                <a:cubicBezTo>
                  <a:pt x="468001" y="25128"/>
                  <a:pt x="469595" y="24427"/>
                  <a:pt x="471360" y="24427"/>
                </a:cubicBezTo>
                <a:cubicBezTo>
                  <a:pt x="473440" y="24427"/>
                  <a:pt x="475046" y="25218"/>
                  <a:pt x="476177" y="26801"/>
                </a:cubicBezTo>
                <a:cubicBezTo>
                  <a:pt x="483867" y="37492"/>
                  <a:pt x="492122" y="52713"/>
                  <a:pt x="500943" y="72464"/>
                </a:cubicBezTo>
                <a:lnTo>
                  <a:pt x="510985" y="48983"/>
                </a:lnTo>
                <a:cubicBezTo>
                  <a:pt x="514604" y="40881"/>
                  <a:pt x="518087" y="33917"/>
                  <a:pt x="521434" y="28091"/>
                </a:cubicBezTo>
                <a:cubicBezTo>
                  <a:pt x="522882" y="25558"/>
                  <a:pt x="524782" y="24291"/>
                  <a:pt x="527134" y="24291"/>
                </a:cubicBezTo>
                <a:cubicBezTo>
                  <a:pt x="528988" y="24291"/>
                  <a:pt x="530628" y="24946"/>
                  <a:pt x="532053" y="26257"/>
                </a:cubicBezTo>
                <a:cubicBezTo>
                  <a:pt x="533478" y="27567"/>
                  <a:pt x="534190" y="29126"/>
                  <a:pt x="534190" y="30934"/>
                </a:cubicBezTo>
                <a:cubicBezTo>
                  <a:pt x="534190" y="31928"/>
                  <a:pt x="533896" y="33057"/>
                  <a:pt x="533308" y="34322"/>
                </a:cubicBezTo>
                <a:close/>
              </a:path>
            </a:pathLst>
          </a:custGeom>
          <a:solidFill xmlns:a="http://schemas.openxmlformats.org/drawingml/2006/main">
            <a:srgbClr val="86506D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d68763cbb4876"/>
          <a:stretch xmlns:a="http://schemas.openxmlformats.org/drawingml/2006/main"/>
        </p:blipFill>
        <p:spPr>
          <a:xfrm xmlns:a="http://schemas.openxmlformats.org/drawingml/2006/main">
            <a:off x="6713277" y="4980497"/>
            <a:ext cx="379159" cy="407245"/>
          </a:xfrm>
          <a:prstGeom xmlns:a="http://schemas.openxmlformats.org/drawingml/2006/main" prst="rect">
            <a:avLst/>
          </a:prstGeom>
        </p:spPr>
      </p:pic>
      <p:sp>
        <p:nvSpPr>
          <p:cNvPr id="323" name="Text .">
            <a:extLst xmlns:a="http://schemas.openxmlformats.org/drawingml/2006/main">
              <a:ext uri="{FF2B5EF4-FFF2-40B4-BE49-F238E27FC236}">
                <a16:creationId xmlns:a16="http://schemas.microsoft.com/office/drawing/2014/main" id="{450FE0C0-A128-40B2-B40B-0386AD9C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282" y="2335138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Text .">
            <a:extLst xmlns:a="http://schemas.openxmlformats.org/drawingml/2006/main">
              <a:ext uri="{FF2B5EF4-FFF2-40B4-BE49-F238E27FC236}">
                <a16:creationId xmlns:a16="http://schemas.microsoft.com/office/drawing/2014/main" id="{3351B22F-4619-4D05-83EE-1AE323AF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282" y="2385416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Text .">
            <a:extLst xmlns:a="http://schemas.openxmlformats.org/drawingml/2006/main">
              <a:ext uri="{FF2B5EF4-FFF2-40B4-BE49-F238E27FC236}">
                <a16:creationId xmlns:a16="http://schemas.microsoft.com/office/drawing/2014/main" id="{827C4622-82F7-4DFB-B2EC-98F77D32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282" y="2435693"/>
            <a:ext cx="22255" cy="18591"/>
          </a:xfrm>
          <a:custGeom xmlns:a="http://schemas.openxmlformats.org/drawingml/2006/main">
            <a:pathLst>
              <a:path w="22255" h="18591">
                <a:moveTo>
                  <a:pt x="11196" y="18591"/>
                </a:moveTo>
                <a:cubicBezTo>
                  <a:pt x="8165" y="18591"/>
                  <a:pt x="5541" y="17649"/>
                  <a:pt x="3325" y="15765"/>
                </a:cubicBezTo>
                <a:cubicBezTo>
                  <a:pt x="1108" y="13881"/>
                  <a:pt x="0" y="11758"/>
                  <a:pt x="0" y="9397"/>
                </a:cubicBezTo>
                <a:cubicBezTo>
                  <a:pt x="0" y="6992"/>
                  <a:pt x="1108" y="4824"/>
                  <a:pt x="3325" y="2894"/>
                </a:cubicBezTo>
                <a:cubicBezTo>
                  <a:pt x="5541" y="965"/>
                  <a:pt x="8165" y="0"/>
                  <a:pt x="11196" y="0"/>
                </a:cubicBezTo>
                <a:cubicBezTo>
                  <a:pt x="14407" y="0"/>
                  <a:pt x="17053" y="908"/>
                  <a:pt x="19134" y="2725"/>
                </a:cubicBezTo>
                <a:cubicBezTo>
                  <a:pt x="21215" y="4540"/>
                  <a:pt x="22255" y="6764"/>
                  <a:pt x="22255" y="9397"/>
                </a:cubicBezTo>
                <a:cubicBezTo>
                  <a:pt x="22255" y="11803"/>
                  <a:pt x="21170" y="13937"/>
                  <a:pt x="18998" y="15799"/>
                </a:cubicBezTo>
                <a:cubicBezTo>
                  <a:pt x="16827" y="17661"/>
                  <a:pt x="14226" y="18591"/>
                  <a:pt x="11196" y="18591"/>
                </a:cubicBez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3424EE-C830-4ED1-AF75-2593A78C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772" y="2028251"/>
            <a:ext cx="669664" cy="729018"/>
          </a:xfrm>
          <a:custGeom xmlns:a="http://schemas.openxmlformats.org/drawingml/2006/main">
            <a:pathLst>
              <a:path w="669664" h="729018">
                <a:moveTo>
                  <a:pt x="13701" y="35376"/>
                </a:moveTo>
                <a:lnTo>
                  <a:pt x="9678" y="41995"/>
                </a:lnTo>
                <a:lnTo>
                  <a:pt x="6341" y="48950"/>
                </a:lnTo>
                <a:lnTo>
                  <a:pt x="4874" y="52665"/>
                </a:lnTo>
                <a:lnTo>
                  <a:pt x="3603" y="56408"/>
                </a:lnTo>
                <a:lnTo>
                  <a:pt x="2528" y="60221"/>
                </a:lnTo>
                <a:lnTo>
                  <a:pt x="2388" y="60793"/>
                </a:lnTo>
                <a:lnTo>
                  <a:pt x="16005" y="63936"/>
                </a:lnTo>
                <a:lnTo>
                  <a:pt x="16058" y="63681"/>
                </a:lnTo>
                <a:lnTo>
                  <a:pt x="16939" y="60592"/>
                </a:lnTo>
                <a:lnTo>
                  <a:pt x="17957" y="57573"/>
                </a:lnTo>
                <a:lnTo>
                  <a:pt x="19092" y="54658"/>
                </a:lnTo>
                <a:lnTo>
                  <a:pt x="21955" y="48710"/>
                </a:lnTo>
                <a:lnTo>
                  <a:pt x="25298" y="43206"/>
                </a:lnTo>
                <a:lnTo>
                  <a:pt x="29144" y="38061"/>
                </a:lnTo>
                <a:lnTo>
                  <a:pt x="33390" y="33390"/>
                </a:lnTo>
                <a:lnTo>
                  <a:pt x="38061" y="29144"/>
                </a:lnTo>
                <a:lnTo>
                  <a:pt x="43218" y="25290"/>
                </a:lnTo>
                <a:lnTo>
                  <a:pt x="44900" y="24259"/>
                </a:lnTo>
                <a:lnTo>
                  <a:pt x="37652" y="12332"/>
                </a:lnTo>
                <a:lnTo>
                  <a:pt x="35376" y="13701"/>
                </a:lnTo>
                <a:lnTo>
                  <a:pt x="29203" y="18323"/>
                </a:lnTo>
                <a:lnTo>
                  <a:pt x="23505" y="23505"/>
                </a:lnTo>
                <a:lnTo>
                  <a:pt x="18323" y="29203"/>
                </a:lnTo>
                <a:lnTo>
                  <a:pt x="13701" y="35376"/>
                </a:lnTo>
                <a:close/>
                <a:moveTo>
                  <a:pt x="13966" y="104074"/>
                </a:moveTo>
                <a:lnTo>
                  <a:pt x="0" y="104074"/>
                </a:lnTo>
                <a:lnTo>
                  <a:pt x="0" y="159937"/>
                </a:lnTo>
                <a:lnTo>
                  <a:pt x="13966" y="159937"/>
                </a:lnTo>
                <a:lnTo>
                  <a:pt x="13966" y="104074"/>
                </a:lnTo>
                <a:close/>
                <a:moveTo>
                  <a:pt x="13966" y="201835"/>
                </a:moveTo>
                <a:lnTo>
                  <a:pt x="0" y="201835"/>
                </a:lnTo>
                <a:lnTo>
                  <a:pt x="0" y="257698"/>
                </a:lnTo>
                <a:lnTo>
                  <a:pt x="13966" y="257698"/>
                </a:lnTo>
                <a:lnTo>
                  <a:pt x="13966" y="201835"/>
                </a:lnTo>
                <a:close/>
                <a:moveTo>
                  <a:pt x="13966" y="299596"/>
                </a:moveTo>
                <a:lnTo>
                  <a:pt x="0" y="299596"/>
                </a:lnTo>
                <a:lnTo>
                  <a:pt x="0" y="355459"/>
                </a:lnTo>
                <a:lnTo>
                  <a:pt x="13966" y="355459"/>
                </a:lnTo>
                <a:lnTo>
                  <a:pt x="13966" y="299596"/>
                </a:lnTo>
                <a:close/>
                <a:moveTo>
                  <a:pt x="0" y="397357"/>
                </a:moveTo>
                <a:lnTo>
                  <a:pt x="0" y="453220"/>
                </a:lnTo>
                <a:lnTo>
                  <a:pt x="13966" y="453220"/>
                </a:lnTo>
                <a:lnTo>
                  <a:pt x="13966" y="397357"/>
                </a:lnTo>
                <a:lnTo>
                  <a:pt x="0" y="397357"/>
                </a:lnTo>
                <a:close/>
                <a:moveTo>
                  <a:pt x="0" y="495118"/>
                </a:moveTo>
                <a:lnTo>
                  <a:pt x="0" y="550982"/>
                </a:lnTo>
                <a:lnTo>
                  <a:pt x="13966" y="550982"/>
                </a:lnTo>
                <a:lnTo>
                  <a:pt x="13966" y="495118"/>
                </a:lnTo>
                <a:lnTo>
                  <a:pt x="0" y="495118"/>
                </a:lnTo>
                <a:close/>
                <a:moveTo>
                  <a:pt x="13966" y="592879"/>
                </a:moveTo>
                <a:lnTo>
                  <a:pt x="0" y="592879"/>
                </a:lnTo>
                <a:lnTo>
                  <a:pt x="0" y="648743"/>
                </a:lnTo>
                <a:lnTo>
                  <a:pt x="13966" y="648743"/>
                </a:lnTo>
                <a:lnTo>
                  <a:pt x="13966" y="592879"/>
                </a:lnTo>
                <a:close/>
                <a:moveTo>
                  <a:pt x="6341" y="680068"/>
                </a:moveTo>
                <a:lnTo>
                  <a:pt x="9678" y="687023"/>
                </a:lnTo>
                <a:lnTo>
                  <a:pt x="13701" y="693643"/>
                </a:lnTo>
                <a:lnTo>
                  <a:pt x="18323" y="699816"/>
                </a:lnTo>
                <a:lnTo>
                  <a:pt x="23505" y="705514"/>
                </a:lnTo>
                <a:lnTo>
                  <a:pt x="29203" y="710695"/>
                </a:lnTo>
                <a:lnTo>
                  <a:pt x="35376" y="715318"/>
                </a:lnTo>
                <a:lnTo>
                  <a:pt x="37554" y="716631"/>
                </a:lnTo>
                <a:lnTo>
                  <a:pt x="44816" y="704704"/>
                </a:lnTo>
                <a:lnTo>
                  <a:pt x="43212" y="703725"/>
                </a:lnTo>
                <a:lnTo>
                  <a:pt x="38061" y="699874"/>
                </a:lnTo>
                <a:lnTo>
                  <a:pt x="33390" y="695629"/>
                </a:lnTo>
                <a:lnTo>
                  <a:pt x="29144" y="690957"/>
                </a:lnTo>
                <a:lnTo>
                  <a:pt x="25298" y="685812"/>
                </a:lnTo>
                <a:lnTo>
                  <a:pt x="21955" y="680309"/>
                </a:lnTo>
                <a:lnTo>
                  <a:pt x="19092" y="674361"/>
                </a:lnTo>
                <a:lnTo>
                  <a:pt x="17957" y="671446"/>
                </a:lnTo>
                <a:lnTo>
                  <a:pt x="16939" y="668427"/>
                </a:lnTo>
                <a:lnTo>
                  <a:pt x="16047" y="665301"/>
                </a:lnTo>
                <a:lnTo>
                  <a:pt x="15977" y="664985"/>
                </a:lnTo>
                <a:lnTo>
                  <a:pt x="2374" y="668127"/>
                </a:lnTo>
                <a:lnTo>
                  <a:pt x="2528" y="668798"/>
                </a:lnTo>
                <a:lnTo>
                  <a:pt x="3603" y="672610"/>
                </a:lnTo>
                <a:lnTo>
                  <a:pt x="4874" y="676353"/>
                </a:lnTo>
                <a:lnTo>
                  <a:pt x="6341" y="680068"/>
                </a:lnTo>
                <a:close/>
                <a:moveTo>
                  <a:pt x="136880" y="13966"/>
                </a:moveTo>
                <a:lnTo>
                  <a:pt x="136880" y="0"/>
                </a:lnTo>
                <a:lnTo>
                  <a:pt x="81016" y="0"/>
                </a:lnTo>
                <a:lnTo>
                  <a:pt x="81016" y="13966"/>
                </a:lnTo>
                <a:lnTo>
                  <a:pt x="136880" y="13966"/>
                </a:lnTo>
                <a:close/>
                <a:moveTo>
                  <a:pt x="234641" y="0"/>
                </a:moveTo>
                <a:lnTo>
                  <a:pt x="178777" y="0"/>
                </a:lnTo>
                <a:lnTo>
                  <a:pt x="178777" y="13966"/>
                </a:lnTo>
                <a:lnTo>
                  <a:pt x="234641" y="13966"/>
                </a:lnTo>
                <a:lnTo>
                  <a:pt x="234641" y="0"/>
                </a:lnTo>
                <a:close/>
                <a:moveTo>
                  <a:pt x="332402" y="0"/>
                </a:moveTo>
                <a:lnTo>
                  <a:pt x="276538" y="0"/>
                </a:lnTo>
                <a:lnTo>
                  <a:pt x="276538" y="13966"/>
                </a:lnTo>
                <a:lnTo>
                  <a:pt x="332402" y="13966"/>
                </a:lnTo>
                <a:lnTo>
                  <a:pt x="332402" y="0"/>
                </a:lnTo>
                <a:close/>
                <a:moveTo>
                  <a:pt x="430163" y="13966"/>
                </a:moveTo>
                <a:lnTo>
                  <a:pt x="430163" y="0"/>
                </a:lnTo>
                <a:lnTo>
                  <a:pt x="374299" y="0"/>
                </a:lnTo>
                <a:lnTo>
                  <a:pt x="374299" y="13966"/>
                </a:lnTo>
                <a:lnTo>
                  <a:pt x="430163" y="13966"/>
                </a:lnTo>
                <a:close/>
                <a:moveTo>
                  <a:pt x="527924" y="13966"/>
                </a:moveTo>
                <a:lnTo>
                  <a:pt x="527924" y="0"/>
                </a:lnTo>
                <a:lnTo>
                  <a:pt x="472060" y="0"/>
                </a:lnTo>
                <a:lnTo>
                  <a:pt x="472060" y="13966"/>
                </a:lnTo>
                <a:lnTo>
                  <a:pt x="527924" y="13966"/>
                </a:lnTo>
                <a:close/>
                <a:moveTo>
                  <a:pt x="609443" y="2528"/>
                </a:moveTo>
                <a:lnTo>
                  <a:pt x="605560" y="1634"/>
                </a:lnTo>
                <a:lnTo>
                  <a:pt x="601608" y="922"/>
                </a:lnTo>
                <a:lnTo>
                  <a:pt x="597586" y="405"/>
                </a:lnTo>
                <a:lnTo>
                  <a:pt x="593522" y="98"/>
                </a:lnTo>
                <a:lnTo>
                  <a:pt x="589485" y="0"/>
                </a:lnTo>
                <a:lnTo>
                  <a:pt x="569822" y="0"/>
                </a:lnTo>
                <a:lnTo>
                  <a:pt x="569822" y="13966"/>
                </a:lnTo>
                <a:lnTo>
                  <a:pt x="589220" y="13966"/>
                </a:lnTo>
                <a:lnTo>
                  <a:pt x="592979" y="14063"/>
                </a:lnTo>
                <a:lnTo>
                  <a:pt x="596316" y="14326"/>
                </a:lnTo>
                <a:lnTo>
                  <a:pt x="599681" y="14748"/>
                </a:lnTo>
                <a:lnTo>
                  <a:pt x="599331" y="14706"/>
                </a:lnTo>
                <a:lnTo>
                  <a:pt x="602797" y="15324"/>
                </a:lnTo>
                <a:lnTo>
                  <a:pt x="605922" y="16040"/>
                </a:lnTo>
                <a:lnTo>
                  <a:pt x="609072" y="16939"/>
                </a:lnTo>
                <a:lnTo>
                  <a:pt x="612086" y="17956"/>
                </a:lnTo>
                <a:lnTo>
                  <a:pt x="615148" y="19160"/>
                </a:lnTo>
                <a:lnTo>
                  <a:pt x="621188" y="22066"/>
                </a:lnTo>
                <a:lnTo>
                  <a:pt x="627249" y="9483"/>
                </a:lnTo>
                <a:lnTo>
                  <a:pt x="620713" y="6341"/>
                </a:lnTo>
                <a:lnTo>
                  <a:pt x="616998" y="4874"/>
                </a:lnTo>
                <a:lnTo>
                  <a:pt x="613255" y="3603"/>
                </a:lnTo>
                <a:lnTo>
                  <a:pt x="609443" y="2528"/>
                </a:lnTo>
                <a:close/>
                <a:moveTo>
                  <a:pt x="605560" y="727384"/>
                </a:moveTo>
                <a:lnTo>
                  <a:pt x="609443" y="726491"/>
                </a:lnTo>
                <a:lnTo>
                  <a:pt x="613255" y="725415"/>
                </a:lnTo>
                <a:lnTo>
                  <a:pt x="616998" y="724144"/>
                </a:lnTo>
                <a:lnTo>
                  <a:pt x="620713" y="722678"/>
                </a:lnTo>
                <a:lnTo>
                  <a:pt x="627151" y="719578"/>
                </a:lnTo>
                <a:lnTo>
                  <a:pt x="621090" y="706994"/>
                </a:lnTo>
                <a:lnTo>
                  <a:pt x="615146" y="709859"/>
                </a:lnTo>
                <a:lnTo>
                  <a:pt x="612086" y="711063"/>
                </a:lnTo>
                <a:lnTo>
                  <a:pt x="609072" y="712080"/>
                </a:lnTo>
                <a:lnTo>
                  <a:pt x="605922" y="712978"/>
                </a:lnTo>
                <a:lnTo>
                  <a:pt x="602797" y="713695"/>
                </a:lnTo>
                <a:lnTo>
                  <a:pt x="599331" y="714312"/>
                </a:lnTo>
                <a:lnTo>
                  <a:pt x="599681" y="714271"/>
                </a:lnTo>
                <a:lnTo>
                  <a:pt x="596316" y="714693"/>
                </a:lnTo>
                <a:lnTo>
                  <a:pt x="592979" y="714955"/>
                </a:lnTo>
                <a:lnTo>
                  <a:pt x="589220" y="715053"/>
                </a:lnTo>
                <a:lnTo>
                  <a:pt x="569710" y="715053"/>
                </a:lnTo>
                <a:lnTo>
                  <a:pt x="569710" y="729018"/>
                </a:lnTo>
                <a:lnTo>
                  <a:pt x="589485" y="729018"/>
                </a:lnTo>
                <a:lnTo>
                  <a:pt x="593522" y="728921"/>
                </a:lnTo>
                <a:lnTo>
                  <a:pt x="597586" y="728613"/>
                </a:lnTo>
                <a:lnTo>
                  <a:pt x="601608" y="728097"/>
                </a:lnTo>
                <a:lnTo>
                  <a:pt x="605560" y="727384"/>
                </a:lnTo>
                <a:close/>
                <a:moveTo>
                  <a:pt x="471949" y="729018"/>
                </a:moveTo>
                <a:lnTo>
                  <a:pt x="527812" y="729018"/>
                </a:lnTo>
                <a:lnTo>
                  <a:pt x="527812" y="715053"/>
                </a:lnTo>
                <a:lnTo>
                  <a:pt x="471949" y="715053"/>
                </a:lnTo>
                <a:lnTo>
                  <a:pt x="471949" y="729018"/>
                </a:lnTo>
                <a:close/>
                <a:moveTo>
                  <a:pt x="374188" y="715053"/>
                </a:moveTo>
                <a:lnTo>
                  <a:pt x="374188" y="729018"/>
                </a:lnTo>
                <a:lnTo>
                  <a:pt x="430051" y="729018"/>
                </a:lnTo>
                <a:lnTo>
                  <a:pt x="430051" y="715053"/>
                </a:lnTo>
                <a:lnTo>
                  <a:pt x="374188" y="715053"/>
                </a:lnTo>
                <a:close/>
                <a:moveTo>
                  <a:pt x="276426" y="715053"/>
                </a:moveTo>
                <a:lnTo>
                  <a:pt x="276426" y="729018"/>
                </a:lnTo>
                <a:lnTo>
                  <a:pt x="332290" y="729018"/>
                </a:lnTo>
                <a:lnTo>
                  <a:pt x="332290" y="715053"/>
                </a:lnTo>
                <a:lnTo>
                  <a:pt x="276426" y="715053"/>
                </a:lnTo>
                <a:close/>
                <a:moveTo>
                  <a:pt x="178665" y="715053"/>
                </a:moveTo>
                <a:lnTo>
                  <a:pt x="178665" y="729018"/>
                </a:lnTo>
                <a:lnTo>
                  <a:pt x="234529" y="729018"/>
                </a:lnTo>
                <a:lnTo>
                  <a:pt x="234529" y="715053"/>
                </a:lnTo>
                <a:lnTo>
                  <a:pt x="178665" y="715053"/>
                </a:lnTo>
                <a:close/>
                <a:moveTo>
                  <a:pt x="80904" y="729018"/>
                </a:moveTo>
                <a:lnTo>
                  <a:pt x="136768" y="729018"/>
                </a:lnTo>
                <a:lnTo>
                  <a:pt x="136768" y="715053"/>
                </a:lnTo>
                <a:lnTo>
                  <a:pt x="80904" y="715053"/>
                </a:lnTo>
                <a:lnTo>
                  <a:pt x="80904" y="729018"/>
                </a:lnTo>
                <a:close/>
                <a:moveTo>
                  <a:pt x="647693" y="48679"/>
                </a:moveTo>
                <a:lnTo>
                  <a:pt x="650504" y="54516"/>
                </a:lnTo>
                <a:lnTo>
                  <a:pt x="651708" y="57577"/>
                </a:lnTo>
                <a:lnTo>
                  <a:pt x="652725" y="60592"/>
                </a:lnTo>
                <a:lnTo>
                  <a:pt x="653623" y="63741"/>
                </a:lnTo>
                <a:lnTo>
                  <a:pt x="654340" y="66867"/>
                </a:lnTo>
                <a:lnTo>
                  <a:pt x="654918" y="70113"/>
                </a:lnTo>
                <a:lnTo>
                  <a:pt x="655340" y="73371"/>
                </a:lnTo>
                <a:lnTo>
                  <a:pt x="655628" y="77022"/>
                </a:lnTo>
                <a:lnTo>
                  <a:pt x="655600" y="76673"/>
                </a:lnTo>
                <a:lnTo>
                  <a:pt x="655698" y="80443"/>
                </a:lnTo>
                <a:lnTo>
                  <a:pt x="655698" y="99214"/>
                </a:lnTo>
                <a:lnTo>
                  <a:pt x="669664" y="99214"/>
                </a:lnTo>
                <a:lnTo>
                  <a:pt x="669664" y="80178"/>
                </a:lnTo>
                <a:lnTo>
                  <a:pt x="669566" y="76142"/>
                </a:lnTo>
                <a:lnTo>
                  <a:pt x="669259" y="72078"/>
                </a:lnTo>
                <a:lnTo>
                  <a:pt x="668742" y="68056"/>
                </a:lnTo>
                <a:lnTo>
                  <a:pt x="668030" y="64103"/>
                </a:lnTo>
                <a:lnTo>
                  <a:pt x="667136" y="60221"/>
                </a:lnTo>
                <a:lnTo>
                  <a:pt x="666060" y="56408"/>
                </a:lnTo>
                <a:lnTo>
                  <a:pt x="664789" y="52665"/>
                </a:lnTo>
                <a:lnTo>
                  <a:pt x="663323" y="48950"/>
                </a:lnTo>
                <a:lnTo>
                  <a:pt x="659985" y="41995"/>
                </a:lnTo>
                <a:lnTo>
                  <a:pt x="659538" y="41269"/>
                </a:lnTo>
                <a:lnTo>
                  <a:pt x="647617" y="48505"/>
                </a:lnTo>
                <a:lnTo>
                  <a:pt x="647542" y="48364"/>
                </a:lnTo>
                <a:lnTo>
                  <a:pt x="647611" y="48509"/>
                </a:lnTo>
                <a:lnTo>
                  <a:pt x="647597" y="48517"/>
                </a:lnTo>
                <a:lnTo>
                  <a:pt x="647693" y="48679"/>
                </a:lnTo>
                <a:close/>
                <a:moveTo>
                  <a:pt x="655698" y="196975"/>
                </a:moveTo>
                <a:lnTo>
                  <a:pt x="669664" y="196975"/>
                </a:lnTo>
                <a:lnTo>
                  <a:pt x="669664" y="141111"/>
                </a:lnTo>
                <a:lnTo>
                  <a:pt x="655698" y="141111"/>
                </a:lnTo>
                <a:lnTo>
                  <a:pt x="655698" y="196975"/>
                </a:lnTo>
                <a:close/>
                <a:moveTo>
                  <a:pt x="655698" y="294736"/>
                </a:moveTo>
                <a:lnTo>
                  <a:pt x="669664" y="294736"/>
                </a:lnTo>
                <a:lnTo>
                  <a:pt x="669664" y="238872"/>
                </a:lnTo>
                <a:lnTo>
                  <a:pt x="655698" y="238872"/>
                </a:lnTo>
                <a:lnTo>
                  <a:pt x="655698" y="294736"/>
                </a:lnTo>
                <a:close/>
                <a:moveTo>
                  <a:pt x="655698" y="392497"/>
                </a:moveTo>
                <a:lnTo>
                  <a:pt x="669664" y="392497"/>
                </a:lnTo>
                <a:lnTo>
                  <a:pt x="669664" y="336633"/>
                </a:lnTo>
                <a:lnTo>
                  <a:pt x="655698" y="336633"/>
                </a:lnTo>
                <a:lnTo>
                  <a:pt x="655698" y="392497"/>
                </a:lnTo>
                <a:close/>
                <a:moveTo>
                  <a:pt x="669664" y="490258"/>
                </a:moveTo>
                <a:lnTo>
                  <a:pt x="669664" y="434394"/>
                </a:lnTo>
                <a:lnTo>
                  <a:pt x="655698" y="434394"/>
                </a:lnTo>
                <a:lnTo>
                  <a:pt x="655698" y="490258"/>
                </a:lnTo>
                <a:lnTo>
                  <a:pt x="669664" y="490258"/>
                </a:lnTo>
                <a:close/>
                <a:moveTo>
                  <a:pt x="669664" y="588019"/>
                </a:moveTo>
                <a:lnTo>
                  <a:pt x="669664" y="532156"/>
                </a:lnTo>
                <a:lnTo>
                  <a:pt x="655698" y="532156"/>
                </a:lnTo>
                <a:lnTo>
                  <a:pt x="655698" y="588019"/>
                </a:lnTo>
                <a:lnTo>
                  <a:pt x="669664" y="588019"/>
                </a:lnTo>
                <a:close/>
                <a:moveTo>
                  <a:pt x="667136" y="668798"/>
                </a:moveTo>
                <a:lnTo>
                  <a:pt x="668030" y="664915"/>
                </a:lnTo>
                <a:lnTo>
                  <a:pt x="668742" y="660963"/>
                </a:lnTo>
                <a:lnTo>
                  <a:pt x="669259" y="656941"/>
                </a:lnTo>
                <a:lnTo>
                  <a:pt x="669566" y="652877"/>
                </a:lnTo>
                <a:lnTo>
                  <a:pt x="669664" y="648840"/>
                </a:lnTo>
                <a:lnTo>
                  <a:pt x="669664" y="629917"/>
                </a:lnTo>
                <a:lnTo>
                  <a:pt x="655698" y="629917"/>
                </a:lnTo>
                <a:lnTo>
                  <a:pt x="655698" y="648575"/>
                </a:lnTo>
                <a:lnTo>
                  <a:pt x="655600" y="652346"/>
                </a:lnTo>
                <a:lnTo>
                  <a:pt x="655628" y="651997"/>
                </a:lnTo>
                <a:lnTo>
                  <a:pt x="655340" y="655647"/>
                </a:lnTo>
                <a:lnTo>
                  <a:pt x="654918" y="658905"/>
                </a:lnTo>
                <a:lnTo>
                  <a:pt x="654340" y="662152"/>
                </a:lnTo>
                <a:lnTo>
                  <a:pt x="653623" y="665277"/>
                </a:lnTo>
                <a:lnTo>
                  <a:pt x="652725" y="668427"/>
                </a:lnTo>
                <a:lnTo>
                  <a:pt x="651708" y="671441"/>
                </a:lnTo>
                <a:lnTo>
                  <a:pt x="650504" y="674502"/>
                </a:lnTo>
                <a:lnTo>
                  <a:pt x="647706" y="680313"/>
                </a:lnTo>
                <a:lnTo>
                  <a:pt x="647542" y="680585"/>
                </a:lnTo>
                <a:lnTo>
                  <a:pt x="647568" y="680601"/>
                </a:lnTo>
                <a:lnTo>
                  <a:pt x="647542" y="680655"/>
                </a:lnTo>
                <a:lnTo>
                  <a:pt x="647570" y="680602"/>
                </a:lnTo>
                <a:lnTo>
                  <a:pt x="659482" y="687847"/>
                </a:lnTo>
                <a:lnTo>
                  <a:pt x="659985" y="687023"/>
                </a:lnTo>
                <a:lnTo>
                  <a:pt x="663323" y="680068"/>
                </a:lnTo>
                <a:lnTo>
                  <a:pt x="664789" y="676353"/>
                </a:lnTo>
                <a:lnTo>
                  <a:pt x="666060" y="672610"/>
                </a:lnTo>
                <a:lnTo>
                  <a:pt x="667136" y="668798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76560D-3102-459B-99EE-9090868D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968" y="2372789"/>
            <a:ext cx="403893" cy="92175"/>
          </a:xfrm>
          <a:custGeom xmlns:a="http://schemas.openxmlformats.org/drawingml/2006/main">
            <a:pathLst>
              <a:path w="403893" h="92175">
                <a:moveTo>
                  <a:pt x="0" y="23463"/>
                </a:moveTo>
                <a:lnTo>
                  <a:pt x="356968" y="23463"/>
                </a:lnTo>
                <a:lnTo>
                  <a:pt x="356968" y="0"/>
                </a:lnTo>
                <a:lnTo>
                  <a:pt x="403893" y="46925"/>
                </a:lnTo>
                <a:lnTo>
                  <a:pt x="356968" y="92175"/>
                </a:lnTo>
                <a:lnTo>
                  <a:pt x="356968" y="68712"/>
                </a:lnTo>
                <a:lnTo>
                  <a:pt x="0" y="68712"/>
                </a:lnTo>
                <a:lnTo>
                  <a:pt x="23463" y="46925"/>
                </a:lnTo>
                <a:lnTo>
                  <a:pt x="0" y="23463"/>
                </a:lnTo>
              </a:path>
            </a:pathLst>
          </a:custGeom>
          <a:solidFill xmlns:a="http://schemas.openxmlformats.org/drawingml/2006/main">
            <a:srgbClr val="ECF5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11D01B-2CA5-4FB3-A12F-A6688A32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810" y="2355653"/>
            <a:ext cx="429646" cy="126587"/>
          </a:xfrm>
          <a:custGeom xmlns:a="http://schemas.openxmlformats.org/drawingml/2006/main">
            <a:pathLst>
              <a:path w="429646" h="126587">
                <a:moveTo>
                  <a:pt x="366353" y="0"/>
                </a:moveTo>
                <a:lnTo>
                  <a:pt x="366353" y="33099"/>
                </a:lnTo>
                <a:lnTo>
                  <a:pt x="0" y="33099"/>
                </a:lnTo>
                <a:lnTo>
                  <a:pt x="30195" y="63294"/>
                </a:lnTo>
                <a:lnTo>
                  <a:pt x="0" y="93502"/>
                </a:lnTo>
                <a:lnTo>
                  <a:pt x="366353" y="93502"/>
                </a:lnTo>
                <a:lnTo>
                  <a:pt x="366353" y="126587"/>
                </a:lnTo>
                <a:lnTo>
                  <a:pt x="429646" y="63293"/>
                </a:lnTo>
                <a:lnTo>
                  <a:pt x="366353" y="0"/>
                </a:lnTo>
                <a:close/>
                <a:moveTo>
                  <a:pt x="380319" y="33728"/>
                </a:moveTo>
                <a:lnTo>
                  <a:pt x="409884" y="63293"/>
                </a:lnTo>
                <a:lnTo>
                  <a:pt x="380319" y="92859"/>
                </a:lnTo>
                <a:lnTo>
                  <a:pt x="380319" y="79536"/>
                </a:lnTo>
                <a:lnTo>
                  <a:pt x="33714" y="79536"/>
                </a:lnTo>
                <a:lnTo>
                  <a:pt x="49956" y="63293"/>
                </a:lnTo>
                <a:lnTo>
                  <a:pt x="33728" y="47065"/>
                </a:lnTo>
                <a:lnTo>
                  <a:pt x="380319" y="47065"/>
                </a:lnTo>
                <a:lnTo>
                  <a:pt x="380319" y="33728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Text AdvofC">
            <a:extLst xmlns:a="http://schemas.openxmlformats.org/drawingml/2006/main">
              <a:ext uri="{FF2B5EF4-FFF2-40B4-BE49-F238E27FC236}">
                <a16:creationId xmlns:a16="http://schemas.microsoft.com/office/drawing/2014/main" id="{61EF21DC-61CE-485B-8039-0BD3EE42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65" y="4335741"/>
            <a:ext cx="774468" cy="168627"/>
          </a:xfrm>
          <a:custGeom xmlns:a="http://schemas.openxmlformats.org/drawingml/2006/main">
            <a:pathLst>
              <a:path w="774468" h="168627">
                <a:moveTo>
                  <a:pt x="107212" y="156172"/>
                </a:moveTo>
                <a:cubicBezTo>
                  <a:pt x="101336" y="156172"/>
                  <a:pt x="96226" y="148661"/>
                  <a:pt x="91883" y="133641"/>
                </a:cubicBezTo>
                <a:cubicBezTo>
                  <a:pt x="90222" y="127894"/>
                  <a:pt x="88146" y="117839"/>
                  <a:pt x="85655" y="103476"/>
                </a:cubicBezTo>
                <a:cubicBezTo>
                  <a:pt x="79140" y="104364"/>
                  <a:pt x="70613" y="105951"/>
                  <a:pt x="60073" y="108236"/>
                </a:cubicBezTo>
                <a:lnTo>
                  <a:pt x="34588" y="113473"/>
                </a:lnTo>
                <a:cubicBezTo>
                  <a:pt x="31394" y="121854"/>
                  <a:pt x="25933" y="134106"/>
                  <a:pt x="18204" y="150228"/>
                </a:cubicBezTo>
                <a:cubicBezTo>
                  <a:pt x="16160" y="153807"/>
                  <a:pt x="13382" y="155597"/>
                  <a:pt x="9869" y="155597"/>
                </a:cubicBezTo>
                <a:cubicBezTo>
                  <a:pt x="7314" y="155597"/>
                  <a:pt x="5030" y="154671"/>
                  <a:pt x="3018" y="152818"/>
                </a:cubicBezTo>
                <a:cubicBezTo>
                  <a:pt x="1006" y="150966"/>
                  <a:pt x="0" y="148666"/>
                  <a:pt x="0" y="145920"/>
                </a:cubicBezTo>
                <a:cubicBezTo>
                  <a:pt x="0" y="142852"/>
                  <a:pt x="4822" y="131193"/>
                  <a:pt x="14467" y="110943"/>
                </a:cubicBezTo>
                <a:cubicBezTo>
                  <a:pt x="13382" y="109282"/>
                  <a:pt x="12839" y="107365"/>
                  <a:pt x="12839" y="105191"/>
                </a:cubicBezTo>
                <a:cubicBezTo>
                  <a:pt x="12839" y="100017"/>
                  <a:pt x="15968" y="96696"/>
                  <a:pt x="22228" y="95227"/>
                </a:cubicBezTo>
                <a:cubicBezTo>
                  <a:pt x="29510" y="81544"/>
                  <a:pt x="38708" y="65815"/>
                  <a:pt x="49822" y="48040"/>
                </a:cubicBezTo>
                <a:cubicBezTo>
                  <a:pt x="64960" y="23806"/>
                  <a:pt x="74381" y="11689"/>
                  <a:pt x="78086" y="11689"/>
                </a:cubicBezTo>
                <a:cubicBezTo>
                  <a:pt x="83132" y="11689"/>
                  <a:pt x="86581" y="15206"/>
                  <a:pt x="88433" y="22240"/>
                </a:cubicBezTo>
                <a:lnTo>
                  <a:pt x="94469" y="54453"/>
                </a:lnTo>
                <a:lnTo>
                  <a:pt x="108745" y="121081"/>
                </a:lnTo>
                <a:lnTo>
                  <a:pt x="114206" y="136189"/>
                </a:lnTo>
                <a:cubicBezTo>
                  <a:pt x="116059" y="141351"/>
                  <a:pt x="116985" y="144793"/>
                  <a:pt x="116985" y="146516"/>
                </a:cubicBezTo>
                <a:cubicBezTo>
                  <a:pt x="116985" y="149256"/>
                  <a:pt x="115995" y="151551"/>
                  <a:pt x="114015" y="153399"/>
                </a:cubicBezTo>
                <a:cubicBezTo>
                  <a:pt x="112035" y="155247"/>
                  <a:pt x="109767" y="156172"/>
                  <a:pt x="107212" y="156172"/>
                </a:cubicBezTo>
                <a:moveTo>
                  <a:pt x="73391" y="46696"/>
                </a:moveTo>
                <a:lnTo>
                  <a:pt x="45989" y="90880"/>
                </a:lnTo>
                <a:cubicBezTo>
                  <a:pt x="53718" y="88899"/>
                  <a:pt x="65439" y="86504"/>
                  <a:pt x="81152" y="83694"/>
                </a:cubicBezTo>
                <a:lnTo>
                  <a:pt x="73391" y="46696"/>
                </a:lnTo>
                <a:close/>
                <a:moveTo>
                  <a:pt x="232158" y="68654"/>
                </a:moveTo>
                <a:cubicBezTo>
                  <a:pt x="231392" y="78038"/>
                  <a:pt x="231008" y="87421"/>
                  <a:pt x="231008" y="96805"/>
                </a:cubicBezTo>
                <a:cubicBezTo>
                  <a:pt x="231008" y="118063"/>
                  <a:pt x="231998" y="134117"/>
                  <a:pt x="233979" y="144968"/>
                </a:cubicBezTo>
                <a:cubicBezTo>
                  <a:pt x="234106" y="145862"/>
                  <a:pt x="234170" y="146596"/>
                  <a:pt x="234170" y="147171"/>
                </a:cubicBezTo>
                <a:cubicBezTo>
                  <a:pt x="234170" y="149724"/>
                  <a:pt x="233276" y="151830"/>
                  <a:pt x="231487" y="153489"/>
                </a:cubicBezTo>
                <a:cubicBezTo>
                  <a:pt x="229699" y="155150"/>
                  <a:pt x="227623" y="155980"/>
                  <a:pt x="225260" y="155980"/>
                </a:cubicBezTo>
                <a:cubicBezTo>
                  <a:pt x="221300" y="155980"/>
                  <a:pt x="218393" y="153106"/>
                  <a:pt x="216541" y="147357"/>
                </a:cubicBezTo>
                <a:cubicBezTo>
                  <a:pt x="211942" y="150742"/>
                  <a:pt x="207167" y="153313"/>
                  <a:pt x="202217" y="155070"/>
                </a:cubicBezTo>
                <a:cubicBezTo>
                  <a:pt x="197267" y="156826"/>
                  <a:pt x="192109" y="157705"/>
                  <a:pt x="186744" y="157705"/>
                </a:cubicBezTo>
                <a:cubicBezTo>
                  <a:pt x="173522" y="157705"/>
                  <a:pt x="162568" y="153293"/>
                  <a:pt x="153881" y="144471"/>
                </a:cubicBezTo>
                <a:cubicBezTo>
                  <a:pt x="144938" y="135456"/>
                  <a:pt x="140467" y="123884"/>
                  <a:pt x="140467" y="109754"/>
                </a:cubicBezTo>
                <a:cubicBezTo>
                  <a:pt x="140467" y="92684"/>
                  <a:pt x="144986" y="79003"/>
                  <a:pt x="154024" y="68711"/>
                </a:cubicBezTo>
                <a:cubicBezTo>
                  <a:pt x="163063" y="58418"/>
                  <a:pt x="174799" y="53271"/>
                  <a:pt x="189235" y="53271"/>
                </a:cubicBezTo>
                <a:cubicBezTo>
                  <a:pt x="196644" y="53271"/>
                  <a:pt x="202361" y="54421"/>
                  <a:pt x="206385" y="56720"/>
                </a:cubicBezTo>
                <a:lnTo>
                  <a:pt x="215391" y="63331"/>
                </a:lnTo>
                <a:cubicBezTo>
                  <a:pt x="216285" y="36476"/>
                  <a:pt x="217339" y="18395"/>
                  <a:pt x="218553" y="9087"/>
                </a:cubicBezTo>
                <a:cubicBezTo>
                  <a:pt x="219383" y="3412"/>
                  <a:pt x="222290" y="575"/>
                  <a:pt x="227272" y="575"/>
                </a:cubicBezTo>
                <a:cubicBezTo>
                  <a:pt x="233084" y="575"/>
                  <a:pt x="235991" y="3671"/>
                  <a:pt x="235991" y="9863"/>
                </a:cubicBezTo>
                <a:cubicBezTo>
                  <a:pt x="235991" y="18735"/>
                  <a:pt x="234713" y="38332"/>
                  <a:pt x="232158" y="68654"/>
                </a:cubicBezTo>
                <a:moveTo>
                  <a:pt x="189618" y="71092"/>
                </a:moveTo>
                <a:cubicBezTo>
                  <a:pt x="178887" y="71092"/>
                  <a:pt x="170839" y="74269"/>
                  <a:pt x="165474" y="80625"/>
                </a:cubicBezTo>
                <a:cubicBezTo>
                  <a:pt x="160108" y="86980"/>
                  <a:pt x="157426" y="96545"/>
                  <a:pt x="157426" y="109320"/>
                </a:cubicBezTo>
                <a:cubicBezTo>
                  <a:pt x="157426" y="117560"/>
                  <a:pt x="160348" y="124650"/>
                  <a:pt x="166192" y="130590"/>
                </a:cubicBezTo>
                <a:cubicBezTo>
                  <a:pt x="172037" y="136530"/>
                  <a:pt x="178887" y="139501"/>
                  <a:pt x="186744" y="139501"/>
                </a:cubicBezTo>
                <a:cubicBezTo>
                  <a:pt x="192109" y="139501"/>
                  <a:pt x="196644" y="138510"/>
                  <a:pt x="200349" y="136530"/>
                </a:cubicBezTo>
                <a:cubicBezTo>
                  <a:pt x="202521" y="135381"/>
                  <a:pt x="206066" y="132730"/>
                  <a:pt x="210984" y="128578"/>
                </a:cubicBezTo>
                <a:cubicBezTo>
                  <a:pt x="211942" y="127748"/>
                  <a:pt x="212868" y="126758"/>
                  <a:pt x="213762" y="125608"/>
                </a:cubicBezTo>
                <a:lnTo>
                  <a:pt x="213475" y="109033"/>
                </a:lnTo>
                <a:lnTo>
                  <a:pt x="213571" y="97919"/>
                </a:lnTo>
                <a:lnTo>
                  <a:pt x="213762" y="86613"/>
                </a:lnTo>
                <a:cubicBezTo>
                  <a:pt x="211335" y="81439"/>
                  <a:pt x="208110" y="77559"/>
                  <a:pt x="204086" y="74972"/>
                </a:cubicBezTo>
                <a:cubicBezTo>
                  <a:pt x="200061" y="72385"/>
                  <a:pt x="195239" y="71092"/>
                  <a:pt x="189618" y="71092"/>
                </a:cubicBezTo>
                <a:close/>
                <a:moveTo>
                  <a:pt x="302605" y="148315"/>
                </a:moveTo>
                <a:cubicBezTo>
                  <a:pt x="302414" y="154191"/>
                  <a:pt x="299507" y="157130"/>
                  <a:pt x="293886" y="157130"/>
                </a:cubicBezTo>
                <a:cubicBezTo>
                  <a:pt x="289224" y="157130"/>
                  <a:pt x="285838" y="154383"/>
                  <a:pt x="283730" y="148890"/>
                </a:cubicBezTo>
                <a:lnTo>
                  <a:pt x="269071" y="109991"/>
                </a:lnTo>
                <a:lnTo>
                  <a:pt x="252017" y="66014"/>
                </a:lnTo>
                <a:cubicBezTo>
                  <a:pt x="251378" y="64353"/>
                  <a:pt x="251059" y="62884"/>
                  <a:pt x="251059" y="61606"/>
                </a:cubicBezTo>
                <a:cubicBezTo>
                  <a:pt x="251059" y="58988"/>
                  <a:pt x="252049" y="56752"/>
                  <a:pt x="254029" y="54900"/>
                </a:cubicBezTo>
                <a:cubicBezTo>
                  <a:pt x="256009" y="53047"/>
                  <a:pt x="258309" y="52121"/>
                  <a:pt x="260927" y="52121"/>
                </a:cubicBezTo>
                <a:cubicBezTo>
                  <a:pt x="264760" y="52121"/>
                  <a:pt x="267506" y="54069"/>
                  <a:pt x="269167" y="57966"/>
                </a:cubicBezTo>
                <a:lnTo>
                  <a:pt x="293503" y="124937"/>
                </a:lnTo>
                <a:cubicBezTo>
                  <a:pt x="298294" y="114717"/>
                  <a:pt x="304330" y="99899"/>
                  <a:pt x="311611" y="80481"/>
                </a:cubicBezTo>
                <a:cubicBezTo>
                  <a:pt x="313336" y="75371"/>
                  <a:pt x="316051" y="68153"/>
                  <a:pt x="319755" y="58828"/>
                </a:cubicBezTo>
                <a:cubicBezTo>
                  <a:pt x="321735" y="54740"/>
                  <a:pt x="324546" y="52696"/>
                  <a:pt x="328187" y="52696"/>
                </a:cubicBezTo>
                <a:cubicBezTo>
                  <a:pt x="330805" y="52696"/>
                  <a:pt x="333105" y="53622"/>
                  <a:pt x="335085" y="55474"/>
                </a:cubicBezTo>
                <a:cubicBezTo>
                  <a:pt x="337065" y="57327"/>
                  <a:pt x="338055" y="59530"/>
                  <a:pt x="338055" y="62085"/>
                </a:cubicBezTo>
                <a:cubicBezTo>
                  <a:pt x="338055" y="64513"/>
                  <a:pt x="332786" y="78182"/>
                  <a:pt x="322246" y="103092"/>
                </a:cubicBezTo>
                <a:lnTo>
                  <a:pt x="302605" y="148315"/>
                </a:lnTo>
                <a:close/>
                <a:moveTo>
                  <a:pt x="447990" y="159046"/>
                </a:moveTo>
                <a:cubicBezTo>
                  <a:pt x="437260" y="159046"/>
                  <a:pt x="428030" y="155079"/>
                  <a:pt x="420301" y="147144"/>
                </a:cubicBezTo>
                <a:cubicBezTo>
                  <a:pt x="411678" y="138314"/>
                  <a:pt x="407143" y="126443"/>
                  <a:pt x="406696" y="111533"/>
                </a:cubicBezTo>
                <a:cubicBezTo>
                  <a:pt x="406313" y="97071"/>
                  <a:pt x="409953" y="84337"/>
                  <a:pt x="417618" y="73331"/>
                </a:cubicBezTo>
                <a:cubicBezTo>
                  <a:pt x="426561" y="60341"/>
                  <a:pt x="439016" y="53846"/>
                  <a:pt x="454985" y="53846"/>
                </a:cubicBezTo>
                <a:cubicBezTo>
                  <a:pt x="467759" y="53846"/>
                  <a:pt x="477436" y="59701"/>
                  <a:pt x="484015" y="71412"/>
                </a:cubicBezTo>
                <a:cubicBezTo>
                  <a:pt x="489253" y="80881"/>
                  <a:pt x="491776" y="92271"/>
                  <a:pt x="491584" y="105580"/>
                </a:cubicBezTo>
                <a:cubicBezTo>
                  <a:pt x="491393" y="119786"/>
                  <a:pt x="487688" y="131913"/>
                  <a:pt x="480470" y="141962"/>
                </a:cubicBezTo>
                <a:cubicBezTo>
                  <a:pt x="472294" y="153351"/>
                  <a:pt x="461468" y="159046"/>
                  <a:pt x="447990" y="159046"/>
                </a:cubicBezTo>
                <a:moveTo>
                  <a:pt x="453739" y="73391"/>
                </a:moveTo>
                <a:cubicBezTo>
                  <a:pt x="444350" y="73327"/>
                  <a:pt x="437036" y="77804"/>
                  <a:pt x="431798" y="86823"/>
                </a:cubicBezTo>
                <a:cubicBezTo>
                  <a:pt x="427647" y="94052"/>
                  <a:pt x="425571" y="102304"/>
                  <a:pt x="425571" y="111578"/>
                </a:cubicBezTo>
                <a:cubicBezTo>
                  <a:pt x="425571" y="120853"/>
                  <a:pt x="428094" y="128082"/>
                  <a:pt x="433140" y="133264"/>
                </a:cubicBezTo>
                <a:cubicBezTo>
                  <a:pt x="437355" y="137549"/>
                  <a:pt x="442306" y="139692"/>
                  <a:pt x="447990" y="139692"/>
                </a:cubicBezTo>
                <a:cubicBezTo>
                  <a:pt x="454633" y="139692"/>
                  <a:pt x="460350" y="137261"/>
                  <a:pt x="465140" y="132399"/>
                </a:cubicBezTo>
                <a:cubicBezTo>
                  <a:pt x="470570" y="127027"/>
                  <a:pt x="473444" y="119767"/>
                  <a:pt x="473763" y="110620"/>
                </a:cubicBezTo>
                <a:cubicBezTo>
                  <a:pt x="474658" y="85864"/>
                  <a:pt x="467983" y="73455"/>
                  <a:pt x="453739" y="73391"/>
                </a:cubicBezTo>
                <a:close/>
                <a:moveTo>
                  <a:pt x="579095" y="18587"/>
                </a:moveTo>
                <a:cubicBezTo>
                  <a:pt x="563638" y="18587"/>
                  <a:pt x="554983" y="29264"/>
                  <a:pt x="553130" y="50618"/>
                </a:cubicBezTo>
                <a:lnTo>
                  <a:pt x="552843" y="56528"/>
                </a:lnTo>
                <a:cubicBezTo>
                  <a:pt x="563701" y="55762"/>
                  <a:pt x="570728" y="55379"/>
                  <a:pt x="573921" y="55379"/>
                </a:cubicBezTo>
                <a:cubicBezTo>
                  <a:pt x="584077" y="55379"/>
                  <a:pt x="589155" y="58587"/>
                  <a:pt x="589155" y="65005"/>
                </a:cubicBezTo>
                <a:cubicBezTo>
                  <a:pt x="589155" y="69691"/>
                  <a:pt x="586664" y="72484"/>
                  <a:pt x="581682" y="73382"/>
                </a:cubicBezTo>
                <a:cubicBezTo>
                  <a:pt x="579510" y="73767"/>
                  <a:pt x="576971" y="73912"/>
                  <a:pt x="574065" y="73816"/>
                </a:cubicBezTo>
                <a:cubicBezTo>
                  <a:pt x="571159" y="73720"/>
                  <a:pt x="563797" y="74154"/>
                  <a:pt x="551981" y="75116"/>
                </a:cubicBezTo>
                <a:lnTo>
                  <a:pt x="551214" y="96981"/>
                </a:lnTo>
                <a:cubicBezTo>
                  <a:pt x="551214" y="100948"/>
                  <a:pt x="551342" y="106895"/>
                  <a:pt x="551597" y="114823"/>
                </a:cubicBezTo>
                <a:cubicBezTo>
                  <a:pt x="551853" y="122752"/>
                  <a:pt x="551981" y="128666"/>
                  <a:pt x="551981" y="132566"/>
                </a:cubicBezTo>
                <a:cubicBezTo>
                  <a:pt x="551981" y="144714"/>
                  <a:pt x="551278" y="154177"/>
                  <a:pt x="549873" y="160953"/>
                </a:cubicBezTo>
                <a:cubicBezTo>
                  <a:pt x="548787" y="166069"/>
                  <a:pt x="545817" y="168627"/>
                  <a:pt x="540962" y="168627"/>
                </a:cubicBezTo>
                <a:cubicBezTo>
                  <a:pt x="538343" y="168627"/>
                  <a:pt x="536108" y="167780"/>
                  <a:pt x="534256" y="166085"/>
                </a:cubicBezTo>
                <a:cubicBezTo>
                  <a:pt x="532403" y="164390"/>
                  <a:pt x="531477" y="162265"/>
                  <a:pt x="531477" y="159708"/>
                </a:cubicBezTo>
                <a:cubicBezTo>
                  <a:pt x="531477" y="159197"/>
                  <a:pt x="531541" y="158557"/>
                  <a:pt x="531669" y="157788"/>
                </a:cubicBezTo>
                <a:cubicBezTo>
                  <a:pt x="533010" y="149477"/>
                  <a:pt x="533681" y="140430"/>
                  <a:pt x="533681" y="130647"/>
                </a:cubicBezTo>
                <a:lnTo>
                  <a:pt x="533393" y="104464"/>
                </a:lnTo>
                <a:lnTo>
                  <a:pt x="533393" y="76649"/>
                </a:lnTo>
                <a:cubicBezTo>
                  <a:pt x="525409" y="77287"/>
                  <a:pt x="520363" y="77607"/>
                  <a:pt x="518255" y="77607"/>
                </a:cubicBezTo>
                <a:cubicBezTo>
                  <a:pt x="511804" y="77607"/>
                  <a:pt x="508578" y="74509"/>
                  <a:pt x="508578" y="68313"/>
                </a:cubicBezTo>
                <a:cubicBezTo>
                  <a:pt x="508578" y="61990"/>
                  <a:pt x="514167" y="58668"/>
                  <a:pt x="525345" y="58349"/>
                </a:cubicBezTo>
                <a:lnTo>
                  <a:pt x="534543" y="58061"/>
                </a:lnTo>
                <a:cubicBezTo>
                  <a:pt x="534735" y="54484"/>
                  <a:pt x="535214" y="49630"/>
                  <a:pt x="535980" y="43498"/>
                </a:cubicBezTo>
                <a:cubicBezTo>
                  <a:pt x="537641" y="29318"/>
                  <a:pt x="541218" y="18875"/>
                  <a:pt x="546711" y="12168"/>
                </a:cubicBezTo>
                <a:cubicBezTo>
                  <a:pt x="553354" y="4056"/>
                  <a:pt x="563733" y="0"/>
                  <a:pt x="577849" y="0"/>
                </a:cubicBezTo>
                <a:cubicBezTo>
                  <a:pt x="586983" y="0"/>
                  <a:pt x="591550" y="3114"/>
                  <a:pt x="591550" y="9342"/>
                </a:cubicBezTo>
                <a:cubicBezTo>
                  <a:pt x="591550" y="15505"/>
                  <a:pt x="587399" y="18587"/>
                  <a:pt x="579095" y="18587"/>
                </a:cubicBezTo>
                <a:close/>
                <a:moveTo>
                  <a:pt x="764982" y="45798"/>
                </a:moveTo>
                <a:cubicBezTo>
                  <a:pt x="760895" y="45798"/>
                  <a:pt x="757829" y="43402"/>
                  <a:pt x="755785" y="38612"/>
                </a:cubicBezTo>
                <a:cubicBezTo>
                  <a:pt x="753996" y="34524"/>
                  <a:pt x="752335" y="32033"/>
                  <a:pt x="750802" y="31139"/>
                </a:cubicBezTo>
                <a:cubicBezTo>
                  <a:pt x="749461" y="30436"/>
                  <a:pt x="746140" y="30085"/>
                  <a:pt x="740838" y="30085"/>
                </a:cubicBezTo>
                <a:cubicBezTo>
                  <a:pt x="731576" y="30085"/>
                  <a:pt x="721293" y="37169"/>
                  <a:pt x="709987" y="51337"/>
                </a:cubicBezTo>
                <a:cubicBezTo>
                  <a:pt x="694657" y="70353"/>
                  <a:pt x="686992" y="88380"/>
                  <a:pt x="686992" y="105419"/>
                </a:cubicBezTo>
                <a:cubicBezTo>
                  <a:pt x="686992" y="113651"/>
                  <a:pt x="689643" y="120735"/>
                  <a:pt x="694945" y="126671"/>
                </a:cubicBezTo>
                <a:cubicBezTo>
                  <a:pt x="700374" y="132797"/>
                  <a:pt x="706921" y="135860"/>
                  <a:pt x="714586" y="135860"/>
                </a:cubicBezTo>
                <a:cubicBezTo>
                  <a:pt x="721165" y="135860"/>
                  <a:pt x="727776" y="134159"/>
                  <a:pt x="734419" y="130758"/>
                </a:cubicBezTo>
                <a:cubicBezTo>
                  <a:pt x="738123" y="128834"/>
                  <a:pt x="743808" y="125047"/>
                  <a:pt x="751473" y="119398"/>
                </a:cubicBezTo>
                <a:cubicBezTo>
                  <a:pt x="755114" y="116704"/>
                  <a:pt x="757860" y="115356"/>
                  <a:pt x="759713" y="115356"/>
                </a:cubicBezTo>
                <a:cubicBezTo>
                  <a:pt x="762459" y="115356"/>
                  <a:pt x="764759" y="116399"/>
                  <a:pt x="766611" y="118485"/>
                </a:cubicBezTo>
                <a:cubicBezTo>
                  <a:pt x="768464" y="120571"/>
                  <a:pt x="769390" y="122897"/>
                  <a:pt x="769390" y="125464"/>
                </a:cubicBezTo>
                <a:cubicBezTo>
                  <a:pt x="769390" y="128353"/>
                  <a:pt x="768176" y="130888"/>
                  <a:pt x="765749" y="133069"/>
                </a:cubicBezTo>
                <a:cubicBezTo>
                  <a:pt x="748886" y="148088"/>
                  <a:pt x="731832" y="155597"/>
                  <a:pt x="714586" y="155597"/>
                </a:cubicBezTo>
                <a:cubicBezTo>
                  <a:pt x="701364" y="155597"/>
                  <a:pt x="690186" y="150516"/>
                  <a:pt x="681052" y="140354"/>
                </a:cubicBezTo>
                <a:cubicBezTo>
                  <a:pt x="672238" y="130509"/>
                  <a:pt x="667830" y="118876"/>
                  <a:pt x="667830" y="105455"/>
                </a:cubicBezTo>
                <a:cubicBezTo>
                  <a:pt x="667830" y="83788"/>
                  <a:pt x="676900" y="61576"/>
                  <a:pt x="695041" y="38821"/>
                </a:cubicBezTo>
                <a:cubicBezTo>
                  <a:pt x="710179" y="19839"/>
                  <a:pt x="725445" y="10348"/>
                  <a:pt x="740838" y="10348"/>
                </a:cubicBezTo>
                <a:cubicBezTo>
                  <a:pt x="743968" y="10348"/>
                  <a:pt x="746778" y="10491"/>
                  <a:pt x="749269" y="10779"/>
                </a:cubicBezTo>
                <a:cubicBezTo>
                  <a:pt x="751761" y="11066"/>
                  <a:pt x="753964" y="11529"/>
                  <a:pt x="755880" y="12168"/>
                </a:cubicBezTo>
                <a:cubicBezTo>
                  <a:pt x="758116" y="8910"/>
                  <a:pt x="761022" y="7282"/>
                  <a:pt x="764599" y="7282"/>
                </a:cubicBezTo>
                <a:cubicBezTo>
                  <a:pt x="769006" y="7282"/>
                  <a:pt x="771785" y="10195"/>
                  <a:pt x="772935" y="16021"/>
                </a:cubicBezTo>
                <a:cubicBezTo>
                  <a:pt x="773957" y="21209"/>
                  <a:pt x="774468" y="27581"/>
                  <a:pt x="774468" y="35136"/>
                </a:cubicBezTo>
                <a:cubicBezTo>
                  <a:pt x="774468" y="37760"/>
                  <a:pt x="773765" y="40066"/>
                  <a:pt x="772360" y="42052"/>
                </a:cubicBezTo>
                <a:cubicBezTo>
                  <a:pt x="770635" y="44549"/>
                  <a:pt x="768176" y="45798"/>
                  <a:pt x="764982" y="45798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Text i">
            <a:extLst xmlns:a="http://schemas.openxmlformats.org/drawingml/2006/main">
              <a:ext uri="{FF2B5EF4-FFF2-40B4-BE49-F238E27FC236}">
                <a16:creationId xmlns:a16="http://schemas.microsoft.com/office/drawing/2014/main" id="{EE802F1C-88A2-4C98-81F8-E07F4CE7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092" y="4434485"/>
            <a:ext cx="16631" cy="93331"/>
          </a:xfrm>
          <a:custGeom xmlns:a="http://schemas.openxmlformats.org/drawingml/2006/main">
            <a:pathLst>
              <a:path w="16631" h="93331">
                <a:moveTo>
                  <a:pt x="9370" y="14397"/>
                </a:moveTo>
                <a:cubicBezTo>
                  <a:pt x="7385" y="14397"/>
                  <a:pt x="5668" y="13694"/>
                  <a:pt x="4220" y="12287"/>
                </a:cubicBezTo>
                <a:cubicBezTo>
                  <a:pt x="2772" y="10880"/>
                  <a:pt x="2048" y="9184"/>
                  <a:pt x="2048" y="7198"/>
                </a:cubicBezTo>
                <a:cubicBezTo>
                  <a:pt x="2048" y="5213"/>
                  <a:pt x="2772" y="3516"/>
                  <a:pt x="4220" y="2110"/>
                </a:cubicBezTo>
                <a:cubicBezTo>
                  <a:pt x="5668" y="703"/>
                  <a:pt x="7385" y="0"/>
                  <a:pt x="9370" y="0"/>
                </a:cubicBezTo>
                <a:cubicBezTo>
                  <a:pt x="11356" y="0"/>
                  <a:pt x="13063" y="703"/>
                  <a:pt x="14490" y="2110"/>
                </a:cubicBezTo>
                <a:cubicBezTo>
                  <a:pt x="15917" y="3516"/>
                  <a:pt x="16631" y="5213"/>
                  <a:pt x="16631" y="7198"/>
                </a:cubicBezTo>
                <a:cubicBezTo>
                  <a:pt x="16631" y="9184"/>
                  <a:pt x="15917" y="10880"/>
                  <a:pt x="14490" y="12287"/>
                </a:cubicBezTo>
                <a:cubicBezTo>
                  <a:pt x="13063" y="13694"/>
                  <a:pt x="11356" y="14397"/>
                  <a:pt x="9370" y="14397"/>
                </a:cubicBezTo>
                <a:moveTo>
                  <a:pt x="12163" y="64821"/>
                </a:moveTo>
                <a:cubicBezTo>
                  <a:pt x="12163" y="67306"/>
                  <a:pt x="12235" y="71022"/>
                  <a:pt x="12380" y="75971"/>
                </a:cubicBezTo>
                <a:cubicBezTo>
                  <a:pt x="12525" y="80919"/>
                  <a:pt x="12597" y="84635"/>
                  <a:pt x="12597" y="87120"/>
                </a:cubicBezTo>
                <a:cubicBezTo>
                  <a:pt x="12597" y="88942"/>
                  <a:pt x="12039" y="90432"/>
                  <a:pt x="10922" y="91592"/>
                </a:cubicBezTo>
                <a:cubicBezTo>
                  <a:pt x="9805" y="92751"/>
                  <a:pt x="8336" y="93331"/>
                  <a:pt x="6516" y="93331"/>
                </a:cubicBezTo>
                <a:cubicBezTo>
                  <a:pt x="4737" y="93331"/>
                  <a:pt x="3279" y="92751"/>
                  <a:pt x="2141" y="91592"/>
                </a:cubicBezTo>
                <a:cubicBezTo>
                  <a:pt x="1003" y="90432"/>
                  <a:pt x="434" y="88942"/>
                  <a:pt x="434" y="87120"/>
                </a:cubicBezTo>
                <a:cubicBezTo>
                  <a:pt x="434" y="84635"/>
                  <a:pt x="362" y="80919"/>
                  <a:pt x="217" y="75971"/>
                </a:cubicBezTo>
                <a:cubicBezTo>
                  <a:pt x="72" y="71022"/>
                  <a:pt x="0" y="67306"/>
                  <a:pt x="0" y="64821"/>
                </a:cubicBezTo>
                <a:cubicBezTo>
                  <a:pt x="0" y="60928"/>
                  <a:pt x="207" y="56073"/>
                  <a:pt x="621" y="50255"/>
                </a:cubicBezTo>
                <a:cubicBezTo>
                  <a:pt x="1034" y="44436"/>
                  <a:pt x="1241" y="39580"/>
                  <a:pt x="1241" y="35688"/>
                </a:cubicBezTo>
                <a:cubicBezTo>
                  <a:pt x="1241" y="33825"/>
                  <a:pt x="1810" y="32313"/>
                  <a:pt x="2948" y="31154"/>
                </a:cubicBezTo>
                <a:cubicBezTo>
                  <a:pt x="4085" y="29994"/>
                  <a:pt x="5544" y="29414"/>
                  <a:pt x="7323" y="29414"/>
                </a:cubicBezTo>
                <a:cubicBezTo>
                  <a:pt x="9101" y="29414"/>
                  <a:pt x="10560" y="29994"/>
                  <a:pt x="11697" y="31154"/>
                </a:cubicBezTo>
                <a:cubicBezTo>
                  <a:pt x="12835" y="32313"/>
                  <a:pt x="13404" y="33825"/>
                  <a:pt x="13404" y="35688"/>
                </a:cubicBezTo>
                <a:cubicBezTo>
                  <a:pt x="13404" y="39580"/>
                  <a:pt x="13197" y="44436"/>
                  <a:pt x="12783" y="50255"/>
                </a:cubicBezTo>
                <a:cubicBezTo>
                  <a:pt x="12370" y="56073"/>
                  <a:pt x="12163" y="60928"/>
                  <a:pt x="12163" y="64821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Text :">
            <a:extLst xmlns:a="http://schemas.openxmlformats.org/drawingml/2006/main">
              <a:ext uri="{FF2B5EF4-FFF2-40B4-BE49-F238E27FC236}">
                <a16:creationId xmlns:a16="http://schemas.microsoft.com/office/drawing/2014/main" id="{6BB74E54-2A7D-4E4D-8321-081206EF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839" y="4380772"/>
            <a:ext cx="22132" cy="96386"/>
          </a:xfrm>
          <a:custGeom xmlns:a="http://schemas.openxmlformats.org/drawingml/2006/main">
            <a:pathLst>
              <a:path w="22132" h="96386">
                <a:moveTo>
                  <a:pt x="22132" y="86484"/>
                </a:moveTo>
                <a:cubicBezTo>
                  <a:pt x="22132" y="89369"/>
                  <a:pt x="21206" y="91740"/>
                  <a:pt x="19354" y="93598"/>
                </a:cubicBezTo>
                <a:cubicBezTo>
                  <a:pt x="17501" y="95456"/>
                  <a:pt x="15138" y="96386"/>
                  <a:pt x="12264" y="96386"/>
                </a:cubicBezTo>
                <a:cubicBezTo>
                  <a:pt x="9389" y="96386"/>
                  <a:pt x="7058" y="95456"/>
                  <a:pt x="5270" y="93598"/>
                </a:cubicBezTo>
                <a:cubicBezTo>
                  <a:pt x="3417" y="91740"/>
                  <a:pt x="2491" y="89369"/>
                  <a:pt x="2491" y="86484"/>
                </a:cubicBezTo>
                <a:cubicBezTo>
                  <a:pt x="2491" y="85267"/>
                  <a:pt x="2283" y="83489"/>
                  <a:pt x="1868" y="81152"/>
                </a:cubicBezTo>
                <a:cubicBezTo>
                  <a:pt x="1453" y="78812"/>
                  <a:pt x="1246" y="77066"/>
                  <a:pt x="1246" y="75912"/>
                </a:cubicBezTo>
                <a:cubicBezTo>
                  <a:pt x="1246" y="73221"/>
                  <a:pt x="2252" y="70979"/>
                  <a:pt x="4264" y="69184"/>
                </a:cubicBezTo>
                <a:cubicBezTo>
                  <a:pt x="6276" y="67390"/>
                  <a:pt x="8655" y="66493"/>
                  <a:pt x="11401" y="66493"/>
                </a:cubicBezTo>
                <a:cubicBezTo>
                  <a:pt x="18555" y="66493"/>
                  <a:pt x="22132" y="73157"/>
                  <a:pt x="22132" y="86484"/>
                </a:cubicBezTo>
                <a:moveTo>
                  <a:pt x="20504" y="16575"/>
                </a:moveTo>
                <a:cubicBezTo>
                  <a:pt x="20504" y="19450"/>
                  <a:pt x="19593" y="21813"/>
                  <a:pt x="17773" y="23665"/>
                </a:cubicBezTo>
                <a:cubicBezTo>
                  <a:pt x="15952" y="25518"/>
                  <a:pt x="13605" y="26444"/>
                  <a:pt x="10731" y="26444"/>
                </a:cubicBezTo>
                <a:cubicBezTo>
                  <a:pt x="7856" y="26444"/>
                  <a:pt x="5493" y="25518"/>
                  <a:pt x="3641" y="23665"/>
                </a:cubicBezTo>
                <a:cubicBezTo>
                  <a:pt x="1788" y="21813"/>
                  <a:pt x="862" y="19450"/>
                  <a:pt x="862" y="16575"/>
                </a:cubicBezTo>
                <a:cubicBezTo>
                  <a:pt x="862" y="15809"/>
                  <a:pt x="719" y="14643"/>
                  <a:pt x="431" y="13078"/>
                </a:cubicBezTo>
                <a:cubicBezTo>
                  <a:pt x="144" y="11513"/>
                  <a:pt x="0" y="10316"/>
                  <a:pt x="0" y="9485"/>
                </a:cubicBezTo>
                <a:cubicBezTo>
                  <a:pt x="0" y="6739"/>
                  <a:pt x="958" y="4471"/>
                  <a:pt x="2874" y="2683"/>
                </a:cubicBezTo>
                <a:cubicBezTo>
                  <a:pt x="4791" y="894"/>
                  <a:pt x="7154" y="0"/>
                  <a:pt x="9964" y="0"/>
                </a:cubicBezTo>
                <a:cubicBezTo>
                  <a:pt x="16990" y="0"/>
                  <a:pt x="20504" y="5525"/>
                  <a:pt x="20504" y="16575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9401BF-8857-445C-A409-0EBCA29B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0747" y="4264187"/>
            <a:ext cx="476236" cy="273033"/>
          </a:xfrm>
          <a:custGeom xmlns:a="http://schemas.openxmlformats.org/drawingml/2006/main">
            <a:pathLst>
              <a:path w="476236" h="273033">
                <a:moveTo>
                  <a:pt x="0" y="273033"/>
                </a:moveTo>
                <a:lnTo>
                  <a:pt x="476236" y="273033"/>
                </a:lnTo>
                <a:lnTo>
                  <a:pt x="476236" y="0"/>
                </a:lnTo>
                <a:lnTo>
                  <a:pt x="0" y="0"/>
                </a:lnTo>
                <a:lnTo>
                  <a:pt x="0" y="273033"/>
                </a:lnTo>
                <a:close/>
                <a:moveTo>
                  <a:pt x="455287" y="252084"/>
                </a:moveTo>
                <a:lnTo>
                  <a:pt x="20949" y="252084"/>
                </a:lnTo>
                <a:lnTo>
                  <a:pt x="20949" y="20949"/>
                </a:lnTo>
                <a:lnTo>
                  <a:pt x="455287" y="20949"/>
                </a:lnTo>
                <a:lnTo>
                  <a:pt x="455287" y="252084"/>
                </a:lnTo>
                <a:close/>
              </a:path>
            </a:pathLst>
          </a:custGeom>
          <a:solidFill xmlns:a="http://schemas.openxmlformats.org/drawingml/2006/main">
            <a:srgbClr val="ADA4C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6F5F52-A9C0-4589-A926-3F290E70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285" y="4264187"/>
            <a:ext cx="1739449" cy="278619"/>
          </a:xfrm>
          <a:custGeom xmlns:a="http://schemas.openxmlformats.org/drawingml/2006/main">
            <a:pathLst>
              <a:path w="1739449" h="278619">
                <a:moveTo>
                  <a:pt x="0" y="278619"/>
                </a:moveTo>
                <a:lnTo>
                  <a:pt x="1739449" y="278619"/>
                </a:lnTo>
                <a:lnTo>
                  <a:pt x="1739449" y="0"/>
                </a:lnTo>
                <a:lnTo>
                  <a:pt x="0" y="0"/>
                </a:lnTo>
                <a:lnTo>
                  <a:pt x="0" y="278619"/>
                </a:lnTo>
                <a:close/>
                <a:moveTo>
                  <a:pt x="1718500" y="257670"/>
                </a:moveTo>
                <a:lnTo>
                  <a:pt x="20949" y="257670"/>
                </a:lnTo>
                <a:lnTo>
                  <a:pt x="20949" y="20949"/>
                </a:lnTo>
                <a:lnTo>
                  <a:pt x="1718500" y="20949"/>
                </a:lnTo>
                <a:lnTo>
                  <a:pt x="1718500" y="257670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9FDFF3-F13A-464E-89C7-5F2921E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142" y="3999534"/>
            <a:ext cx="83767" cy="313534"/>
          </a:xfrm>
          <a:custGeom xmlns:a="http://schemas.openxmlformats.org/drawingml/2006/main">
            <a:pathLst>
              <a:path w="83767" h="313534">
                <a:moveTo>
                  <a:pt x="48867" y="0"/>
                </a:moveTo>
                <a:lnTo>
                  <a:pt x="34901" y="0"/>
                </a:lnTo>
                <a:lnTo>
                  <a:pt x="34901" y="276016"/>
                </a:lnTo>
                <a:lnTo>
                  <a:pt x="12890" y="240800"/>
                </a:lnTo>
                <a:lnTo>
                  <a:pt x="11452" y="239152"/>
                </a:lnTo>
                <a:lnTo>
                  <a:pt x="9581" y="238020"/>
                </a:lnTo>
                <a:lnTo>
                  <a:pt x="7458" y="237532"/>
                </a:lnTo>
                <a:lnTo>
                  <a:pt x="5279" y="237713"/>
                </a:lnTo>
                <a:lnTo>
                  <a:pt x="3268" y="238579"/>
                </a:lnTo>
                <a:lnTo>
                  <a:pt x="1620" y="240003"/>
                </a:lnTo>
                <a:lnTo>
                  <a:pt x="489" y="241875"/>
                </a:lnTo>
                <a:lnTo>
                  <a:pt x="0" y="244012"/>
                </a:lnTo>
                <a:lnTo>
                  <a:pt x="196" y="246190"/>
                </a:lnTo>
                <a:lnTo>
                  <a:pt x="1047" y="248201"/>
                </a:lnTo>
                <a:lnTo>
                  <a:pt x="41884" y="313534"/>
                </a:lnTo>
                <a:lnTo>
                  <a:pt x="82720" y="248201"/>
                </a:lnTo>
                <a:lnTo>
                  <a:pt x="83572" y="246190"/>
                </a:lnTo>
                <a:lnTo>
                  <a:pt x="83767" y="244012"/>
                </a:lnTo>
                <a:lnTo>
                  <a:pt x="83278" y="241875"/>
                </a:lnTo>
                <a:lnTo>
                  <a:pt x="82147" y="240003"/>
                </a:lnTo>
                <a:lnTo>
                  <a:pt x="80499" y="238579"/>
                </a:lnTo>
                <a:lnTo>
                  <a:pt x="78488" y="237713"/>
                </a:lnTo>
                <a:lnTo>
                  <a:pt x="76310" y="237532"/>
                </a:lnTo>
                <a:lnTo>
                  <a:pt x="74187" y="238020"/>
                </a:lnTo>
                <a:lnTo>
                  <a:pt x="72315" y="239152"/>
                </a:lnTo>
                <a:lnTo>
                  <a:pt x="70877" y="240800"/>
                </a:lnTo>
                <a:lnTo>
                  <a:pt x="48867" y="276016"/>
                </a:lnTo>
                <a:lnTo>
                  <a:pt x="48867" y="0"/>
                </a:lnTo>
                <a:close/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Text priormethods">
            <a:extLst xmlns:a="http://schemas.openxmlformats.org/drawingml/2006/main">
              <a:ext uri="{FF2B5EF4-FFF2-40B4-BE49-F238E27FC236}">
                <a16:creationId xmlns:a16="http://schemas.microsoft.com/office/drawing/2014/main" id="{A41B72EE-F2C7-4266-A804-F36EBE5C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851" y="5213404"/>
            <a:ext cx="927273" cy="148188"/>
          </a:xfrm>
          <a:custGeom xmlns:a="http://schemas.openxmlformats.org/drawingml/2006/main">
            <a:pathLst>
              <a:path w="927273" h="148188">
                <a:moveTo>
                  <a:pt x="32908" y="112770"/>
                </a:moveTo>
                <a:cubicBezTo>
                  <a:pt x="29018" y="112770"/>
                  <a:pt x="24924" y="112317"/>
                  <a:pt x="20627" y="111413"/>
                </a:cubicBezTo>
                <a:lnTo>
                  <a:pt x="20559" y="139096"/>
                </a:lnTo>
                <a:cubicBezTo>
                  <a:pt x="20559" y="141720"/>
                  <a:pt x="19677" y="143891"/>
                  <a:pt x="17913" y="145610"/>
                </a:cubicBezTo>
                <a:cubicBezTo>
                  <a:pt x="16149" y="147329"/>
                  <a:pt x="13910" y="148188"/>
                  <a:pt x="11196" y="148188"/>
                </a:cubicBezTo>
                <a:cubicBezTo>
                  <a:pt x="8481" y="148188"/>
                  <a:pt x="6242" y="147327"/>
                  <a:pt x="4478" y="145606"/>
                </a:cubicBezTo>
                <a:cubicBezTo>
                  <a:pt x="2714" y="143885"/>
                  <a:pt x="1832" y="141712"/>
                  <a:pt x="1832" y="139086"/>
                </a:cubicBezTo>
                <a:cubicBezTo>
                  <a:pt x="1832" y="136957"/>
                  <a:pt x="1877" y="128511"/>
                  <a:pt x="1968" y="113747"/>
                </a:cubicBezTo>
                <a:cubicBezTo>
                  <a:pt x="2058" y="102786"/>
                  <a:pt x="2058" y="93842"/>
                  <a:pt x="1968" y="86914"/>
                </a:cubicBezTo>
                <a:cubicBezTo>
                  <a:pt x="1832" y="77131"/>
                  <a:pt x="1515" y="68706"/>
                  <a:pt x="1018" y="61641"/>
                </a:cubicBezTo>
                <a:cubicBezTo>
                  <a:pt x="339" y="51904"/>
                  <a:pt x="0" y="47444"/>
                  <a:pt x="0" y="48260"/>
                </a:cubicBezTo>
                <a:cubicBezTo>
                  <a:pt x="0" y="44501"/>
                  <a:pt x="837" y="41286"/>
                  <a:pt x="2511" y="38614"/>
                </a:cubicBezTo>
                <a:cubicBezTo>
                  <a:pt x="4456" y="35579"/>
                  <a:pt x="7079" y="34062"/>
                  <a:pt x="10381" y="34062"/>
                </a:cubicBezTo>
                <a:cubicBezTo>
                  <a:pt x="12914" y="34062"/>
                  <a:pt x="15040" y="34921"/>
                  <a:pt x="16759" y="36640"/>
                </a:cubicBezTo>
                <a:cubicBezTo>
                  <a:pt x="18478" y="38359"/>
                  <a:pt x="19338" y="40417"/>
                  <a:pt x="19338" y="42814"/>
                </a:cubicBezTo>
                <a:lnTo>
                  <a:pt x="19270" y="43493"/>
                </a:lnTo>
                <a:cubicBezTo>
                  <a:pt x="22301" y="41774"/>
                  <a:pt x="25343" y="40496"/>
                  <a:pt x="28396" y="39659"/>
                </a:cubicBezTo>
                <a:cubicBezTo>
                  <a:pt x="31449" y="38823"/>
                  <a:pt x="34514" y="38404"/>
                  <a:pt x="37590" y="38404"/>
                </a:cubicBezTo>
                <a:cubicBezTo>
                  <a:pt x="47994" y="38404"/>
                  <a:pt x="55593" y="42822"/>
                  <a:pt x="60388" y="51659"/>
                </a:cubicBezTo>
                <a:cubicBezTo>
                  <a:pt x="63962" y="58321"/>
                  <a:pt x="65748" y="66954"/>
                  <a:pt x="65748" y="77559"/>
                </a:cubicBezTo>
                <a:cubicBezTo>
                  <a:pt x="65748" y="87484"/>
                  <a:pt x="62921" y="95708"/>
                  <a:pt x="57267" y="102234"/>
                </a:cubicBezTo>
                <a:cubicBezTo>
                  <a:pt x="51205" y="109258"/>
                  <a:pt x="43086" y="112770"/>
                  <a:pt x="32908" y="112770"/>
                </a:cubicBezTo>
                <a:moveTo>
                  <a:pt x="37590" y="56588"/>
                </a:moveTo>
                <a:cubicBezTo>
                  <a:pt x="34740" y="56588"/>
                  <a:pt x="31845" y="57256"/>
                  <a:pt x="28905" y="58590"/>
                </a:cubicBezTo>
                <a:cubicBezTo>
                  <a:pt x="25965" y="59924"/>
                  <a:pt x="23002" y="61926"/>
                  <a:pt x="20016" y="64595"/>
                </a:cubicBezTo>
                <a:cubicBezTo>
                  <a:pt x="20559" y="73913"/>
                  <a:pt x="20830" y="83254"/>
                  <a:pt x="20830" y="92618"/>
                </a:cubicBezTo>
                <a:cubicBezTo>
                  <a:pt x="24856" y="93929"/>
                  <a:pt x="28882" y="94585"/>
                  <a:pt x="32908" y="94585"/>
                </a:cubicBezTo>
                <a:cubicBezTo>
                  <a:pt x="37567" y="94585"/>
                  <a:pt x="41141" y="92934"/>
                  <a:pt x="43629" y="89632"/>
                </a:cubicBezTo>
                <a:cubicBezTo>
                  <a:pt x="45890" y="86647"/>
                  <a:pt x="47021" y="82621"/>
                  <a:pt x="47021" y="77555"/>
                </a:cubicBezTo>
                <a:cubicBezTo>
                  <a:pt x="47021" y="71448"/>
                  <a:pt x="46750" y="67218"/>
                  <a:pt x="46207" y="64866"/>
                </a:cubicBezTo>
                <a:cubicBezTo>
                  <a:pt x="44895" y="59348"/>
                  <a:pt x="42023" y="56588"/>
                  <a:pt x="37590" y="56588"/>
                </a:cubicBezTo>
                <a:close/>
                <a:moveTo>
                  <a:pt x="133138" y="59871"/>
                </a:moveTo>
                <a:cubicBezTo>
                  <a:pt x="132731" y="66820"/>
                  <a:pt x="129587" y="70294"/>
                  <a:pt x="123707" y="70294"/>
                </a:cubicBezTo>
                <a:cubicBezTo>
                  <a:pt x="118007" y="70294"/>
                  <a:pt x="115157" y="67341"/>
                  <a:pt x="115157" y="61436"/>
                </a:cubicBezTo>
                <a:lnTo>
                  <a:pt x="114818" y="54553"/>
                </a:lnTo>
                <a:cubicBezTo>
                  <a:pt x="104640" y="56181"/>
                  <a:pt x="97357" y="61406"/>
                  <a:pt x="92970" y="70227"/>
                </a:cubicBezTo>
                <a:lnTo>
                  <a:pt x="93038" y="104356"/>
                </a:lnTo>
                <a:cubicBezTo>
                  <a:pt x="93038" y="106934"/>
                  <a:pt x="92156" y="109072"/>
                  <a:pt x="90391" y="110768"/>
                </a:cubicBezTo>
                <a:cubicBezTo>
                  <a:pt x="88627" y="112464"/>
                  <a:pt x="86388" y="113312"/>
                  <a:pt x="83674" y="113312"/>
                </a:cubicBezTo>
                <a:cubicBezTo>
                  <a:pt x="80870" y="113312"/>
                  <a:pt x="78698" y="112407"/>
                  <a:pt x="77160" y="110596"/>
                </a:cubicBezTo>
                <a:cubicBezTo>
                  <a:pt x="75713" y="108966"/>
                  <a:pt x="74989" y="106884"/>
                  <a:pt x="74989" y="104348"/>
                </a:cubicBezTo>
                <a:lnTo>
                  <a:pt x="74989" y="59864"/>
                </a:lnTo>
                <a:cubicBezTo>
                  <a:pt x="74989" y="58461"/>
                  <a:pt x="75034" y="56367"/>
                  <a:pt x="75125" y="53584"/>
                </a:cubicBezTo>
                <a:cubicBezTo>
                  <a:pt x="75215" y="50799"/>
                  <a:pt x="75260" y="48705"/>
                  <a:pt x="75260" y="47301"/>
                </a:cubicBezTo>
                <a:cubicBezTo>
                  <a:pt x="75260" y="44765"/>
                  <a:pt x="76018" y="42648"/>
                  <a:pt x="77533" y="40951"/>
                </a:cubicBezTo>
                <a:cubicBezTo>
                  <a:pt x="79049" y="39253"/>
                  <a:pt x="81209" y="38404"/>
                  <a:pt x="84013" y="38404"/>
                </a:cubicBezTo>
                <a:cubicBezTo>
                  <a:pt x="89034" y="38404"/>
                  <a:pt x="92020" y="40982"/>
                  <a:pt x="92970" y="46139"/>
                </a:cubicBezTo>
                <a:cubicBezTo>
                  <a:pt x="100976" y="40168"/>
                  <a:pt x="109865" y="37183"/>
                  <a:pt x="119635" y="37183"/>
                </a:cubicBezTo>
                <a:cubicBezTo>
                  <a:pt x="128682" y="37183"/>
                  <a:pt x="133206" y="43224"/>
                  <a:pt x="133206" y="55306"/>
                </a:cubicBezTo>
                <a:cubicBezTo>
                  <a:pt x="133206" y="57622"/>
                  <a:pt x="133183" y="59144"/>
                  <a:pt x="133138" y="59871"/>
                </a:cubicBezTo>
                <a:close/>
                <a:moveTo>
                  <a:pt x="158784" y="27141"/>
                </a:moveTo>
                <a:cubicBezTo>
                  <a:pt x="155889" y="27141"/>
                  <a:pt x="153379" y="26168"/>
                  <a:pt x="151253" y="24223"/>
                </a:cubicBezTo>
                <a:cubicBezTo>
                  <a:pt x="149127" y="22278"/>
                  <a:pt x="148064" y="19903"/>
                  <a:pt x="148064" y="17099"/>
                </a:cubicBezTo>
                <a:cubicBezTo>
                  <a:pt x="148064" y="14294"/>
                  <a:pt x="149127" y="11919"/>
                  <a:pt x="151253" y="9974"/>
                </a:cubicBezTo>
                <a:cubicBezTo>
                  <a:pt x="153379" y="8029"/>
                  <a:pt x="155889" y="7057"/>
                  <a:pt x="158784" y="7057"/>
                </a:cubicBezTo>
                <a:cubicBezTo>
                  <a:pt x="161679" y="7057"/>
                  <a:pt x="164178" y="8029"/>
                  <a:pt x="166282" y="9974"/>
                </a:cubicBezTo>
                <a:cubicBezTo>
                  <a:pt x="168385" y="11919"/>
                  <a:pt x="169437" y="14294"/>
                  <a:pt x="169437" y="17099"/>
                </a:cubicBezTo>
                <a:cubicBezTo>
                  <a:pt x="169437" y="19903"/>
                  <a:pt x="168385" y="22278"/>
                  <a:pt x="166282" y="24223"/>
                </a:cubicBezTo>
                <a:cubicBezTo>
                  <a:pt x="164178" y="26168"/>
                  <a:pt x="161679" y="27141"/>
                  <a:pt x="158784" y="27141"/>
                </a:cubicBezTo>
                <a:moveTo>
                  <a:pt x="164552" y="76876"/>
                </a:moveTo>
                <a:cubicBezTo>
                  <a:pt x="164552" y="79454"/>
                  <a:pt x="164631" y="83593"/>
                  <a:pt x="164789" y="89293"/>
                </a:cubicBezTo>
                <a:cubicBezTo>
                  <a:pt x="164947" y="94992"/>
                  <a:pt x="165027" y="99131"/>
                  <a:pt x="165027" y="101710"/>
                </a:cubicBezTo>
                <a:cubicBezTo>
                  <a:pt x="165027" y="104333"/>
                  <a:pt x="164145" y="106493"/>
                  <a:pt x="162380" y="108190"/>
                </a:cubicBezTo>
                <a:cubicBezTo>
                  <a:pt x="160616" y="109886"/>
                  <a:pt x="158377" y="110734"/>
                  <a:pt x="155663" y="110734"/>
                </a:cubicBezTo>
                <a:cubicBezTo>
                  <a:pt x="152949" y="110734"/>
                  <a:pt x="150710" y="109886"/>
                  <a:pt x="148946" y="108190"/>
                </a:cubicBezTo>
                <a:cubicBezTo>
                  <a:pt x="147182" y="106493"/>
                  <a:pt x="146299" y="104333"/>
                  <a:pt x="146299" y="101710"/>
                </a:cubicBezTo>
                <a:cubicBezTo>
                  <a:pt x="146299" y="99131"/>
                  <a:pt x="146220" y="94992"/>
                  <a:pt x="146062" y="89293"/>
                </a:cubicBezTo>
                <a:cubicBezTo>
                  <a:pt x="145904" y="83593"/>
                  <a:pt x="145825" y="79454"/>
                  <a:pt x="145825" y="76876"/>
                </a:cubicBezTo>
                <a:cubicBezTo>
                  <a:pt x="145825" y="72850"/>
                  <a:pt x="146051" y="67807"/>
                  <a:pt x="146503" y="61745"/>
                </a:cubicBezTo>
                <a:cubicBezTo>
                  <a:pt x="146955" y="55684"/>
                  <a:pt x="147182" y="50640"/>
                  <a:pt x="147182" y="46614"/>
                </a:cubicBezTo>
                <a:cubicBezTo>
                  <a:pt x="147182" y="43991"/>
                  <a:pt x="148064" y="41831"/>
                  <a:pt x="149828" y="40134"/>
                </a:cubicBezTo>
                <a:cubicBezTo>
                  <a:pt x="151592" y="38438"/>
                  <a:pt x="153831" y="37590"/>
                  <a:pt x="156545" y="37590"/>
                </a:cubicBezTo>
                <a:cubicBezTo>
                  <a:pt x="159259" y="37590"/>
                  <a:pt x="161498" y="38438"/>
                  <a:pt x="163262" y="40134"/>
                </a:cubicBezTo>
                <a:cubicBezTo>
                  <a:pt x="165027" y="41831"/>
                  <a:pt x="165909" y="43991"/>
                  <a:pt x="165909" y="46614"/>
                </a:cubicBezTo>
                <a:cubicBezTo>
                  <a:pt x="165909" y="50640"/>
                  <a:pt x="165682" y="55684"/>
                  <a:pt x="165230" y="61745"/>
                </a:cubicBezTo>
                <a:cubicBezTo>
                  <a:pt x="164778" y="67807"/>
                  <a:pt x="164552" y="72850"/>
                  <a:pt x="164552" y="76876"/>
                </a:cubicBezTo>
                <a:close/>
                <a:moveTo>
                  <a:pt x="210374" y="112770"/>
                </a:moveTo>
                <a:cubicBezTo>
                  <a:pt x="202005" y="112770"/>
                  <a:pt x="194813" y="109892"/>
                  <a:pt x="188797" y="104138"/>
                </a:cubicBezTo>
                <a:cubicBezTo>
                  <a:pt x="182192" y="97837"/>
                  <a:pt x="178732" y="89431"/>
                  <a:pt x="178415" y="78918"/>
                </a:cubicBezTo>
                <a:cubicBezTo>
                  <a:pt x="178099" y="68903"/>
                  <a:pt x="180835" y="59975"/>
                  <a:pt x="186625" y="52136"/>
                </a:cubicBezTo>
                <a:cubicBezTo>
                  <a:pt x="193501" y="42891"/>
                  <a:pt x="203068" y="38268"/>
                  <a:pt x="215327" y="38268"/>
                </a:cubicBezTo>
                <a:cubicBezTo>
                  <a:pt x="224374" y="38268"/>
                  <a:pt x="231566" y="41894"/>
                  <a:pt x="236904" y="49144"/>
                </a:cubicBezTo>
                <a:cubicBezTo>
                  <a:pt x="241698" y="55670"/>
                  <a:pt x="244096" y="63759"/>
                  <a:pt x="244096" y="73411"/>
                </a:cubicBezTo>
                <a:cubicBezTo>
                  <a:pt x="244096" y="83926"/>
                  <a:pt x="241291" y="92898"/>
                  <a:pt x="235682" y="100329"/>
                </a:cubicBezTo>
                <a:cubicBezTo>
                  <a:pt x="229395" y="108623"/>
                  <a:pt x="220958" y="112770"/>
                  <a:pt x="210374" y="112770"/>
                </a:cubicBezTo>
                <a:moveTo>
                  <a:pt x="214445" y="56181"/>
                </a:moveTo>
                <a:cubicBezTo>
                  <a:pt x="208881" y="56136"/>
                  <a:pt x="204493" y="58673"/>
                  <a:pt x="201281" y="63793"/>
                </a:cubicBezTo>
                <a:cubicBezTo>
                  <a:pt x="198567" y="68099"/>
                  <a:pt x="197210" y="73129"/>
                  <a:pt x="197210" y="78884"/>
                </a:cubicBezTo>
                <a:cubicBezTo>
                  <a:pt x="197210" y="84322"/>
                  <a:pt x="198748" y="88491"/>
                  <a:pt x="201824" y="91390"/>
                </a:cubicBezTo>
                <a:cubicBezTo>
                  <a:pt x="204267" y="93701"/>
                  <a:pt x="207117" y="94857"/>
                  <a:pt x="210374" y="94857"/>
                </a:cubicBezTo>
                <a:cubicBezTo>
                  <a:pt x="214309" y="94857"/>
                  <a:pt x="217724" y="93520"/>
                  <a:pt x="220619" y="90847"/>
                </a:cubicBezTo>
                <a:cubicBezTo>
                  <a:pt x="223921" y="87720"/>
                  <a:pt x="225685" y="83483"/>
                  <a:pt x="225912" y="78136"/>
                </a:cubicBezTo>
                <a:cubicBezTo>
                  <a:pt x="226500" y="63545"/>
                  <a:pt x="222677" y="56227"/>
                  <a:pt x="214445" y="56181"/>
                </a:cubicBezTo>
                <a:close/>
                <a:moveTo>
                  <a:pt x="312600" y="59871"/>
                </a:moveTo>
                <a:cubicBezTo>
                  <a:pt x="312192" y="66820"/>
                  <a:pt x="309049" y="70294"/>
                  <a:pt x="303168" y="70294"/>
                </a:cubicBezTo>
                <a:cubicBezTo>
                  <a:pt x="297469" y="70294"/>
                  <a:pt x="294619" y="67341"/>
                  <a:pt x="294619" y="61436"/>
                </a:cubicBezTo>
                <a:lnTo>
                  <a:pt x="294280" y="54553"/>
                </a:lnTo>
                <a:cubicBezTo>
                  <a:pt x="284102" y="56181"/>
                  <a:pt x="276819" y="61406"/>
                  <a:pt x="272431" y="70227"/>
                </a:cubicBezTo>
                <a:lnTo>
                  <a:pt x="272499" y="104356"/>
                </a:lnTo>
                <a:cubicBezTo>
                  <a:pt x="272499" y="106934"/>
                  <a:pt x="271617" y="109072"/>
                  <a:pt x="269853" y="110768"/>
                </a:cubicBezTo>
                <a:cubicBezTo>
                  <a:pt x="268089" y="112464"/>
                  <a:pt x="265850" y="113312"/>
                  <a:pt x="263136" y="113312"/>
                </a:cubicBezTo>
                <a:cubicBezTo>
                  <a:pt x="260331" y="113312"/>
                  <a:pt x="258160" y="112407"/>
                  <a:pt x="256622" y="110596"/>
                </a:cubicBezTo>
                <a:cubicBezTo>
                  <a:pt x="255174" y="108966"/>
                  <a:pt x="254451" y="106884"/>
                  <a:pt x="254451" y="104348"/>
                </a:cubicBezTo>
                <a:lnTo>
                  <a:pt x="254451" y="59864"/>
                </a:lnTo>
                <a:cubicBezTo>
                  <a:pt x="254451" y="58461"/>
                  <a:pt x="254496" y="56367"/>
                  <a:pt x="254586" y="53584"/>
                </a:cubicBezTo>
                <a:cubicBezTo>
                  <a:pt x="254677" y="50799"/>
                  <a:pt x="254722" y="48705"/>
                  <a:pt x="254722" y="47301"/>
                </a:cubicBezTo>
                <a:cubicBezTo>
                  <a:pt x="254722" y="44765"/>
                  <a:pt x="255480" y="42648"/>
                  <a:pt x="256995" y="40951"/>
                </a:cubicBezTo>
                <a:cubicBezTo>
                  <a:pt x="258510" y="39253"/>
                  <a:pt x="260670" y="38404"/>
                  <a:pt x="263475" y="38404"/>
                </a:cubicBezTo>
                <a:cubicBezTo>
                  <a:pt x="268496" y="38404"/>
                  <a:pt x="271481" y="40982"/>
                  <a:pt x="272431" y="46139"/>
                </a:cubicBezTo>
                <a:cubicBezTo>
                  <a:pt x="280438" y="40168"/>
                  <a:pt x="289326" y="37183"/>
                  <a:pt x="299097" y="37183"/>
                </a:cubicBezTo>
                <a:cubicBezTo>
                  <a:pt x="308144" y="37183"/>
                  <a:pt x="312667" y="43224"/>
                  <a:pt x="312667" y="55306"/>
                </a:cubicBezTo>
                <a:cubicBezTo>
                  <a:pt x="312667" y="57622"/>
                  <a:pt x="312645" y="59144"/>
                  <a:pt x="312600" y="59871"/>
                </a:cubicBezTo>
                <a:close/>
                <a:moveTo>
                  <a:pt x="401101" y="48650"/>
                </a:moveTo>
                <a:cubicBezTo>
                  <a:pt x="407931" y="40734"/>
                  <a:pt x="414400" y="36776"/>
                  <a:pt x="420507" y="36776"/>
                </a:cubicBezTo>
                <a:cubicBezTo>
                  <a:pt x="427473" y="36776"/>
                  <a:pt x="432584" y="39444"/>
                  <a:pt x="435841" y="44782"/>
                </a:cubicBezTo>
                <a:cubicBezTo>
                  <a:pt x="438600" y="42340"/>
                  <a:pt x="441654" y="40508"/>
                  <a:pt x="445001" y="39286"/>
                </a:cubicBezTo>
                <a:cubicBezTo>
                  <a:pt x="448349" y="38065"/>
                  <a:pt x="451967" y="37454"/>
                  <a:pt x="455857" y="37454"/>
                </a:cubicBezTo>
                <a:cubicBezTo>
                  <a:pt x="464723" y="37454"/>
                  <a:pt x="470740" y="41861"/>
                  <a:pt x="473906" y="50675"/>
                </a:cubicBezTo>
                <a:cubicBezTo>
                  <a:pt x="474539" y="52481"/>
                  <a:pt x="475512" y="58605"/>
                  <a:pt x="476824" y="69046"/>
                </a:cubicBezTo>
                <a:cubicBezTo>
                  <a:pt x="478090" y="76366"/>
                  <a:pt x="479719" y="88569"/>
                  <a:pt x="481709" y="105654"/>
                </a:cubicBezTo>
                <a:cubicBezTo>
                  <a:pt x="481890" y="108229"/>
                  <a:pt x="481008" y="110353"/>
                  <a:pt x="479063" y="112025"/>
                </a:cubicBezTo>
                <a:cubicBezTo>
                  <a:pt x="477118" y="113698"/>
                  <a:pt x="474833" y="114534"/>
                  <a:pt x="472210" y="114534"/>
                </a:cubicBezTo>
                <a:cubicBezTo>
                  <a:pt x="467008" y="114534"/>
                  <a:pt x="463954" y="111961"/>
                  <a:pt x="463050" y="106816"/>
                </a:cubicBezTo>
                <a:cubicBezTo>
                  <a:pt x="462236" y="102168"/>
                  <a:pt x="461399" y="95602"/>
                  <a:pt x="460539" y="87117"/>
                </a:cubicBezTo>
                <a:cubicBezTo>
                  <a:pt x="459635" y="77820"/>
                  <a:pt x="458888" y="71231"/>
                  <a:pt x="458300" y="67349"/>
                </a:cubicBezTo>
                <a:cubicBezTo>
                  <a:pt x="457079" y="59271"/>
                  <a:pt x="455518" y="55231"/>
                  <a:pt x="453618" y="55231"/>
                </a:cubicBezTo>
                <a:cubicBezTo>
                  <a:pt x="452578" y="55231"/>
                  <a:pt x="450203" y="56270"/>
                  <a:pt x="446494" y="58346"/>
                </a:cubicBezTo>
                <a:cubicBezTo>
                  <a:pt x="442785" y="60423"/>
                  <a:pt x="440071" y="62205"/>
                  <a:pt x="438352" y="63694"/>
                </a:cubicBezTo>
                <a:cubicBezTo>
                  <a:pt x="438352" y="68839"/>
                  <a:pt x="438962" y="76241"/>
                  <a:pt x="440184" y="85900"/>
                </a:cubicBezTo>
                <a:cubicBezTo>
                  <a:pt x="441450" y="95785"/>
                  <a:pt x="442084" y="103188"/>
                  <a:pt x="442084" y="108107"/>
                </a:cubicBezTo>
                <a:cubicBezTo>
                  <a:pt x="442084" y="110680"/>
                  <a:pt x="441201" y="112823"/>
                  <a:pt x="439437" y="114538"/>
                </a:cubicBezTo>
                <a:cubicBezTo>
                  <a:pt x="437673" y="116254"/>
                  <a:pt x="435434" y="117112"/>
                  <a:pt x="432720" y="117112"/>
                </a:cubicBezTo>
                <a:cubicBezTo>
                  <a:pt x="430006" y="117112"/>
                  <a:pt x="427767" y="116253"/>
                  <a:pt x="426003" y="114534"/>
                </a:cubicBezTo>
                <a:cubicBezTo>
                  <a:pt x="424239" y="112815"/>
                  <a:pt x="423356" y="110666"/>
                  <a:pt x="423356" y="108088"/>
                </a:cubicBezTo>
                <a:cubicBezTo>
                  <a:pt x="423356" y="102931"/>
                  <a:pt x="422802" y="95343"/>
                  <a:pt x="421694" y="85324"/>
                </a:cubicBezTo>
                <a:cubicBezTo>
                  <a:pt x="420586" y="75304"/>
                  <a:pt x="420032" y="67716"/>
                  <a:pt x="420032" y="62559"/>
                </a:cubicBezTo>
                <a:cubicBezTo>
                  <a:pt x="420032" y="59664"/>
                  <a:pt x="419783" y="57357"/>
                  <a:pt x="419285" y="55638"/>
                </a:cubicBezTo>
                <a:cubicBezTo>
                  <a:pt x="414038" y="58665"/>
                  <a:pt x="408768" y="63702"/>
                  <a:pt x="403476" y="70750"/>
                </a:cubicBezTo>
                <a:cubicBezTo>
                  <a:pt x="403250" y="71067"/>
                  <a:pt x="402865" y="71541"/>
                  <a:pt x="402322" y="72173"/>
                </a:cubicBezTo>
                <a:cubicBezTo>
                  <a:pt x="402141" y="81301"/>
                  <a:pt x="402051" y="88462"/>
                  <a:pt x="402051" y="93657"/>
                </a:cubicBezTo>
                <a:cubicBezTo>
                  <a:pt x="402051" y="94922"/>
                  <a:pt x="402006" y="96627"/>
                  <a:pt x="401915" y="98773"/>
                </a:cubicBezTo>
                <a:cubicBezTo>
                  <a:pt x="401825" y="100919"/>
                  <a:pt x="401780" y="102511"/>
                  <a:pt x="401780" y="103550"/>
                </a:cubicBezTo>
                <a:cubicBezTo>
                  <a:pt x="401780" y="105990"/>
                  <a:pt x="400784" y="107910"/>
                  <a:pt x="398794" y="109311"/>
                </a:cubicBezTo>
                <a:cubicBezTo>
                  <a:pt x="396985" y="110622"/>
                  <a:pt x="394746" y="111277"/>
                  <a:pt x="392077" y="111277"/>
                </a:cubicBezTo>
                <a:cubicBezTo>
                  <a:pt x="388232" y="111277"/>
                  <a:pt x="385631" y="109605"/>
                  <a:pt x="384274" y="106260"/>
                </a:cubicBezTo>
                <a:cubicBezTo>
                  <a:pt x="383324" y="104000"/>
                  <a:pt x="382849" y="100406"/>
                  <a:pt x="382849" y="95480"/>
                </a:cubicBezTo>
                <a:lnTo>
                  <a:pt x="382849" y="70263"/>
                </a:lnTo>
                <a:cubicBezTo>
                  <a:pt x="382849" y="68002"/>
                  <a:pt x="382758" y="64692"/>
                  <a:pt x="382578" y="60331"/>
                </a:cubicBezTo>
                <a:cubicBezTo>
                  <a:pt x="382397" y="55970"/>
                  <a:pt x="382306" y="52659"/>
                  <a:pt x="382306" y="50399"/>
                </a:cubicBezTo>
                <a:cubicBezTo>
                  <a:pt x="382306" y="46376"/>
                  <a:pt x="383030" y="42737"/>
                  <a:pt x="384477" y="39483"/>
                </a:cubicBezTo>
                <a:cubicBezTo>
                  <a:pt x="386242" y="35417"/>
                  <a:pt x="388729" y="33383"/>
                  <a:pt x="391941" y="33383"/>
                </a:cubicBezTo>
                <a:cubicBezTo>
                  <a:pt x="394474" y="33383"/>
                  <a:pt x="396736" y="34367"/>
                  <a:pt x="398726" y="36335"/>
                </a:cubicBezTo>
                <a:cubicBezTo>
                  <a:pt x="400717" y="38302"/>
                  <a:pt x="401712" y="40462"/>
                  <a:pt x="401712" y="42814"/>
                </a:cubicBezTo>
                <a:cubicBezTo>
                  <a:pt x="401712" y="41865"/>
                  <a:pt x="401508" y="43810"/>
                  <a:pt x="401101" y="48650"/>
                </a:cubicBezTo>
                <a:close/>
                <a:moveTo>
                  <a:pt x="525960" y="111820"/>
                </a:moveTo>
                <a:cubicBezTo>
                  <a:pt x="515149" y="111820"/>
                  <a:pt x="506306" y="109239"/>
                  <a:pt x="499430" y="104078"/>
                </a:cubicBezTo>
                <a:cubicBezTo>
                  <a:pt x="491831" y="98373"/>
                  <a:pt x="488031" y="90336"/>
                  <a:pt x="488031" y="79968"/>
                </a:cubicBezTo>
                <a:cubicBezTo>
                  <a:pt x="488031" y="68513"/>
                  <a:pt x="491039" y="58825"/>
                  <a:pt x="497055" y="50902"/>
                </a:cubicBezTo>
                <a:cubicBezTo>
                  <a:pt x="503750" y="42118"/>
                  <a:pt x="512774" y="37726"/>
                  <a:pt x="524128" y="37726"/>
                </a:cubicBezTo>
                <a:cubicBezTo>
                  <a:pt x="531999" y="37726"/>
                  <a:pt x="538535" y="38992"/>
                  <a:pt x="543737" y="41525"/>
                </a:cubicBezTo>
                <a:cubicBezTo>
                  <a:pt x="550568" y="44873"/>
                  <a:pt x="553983" y="50075"/>
                  <a:pt x="553983" y="57131"/>
                </a:cubicBezTo>
                <a:cubicBezTo>
                  <a:pt x="553983" y="62107"/>
                  <a:pt x="551201" y="66517"/>
                  <a:pt x="545637" y="70362"/>
                </a:cubicBezTo>
                <a:cubicBezTo>
                  <a:pt x="543104" y="72126"/>
                  <a:pt x="538015" y="74705"/>
                  <a:pt x="530371" y="78097"/>
                </a:cubicBezTo>
                <a:lnTo>
                  <a:pt x="507505" y="88207"/>
                </a:lnTo>
                <a:cubicBezTo>
                  <a:pt x="509676" y="90559"/>
                  <a:pt x="512299" y="92324"/>
                  <a:pt x="515375" y="93500"/>
                </a:cubicBezTo>
                <a:cubicBezTo>
                  <a:pt x="518451" y="94676"/>
                  <a:pt x="521980" y="95264"/>
                  <a:pt x="525960" y="95264"/>
                </a:cubicBezTo>
                <a:cubicBezTo>
                  <a:pt x="532022" y="95264"/>
                  <a:pt x="537156" y="94020"/>
                  <a:pt x="541363" y="91532"/>
                </a:cubicBezTo>
                <a:cubicBezTo>
                  <a:pt x="545117" y="89316"/>
                  <a:pt x="548125" y="88207"/>
                  <a:pt x="550387" y="88207"/>
                </a:cubicBezTo>
                <a:cubicBezTo>
                  <a:pt x="555091" y="88207"/>
                  <a:pt x="557443" y="90498"/>
                  <a:pt x="557443" y="95079"/>
                </a:cubicBezTo>
                <a:cubicBezTo>
                  <a:pt x="557443" y="100252"/>
                  <a:pt x="553666" y="104471"/>
                  <a:pt x="546112" y="107736"/>
                </a:cubicBezTo>
                <a:cubicBezTo>
                  <a:pt x="539779" y="110458"/>
                  <a:pt x="533062" y="111820"/>
                  <a:pt x="525960" y="111820"/>
                </a:cubicBezTo>
                <a:moveTo>
                  <a:pt x="524128" y="54146"/>
                </a:moveTo>
                <a:cubicBezTo>
                  <a:pt x="519921" y="54146"/>
                  <a:pt x="516325" y="55548"/>
                  <a:pt x="513340" y="58353"/>
                </a:cubicBezTo>
                <a:cubicBezTo>
                  <a:pt x="510354" y="61157"/>
                  <a:pt x="507957" y="65364"/>
                  <a:pt x="506148" y="70973"/>
                </a:cubicBezTo>
                <a:cubicBezTo>
                  <a:pt x="511259" y="68756"/>
                  <a:pt x="516348" y="66563"/>
                  <a:pt x="521414" y="64391"/>
                </a:cubicBezTo>
                <a:cubicBezTo>
                  <a:pt x="527521" y="61632"/>
                  <a:pt x="532384" y="59076"/>
                  <a:pt x="536002" y="56724"/>
                </a:cubicBezTo>
                <a:cubicBezTo>
                  <a:pt x="532972" y="55005"/>
                  <a:pt x="529014" y="54146"/>
                  <a:pt x="524128" y="54146"/>
                </a:cubicBezTo>
                <a:close/>
                <a:moveTo>
                  <a:pt x="617875" y="54076"/>
                </a:moveTo>
                <a:cubicBezTo>
                  <a:pt x="616925" y="54076"/>
                  <a:pt x="615806" y="54042"/>
                  <a:pt x="614517" y="53974"/>
                </a:cubicBezTo>
                <a:cubicBezTo>
                  <a:pt x="613227" y="53906"/>
                  <a:pt x="612108" y="53872"/>
                  <a:pt x="611158" y="53872"/>
                </a:cubicBezTo>
                <a:cubicBezTo>
                  <a:pt x="609303" y="53872"/>
                  <a:pt x="607155" y="54054"/>
                  <a:pt x="604712" y="54417"/>
                </a:cubicBezTo>
                <a:cubicBezTo>
                  <a:pt x="605526" y="72692"/>
                  <a:pt x="605933" y="84634"/>
                  <a:pt x="605933" y="90243"/>
                </a:cubicBezTo>
                <a:cubicBezTo>
                  <a:pt x="605933" y="90831"/>
                  <a:pt x="605956" y="91928"/>
                  <a:pt x="606001" y="93534"/>
                </a:cubicBezTo>
                <a:cubicBezTo>
                  <a:pt x="606046" y="95139"/>
                  <a:pt x="606069" y="96440"/>
                  <a:pt x="606069" y="97435"/>
                </a:cubicBezTo>
                <a:cubicBezTo>
                  <a:pt x="606069" y="107839"/>
                  <a:pt x="602790" y="113041"/>
                  <a:pt x="596230" y="113041"/>
                </a:cubicBezTo>
                <a:cubicBezTo>
                  <a:pt x="593743" y="113041"/>
                  <a:pt x="591594" y="112272"/>
                  <a:pt x="589785" y="110734"/>
                </a:cubicBezTo>
                <a:cubicBezTo>
                  <a:pt x="587794" y="109106"/>
                  <a:pt x="586799" y="107070"/>
                  <a:pt x="586799" y="104627"/>
                </a:cubicBezTo>
                <a:cubicBezTo>
                  <a:pt x="586799" y="102999"/>
                  <a:pt x="586867" y="100556"/>
                  <a:pt x="587003" y="97299"/>
                </a:cubicBezTo>
                <a:cubicBezTo>
                  <a:pt x="587138" y="94043"/>
                  <a:pt x="587206" y="91600"/>
                  <a:pt x="587206" y="89971"/>
                </a:cubicBezTo>
                <a:cubicBezTo>
                  <a:pt x="587206" y="84498"/>
                  <a:pt x="586799" y="72782"/>
                  <a:pt x="585985" y="54824"/>
                </a:cubicBezTo>
                <a:cubicBezTo>
                  <a:pt x="583180" y="54689"/>
                  <a:pt x="578940" y="54315"/>
                  <a:pt x="573263" y="53705"/>
                </a:cubicBezTo>
                <a:cubicBezTo>
                  <a:pt x="567586" y="53094"/>
                  <a:pt x="564747" y="50165"/>
                  <a:pt x="564747" y="44918"/>
                </a:cubicBezTo>
                <a:cubicBezTo>
                  <a:pt x="564747" y="42385"/>
                  <a:pt x="565607" y="40236"/>
                  <a:pt x="567326" y="38472"/>
                </a:cubicBezTo>
                <a:cubicBezTo>
                  <a:pt x="569045" y="36708"/>
                  <a:pt x="571261" y="35826"/>
                  <a:pt x="573975" y="35826"/>
                </a:cubicBezTo>
                <a:cubicBezTo>
                  <a:pt x="575649" y="35826"/>
                  <a:pt x="579494" y="36097"/>
                  <a:pt x="585510" y="36640"/>
                </a:cubicBezTo>
                <a:cubicBezTo>
                  <a:pt x="585465" y="35188"/>
                  <a:pt x="585352" y="32784"/>
                  <a:pt x="585171" y="29426"/>
                </a:cubicBezTo>
                <a:cubicBezTo>
                  <a:pt x="584990" y="26523"/>
                  <a:pt x="584899" y="24277"/>
                  <a:pt x="584899" y="22688"/>
                </a:cubicBezTo>
                <a:cubicBezTo>
                  <a:pt x="584899" y="20148"/>
                  <a:pt x="585827" y="18039"/>
                  <a:pt x="587681" y="16361"/>
                </a:cubicBezTo>
                <a:cubicBezTo>
                  <a:pt x="589536" y="14681"/>
                  <a:pt x="591775" y="13842"/>
                  <a:pt x="594398" y="13842"/>
                </a:cubicBezTo>
                <a:cubicBezTo>
                  <a:pt x="601093" y="13842"/>
                  <a:pt x="604441" y="19490"/>
                  <a:pt x="604441" y="30788"/>
                </a:cubicBezTo>
                <a:lnTo>
                  <a:pt x="604305" y="36369"/>
                </a:lnTo>
                <a:cubicBezTo>
                  <a:pt x="607109" y="35916"/>
                  <a:pt x="609394" y="35690"/>
                  <a:pt x="611158" y="35690"/>
                </a:cubicBezTo>
                <a:cubicBezTo>
                  <a:pt x="616360" y="35690"/>
                  <a:pt x="619911" y="36031"/>
                  <a:pt x="621811" y="36712"/>
                </a:cubicBezTo>
                <a:cubicBezTo>
                  <a:pt x="625429" y="37983"/>
                  <a:pt x="627239" y="40752"/>
                  <a:pt x="627239" y="45020"/>
                </a:cubicBezTo>
                <a:cubicBezTo>
                  <a:pt x="627239" y="47608"/>
                  <a:pt x="626357" y="49764"/>
                  <a:pt x="624593" y="51489"/>
                </a:cubicBezTo>
                <a:cubicBezTo>
                  <a:pt x="622828" y="53213"/>
                  <a:pt x="620589" y="54076"/>
                  <a:pt x="617875" y="54076"/>
                </a:cubicBezTo>
                <a:close/>
                <a:moveTo>
                  <a:pt x="655764" y="46614"/>
                </a:moveTo>
                <a:cubicBezTo>
                  <a:pt x="659066" y="43357"/>
                  <a:pt x="662605" y="40926"/>
                  <a:pt x="666382" y="39320"/>
                </a:cubicBezTo>
                <a:cubicBezTo>
                  <a:pt x="670159" y="37714"/>
                  <a:pt x="674197" y="36911"/>
                  <a:pt x="678494" y="36911"/>
                </a:cubicBezTo>
                <a:cubicBezTo>
                  <a:pt x="686229" y="36911"/>
                  <a:pt x="691793" y="39083"/>
                  <a:pt x="695185" y="43425"/>
                </a:cubicBezTo>
                <a:cubicBezTo>
                  <a:pt x="697719" y="46682"/>
                  <a:pt x="699257" y="51680"/>
                  <a:pt x="699799" y="58420"/>
                </a:cubicBezTo>
                <a:cubicBezTo>
                  <a:pt x="700026" y="63984"/>
                  <a:pt x="700274" y="69571"/>
                  <a:pt x="700546" y="75180"/>
                </a:cubicBezTo>
                <a:cubicBezTo>
                  <a:pt x="701269" y="82463"/>
                  <a:pt x="701722" y="86895"/>
                  <a:pt x="701903" y="88479"/>
                </a:cubicBezTo>
                <a:cubicBezTo>
                  <a:pt x="702536" y="93500"/>
                  <a:pt x="703305" y="97887"/>
                  <a:pt x="704210" y="101642"/>
                </a:cubicBezTo>
                <a:cubicBezTo>
                  <a:pt x="704436" y="102592"/>
                  <a:pt x="704549" y="103429"/>
                  <a:pt x="704549" y="104152"/>
                </a:cubicBezTo>
                <a:cubicBezTo>
                  <a:pt x="704549" y="106686"/>
                  <a:pt x="703588" y="108778"/>
                  <a:pt x="701665" y="110429"/>
                </a:cubicBezTo>
                <a:cubicBezTo>
                  <a:pt x="699743" y="112080"/>
                  <a:pt x="697492" y="112905"/>
                  <a:pt x="694914" y="112905"/>
                </a:cubicBezTo>
                <a:cubicBezTo>
                  <a:pt x="690345" y="112905"/>
                  <a:pt x="687382" y="110644"/>
                  <a:pt x="686025" y="106120"/>
                </a:cubicBezTo>
                <a:cubicBezTo>
                  <a:pt x="684940" y="102456"/>
                  <a:pt x="683945" y="97299"/>
                  <a:pt x="683040" y="90650"/>
                </a:cubicBezTo>
                <a:cubicBezTo>
                  <a:pt x="682226" y="84272"/>
                  <a:pt x="681819" y="79025"/>
                  <a:pt x="681819" y="74908"/>
                </a:cubicBezTo>
                <a:cubicBezTo>
                  <a:pt x="681819" y="73777"/>
                  <a:pt x="681875" y="72070"/>
                  <a:pt x="681988" y="69786"/>
                </a:cubicBezTo>
                <a:cubicBezTo>
                  <a:pt x="682101" y="67501"/>
                  <a:pt x="682158" y="65794"/>
                  <a:pt x="682158" y="64663"/>
                </a:cubicBezTo>
                <a:cubicBezTo>
                  <a:pt x="682158" y="61315"/>
                  <a:pt x="682113" y="59370"/>
                  <a:pt x="682022" y="58827"/>
                </a:cubicBezTo>
                <a:cubicBezTo>
                  <a:pt x="681615" y="56340"/>
                  <a:pt x="680439" y="55096"/>
                  <a:pt x="678494" y="55096"/>
                </a:cubicBezTo>
                <a:cubicBezTo>
                  <a:pt x="673473" y="55096"/>
                  <a:pt x="668927" y="57403"/>
                  <a:pt x="664856" y="62017"/>
                </a:cubicBezTo>
                <a:cubicBezTo>
                  <a:pt x="662775" y="64323"/>
                  <a:pt x="659925" y="68711"/>
                  <a:pt x="656306" y="75180"/>
                </a:cubicBezTo>
                <a:cubicBezTo>
                  <a:pt x="656306" y="91555"/>
                  <a:pt x="655515" y="101416"/>
                  <a:pt x="653932" y="104763"/>
                </a:cubicBezTo>
                <a:cubicBezTo>
                  <a:pt x="652167" y="108472"/>
                  <a:pt x="649363" y="110327"/>
                  <a:pt x="645518" y="110327"/>
                </a:cubicBezTo>
                <a:cubicBezTo>
                  <a:pt x="642985" y="110327"/>
                  <a:pt x="640734" y="109479"/>
                  <a:pt x="638767" y="107783"/>
                </a:cubicBezTo>
                <a:cubicBezTo>
                  <a:pt x="636799" y="106086"/>
                  <a:pt x="635815" y="103994"/>
                  <a:pt x="635815" y="101506"/>
                </a:cubicBezTo>
                <a:cubicBezTo>
                  <a:pt x="635815" y="100647"/>
                  <a:pt x="636064" y="99448"/>
                  <a:pt x="636561" y="97910"/>
                </a:cubicBezTo>
                <a:cubicBezTo>
                  <a:pt x="636878" y="96915"/>
                  <a:pt x="637150" y="90808"/>
                  <a:pt x="637376" y="79590"/>
                </a:cubicBezTo>
                <a:cubicBezTo>
                  <a:pt x="637150" y="70498"/>
                  <a:pt x="637195" y="55367"/>
                  <a:pt x="637511" y="34197"/>
                </a:cubicBezTo>
                <a:lnTo>
                  <a:pt x="637647" y="31958"/>
                </a:lnTo>
                <a:cubicBezTo>
                  <a:pt x="637919" y="26621"/>
                  <a:pt x="638054" y="23047"/>
                  <a:pt x="638054" y="21238"/>
                </a:cubicBezTo>
                <a:cubicBezTo>
                  <a:pt x="638054" y="19835"/>
                  <a:pt x="637839" y="17766"/>
                  <a:pt x="637410" y="15029"/>
                </a:cubicBezTo>
                <a:cubicBezTo>
                  <a:pt x="636980" y="12292"/>
                  <a:pt x="636765" y="10223"/>
                  <a:pt x="636765" y="8821"/>
                </a:cubicBezTo>
                <a:cubicBezTo>
                  <a:pt x="636765" y="6242"/>
                  <a:pt x="637692" y="4128"/>
                  <a:pt x="639547" y="2477"/>
                </a:cubicBezTo>
                <a:cubicBezTo>
                  <a:pt x="641402" y="826"/>
                  <a:pt x="643641" y="0"/>
                  <a:pt x="646264" y="0"/>
                </a:cubicBezTo>
                <a:cubicBezTo>
                  <a:pt x="650742" y="0"/>
                  <a:pt x="653751" y="2397"/>
                  <a:pt x="655289" y="7192"/>
                </a:cubicBezTo>
                <a:cubicBezTo>
                  <a:pt x="656148" y="9906"/>
                  <a:pt x="656578" y="14068"/>
                  <a:pt x="656578" y="19677"/>
                </a:cubicBezTo>
                <a:cubicBezTo>
                  <a:pt x="656578" y="24200"/>
                  <a:pt x="656442" y="28792"/>
                  <a:pt x="656171" y="33451"/>
                </a:cubicBezTo>
                <a:cubicBezTo>
                  <a:pt x="655899" y="37884"/>
                  <a:pt x="655764" y="42272"/>
                  <a:pt x="655764" y="46614"/>
                </a:cubicBezTo>
                <a:close/>
                <a:moveTo>
                  <a:pt x="744569" y="112770"/>
                </a:moveTo>
                <a:cubicBezTo>
                  <a:pt x="736200" y="112770"/>
                  <a:pt x="729008" y="109892"/>
                  <a:pt x="722992" y="104138"/>
                </a:cubicBezTo>
                <a:cubicBezTo>
                  <a:pt x="716387" y="97837"/>
                  <a:pt x="712927" y="89431"/>
                  <a:pt x="712610" y="78918"/>
                </a:cubicBezTo>
                <a:cubicBezTo>
                  <a:pt x="712294" y="68903"/>
                  <a:pt x="715030" y="59975"/>
                  <a:pt x="720820" y="52136"/>
                </a:cubicBezTo>
                <a:cubicBezTo>
                  <a:pt x="727696" y="42891"/>
                  <a:pt x="737263" y="38268"/>
                  <a:pt x="749522" y="38268"/>
                </a:cubicBezTo>
                <a:cubicBezTo>
                  <a:pt x="758569" y="38268"/>
                  <a:pt x="765761" y="41894"/>
                  <a:pt x="771099" y="49144"/>
                </a:cubicBezTo>
                <a:cubicBezTo>
                  <a:pt x="775893" y="55670"/>
                  <a:pt x="778291" y="63759"/>
                  <a:pt x="778291" y="73411"/>
                </a:cubicBezTo>
                <a:cubicBezTo>
                  <a:pt x="778291" y="83926"/>
                  <a:pt x="775486" y="92898"/>
                  <a:pt x="769877" y="100329"/>
                </a:cubicBezTo>
                <a:cubicBezTo>
                  <a:pt x="763590" y="108623"/>
                  <a:pt x="755153" y="112770"/>
                  <a:pt x="744569" y="112770"/>
                </a:cubicBezTo>
                <a:moveTo>
                  <a:pt x="748640" y="56181"/>
                </a:moveTo>
                <a:cubicBezTo>
                  <a:pt x="743076" y="56136"/>
                  <a:pt x="738688" y="58673"/>
                  <a:pt x="735476" y="63793"/>
                </a:cubicBezTo>
                <a:cubicBezTo>
                  <a:pt x="732762" y="68099"/>
                  <a:pt x="731405" y="73129"/>
                  <a:pt x="731405" y="78884"/>
                </a:cubicBezTo>
                <a:cubicBezTo>
                  <a:pt x="731405" y="84322"/>
                  <a:pt x="732943" y="88491"/>
                  <a:pt x="736019" y="91390"/>
                </a:cubicBezTo>
                <a:cubicBezTo>
                  <a:pt x="738462" y="93701"/>
                  <a:pt x="741312" y="94857"/>
                  <a:pt x="744569" y="94857"/>
                </a:cubicBezTo>
                <a:cubicBezTo>
                  <a:pt x="748504" y="94857"/>
                  <a:pt x="751919" y="93520"/>
                  <a:pt x="754814" y="90847"/>
                </a:cubicBezTo>
                <a:cubicBezTo>
                  <a:pt x="758116" y="87720"/>
                  <a:pt x="759880" y="83483"/>
                  <a:pt x="760107" y="78136"/>
                </a:cubicBezTo>
                <a:cubicBezTo>
                  <a:pt x="760695" y="63545"/>
                  <a:pt x="756872" y="56227"/>
                  <a:pt x="748640" y="56181"/>
                </a:cubicBezTo>
                <a:close/>
                <a:moveTo>
                  <a:pt x="839602" y="40440"/>
                </a:moveTo>
                <a:cubicBezTo>
                  <a:pt x="840190" y="25039"/>
                  <a:pt x="840891" y="14404"/>
                  <a:pt x="841705" y="8534"/>
                </a:cubicBezTo>
                <a:cubicBezTo>
                  <a:pt x="842474" y="3207"/>
                  <a:pt x="845414" y="543"/>
                  <a:pt x="850526" y="543"/>
                </a:cubicBezTo>
                <a:cubicBezTo>
                  <a:pt x="853195" y="543"/>
                  <a:pt x="855343" y="1411"/>
                  <a:pt x="856972" y="3147"/>
                </a:cubicBezTo>
                <a:cubicBezTo>
                  <a:pt x="858600" y="4883"/>
                  <a:pt x="859414" y="7006"/>
                  <a:pt x="859414" y="9518"/>
                </a:cubicBezTo>
                <a:cubicBezTo>
                  <a:pt x="859414" y="16142"/>
                  <a:pt x="858906" y="26010"/>
                  <a:pt x="857888" y="39121"/>
                </a:cubicBezTo>
                <a:cubicBezTo>
                  <a:pt x="856870" y="52230"/>
                  <a:pt x="856361" y="62097"/>
                  <a:pt x="856361" y="68721"/>
                </a:cubicBezTo>
                <a:cubicBezTo>
                  <a:pt x="856361" y="84891"/>
                  <a:pt x="856881" y="95717"/>
                  <a:pt x="857922" y="101199"/>
                </a:cubicBezTo>
                <a:cubicBezTo>
                  <a:pt x="858057" y="101930"/>
                  <a:pt x="858125" y="102592"/>
                  <a:pt x="858125" y="103186"/>
                </a:cubicBezTo>
                <a:cubicBezTo>
                  <a:pt x="858125" y="105699"/>
                  <a:pt x="857221" y="107766"/>
                  <a:pt x="855411" y="109388"/>
                </a:cubicBezTo>
                <a:cubicBezTo>
                  <a:pt x="853602" y="111009"/>
                  <a:pt x="851498" y="111820"/>
                  <a:pt x="849101" y="111820"/>
                </a:cubicBezTo>
                <a:cubicBezTo>
                  <a:pt x="845754" y="111820"/>
                  <a:pt x="843266" y="110327"/>
                  <a:pt x="841637" y="107341"/>
                </a:cubicBezTo>
                <a:cubicBezTo>
                  <a:pt x="838561" y="109196"/>
                  <a:pt x="835372" y="110406"/>
                  <a:pt x="832070" y="110972"/>
                </a:cubicBezTo>
                <a:cubicBezTo>
                  <a:pt x="828768" y="111537"/>
                  <a:pt x="825353" y="111820"/>
                  <a:pt x="821825" y="111820"/>
                </a:cubicBezTo>
                <a:cubicBezTo>
                  <a:pt x="811692" y="111820"/>
                  <a:pt x="803278" y="108583"/>
                  <a:pt x="796584" y="102108"/>
                </a:cubicBezTo>
                <a:cubicBezTo>
                  <a:pt x="789753" y="95499"/>
                  <a:pt x="786338" y="87077"/>
                  <a:pt x="786338" y="76844"/>
                </a:cubicBezTo>
                <a:cubicBezTo>
                  <a:pt x="786338" y="64665"/>
                  <a:pt x="789776" y="54829"/>
                  <a:pt x="796652" y="47337"/>
                </a:cubicBezTo>
                <a:cubicBezTo>
                  <a:pt x="803527" y="39844"/>
                  <a:pt x="812506" y="36097"/>
                  <a:pt x="823589" y="36097"/>
                </a:cubicBezTo>
                <a:cubicBezTo>
                  <a:pt x="826981" y="36097"/>
                  <a:pt x="830012" y="36459"/>
                  <a:pt x="832681" y="37183"/>
                </a:cubicBezTo>
                <a:cubicBezTo>
                  <a:pt x="835350" y="37907"/>
                  <a:pt x="837657" y="38992"/>
                  <a:pt x="839602" y="40440"/>
                </a:cubicBezTo>
                <a:moveTo>
                  <a:pt x="838245" y="61813"/>
                </a:moveTo>
                <a:cubicBezTo>
                  <a:pt x="836752" y="58963"/>
                  <a:pt x="834807" y="56837"/>
                  <a:pt x="832409" y="55435"/>
                </a:cubicBezTo>
                <a:cubicBezTo>
                  <a:pt x="830012" y="54033"/>
                  <a:pt x="827162" y="53331"/>
                  <a:pt x="823860" y="53331"/>
                </a:cubicBezTo>
                <a:cubicBezTo>
                  <a:pt x="817165" y="53331"/>
                  <a:pt x="812144" y="55265"/>
                  <a:pt x="808797" y="59133"/>
                </a:cubicBezTo>
                <a:cubicBezTo>
                  <a:pt x="805450" y="63000"/>
                  <a:pt x="803776" y="68802"/>
                  <a:pt x="803776" y="76537"/>
                </a:cubicBezTo>
                <a:cubicBezTo>
                  <a:pt x="803776" y="81422"/>
                  <a:pt x="805585" y="85606"/>
                  <a:pt x="809204" y="89089"/>
                </a:cubicBezTo>
                <a:cubicBezTo>
                  <a:pt x="812823" y="92572"/>
                  <a:pt x="817030" y="94314"/>
                  <a:pt x="821825" y="94314"/>
                </a:cubicBezTo>
                <a:cubicBezTo>
                  <a:pt x="825308" y="94314"/>
                  <a:pt x="827954" y="93907"/>
                  <a:pt x="829763" y="93093"/>
                </a:cubicBezTo>
                <a:cubicBezTo>
                  <a:pt x="830985" y="92550"/>
                  <a:pt x="833065" y="91102"/>
                  <a:pt x="836006" y="88750"/>
                </a:cubicBezTo>
                <a:cubicBezTo>
                  <a:pt x="836775" y="88117"/>
                  <a:pt x="837521" y="87416"/>
                  <a:pt x="838245" y="86647"/>
                </a:cubicBezTo>
                <a:cubicBezTo>
                  <a:pt x="838154" y="84475"/>
                  <a:pt x="838154" y="76198"/>
                  <a:pt x="838245" y="61813"/>
                </a:cubicBezTo>
                <a:close/>
                <a:moveTo>
                  <a:pt x="919402" y="59031"/>
                </a:moveTo>
                <a:cubicBezTo>
                  <a:pt x="914924" y="59031"/>
                  <a:pt x="912233" y="57154"/>
                  <a:pt x="911328" y="53399"/>
                </a:cubicBezTo>
                <a:cubicBezTo>
                  <a:pt x="909519" y="53083"/>
                  <a:pt x="907664" y="52924"/>
                  <a:pt x="905764" y="52924"/>
                </a:cubicBezTo>
                <a:cubicBezTo>
                  <a:pt x="894863" y="52924"/>
                  <a:pt x="889412" y="54417"/>
                  <a:pt x="889412" y="57403"/>
                </a:cubicBezTo>
                <a:cubicBezTo>
                  <a:pt x="889412" y="59167"/>
                  <a:pt x="892691" y="61542"/>
                  <a:pt x="899250" y="64527"/>
                </a:cubicBezTo>
                <a:cubicBezTo>
                  <a:pt x="908207" y="68643"/>
                  <a:pt x="914268" y="71855"/>
                  <a:pt x="917435" y="74162"/>
                </a:cubicBezTo>
                <a:cubicBezTo>
                  <a:pt x="923994" y="78912"/>
                  <a:pt x="927273" y="84272"/>
                  <a:pt x="927273" y="90243"/>
                </a:cubicBezTo>
                <a:cubicBezTo>
                  <a:pt x="927273" y="98023"/>
                  <a:pt x="923654" y="103926"/>
                  <a:pt x="916417" y="107952"/>
                </a:cubicBezTo>
                <a:cubicBezTo>
                  <a:pt x="910582" y="111164"/>
                  <a:pt x="903412" y="112770"/>
                  <a:pt x="894908" y="112770"/>
                </a:cubicBezTo>
                <a:cubicBezTo>
                  <a:pt x="888892" y="112770"/>
                  <a:pt x="883396" y="111842"/>
                  <a:pt x="878420" y="109988"/>
                </a:cubicBezTo>
                <a:cubicBezTo>
                  <a:pt x="871635" y="107455"/>
                  <a:pt x="868242" y="103723"/>
                  <a:pt x="868242" y="98792"/>
                </a:cubicBezTo>
                <a:cubicBezTo>
                  <a:pt x="868242" y="94269"/>
                  <a:pt x="870934" y="92007"/>
                  <a:pt x="876317" y="92007"/>
                </a:cubicBezTo>
                <a:cubicBezTo>
                  <a:pt x="878397" y="92007"/>
                  <a:pt x="881405" y="92663"/>
                  <a:pt x="885341" y="93975"/>
                </a:cubicBezTo>
                <a:cubicBezTo>
                  <a:pt x="889276" y="95287"/>
                  <a:pt x="892307" y="95942"/>
                  <a:pt x="894433" y="95942"/>
                </a:cubicBezTo>
                <a:cubicBezTo>
                  <a:pt x="903616" y="95942"/>
                  <a:pt x="908229" y="94088"/>
                  <a:pt x="908275" y="90379"/>
                </a:cubicBezTo>
                <a:cubicBezTo>
                  <a:pt x="908275" y="88072"/>
                  <a:pt x="905086" y="85516"/>
                  <a:pt x="898708" y="82711"/>
                </a:cubicBezTo>
                <a:cubicBezTo>
                  <a:pt x="889389" y="78589"/>
                  <a:pt x="883418" y="75622"/>
                  <a:pt x="880795" y="73810"/>
                </a:cubicBezTo>
                <a:cubicBezTo>
                  <a:pt x="874417" y="69325"/>
                  <a:pt x="871228" y="63866"/>
                  <a:pt x="871228" y="57434"/>
                </a:cubicBezTo>
                <a:cubicBezTo>
                  <a:pt x="871228" y="48328"/>
                  <a:pt x="876045" y="42190"/>
                  <a:pt x="885680" y="39019"/>
                </a:cubicBezTo>
                <a:cubicBezTo>
                  <a:pt x="891334" y="37162"/>
                  <a:pt x="899929" y="36233"/>
                  <a:pt x="911464" y="36233"/>
                </a:cubicBezTo>
                <a:cubicBezTo>
                  <a:pt x="915987" y="36233"/>
                  <a:pt x="919335" y="36822"/>
                  <a:pt x="921506" y="38001"/>
                </a:cubicBezTo>
                <a:cubicBezTo>
                  <a:pt x="924491" y="39590"/>
                  <a:pt x="925984" y="42517"/>
                  <a:pt x="925984" y="46782"/>
                </a:cubicBezTo>
                <a:cubicBezTo>
                  <a:pt x="925984" y="54948"/>
                  <a:pt x="923790" y="59031"/>
                  <a:pt x="919402" y="59031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Text w/wrongsolution">
            <a:extLst xmlns:a="http://schemas.openxmlformats.org/drawingml/2006/main">
              <a:ext uri="{FF2B5EF4-FFF2-40B4-BE49-F238E27FC236}">
                <a16:creationId xmlns:a16="http://schemas.microsoft.com/office/drawing/2014/main" id="{16216FAB-A979-4D3E-8563-225370F3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155" y="5406536"/>
            <a:ext cx="1015834" cy="134531"/>
          </a:xfrm>
          <a:custGeom xmlns:a="http://schemas.openxmlformats.org/drawingml/2006/main">
            <a:pathLst>
              <a:path w="1015834" h="134531">
                <a:moveTo>
                  <a:pt x="77331" y="44941"/>
                </a:moveTo>
                <a:cubicBezTo>
                  <a:pt x="74139" y="58304"/>
                  <a:pt x="69966" y="73408"/>
                  <a:pt x="64810" y="90255"/>
                </a:cubicBezTo>
                <a:cubicBezTo>
                  <a:pt x="63665" y="93979"/>
                  <a:pt x="61762" y="97804"/>
                  <a:pt x="59103" y="101732"/>
                </a:cubicBezTo>
                <a:cubicBezTo>
                  <a:pt x="57671" y="103901"/>
                  <a:pt x="55727" y="104965"/>
                  <a:pt x="53272" y="104924"/>
                </a:cubicBezTo>
                <a:cubicBezTo>
                  <a:pt x="48812" y="104842"/>
                  <a:pt x="45335" y="99297"/>
                  <a:pt x="42839" y="88288"/>
                </a:cubicBezTo>
                <a:cubicBezTo>
                  <a:pt x="42020" y="84763"/>
                  <a:pt x="41182" y="79966"/>
                  <a:pt x="40322" y="73899"/>
                </a:cubicBezTo>
                <a:lnTo>
                  <a:pt x="38297" y="60188"/>
                </a:lnTo>
                <a:lnTo>
                  <a:pt x="33264" y="71932"/>
                </a:lnTo>
                <a:lnTo>
                  <a:pt x="23936" y="97325"/>
                </a:lnTo>
                <a:cubicBezTo>
                  <a:pt x="23404" y="98882"/>
                  <a:pt x="22626" y="100071"/>
                  <a:pt x="21603" y="100890"/>
                </a:cubicBezTo>
                <a:cubicBezTo>
                  <a:pt x="20376" y="103269"/>
                  <a:pt x="18412" y="104499"/>
                  <a:pt x="15712" y="104580"/>
                </a:cubicBezTo>
                <a:cubicBezTo>
                  <a:pt x="12602" y="104703"/>
                  <a:pt x="9595" y="98596"/>
                  <a:pt x="6690" y="86258"/>
                </a:cubicBezTo>
                <a:cubicBezTo>
                  <a:pt x="5217" y="79905"/>
                  <a:pt x="3744" y="71297"/>
                  <a:pt x="2271" y="60436"/>
                </a:cubicBezTo>
                <a:lnTo>
                  <a:pt x="798" y="51212"/>
                </a:lnTo>
                <a:cubicBezTo>
                  <a:pt x="266" y="47524"/>
                  <a:pt x="0" y="44429"/>
                  <a:pt x="0" y="41928"/>
                </a:cubicBezTo>
                <a:cubicBezTo>
                  <a:pt x="0" y="40207"/>
                  <a:pt x="604" y="38783"/>
                  <a:pt x="1811" y="37656"/>
                </a:cubicBezTo>
                <a:cubicBezTo>
                  <a:pt x="3018" y="36529"/>
                  <a:pt x="4480" y="35965"/>
                  <a:pt x="6199" y="35965"/>
                </a:cubicBezTo>
                <a:cubicBezTo>
                  <a:pt x="9308" y="35965"/>
                  <a:pt x="11231" y="37666"/>
                  <a:pt x="11968" y="41068"/>
                </a:cubicBezTo>
                <a:cubicBezTo>
                  <a:pt x="12500" y="43486"/>
                  <a:pt x="12929" y="46478"/>
                  <a:pt x="13257" y="50044"/>
                </a:cubicBezTo>
                <a:lnTo>
                  <a:pt x="14177" y="59083"/>
                </a:lnTo>
                <a:lnTo>
                  <a:pt x="17798" y="86688"/>
                </a:lnTo>
                <a:cubicBezTo>
                  <a:pt x="22340" y="74063"/>
                  <a:pt x="27045" y="59512"/>
                  <a:pt x="31914" y="43034"/>
                </a:cubicBezTo>
                <a:cubicBezTo>
                  <a:pt x="33264" y="38485"/>
                  <a:pt x="35617" y="36210"/>
                  <a:pt x="38972" y="36210"/>
                </a:cubicBezTo>
                <a:cubicBezTo>
                  <a:pt x="42204" y="36210"/>
                  <a:pt x="44393" y="38752"/>
                  <a:pt x="45539" y="43834"/>
                </a:cubicBezTo>
                <a:cubicBezTo>
                  <a:pt x="46603" y="48630"/>
                  <a:pt x="47933" y="56008"/>
                  <a:pt x="49528" y="65969"/>
                </a:cubicBezTo>
                <a:cubicBezTo>
                  <a:pt x="51165" y="76297"/>
                  <a:pt x="52618" y="84351"/>
                  <a:pt x="53886" y="90131"/>
                </a:cubicBezTo>
                <a:lnTo>
                  <a:pt x="58366" y="73406"/>
                </a:lnTo>
                <a:lnTo>
                  <a:pt x="66283" y="39899"/>
                </a:lnTo>
                <a:cubicBezTo>
                  <a:pt x="66897" y="37440"/>
                  <a:pt x="68656" y="36210"/>
                  <a:pt x="71561" y="36210"/>
                </a:cubicBezTo>
                <a:cubicBezTo>
                  <a:pt x="73280" y="36210"/>
                  <a:pt x="74773" y="36790"/>
                  <a:pt x="76042" y="37950"/>
                </a:cubicBezTo>
                <a:cubicBezTo>
                  <a:pt x="77310" y="39110"/>
                  <a:pt x="77944" y="40504"/>
                  <a:pt x="77944" y="42133"/>
                </a:cubicBezTo>
                <a:cubicBezTo>
                  <a:pt x="77944" y="42336"/>
                  <a:pt x="77740" y="43272"/>
                  <a:pt x="77331" y="44941"/>
                </a:cubicBezTo>
                <a:close/>
                <a:moveTo>
                  <a:pt x="92089" y="105440"/>
                </a:moveTo>
                <a:cubicBezTo>
                  <a:pt x="90575" y="105440"/>
                  <a:pt x="89245" y="104928"/>
                  <a:pt x="88099" y="103905"/>
                </a:cubicBezTo>
                <a:cubicBezTo>
                  <a:pt x="86954" y="102882"/>
                  <a:pt x="86381" y="101614"/>
                  <a:pt x="86381" y="100100"/>
                </a:cubicBezTo>
                <a:cubicBezTo>
                  <a:pt x="86381" y="99445"/>
                  <a:pt x="86524" y="98750"/>
                  <a:pt x="86810" y="98013"/>
                </a:cubicBezTo>
                <a:cubicBezTo>
                  <a:pt x="90002" y="89217"/>
                  <a:pt x="96016" y="76543"/>
                  <a:pt x="104854" y="59993"/>
                </a:cubicBezTo>
                <a:cubicBezTo>
                  <a:pt x="113692" y="43442"/>
                  <a:pt x="119727" y="30748"/>
                  <a:pt x="122959" y="21910"/>
                </a:cubicBezTo>
                <a:cubicBezTo>
                  <a:pt x="128319" y="7263"/>
                  <a:pt x="132370" y="0"/>
                  <a:pt x="135111" y="123"/>
                </a:cubicBezTo>
                <a:cubicBezTo>
                  <a:pt x="136625" y="164"/>
                  <a:pt x="137955" y="706"/>
                  <a:pt x="139101" y="1749"/>
                </a:cubicBezTo>
                <a:cubicBezTo>
                  <a:pt x="140246" y="2792"/>
                  <a:pt x="140819" y="4051"/>
                  <a:pt x="140819" y="5524"/>
                </a:cubicBezTo>
                <a:cubicBezTo>
                  <a:pt x="140819" y="6465"/>
                  <a:pt x="140594" y="7590"/>
                  <a:pt x="140144" y="8899"/>
                </a:cubicBezTo>
                <a:lnTo>
                  <a:pt x="133270" y="25593"/>
                </a:lnTo>
                <a:cubicBezTo>
                  <a:pt x="130529" y="33162"/>
                  <a:pt x="126621" y="41898"/>
                  <a:pt x="121548" y="51799"/>
                </a:cubicBezTo>
                <a:lnTo>
                  <a:pt x="108168" y="77208"/>
                </a:lnTo>
                <a:lnTo>
                  <a:pt x="97060" y="101819"/>
                </a:lnTo>
                <a:cubicBezTo>
                  <a:pt x="95955" y="104233"/>
                  <a:pt x="94298" y="105440"/>
                  <a:pt x="92089" y="105440"/>
                </a:cubicBezTo>
                <a:close/>
                <a:moveTo>
                  <a:pt x="265171" y="44941"/>
                </a:moveTo>
                <a:cubicBezTo>
                  <a:pt x="261980" y="58304"/>
                  <a:pt x="257807" y="73408"/>
                  <a:pt x="252651" y="90255"/>
                </a:cubicBezTo>
                <a:cubicBezTo>
                  <a:pt x="251506" y="93979"/>
                  <a:pt x="249603" y="97804"/>
                  <a:pt x="246944" y="101732"/>
                </a:cubicBezTo>
                <a:cubicBezTo>
                  <a:pt x="245511" y="103901"/>
                  <a:pt x="243568" y="104965"/>
                  <a:pt x="241113" y="104924"/>
                </a:cubicBezTo>
                <a:cubicBezTo>
                  <a:pt x="236653" y="104842"/>
                  <a:pt x="233175" y="99297"/>
                  <a:pt x="230680" y="88288"/>
                </a:cubicBezTo>
                <a:cubicBezTo>
                  <a:pt x="229861" y="84763"/>
                  <a:pt x="229022" y="79966"/>
                  <a:pt x="228163" y="73899"/>
                </a:cubicBezTo>
                <a:lnTo>
                  <a:pt x="226138" y="60188"/>
                </a:lnTo>
                <a:lnTo>
                  <a:pt x="221105" y="71932"/>
                </a:lnTo>
                <a:lnTo>
                  <a:pt x="211777" y="97325"/>
                </a:lnTo>
                <a:cubicBezTo>
                  <a:pt x="211245" y="98882"/>
                  <a:pt x="210467" y="100071"/>
                  <a:pt x="209444" y="100890"/>
                </a:cubicBezTo>
                <a:cubicBezTo>
                  <a:pt x="208217" y="103269"/>
                  <a:pt x="206253" y="104499"/>
                  <a:pt x="203552" y="104580"/>
                </a:cubicBezTo>
                <a:cubicBezTo>
                  <a:pt x="200443" y="104703"/>
                  <a:pt x="197436" y="98596"/>
                  <a:pt x="194531" y="86258"/>
                </a:cubicBezTo>
                <a:cubicBezTo>
                  <a:pt x="193058" y="79905"/>
                  <a:pt x="191585" y="71297"/>
                  <a:pt x="190112" y="60436"/>
                </a:cubicBezTo>
                <a:lnTo>
                  <a:pt x="188639" y="51212"/>
                </a:lnTo>
                <a:cubicBezTo>
                  <a:pt x="188107" y="47524"/>
                  <a:pt x="187841" y="44429"/>
                  <a:pt x="187841" y="41928"/>
                </a:cubicBezTo>
                <a:cubicBezTo>
                  <a:pt x="187841" y="40207"/>
                  <a:pt x="188444" y="38783"/>
                  <a:pt x="189651" y="37656"/>
                </a:cubicBezTo>
                <a:cubicBezTo>
                  <a:pt x="190858" y="36529"/>
                  <a:pt x="192321" y="35965"/>
                  <a:pt x="194040" y="35965"/>
                </a:cubicBezTo>
                <a:cubicBezTo>
                  <a:pt x="197149" y="35965"/>
                  <a:pt x="199072" y="37666"/>
                  <a:pt x="199809" y="41068"/>
                </a:cubicBezTo>
                <a:cubicBezTo>
                  <a:pt x="200341" y="43486"/>
                  <a:pt x="200770" y="46478"/>
                  <a:pt x="201098" y="50044"/>
                </a:cubicBezTo>
                <a:lnTo>
                  <a:pt x="202018" y="59083"/>
                </a:lnTo>
                <a:lnTo>
                  <a:pt x="205639" y="86688"/>
                </a:lnTo>
                <a:cubicBezTo>
                  <a:pt x="210181" y="74063"/>
                  <a:pt x="214886" y="59512"/>
                  <a:pt x="219755" y="43034"/>
                </a:cubicBezTo>
                <a:cubicBezTo>
                  <a:pt x="221105" y="38485"/>
                  <a:pt x="223458" y="36210"/>
                  <a:pt x="226813" y="36210"/>
                </a:cubicBezTo>
                <a:cubicBezTo>
                  <a:pt x="230045" y="36210"/>
                  <a:pt x="232234" y="38752"/>
                  <a:pt x="233380" y="43834"/>
                </a:cubicBezTo>
                <a:cubicBezTo>
                  <a:pt x="234444" y="48630"/>
                  <a:pt x="235774" y="56008"/>
                  <a:pt x="237369" y="65969"/>
                </a:cubicBezTo>
                <a:cubicBezTo>
                  <a:pt x="239006" y="76297"/>
                  <a:pt x="240458" y="84351"/>
                  <a:pt x="241727" y="90131"/>
                </a:cubicBezTo>
                <a:lnTo>
                  <a:pt x="246207" y="73406"/>
                </a:lnTo>
                <a:lnTo>
                  <a:pt x="254124" y="39899"/>
                </a:lnTo>
                <a:cubicBezTo>
                  <a:pt x="254738" y="37440"/>
                  <a:pt x="256497" y="36210"/>
                  <a:pt x="259402" y="36210"/>
                </a:cubicBezTo>
                <a:cubicBezTo>
                  <a:pt x="261121" y="36210"/>
                  <a:pt x="262614" y="36790"/>
                  <a:pt x="263883" y="37950"/>
                </a:cubicBezTo>
                <a:cubicBezTo>
                  <a:pt x="265151" y="39110"/>
                  <a:pt x="265785" y="40504"/>
                  <a:pt x="265785" y="42133"/>
                </a:cubicBezTo>
                <a:cubicBezTo>
                  <a:pt x="265785" y="42336"/>
                  <a:pt x="265581" y="43272"/>
                  <a:pt x="265171" y="44941"/>
                </a:cubicBezTo>
                <a:close/>
                <a:moveTo>
                  <a:pt x="325346" y="54438"/>
                </a:moveTo>
                <a:cubicBezTo>
                  <a:pt x="325060" y="59553"/>
                  <a:pt x="323014" y="62110"/>
                  <a:pt x="319209" y="62110"/>
                </a:cubicBezTo>
                <a:cubicBezTo>
                  <a:pt x="315690" y="62110"/>
                  <a:pt x="313931" y="60093"/>
                  <a:pt x="313931" y="56059"/>
                </a:cubicBezTo>
                <a:cubicBezTo>
                  <a:pt x="313931" y="55284"/>
                  <a:pt x="313869" y="53857"/>
                  <a:pt x="313747" y="51778"/>
                </a:cubicBezTo>
                <a:lnTo>
                  <a:pt x="313562" y="46644"/>
                </a:lnTo>
                <a:cubicBezTo>
                  <a:pt x="307098" y="47423"/>
                  <a:pt x="301922" y="49247"/>
                  <a:pt x="298035" y="52118"/>
                </a:cubicBezTo>
                <a:cubicBezTo>
                  <a:pt x="294393" y="54783"/>
                  <a:pt x="291366" y="58802"/>
                  <a:pt x="288952" y="64174"/>
                </a:cubicBezTo>
                <a:lnTo>
                  <a:pt x="289074" y="97877"/>
                </a:lnTo>
                <a:cubicBezTo>
                  <a:pt x="289074" y="102019"/>
                  <a:pt x="287049" y="104089"/>
                  <a:pt x="282998" y="104089"/>
                </a:cubicBezTo>
                <a:cubicBezTo>
                  <a:pt x="279398" y="104089"/>
                  <a:pt x="277598" y="102019"/>
                  <a:pt x="277598" y="97879"/>
                </a:cubicBezTo>
                <a:lnTo>
                  <a:pt x="277598" y="54716"/>
                </a:lnTo>
                <a:cubicBezTo>
                  <a:pt x="277598" y="53364"/>
                  <a:pt x="277649" y="51335"/>
                  <a:pt x="277751" y="48631"/>
                </a:cubicBezTo>
                <a:cubicBezTo>
                  <a:pt x="277853" y="45925"/>
                  <a:pt x="277904" y="43896"/>
                  <a:pt x="277904" y="42543"/>
                </a:cubicBezTo>
                <a:cubicBezTo>
                  <a:pt x="277904" y="38403"/>
                  <a:pt x="279705" y="36333"/>
                  <a:pt x="283305" y="36333"/>
                </a:cubicBezTo>
                <a:cubicBezTo>
                  <a:pt x="287315" y="36333"/>
                  <a:pt x="289340" y="39729"/>
                  <a:pt x="289381" y="46521"/>
                </a:cubicBezTo>
                <a:cubicBezTo>
                  <a:pt x="297237" y="38911"/>
                  <a:pt x="305952" y="35106"/>
                  <a:pt x="315526" y="35106"/>
                </a:cubicBezTo>
                <a:cubicBezTo>
                  <a:pt x="318841" y="35106"/>
                  <a:pt x="321316" y="36354"/>
                  <a:pt x="322953" y="38849"/>
                </a:cubicBezTo>
                <a:cubicBezTo>
                  <a:pt x="324589" y="41345"/>
                  <a:pt x="325408" y="45109"/>
                  <a:pt x="325408" y="50142"/>
                </a:cubicBezTo>
                <a:cubicBezTo>
                  <a:pt x="325408" y="52270"/>
                  <a:pt x="325387" y="53702"/>
                  <a:pt x="325346" y="54438"/>
                </a:cubicBezTo>
                <a:close/>
                <a:moveTo>
                  <a:pt x="360666" y="103598"/>
                </a:moveTo>
                <a:cubicBezTo>
                  <a:pt x="353792" y="103598"/>
                  <a:pt x="347879" y="101057"/>
                  <a:pt x="342929" y="95975"/>
                </a:cubicBezTo>
                <a:cubicBezTo>
                  <a:pt x="337405" y="90318"/>
                  <a:pt x="334500" y="82714"/>
                  <a:pt x="334214" y="73163"/>
                </a:cubicBezTo>
                <a:cubicBezTo>
                  <a:pt x="333968" y="63899"/>
                  <a:pt x="336300" y="55742"/>
                  <a:pt x="341210" y="48692"/>
                </a:cubicBezTo>
                <a:cubicBezTo>
                  <a:pt x="346938" y="40371"/>
                  <a:pt x="354917" y="36210"/>
                  <a:pt x="365146" y="36210"/>
                </a:cubicBezTo>
                <a:cubicBezTo>
                  <a:pt x="373329" y="36210"/>
                  <a:pt x="379528" y="39961"/>
                  <a:pt x="383742" y="47463"/>
                </a:cubicBezTo>
                <a:cubicBezTo>
                  <a:pt x="387097" y="53529"/>
                  <a:pt x="388713" y="60824"/>
                  <a:pt x="388591" y="69350"/>
                </a:cubicBezTo>
                <a:cubicBezTo>
                  <a:pt x="388468" y="78450"/>
                  <a:pt x="386095" y="86218"/>
                  <a:pt x="381471" y="92655"/>
                </a:cubicBezTo>
                <a:cubicBezTo>
                  <a:pt x="376234" y="99951"/>
                  <a:pt x="369299" y="103598"/>
                  <a:pt x="360666" y="103598"/>
                </a:cubicBezTo>
                <a:moveTo>
                  <a:pt x="364348" y="48731"/>
                </a:moveTo>
                <a:cubicBezTo>
                  <a:pt x="358333" y="48690"/>
                  <a:pt x="353649" y="51558"/>
                  <a:pt x="350293" y="57334"/>
                </a:cubicBezTo>
                <a:cubicBezTo>
                  <a:pt x="347634" y="61965"/>
                  <a:pt x="346304" y="67251"/>
                  <a:pt x="346304" y="73192"/>
                </a:cubicBezTo>
                <a:cubicBezTo>
                  <a:pt x="346304" y="79133"/>
                  <a:pt x="347920" y="83764"/>
                  <a:pt x="351153" y="87083"/>
                </a:cubicBezTo>
                <a:cubicBezTo>
                  <a:pt x="353853" y="89828"/>
                  <a:pt x="357024" y="91201"/>
                  <a:pt x="360666" y="91201"/>
                </a:cubicBezTo>
                <a:cubicBezTo>
                  <a:pt x="364921" y="91201"/>
                  <a:pt x="368583" y="89644"/>
                  <a:pt x="371651" y="86529"/>
                </a:cubicBezTo>
                <a:cubicBezTo>
                  <a:pt x="375129" y="83088"/>
                  <a:pt x="376970" y="78438"/>
                  <a:pt x="377175" y="72578"/>
                </a:cubicBezTo>
                <a:cubicBezTo>
                  <a:pt x="377748" y="56721"/>
                  <a:pt x="373472" y="48771"/>
                  <a:pt x="364348" y="48731"/>
                </a:cubicBezTo>
                <a:close/>
                <a:moveTo>
                  <a:pt x="451062" y="104335"/>
                </a:moveTo>
                <a:cubicBezTo>
                  <a:pt x="447543" y="104335"/>
                  <a:pt x="445559" y="102408"/>
                  <a:pt x="445109" y="98554"/>
                </a:cubicBezTo>
                <a:lnTo>
                  <a:pt x="443390" y="85085"/>
                </a:lnTo>
                <a:cubicBezTo>
                  <a:pt x="442817" y="80287"/>
                  <a:pt x="442531" y="75798"/>
                  <a:pt x="442531" y="71615"/>
                </a:cubicBezTo>
                <a:cubicBezTo>
                  <a:pt x="442531" y="70467"/>
                  <a:pt x="442603" y="68520"/>
                  <a:pt x="442746" y="65773"/>
                </a:cubicBezTo>
                <a:cubicBezTo>
                  <a:pt x="442889" y="63025"/>
                  <a:pt x="442961" y="61077"/>
                  <a:pt x="442961" y="59929"/>
                </a:cubicBezTo>
                <a:cubicBezTo>
                  <a:pt x="442961" y="51072"/>
                  <a:pt x="441324" y="46644"/>
                  <a:pt x="438051" y="46644"/>
                </a:cubicBezTo>
                <a:cubicBezTo>
                  <a:pt x="433468" y="46644"/>
                  <a:pt x="429090" y="49368"/>
                  <a:pt x="424917" y="54816"/>
                </a:cubicBezTo>
                <a:cubicBezTo>
                  <a:pt x="421153" y="59772"/>
                  <a:pt x="418207" y="66038"/>
                  <a:pt x="416079" y="73616"/>
                </a:cubicBezTo>
                <a:cubicBezTo>
                  <a:pt x="415997" y="75214"/>
                  <a:pt x="415813" y="77221"/>
                  <a:pt x="415527" y="79638"/>
                </a:cubicBezTo>
                <a:cubicBezTo>
                  <a:pt x="415281" y="81686"/>
                  <a:pt x="415158" y="83672"/>
                  <a:pt x="415158" y="85597"/>
                </a:cubicBezTo>
                <a:cubicBezTo>
                  <a:pt x="415158" y="86826"/>
                  <a:pt x="415281" y="88669"/>
                  <a:pt x="415527" y="91126"/>
                </a:cubicBezTo>
                <a:cubicBezTo>
                  <a:pt x="415772" y="93584"/>
                  <a:pt x="415895" y="95427"/>
                  <a:pt x="415895" y="96656"/>
                </a:cubicBezTo>
                <a:cubicBezTo>
                  <a:pt x="415895" y="98499"/>
                  <a:pt x="415332" y="99995"/>
                  <a:pt x="414207" y="101142"/>
                </a:cubicBezTo>
                <a:cubicBezTo>
                  <a:pt x="413082" y="102288"/>
                  <a:pt x="411640" y="102862"/>
                  <a:pt x="409880" y="102862"/>
                </a:cubicBezTo>
                <a:cubicBezTo>
                  <a:pt x="408080" y="102862"/>
                  <a:pt x="406628" y="102288"/>
                  <a:pt x="405523" y="101140"/>
                </a:cubicBezTo>
                <a:cubicBezTo>
                  <a:pt x="404418" y="99993"/>
                  <a:pt x="403866" y="98497"/>
                  <a:pt x="403866" y="96652"/>
                </a:cubicBezTo>
                <a:cubicBezTo>
                  <a:pt x="403866" y="95423"/>
                  <a:pt x="403733" y="93579"/>
                  <a:pt x="403467" y="91120"/>
                </a:cubicBezTo>
                <a:cubicBezTo>
                  <a:pt x="403201" y="88660"/>
                  <a:pt x="403068" y="86815"/>
                  <a:pt x="403068" y="85585"/>
                </a:cubicBezTo>
                <a:cubicBezTo>
                  <a:pt x="403068" y="81363"/>
                  <a:pt x="403365" y="75512"/>
                  <a:pt x="403958" y="68032"/>
                </a:cubicBezTo>
                <a:cubicBezTo>
                  <a:pt x="404551" y="60553"/>
                  <a:pt x="404848" y="54702"/>
                  <a:pt x="404848" y="50480"/>
                </a:cubicBezTo>
                <a:cubicBezTo>
                  <a:pt x="404848" y="49168"/>
                  <a:pt x="404776" y="47221"/>
                  <a:pt x="404633" y="44640"/>
                </a:cubicBezTo>
                <a:cubicBezTo>
                  <a:pt x="404490" y="42057"/>
                  <a:pt x="404418" y="40110"/>
                  <a:pt x="404418" y="38800"/>
                </a:cubicBezTo>
                <a:cubicBezTo>
                  <a:pt x="404418" y="37036"/>
                  <a:pt x="405001" y="35591"/>
                  <a:pt x="406167" y="34465"/>
                </a:cubicBezTo>
                <a:cubicBezTo>
                  <a:pt x="407333" y="33337"/>
                  <a:pt x="408776" y="32773"/>
                  <a:pt x="410494" y="32773"/>
                </a:cubicBezTo>
                <a:cubicBezTo>
                  <a:pt x="414258" y="32773"/>
                  <a:pt x="416325" y="35444"/>
                  <a:pt x="416693" y="40785"/>
                </a:cubicBezTo>
                <a:lnTo>
                  <a:pt x="416877" y="47994"/>
                </a:lnTo>
                <a:cubicBezTo>
                  <a:pt x="423751" y="38829"/>
                  <a:pt x="430809" y="34246"/>
                  <a:pt x="438051" y="34246"/>
                </a:cubicBezTo>
                <a:cubicBezTo>
                  <a:pt x="444597" y="34246"/>
                  <a:pt x="449159" y="37136"/>
                  <a:pt x="451737" y="42915"/>
                </a:cubicBezTo>
                <a:cubicBezTo>
                  <a:pt x="453496" y="46768"/>
                  <a:pt x="454458" y="52465"/>
                  <a:pt x="454622" y="60008"/>
                </a:cubicBezTo>
                <a:lnTo>
                  <a:pt x="454622" y="66216"/>
                </a:lnTo>
                <a:lnTo>
                  <a:pt x="454560" y="71934"/>
                </a:lnTo>
                <a:cubicBezTo>
                  <a:pt x="454560" y="75336"/>
                  <a:pt x="455000" y="79732"/>
                  <a:pt x="455880" y="85123"/>
                </a:cubicBezTo>
                <a:cubicBezTo>
                  <a:pt x="456759" y="90512"/>
                  <a:pt x="457199" y="94887"/>
                  <a:pt x="457199" y="98247"/>
                </a:cubicBezTo>
                <a:cubicBezTo>
                  <a:pt x="457199" y="100052"/>
                  <a:pt x="456616" y="101517"/>
                  <a:pt x="455450" y="102643"/>
                </a:cubicBezTo>
                <a:cubicBezTo>
                  <a:pt x="454284" y="103771"/>
                  <a:pt x="452821" y="104335"/>
                  <a:pt x="451062" y="104335"/>
                </a:cubicBezTo>
                <a:close/>
                <a:moveTo>
                  <a:pt x="520139" y="73464"/>
                </a:moveTo>
                <a:lnTo>
                  <a:pt x="518727" y="94086"/>
                </a:lnTo>
                <a:cubicBezTo>
                  <a:pt x="518481" y="102269"/>
                  <a:pt x="517643" y="108958"/>
                  <a:pt x="516211" y="114155"/>
                </a:cubicBezTo>
                <a:cubicBezTo>
                  <a:pt x="514369" y="120783"/>
                  <a:pt x="511423" y="125672"/>
                  <a:pt x="507373" y="128823"/>
                </a:cubicBezTo>
                <a:cubicBezTo>
                  <a:pt x="502463" y="132628"/>
                  <a:pt x="495364" y="134531"/>
                  <a:pt x="486076" y="134531"/>
                </a:cubicBezTo>
                <a:cubicBezTo>
                  <a:pt x="480634" y="134531"/>
                  <a:pt x="476072" y="134162"/>
                  <a:pt x="472390" y="133426"/>
                </a:cubicBezTo>
                <a:cubicBezTo>
                  <a:pt x="467235" y="132403"/>
                  <a:pt x="464657" y="130275"/>
                  <a:pt x="464657" y="127043"/>
                </a:cubicBezTo>
                <a:cubicBezTo>
                  <a:pt x="464657" y="123402"/>
                  <a:pt x="466437" y="121581"/>
                  <a:pt x="469996" y="121581"/>
                </a:cubicBezTo>
                <a:cubicBezTo>
                  <a:pt x="471469" y="121581"/>
                  <a:pt x="473924" y="121939"/>
                  <a:pt x="477361" y="122655"/>
                </a:cubicBezTo>
                <a:cubicBezTo>
                  <a:pt x="480798" y="123371"/>
                  <a:pt x="484603" y="123688"/>
                  <a:pt x="488777" y="123606"/>
                </a:cubicBezTo>
                <a:cubicBezTo>
                  <a:pt x="496632" y="123476"/>
                  <a:pt x="502054" y="119447"/>
                  <a:pt x="505041" y="111519"/>
                </a:cubicBezTo>
                <a:cubicBezTo>
                  <a:pt x="507005" y="106234"/>
                  <a:pt x="508048" y="98111"/>
                  <a:pt x="508171" y="87150"/>
                </a:cubicBezTo>
                <a:cubicBezTo>
                  <a:pt x="505961" y="91937"/>
                  <a:pt x="503332" y="95528"/>
                  <a:pt x="500284" y="97921"/>
                </a:cubicBezTo>
                <a:cubicBezTo>
                  <a:pt x="497236" y="100315"/>
                  <a:pt x="493748" y="101512"/>
                  <a:pt x="489820" y="101512"/>
                </a:cubicBezTo>
                <a:cubicBezTo>
                  <a:pt x="482414" y="101512"/>
                  <a:pt x="476389" y="98983"/>
                  <a:pt x="471746" y="93924"/>
                </a:cubicBezTo>
                <a:cubicBezTo>
                  <a:pt x="467102" y="88866"/>
                  <a:pt x="464780" y="82303"/>
                  <a:pt x="464780" y="74235"/>
                </a:cubicBezTo>
                <a:cubicBezTo>
                  <a:pt x="464780" y="63178"/>
                  <a:pt x="467951" y="54270"/>
                  <a:pt x="474293" y="47513"/>
                </a:cubicBezTo>
                <a:cubicBezTo>
                  <a:pt x="480839" y="40551"/>
                  <a:pt x="489759" y="37070"/>
                  <a:pt x="501051" y="37070"/>
                </a:cubicBezTo>
                <a:cubicBezTo>
                  <a:pt x="504857" y="37070"/>
                  <a:pt x="508048" y="37561"/>
                  <a:pt x="510626" y="38543"/>
                </a:cubicBezTo>
                <a:cubicBezTo>
                  <a:pt x="513203" y="39525"/>
                  <a:pt x="515167" y="40997"/>
                  <a:pt x="516517" y="42961"/>
                </a:cubicBezTo>
                <a:cubicBezTo>
                  <a:pt x="520895" y="43084"/>
                  <a:pt x="523084" y="45519"/>
                  <a:pt x="523084" y="50265"/>
                </a:cubicBezTo>
                <a:cubicBezTo>
                  <a:pt x="523084" y="53170"/>
                  <a:pt x="522655" y="57057"/>
                  <a:pt x="521796" y="61926"/>
                </a:cubicBezTo>
                <a:cubicBezTo>
                  <a:pt x="520855" y="67572"/>
                  <a:pt x="520302" y="71418"/>
                  <a:pt x="520139" y="73464"/>
                </a:cubicBezTo>
                <a:moveTo>
                  <a:pt x="500438" y="49344"/>
                </a:moveTo>
                <a:cubicBezTo>
                  <a:pt x="492664" y="49344"/>
                  <a:pt x="486649" y="51757"/>
                  <a:pt x="482394" y="56582"/>
                </a:cubicBezTo>
                <a:cubicBezTo>
                  <a:pt x="478589" y="60929"/>
                  <a:pt x="476686" y="66454"/>
                  <a:pt x="476686" y="73159"/>
                </a:cubicBezTo>
                <a:cubicBezTo>
                  <a:pt x="476686" y="78500"/>
                  <a:pt x="477811" y="82515"/>
                  <a:pt x="480062" y="85204"/>
                </a:cubicBezTo>
                <a:cubicBezTo>
                  <a:pt x="482312" y="87893"/>
                  <a:pt x="485688" y="89237"/>
                  <a:pt x="490188" y="89237"/>
                </a:cubicBezTo>
                <a:cubicBezTo>
                  <a:pt x="494321" y="89237"/>
                  <a:pt x="498330" y="87138"/>
                  <a:pt x="502217" y="82939"/>
                </a:cubicBezTo>
                <a:cubicBezTo>
                  <a:pt x="505736" y="79071"/>
                  <a:pt x="507741" y="75240"/>
                  <a:pt x="508232" y="71446"/>
                </a:cubicBezTo>
                <a:cubicBezTo>
                  <a:pt x="509091" y="67467"/>
                  <a:pt x="510012" y="61223"/>
                  <a:pt x="510994" y="52714"/>
                </a:cubicBezTo>
                <a:cubicBezTo>
                  <a:pt x="509357" y="51572"/>
                  <a:pt x="507659" y="50725"/>
                  <a:pt x="505900" y="50173"/>
                </a:cubicBezTo>
                <a:cubicBezTo>
                  <a:pt x="504141" y="49620"/>
                  <a:pt x="502320" y="49344"/>
                  <a:pt x="500438" y="49344"/>
                </a:cubicBezTo>
                <a:close/>
                <a:moveTo>
                  <a:pt x="615799" y="52658"/>
                </a:moveTo>
                <a:cubicBezTo>
                  <a:pt x="613549" y="52658"/>
                  <a:pt x="611974" y="51907"/>
                  <a:pt x="611074" y="50403"/>
                </a:cubicBezTo>
                <a:cubicBezTo>
                  <a:pt x="610460" y="49347"/>
                  <a:pt x="609928" y="47153"/>
                  <a:pt x="609478" y="43821"/>
                </a:cubicBezTo>
                <a:cubicBezTo>
                  <a:pt x="606409" y="44597"/>
                  <a:pt x="601684" y="46027"/>
                  <a:pt x="595301" y="48111"/>
                </a:cubicBezTo>
                <a:cubicBezTo>
                  <a:pt x="588713" y="50727"/>
                  <a:pt x="585399" y="53956"/>
                  <a:pt x="585358" y="57797"/>
                </a:cubicBezTo>
                <a:cubicBezTo>
                  <a:pt x="586586" y="58247"/>
                  <a:pt x="587793" y="58574"/>
                  <a:pt x="588979" y="58779"/>
                </a:cubicBezTo>
                <a:cubicBezTo>
                  <a:pt x="598390" y="60454"/>
                  <a:pt x="605386" y="62763"/>
                  <a:pt x="609969" y="65706"/>
                </a:cubicBezTo>
                <a:cubicBezTo>
                  <a:pt x="616638" y="69998"/>
                  <a:pt x="619973" y="76212"/>
                  <a:pt x="619973" y="84346"/>
                </a:cubicBezTo>
                <a:cubicBezTo>
                  <a:pt x="619973" y="91009"/>
                  <a:pt x="617088" y="96037"/>
                  <a:pt x="611319" y="99429"/>
                </a:cubicBezTo>
                <a:cubicBezTo>
                  <a:pt x="606532" y="102209"/>
                  <a:pt x="600477" y="103598"/>
                  <a:pt x="593153" y="103598"/>
                </a:cubicBezTo>
                <a:cubicBezTo>
                  <a:pt x="587793" y="103598"/>
                  <a:pt x="582678" y="102698"/>
                  <a:pt x="577809" y="100898"/>
                </a:cubicBezTo>
                <a:cubicBezTo>
                  <a:pt x="571508" y="98607"/>
                  <a:pt x="568358" y="95415"/>
                  <a:pt x="568358" y="91324"/>
                </a:cubicBezTo>
                <a:cubicBezTo>
                  <a:pt x="568358" y="89687"/>
                  <a:pt x="569002" y="88255"/>
                  <a:pt x="570291" y="87028"/>
                </a:cubicBezTo>
                <a:cubicBezTo>
                  <a:pt x="571580" y="85800"/>
                  <a:pt x="573043" y="85186"/>
                  <a:pt x="574679" y="85186"/>
                </a:cubicBezTo>
                <a:cubicBezTo>
                  <a:pt x="575948" y="85186"/>
                  <a:pt x="577584" y="86168"/>
                  <a:pt x="579589" y="88132"/>
                </a:cubicBezTo>
                <a:cubicBezTo>
                  <a:pt x="580571" y="89073"/>
                  <a:pt x="582781" y="89851"/>
                  <a:pt x="586217" y="90464"/>
                </a:cubicBezTo>
                <a:cubicBezTo>
                  <a:pt x="588959" y="90955"/>
                  <a:pt x="591271" y="91201"/>
                  <a:pt x="593153" y="91201"/>
                </a:cubicBezTo>
                <a:cubicBezTo>
                  <a:pt x="596590" y="91201"/>
                  <a:pt x="599617" y="90792"/>
                  <a:pt x="602236" y="89975"/>
                </a:cubicBezTo>
                <a:cubicBezTo>
                  <a:pt x="606041" y="88790"/>
                  <a:pt x="607944" y="86911"/>
                  <a:pt x="607944" y="84337"/>
                </a:cubicBezTo>
                <a:cubicBezTo>
                  <a:pt x="607944" y="78779"/>
                  <a:pt x="604057" y="75019"/>
                  <a:pt x="596283" y="73057"/>
                </a:cubicBezTo>
                <a:lnTo>
                  <a:pt x="589900" y="71646"/>
                </a:lnTo>
                <a:cubicBezTo>
                  <a:pt x="584458" y="70458"/>
                  <a:pt x="580592" y="69066"/>
                  <a:pt x="578300" y="67469"/>
                </a:cubicBezTo>
                <a:cubicBezTo>
                  <a:pt x="574986" y="65176"/>
                  <a:pt x="573329" y="61717"/>
                  <a:pt x="573329" y="57093"/>
                </a:cubicBezTo>
                <a:cubicBezTo>
                  <a:pt x="573329" y="48536"/>
                  <a:pt x="577359" y="42436"/>
                  <a:pt x="585420" y="38792"/>
                </a:cubicBezTo>
                <a:cubicBezTo>
                  <a:pt x="587875" y="37687"/>
                  <a:pt x="591802" y="36368"/>
                  <a:pt x="597203" y="34833"/>
                </a:cubicBezTo>
                <a:cubicBezTo>
                  <a:pt x="602604" y="33298"/>
                  <a:pt x="606471" y="31997"/>
                  <a:pt x="608803" y="30932"/>
                </a:cubicBezTo>
                <a:cubicBezTo>
                  <a:pt x="610480" y="30196"/>
                  <a:pt x="612301" y="29828"/>
                  <a:pt x="614265" y="29828"/>
                </a:cubicBezTo>
                <a:cubicBezTo>
                  <a:pt x="616025" y="29828"/>
                  <a:pt x="617467" y="30400"/>
                  <a:pt x="618592" y="31546"/>
                </a:cubicBezTo>
                <a:cubicBezTo>
                  <a:pt x="619717" y="32692"/>
                  <a:pt x="620280" y="34185"/>
                  <a:pt x="620280" y="36026"/>
                </a:cubicBezTo>
                <a:cubicBezTo>
                  <a:pt x="620280" y="37213"/>
                  <a:pt x="620535" y="38952"/>
                  <a:pt x="621047" y="41243"/>
                </a:cubicBezTo>
                <a:cubicBezTo>
                  <a:pt x="621558" y="43534"/>
                  <a:pt x="621814" y="45273"/>
                  <a:pt x="621814" y="46460"/>
                </a:cubicBezTo>
                <a:cubicBezTo>
                  <a:pt x="621814" y="48301"/>
                  <a:pt x="621251" y="49794"/>
                  <a:pt x="620126" y="50940"/>
                </a:cubicBezTo>
                <a:cubicBezTo>
                  <a:pt x="619001" y="52086"/>
                  <a:pt x="617559" y="52658"/>
                  <a:pt x="615799" y="52658"/>
                </a:cubicBezTo>
                <a:close/>
                <a:moveTo>
                  <a:pt x="658837" y="103598"/>
                </a:moveTo>
                <a:cubicBezTo>
                  <a:pt x="651963" y="103598"/>
                  <a:pt x="646051" y="101057"/>
                  <a:pt x="641100" y="95975"/>
                </a:cubicBezTo>
                <a:cubicBezTo>
                  <a:pt x="635577" y="90318"/>
                  <a:pt x="632672" y="82714"/>
                  <a:pt x="632385" y="73163"/>
                </a:cubicBezTo>
                <a:cubicBezTo>
                  <a:pt x="632140" y="63899"/>
                  <a:pt x="634472" y="55742"/>
                  <a:pt x="639382" y="48692"/>
                </a:cubicBezTo>
                <a:cubicBezTo>
                  <a:pt x="645110" y="40371"/>
                  <a:pt x="653088" y="36210"/>
                  <a:pt x="663317" y="36210"/>
                </a:cubicBezTo>
                <a:cubicBezTo>
                  <a:pt x="671500" y="36210"/>
                  <a:pt x="677699" y="39961"/>
                  <a:pt x="681913" y="47463"/>
                </a:cubicBezTo>
                <a:cubicBezTo>
                  <a:pt x="685269" y="53529"/>
                  <a:pt x="686885" y="60824"/>
                  <a:pt x="686762" y="69350"/>
                </a:cubicBezTo>
                <a:cubicBezTo>
                  <a:pt x="686639" y="78450"/>
                  <a:pt x="684266" y="86218"/>
                  <a:pt x="679643" y="92655"/>
                </a:cubicBezTo>
                <a:cubicBezTo>
                  <a:pt x="674405" y="99951"/>
                  <a:pt x="667470" y="103598"/>
                  <a:pt x="658837" y="103598"/>
                </a:cubicBezTo>
                <a:moveTo>
                  <a:pt x="662519" y="48731"/>
                </a:moveTo>
                <a:cubicBezTo>
                  <a:pt x="656505" y="48690"/>
                  <a:pt x="651820" y="51558"/>
                  <a:pt x="648465" y="57334"/>
                </a:cubicBezTo>
                <a:cubicBezTo>
                  <a:pt x="645805" y="61965"/>
                  <a:pt x="644476" y="67251"/>
                  <a:pt x="644476" y="73192"/>
                </a:cubicBezTo>
                <a:cubicBezTo>
                  <a:pt x="644476" y="79133"/>
                  <a:pt x="646092" y="83764"/>
                  <a:pt x="649324" y="87083"/>
                </a:cubicBezTo>
                <a:cubicBezTo>
                  <a:pt x="652025" y="89828"/>
                  <a:pt x="655196" y="91201"/>
                  <a:pt x="658837" y="91201"/>
                </a:cubicBezTo>
                <a:cubicBezTo>
                  <a:pt x="663092" y="91201"/>
                  <a:pt x="666754" y="89644"/>
                  <a:pt x="669823" y="86529"/>
                </a:cubicBezTo>
                <a:cubicBezTo>
                  <a:pt x="673301" y="83088"/>
                  <a:pt x="675142" y="78438"/>
                  <a:pt x="675347" y="72578"/>
                </a:cubicBezTo>
                <a:cubicBezTo>
                  <a:pt x="675919" y="56721"/>
                  <a:pt x="671644" y="48771"/>
                  <a:pt x="662519" y="48731"/>
                </a:cubicBezTo>
                <a:close/>
                <a:moveTo>
                  <a:pt x="717749" y="51676"/>
                </a:moveTo>
                <a:lnTo>
                  <a:pt x="716828" y="82216"/>
                </a:lnTo>
                <a:cubicBezTo>
                  <a:pt x="716828" y="85452"/>
                  <a:pt x="716664" y="90204"/>
                  <a:pt x="716337" y="96471"/>
                </a:cubicBezTo>
                <a:cubicBezTo>
                  <a:pt x="715928" y="100568"/>
                  <a:pt x="713923" y="102616"/>
                  <a:pt x="710322" y="102616"/>
                </a:cubicBezTo>
                <a:cubicBezTo>
                  <a:pt x="706313" y="102616"/>
                  <a:pt x="704308" y="100527"/>
                  <a:pt x="704308" y="96349"/>
                </a:cubicBezTo>
                <a:cubicBezTo>
                  <a:pt x="704308" y="91391"/>
                  <a:pt x="704533" y="83946"/>
                  <a:pt x="704983" y="74013"/>
                </a:cubicBezTo>
                <a:cubicBezTo>
                  <a:pt x="705433" y="64079"/>
                  <a:pt x="705658" y="56634"/>
                  <a:pt x="705658" y="51676"/>
                </a:cubicBezTo>
                <a:cubicBezTo>
                  <a:pt x="705658" y="45204"/>
                  <a:pt x="705760" y="37800"/>
                  <a:pt x="705965" y="29463"/>
                </a:cubicBezTo>
                <a:cubicBezTo>
                  <a:pt x="706170" y="21127"/>
                  <a:pt x="706272" y="13722"/>
                  <a:pt x="706272" y="7250"/>
                </a:cubicBezTo>
                <a:cubicBezTo>
                  <a:pt x="706272" y="3153"/>
                  <a:pt x="708277" y="1105"/>
                  <a:pt x="712286" y="1105"/>
                </a:cubicBezTo>
                <a:cubicBezTo>
                  <a:pt x="716337" y="1105"/>
                  <a:pt x="718362" y="3153"/>
                  <a:pt x="718362" y="7250"/>
                </a:cubicBezTo>
                <a:cubicBezTo>
                  <a:pt x="718362" y="13722"/>
                  <a:pt x="718260" y="21127"/>
                  <a:pt x="718056" y="29463"/>
                </a:cubicBezTo>
                <a:cubicBezTo>
                  <a:pt x="717851" y="37800"/>
                  <a:pt x="717749" y="45204"/>
                  <a:pt x="717749" y="51676"/>
                </a:cubicBezTo>
                <a:close/>
                <a:moveTo>
                  <a:pt x="786457" y="64074"/>
                </a:moveTo>
                <a:cubicBezTo>
                  <a:pt x="786457" y="67020"/>
                  <a:pt x="786477" y="71439"/>
                  <a:pt x="786518" y="77331"/>
                </a:cubicBezTo>
                <a:cubicBezTo>
                  <a:pt x="786559" y="83222"/>
                  <a:pt x="786580" y="87641"/>
                  <a:pt x="786580" y="90587"/>
                </a:cubicBezTo>
                <a:cubicBezTo>
                  <a:pt x="786580" y="91487"/>
                  <a:pt x="786651" y="92858"/>
                  <a:pt x="786794" y="94699"/>
                </a:cubicBezTo>
                <a:cubicBezTo>
                  <a:pt x="786938" y="96540"/>
                  <a:pt x="787009" y="97911"/>
                  <a:pt x="787009" y="98811"/>
                </a:cubicBezTo>
                <a:cubicBezTo>
                  <a:pt x="787009" y="100571"/>
                  <a:pt x="786416" y="102013"/>
                  <a:pt x="785229" y="103138"/>
                </a:cubicBezTo>
                <a:cubicBezTo>
                  <a:pt x="784043" y="104263"/>
                  <a:pt x="782590" y="104826"/>
                  <a:pt x="780872" y="104826"/>
                </a:cubicBezTo>
                <a:cubicBezTo>
                  <a:pt x="777721" y="104826"/>
                  <a:pt x="775716" y="102882"/>
                  <a:pt x="774857" y="98995"/>
                </a:cubicBezTo>
                <a:cubicBezTo>
                  <a:pt x="769743" y="101655"/>
                  <a:pt x="763851" y="102985"/>
                  <a:pt x="757182" y="102985"/>
                </a:cubicBezTo>
                <a:cubicBezTo>
                  <a:pt x="751822" y="102985"/>
                  <a:pt x="747382" y="101798"/>
                  <a:pt x="743864" y="99425"/>
                </a:cubicBezTo>
                <a:cubicBezTo>
                  <a:pt x="739977" y="96806"/>
                  <a:pt x="737665" y="92981"/>
                  <a:pt x="736928" y="87948"/>
                </a:cubicBezTo>
                <a:cubicBezTo>
                  <a:pt x="735333" y="77106"/>
                  <a:pt x="734535" y="67449"/>
                  <a:pt x="734535" y="58980"/>
                </a:cubicBezTo>
                <a:cubicBezTo>
                  <a:pt x="734535" y="53374"/>
                  <a:pt x="735149" y="46992"/>
                  <a:pt x="736376" y="39831"/>
                </a:cubicBezTo>
                <a:cubicBezTo>
                  <a:pt x="736949" y="36272"/>
                  <a:pt x="738892" y="34492"/>
                  <a:pt x="742207" y="34492"/>
                </a:cubicBezTo>
                <a:cubicBezTo>
                  <a:pt x="743966" y="34492"/>
                  <a:pt x="745439" y="35054"/>
                  <a:pt x="746625" y="36178"/>
                </a:cubicBezTo>
                <a:cubicBezTo>
                  <a:pt x="747812" y="37302"/>
                  <a:pt x="748405" y="38743"/>
                  <a:pt x="748405" y="40501"/>
                </a:cubicBezTo>
                <a:cubicBezTo>
                  <a:pt x="748405" y="42380"/>
                  <a:pt x="748109" y="45384"/>
                  <a:pt x="747515" y="49513"/>
                </a:cubicBezTo>
                <a:cubicBezTo>
                  <a:pt x="746922" y="53640"/>
                  <a:pt x="746625" y="56787"/>
                  <a:pt x="746625" y="58953"/>
                </a:cubicBezTo>
                <a:cubicBezTo>
                  <a:pt x="746625" y="65778"/>
                  <a:pt x="746850" y="71623"/>
                  <a:pt x="747301" y="76487"/>
                </a:cubicBezTo>
                <a:cubicBezTo>
                  <a:pt x="747751" y="81351"/>
                  <a:pt x="748426" y="85253"/>
                  <a:pt x="749326" y="88196"/>
                </a:cubicBezTo>
                <a:cubicBezTo>
                  <a:pt x="750676" y="88932"/>
                  <a:pt x="752006" y="89495"/>
                  <a:pt x="753315" y="89883"/>
                </a:cubicBezTo>
                <a:cubicBezTo>
                  <a:pt x="754624" y="90271"/>
                  <a:pt x="755913" y="90464"/>
                  <a:pt x="757182" y="90464"/>
                </a:cubicBezTo>
                <a:cubicBezTo>
                  <a:pt x="762664" y="90464"/>
                  <a:pt x="768454" y="89586"/>
                  <a:pt x="774550" y="87829"/>
                </a:cubicBezTo>
                <a:lnTo>
                  <a:pt x="774489" y="75384"/>
                </a:lnTo>
                <a:lnTo>
                  <a:pt x="774366" y="63491"/>
                </a:lnTo>
                <a:cubicBezTo>
                  <a:pt x="774366" y="54662"/>
                  <a:pt x="774755" y="46999"/>
                  <a:pt x="775532" y="40501"/>
                </a:cubicBezTo>
                <a:cubicBezTo>
                  <a:pt x="775982" y="36740"/>
                  <a:pt x="777967" y="34860"/>
                  <a:pt x="781486" y="34860"/>
                </a:cubicBezTo>
                <a:cubicBezTo>
                  <a:pt x="783245" y="34860"/>
                  <a:pt x="784718" y="35433"/>
                  <a:pt x="785904" y="36579"/>
                </a:cubicBezTo>
                <a:cubicBezTo>
                  <a:pt x="787091" y="37724"/>
                  <a:pt x="787643" y="39156"/>
                  <a:pt x="787562" y="40875"/>
                </a:cubicBezTo>
                <a:lnTo>
                  <a:pt x="786457" y="64074"/>
                </a:lnTo>
                <a:close/>
                <a:moveTo>
                  <a:pt x="843075" y="47680"/>
                </a:moveTo>
                <a:cubicBezTo>
                  <a:pt x="842215" y="47680"/>
                  <a:pt x="841203" y="47639"/>
                  <a:pt x="840037" y="47557"/>
                </a:cubicBezTo>
                <a:cubicBezTo>
                  <a:pt x="838870" y="47474"/>
                  <a:pt x="837858" y="47432"/>
                  <a:pt x="836999" y="47432"/>
                </a:cubicBezTo>
                <a:cubicBezTo>
                  <a:pt x="836058" y="47432"/>
                  <a:pt x="833275" y="47742"/>
                  <a:pt x="828652" y="48362"/>
                </a:cubicBezTo>
                <a:lnTo>
                  <a:pt x="829818" y="84594"/>
                </a:lnTo>
                <a:lnTo>
                  <a:pt x="829879" y="87292"/>
                </a:lnTo>
                <a:lnTo>
                  <a:pt x="829941" y="90418"/>
                </a:lnTo>
                <a:cubicBezTo>
                  <a:pt x="830104" y="99369"/>
                  <a:pt x="827956" y="103844"/>
                  <a:pt x="823496" y="103844"/>
                </a:cubicBezTo>
                <a:cubicBezTo>
                  <a:pt x="821860" y="103844"/>
                  <a:pt x="820438" y="103313"/>
                  <a:pt x="819231" y="102250"/>
                </a:cubicBezTo>
                <a:cubicBezTo>
                  <a:pt x="818024" y="101188"/>
                  <a:pt x="817420" y="99859"/>
                  <a:pt x="817420" y="98265"/>
                </a:cubicBezTo>
                <a:cubicBezTo>
                  <a:pt x="817420" y="96712"/>
                  <a:pt x="817482" y="94383"/>
                  <a:pt x="817605" y="91278"/>
                </a:cubicBezTo>
                <a:cubicBezTo>
                  <a:pt x="817727" y="88171"/>
                  <a:pt x="817789" y="85840"/>
                  <a:pt x="817789" y="84287"/>
                </a:cubicBezTo>
                <a:lnTo>
                  <a:pt x="816561" y="48485"/>
                </a:lnTo>
                <a:cubicBezTo>
                  <a:pt x="813574" y="48362"/>
                  <a:pt x="809033" y="48013"/>
                  <a:pt x="802936" y="47436"/>
                </a:cubicBezTo>
                <a:cubicBezTo>
                  <a:pt x="799295" y="46942"/>
                  <a:pt x="797474" y="44907"/>
                  <a:pt x="797474" y="41331"/>
                </a:cubicBezTo>
                <a:cubicBezTo>
                  <a:pt x="797474" y="39522"/>
                  <a:pt x="798026" y="38022"/>
                  <a:pt x="799131" y="36832"/>
                </a:cubicBezTo>
                <a:cubicBezTo>
                  <a:pt x="800236" y="35640"/>
                  <a:pt x="801647" y="35044"/>
                  <a:pt x="803366" y="35044"/>
                </a:cubicBezTo>
                <a:lnTo>
                  <a:pt x="816254" y="36088"/>
                </a:lnTo>
                <a:cubicBezTo>
                  <a:pt x="816254" y="33995"/>
                  <a:pt x="816162" y="31194"/>
                  <a:pt x="815978" y="27687"/>
                </a:cubicBezTo>
                <a:cubicBezTo>
                  <a:pt x="815794" y="24179"/>
                  <a:pt x="815702" y="21645"/>
                  <a:pt x="815702" y="20086"/>
                </a:cubicBezTo>
                <a:cubicBezTo>
                  <a:pt x="815702" y="18363"/>
                  <a:pt x="816295" y="16937"/>
                  <a:pt x="817482" y="15809"/>
                </a:cubicBezTo>
                <a:cubicBezTo>
                  <a:pt x="818668" y="14680"/>
                  <a:pt x="820121" y="14116"/>
                  <a:pt x="821839" y="14116"/>
                </a:cubicBezTo>
                <a:cubicBezTo>
                  <a:pt x="825522" y="14116"/>
                  <a:pt x="827670" y="17123"/>
                  <a:pt x="828284" y="23138"/>
                </a:cubicBezTo>
                <a:cubicBezTo>
                  <a:pt x="828406" y="24652"/>
                  <a:pt x="828468" y="26472"/>
                  <a:pt x="828468" y="28600"/>
                </a:cubicBezTo>
                <a:lnTo>
                  <a:pt x="828345" y="32160"/>
                </a:lnTo>
                <a:lnTo>
                  <a:pt x="828284" y="35965"/>
                </a:lnTo>
                <a:cubicBezTo>
                  <a:pt x="833357" y="35310"/>
                  <a:pt x="836262" y="34983"/>
                  <a:pt x="836999" y="34983"/>
                </a:cubicBezTo>
                <a:cubicBezTo>
                  <a:pt x="841254" y="34983"/>
                  <a:pt x="844036" y="35187"/>
                  <a:pt x="845345" y="35597"/>
                </a:cubicBezTo>
                <a:cubicBezTo>
                  <a:pt x="847841" y="36420"/>
                  <a:pt x="849089" y="38361"/>
                  <a:pt x="849089" y="41419"/>
                </a:cubicBezTo>
                <a:cubicBezTo>
                  <a:pt x="849089" y="43238"/>
                  <a:pt x="848527" y="44736"/>
                  <a:pt x="847401" y="45913"/>
                </a:cubicBezTo>
                <a:cubicBezTo>
                  <a:pt x="846276" y="47091"/>
                  <a:pt x="844834" y="47680"/>
                  <a:pt x="843075" y="47680"/>
                </a:cubicBezTo>
                <a:close/>
                <a:moveTo>
                  <a:pt x="873093" y="22217"/>
                </a:moveTo>
                <a:cubicBezTo>
                  <a:pt x="871129" y="22217"/>
                  <a:pt x="869431" y="21522"/>
                  <a:pt x="867999" y="20131"/>
                </a:cubicBezTo>
                <a:cubicBezTo>
                  <a:pt x="866567" y="18739"/>
                  <a:pt x="865851" y="17062"/>
                  <a:pt x="865851" y="15098"/>
                </a:cubicBezTo>
                <a:cubicBezTo>
                  <a:pt x="865851" y="13134"/>
                  <a:pt x="866567" y="11456"/>
                  <a:pt x="867999" y="10065"/>
                </a:cubicBezTo>
                <a:cubicBezTo>
                  <a:pt x="869431" y="8674"/>
                  <a:pt x="871129" y="7979"/>
                  <a:pt x="873093" y="7979"/>
                </a:cubicBezTo>
                <a:cubicBezTo>
                  <a:pt x="875057" y="7979"/>
                  <a:pt x="876745" y="8674"/>
                  <a:pt x="878156" y="10065"/>
                </a:cubicBezTo>
                <a:cubicBezTo>
                  <a:pt x="879568" y="11456"/>
                  <a:pt x="880274" y="13134"/>
                  <a:pt x="880274" y="15098"/>
                </a:cubicBezTo>
                <a:cubicBezTo>
                  <a:pt x="880274" y="17062"/>
                  <a:pt x="879568" y="18739"/>
                  <a:pt x="878156" y="20131"/>
                </a:cubicBezTo>
                <a:cubicBezTo>
                  <a:pt x="876745" y="21522"/>
                  <a:pt x="875057" y="22217"/>
                  <a:pt x="873093" y="22217"/>
                </a:cubicBezTo>
                <a:moveTo>
                  <a:pt x="875855" y="72087"/>
                </a:moveTo>
                <a:cubicBezTo>
                  <a:pt x="875855" y="74544"/>
                  <a:pt x="875926" y="78220"/>
                  <a:pt x="876070" y="83115"/>
                </a:cubicBezTo>
                <a:cubicBezTo>
                  <a:pt x="876213" y="88008"/>
                  <a:pt x="876284" y="91684"/>
                  <a:pt x="876284" y="94141"/>
                </a:cubicBezTo>
                <a:cubicBezTo>
                  <a:pt x="876284" y="95943"/>
                  <a:pt x="875732" y="97417"/>
                  <a:pt x="874627" y="98564"/>
                </a:cubicBezTo>
                <a:cubicBezTo>
                  <a:pt x="873523" y="99711"/>
                  <a:pt x="872070" y="100284"/>
                  <a:pt x="870270" y="100284"/>
                </a:cubicBezTo>
                <a:cubicBezTo>
                  <a:pt x="868510" y="100284"/>
                  <a:pt x="867068" y="99711"/>
                  <a:pt x="865943" y="98564"/>
                </a:cubicBezTo>
                <a:cubicBezTo>
                  <a:pt x="864818" y="97417"/>
                  <a:pt x="864255" y="95943"/>
                  <a:pt x="864255" y="94141"/>
                </a:cubicBezTo>
                <a:cubicBezTo>
                  <a:pt x="864255" y="91684"/>
                  <a:pt x="864184" y="88008"/>
                  <a:pt x="864040" y="83115"/>
                </a:cubicBezTo>
                <a:cubicBezTo>
                  <a:pt x="863897" y="78220"/>
                  <a:pt x="863825" y="74544"/>
                  <a:pt x="863825" y="72087"/>
                </a:cubicBezTo>
                <a:cubicBezTo>
                  <a:pt x="863825" y="68237"/>
                  <a:pt x="864030" y="63435"/>
                  <a:pt x="864439" y="57681"/>
                </a:cubicBezTo>
                <a:cubicBezTo>
                  <a:pt x="864848" y="51926"/>
                  <a:pt x="865053" y="47124"/>
                  <a:pt x="865053" y="43274"/>
                </a:cubicBezTo>
                <a:cubicBezTo>
                  <a:pt x="865053" y="41432"/>
                  <a:pt x="865616" y="39937"/>
                  <a:pt x="866741" y="38790"/>
                </a:cubicBezTo>
                <a:cubicBezTo>
                  <a:pt x="867866" y="37643"/>
                  <a:pt x="869308" y="37070"/>
                  <a:pt x="871068" y="37070"/>
                </a:cubicBezTo>
                <a:cubicBezTo>
                  <a:pt x="872827" y="37070"/>
                  <a:pt x="874269" y="37643"/>
                  <a:pt x="875394" y="38790"/>
                </a:cubicBezTo>
                <a:cubicBezTo>
                  <a:pt x="876520" y="39937"/>
                  <a:pt x="877082" y="41432"/>
                  <a:pt x="877082" y="43274"/>
                </a:cubicBezTo>
                <a:cubicBezTo>
                  <a:pt x="877082" y="47124"/>
                  <a:pt x="876878" y="51926"/>
                  <a:pt x="876468" y="57681"/>
                </a:cubicBezTo>
                <a:cubicBezTo>
                  <a:pt x="876059" y="63435"/>
                  <a:pt x="875855" y="68237"/>
                  <a:pt x="875855" y="72087"/>
                </a:cubicBezTo>
                <a:close/>
                <a:moveTo>
                  <a:pt x="919301" y="103598"/>
                </a:moveTo>
                <a:cubicBezTo>
                  <a:pt x="912427" y="103598"/>
                  <a:pt x="906514" y="101057"/>
                  <a:pt x="901564" y="95975"/>
                </a:cubicBezTo>
                <a:cubicBezTo>
                  <a:pt x="896040" y="90318"/>
                  <a:pt x="893135" y="82714"/>
                  <a:pt x="892849" y="73163"/>
                </a:cubicBezTo>
                <a:cubicBezTo>
                  <a:pt x="892603" y="63899"/>
                  <a:pt x="894935" y="55742"/>
                  <a:pt x="899845" y="48692"/>
                </a:cubicBezTo>
                <a:cubicBezTo>
                  <a:pt x="905573" y="40371"/>
                  <a:pt x="913552" y="36210"/>
                  <a:pt x="923781" y="36210"/>
                </a:cubicBezTo>
                <a:cubicBezTo>
                  <a:pt x="931964" y="36210"/>
                  <a:pt x="938163" y="39961"/>
                  <a:pt x="942377" y="47463"/>
                </a:cubicBezTo>
                <a:cubicBezTo>
                  <a:pt x="945732" y="53529"/>
                  <a:pt x="947348" y="60824"/>
                  <a:pt x="947225" y="69350"/>
                </a:cubicBezTo>
                <a:cubicBezTo>
                  <a:pt x="947103" y="78450"/>
                  <a:pt x="944730" y="86218"/>
                  <a:pt x="940106" y="92655"/>
                </a:cubicBezTo>
                <a:cubicBezTo>
                  <a:pt x="934869" y="99951"/>
                  <a:pt x="927934" y="103598"/>
                  <a:pt x="919301" y="103598"/>
                </a:cubicBezTo>
                <a:moveTo>
                  <a:pt x="922983" y="48731"/>
                </a:moveTo>
                <a:cubicBezTo>
                  <a:pt x="916968" y="48690"/>
                  <a:pt x="912284" y="51558"/>
                  <a:pt x="908928" y="57334"/>
                </a:cubicBezTo>
                <a:cubicBezTo>
                  <a:pt x="906269" y="61965"/>
                  <a:pt x="904939" y="67251"/>
                  <a:pt x="904939" y="73192"/>
                </a:cubicBezTo>
                <a:cubicBezTo>
                  <a:pt x="904939" y="79133"/>
                  <a:pt x="906555" y="83764"/>
                  <a:pt x="909788" y="87083"/>
                </a:cubicBezTo>
                <a:cubicBezTo>
                  <a:pt x="912488" y="89828"/>
                  <a:pt x="915659" y="91201"/>
                  <a:pt x="919301" y="91201"/>
                </a:cubicBezTo>
                <a:cubicBezTo>
                  <a:pt x="923556" y="91201"/>
                  <a:pt x="927218" y="89644"/>
                  <a:pt x="930286" y="86529"/>
                </a:cubicBezTo>
                <a:cubicBezTo>
                  <a:pt x="933764" y="83088"/>
                  <a:pt x="935605" y="78438"/>
                  <a:pt x="935810" y="72578"/>
                </a:cubicBezTo>
                <a:cubicBezTo>
                  <a:pt x="936383" y="56721"/>
                  <a:pt x="932107" y="48771"/>
                  <a:pt x="922983" y="48731"/>
                </a:cubicBezTo>
                <a:close/>
                <a:moveTo>
                  <a:pt x="1009697" y="104335"/>
                </a:moveTo>
                <a:cubicBezTo>
                  <a:pt x="1006178" y="104335"/>
                  <a:pt x="1004194" y="102408"/>
                  <a:pt x="1003743" y="98554"/>
                </a:cubicBezTo>
                <a:lnTo>
                  <a:pt x="1002025" y="85085"/>
                </a:lnTo>
                <a:cubicBezTo>
                  <a:pt x="1001452" y="80287"/>
                  <a:pt x="1001166" y="75798"/>
                  <a:pt x="1001166" y="71615"/>
                </a:cubicBezTo>
                <a:cubicBezTo>
                  <a:pt x="1001166" y="70467"/>
                  <a:pt x="1001237" y="68520"/>
                  <a:pt x="1001381" y="65773"/>
                </a:cubicBezTo>
                <a:cubicBezTo>
                  <a:pt x="1001524" y="63025"/>
                  <a:pt x="1001595" y="61077"/>
                  <a:pt x="1001595" y="59929"/>
                </a:cubicBezTo>
                <a:cubicBezTo>
                  <a:pt x="1001595" y="51072"/>
                  <a:pt x="999959" y="46644"/>
                  <a:pt x="996685" y="46644"/>
                </a:cubicBezTo>
                <a:cubicBezTo>
                  <a:pt x="992103" y="46644"/>
                  <a:pt x="987725" y="49368"/>
                  <a:pt x="983552" y="54816"/>
                </a:cubicBezTo>
                <a:cubicBezTo>
                  <a:pt x="979787" y="59772"/>
                  <a:pt x="976841" y="66038"/>
                  <a:pt x="974714" y="73616"/>
                </a:cubicBezTo>
                <a:cubicBezTo>
                  <a:pt x="974632" y="75214"/>
                  <a:pt x="974448" y="77221"/>
                  <a:pt x="974161" y="79638"/>
                </a:cubicBezTo>
                <a:cubicBezTo>
                  <a:pt x="973916" y="81686"/>
                  <a:pt x="973793" y="83672"/>
                  <a:pt x="973793" y="85597"/>
                </a:cubicBezTo>
                <a:cubicBezTo>
                  <a:pt x="973793" y="86826"/>
                  <a:pt x="973916" y="88669"/>
                  <a:pt x="974161" y="91126"/>
                </a:cubicBezTo>
                <a:cubicBezTo>
                  <a:pt x="974407" y="93584"/>
                  <a:pt x="974530" y="95427"/>
                  <a:pt x="974530" y="96656"/>
                </a:cubicBezTo>
                <a:cubicBezTo>
                  <a:pt x="974530" y="98499"/>
                  <a:pt x="973967" y="99995"/>
                  <a:pt x="972842" y="101142"/>
                </a:cubicBezTo>
                <a:cubicBezTo>
                  <a:pt x="971717" y="102288"/>
                  <a:pt x="970274" y="102862"/>
                  <a:pt x="968515" y="102862"/>
                </a:cubicBezTo>
                <a:cubicBezTo>
                  <a:pt x="966715" y="102862"/>
                  <a:pt x="965262" y="102288"/>
                  <a:pt x="964158" y="101140"/>
                </a:cubicBezTo>
                <a:cubicBezTo>
                  <a:pt x="963053" y="99993"/>
                  <a:pt x="962500" y="98497"/>
                  <a:pt x="962500" y="96652"/>
                </a:cubicBezTo>
                <a:cubicBezTo>
                  <a:pt x="962500" y="95423"/>
                  <a:pt x="962367" y="93579"/>
                  <a:pt x="962102" y="91120"/>
                </a:cubicBezTo>
                <a:cubicBezTo>
                  <a:pt x="961836" y="88660"/>
                  <a:pt x="961703" y="86815"/>
                  <a:pt x="961703" y="85585"/>
                </a:cubicBezTo>
                <a:cubicBezTo>
                  <a:pt x="961703" y="81363"/>
                  <a:pt x="961999" y="75512"/>
                  <a:pt x="962593" y="68032"/>
                </a:cubicBezTo>
                <a:cubicBezTo>
                  <a:pt x="963186" y="60553"/>
                  <a:pt x="963482" y="54702"/>
                  <a:pt x="963482" y="50480"/>
                </a:cubicBezTo>
                <a:cubicBezTo>
                  <a:pt x="963482" y="49168"/>
                  <a:pt x="963411" y="47221"/>
                  <a:pt x="963268" y="44640"/>
                </a:cubicBezTo>
                <a:cubicBezTo>
                  <a:pt x="963124" y="42057"/>
                  <a:pt x="963053" y="40110"/>
                  <a:pt x="963053" y="38800"/>
                </a:cubicBezTo>
                <a:cubicBezTo>
                  <a:pt x="963053" y="37036"/>
                  <a:pt x="963636" y="35591"/>
                  <a:pt x="964802" y="34465"/>
                </a:cubicBezTo>
                <a:cubicBezTo>
                  <a:pt x="965968" y="33337"/>
                  <a:pt x="967410" y="32773"/>
                  <a:pt x="969129" y="32773"/>
                </a:cubicBezTo>
                <a:cubicBezTo>
                  <a:pt x="972893" y="32773"/>
                  <a:pt x="974959" y="35444"/>
                  <a:pt x="975328" y="40785"/>
                </a:cubicBezTo>
                <a:lnTo>
                  <a:pt x="975512" y="47994"/>
                </a:lnTo>
                <a:cubicBezTo>
                  <a:pt x="982385" y="38829"/>
                  <a:pt x="989443" y="34246"/>
                  <a:pt x="996685" y="34246"/>
                </a:cubicBezTo>
                <a:cubicBezTo>
                  <a:pt x="1003232" y="34246"/>
                  <a:pt x="1007794" y="37136"/>
                  <a:pt x="1010372" y="42915"/>
                </a:cubicBezTo>
                <a:cubicBezTo>
                  <a:pt x="1012131" y="46768"/>
                  <a:pt x="1013093" y="52465"/>
                  <a:pt x="1013256" y="60008"/>
                </a:cubicBezTo>
                <a:lnTo>
                  <a:pt x="1013256" y="66216"/>
                </a:lnTo>
                <a:lnTo>
                  <a:pt x="1013195" y="71934"/>
                </a:lnTo>
                <a:cubicBezTo>
                  <a:pt x="1013195" y="75336"/>
                  <a:pt x="1013635" y="79732"/>
                  <a:pt x="1014514" y="85123"/>
                </a:cubicBezTo>
                <a:cubicBezTo>
                  <a:pt x="1015394" y="90512"/>
                  <a:pt x="1015834" y="94887"/>
                  <a:pt x="1015834" y="98247"/>
                </a:cubicBezTo>
                <a:cubicBezTo>
                  <a:pt x="1015834" y="100052"/>
                  <a:pt x="1015251" y="101517"/>
                  <a:pt x="1014085" y="102643"/>
                </a:cubicBezTo>
                <a:cubicBezTo>
                  <a:pt x="1012919" y="103771"/>
                  <a:pt x="1011456" y="104335"/>
                  <a:pt x="1009697" y="104335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Text CURE">
            <a:extLst xmlns:a="http://schemas.openxmlformats.org/drawingml/2006/main">
              <a:ext uri="{FF2B5EF4-FFF2-40B4-BE49-F238E27FC236}">
                <a16:creationId xmlns:a16="http://schemas.microsoft.com/office/drawing/2014/main" id="{76444F01-6EE1-4FAA-A39F-8D7C4020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948" y="5228494"/>
            <a:ext cx="359838" cy="115755"/>
          </a:xfrm>
          <a:custGeom xmlns:a="http://schemas.openxmlformats.org/drawingml/2006/main">
            <a:pathLst>
              <a:path w="359838" h="115755">
                <a:moveTo>
                  <a:pt x="71516" y="36776"/>
                </a:moveTo>
                <a:cubicBezTo>
                  <a:pt x="67445" y="36776"/>
                  <a:pt x="64437" y="34627"/>
                  <a:pt x="62491" y="30330"/>
                </a:cubicBezTo>
                <a:cubicBezTo>
                  <a:pt x="61587" y="28294"/>
                  <a:pt x="60682" y="27073"/>
                  <a:pt x="59777" y="26666"/>
                </a:cubicBezTo>
                <a:cubicBezTo>
                  <a:pt x="59099" y="26349"/>
                  <a:pt x="57312" y="26191"/>
                  <a:pt x="54417" y="26191"/>
                </a:cubicBezTo>
                <a:cubicBezTo>
                  <a:pt x="48718" y="26191"/>
                  <a:pt x="42136" y="30615"/>
                  <a:pt x="34672" y="39462"/>
                </a:cubicBezTo>
                <a:cubicBezTo>
                  <a:pt x="24223" y="51831"/>
                  <a:pt x="18998" y="63410"/>
                  <a:pt x="18998" y="74198"/>
                </a:cubicBezTo>
                <a:cubicBezTo>
                  <a:pt x="18998" y="79119"/>
                  <a:pt x="20650" y="83340"/>
                  <a:pt x="23952" y="86861"/>
                </a:cubicBezTo>
                <a:cubicBezTo>
                  <a:pt x="27254" y="90382"/>
                  <a:pt x="31212" y="92143"/>
                  <a:pt x="35826" y="92143"/>
                </a:cubicBezTo>
                <a:cubicBezTo>
                  <a:pt x="40304" y="92143"/>
                  <a:pt x="44850" y="90967"/>
                  <a:pt x="49464" y="88614"/>
                </a:cubicBezTo>
                <a:cubicBezTo>
                  <a:pt x="51092" y="87755"/>
                  <a:pt x="54530" y="85538"/>
                  <a:pt x="59777" y="81965"/>
                </a:cubicBezTo>
                <a:cubicBezTo>
                  <a:pt x="63306" y="79613"/>
                  <a:pt x="65975" y="78437"/>
                  <a:pt x="67784" y="78437"/>
                </a:cubicBezTo>
                <a:cubicBezTo>
                  <a:pt x="70498" y="78437"/>
                  <a:pt x="72805" y="79434"/>
                  <a:pt x="74705" y="81428"/>
                </a:cubicBezTo>
                <a:cubicBezTo>
                  <a:pt x="76469" y="83287"/>
                  <a:pt x="77351" y="85418"/>
                  <a:pt x="77351" y="87819"/>
                </a:cubicBezTo>
                <a:cubicBezTo>
                  <a:pt x="77351" y="90494"/>
                  <a:pt x="76175" y="92828"/>
                  <a:pt x="73823" y="94823"/>
                </a:cubicBezTo>
                <a:cubicBezTo>
                  <a:pt x="61383" y="105340"/>
                  <a:pt x="48718" y="110598"/>
                  <a:pt x="35826" y="110598"/>
                </a:cubicBezTo>
                <a:cubicBezTo>
                  <a:pt x="25648" y="110598"/>
                  <a:pt x="17053" y="106889"/>
                  <a:pt x="10042" y="99471"/>
                </a:cubicBezTo>
                <a:cubicBezTo>
                  <a:pt x="3347" y="92324"/>
                  <a:pt x="0" y="83910"/>
                  <a:pt x="0" y="74230"/>
                </a:cubicBezTo>
                <a:cubicBezTo>
                  <a:pt x="0" y="59076"/>
                  <a:pt x="6627" y="43606"/>
                  <a:pt x="19881" y="27819"/>
                </a:cubicBezTo>
                <a:cubicBezTo>
                  <a:pt x="31144" y="14430"/>
                  <a:pt x="42656" y="7735"/>
                  <a:pt x="54417" y="7735"/>
                </a:cubicBezTo>
                <a:cubicBezTo>
                  <a:pt x="56407" y="7735"/>
                  <a:pt x="58206" y="7803"/>
                  <a:pt x="59811" y="7939"/>
                </a:cubicBezTo>
                <a:cubicBezTo>
                  <a:pt x="61417" y="8074"/>
                  <a:pt x="62831" y="8278"/>
                  <a:pt x="64052" y="8549"/>
                </a:cubicBezTo>
                <a:cubicBezTo>
                  <a:pt x="66042" y="6559"/>
                  <a:pt x="68440" y="5564"/>
                  <a:pt x="71244" y="5564"/>
                </a:cubicBezTo>
                <a:cubicBezTo>
                  <a:pt x="75858" y="5564"/>
                  <a:pt x="78708" y="8221"/>
                  <a:pt x="79794" y="13536"/>
                </a:cubicBezTo>
                <a:cubicBezTo>
                  <a:pt x="80563" y="17353"/>
                  <a:pt x="80947" y="21806"/>
                  <a:pt x="80947" y="26895"/>
                </a:cubicBezTo>
                <a:cubicBezTo>
                  <a:pt x="80947" y="29166"/>
                  <a:pt x="80291" y="31233"/>
                  <a:pt x="78979" y="33095"/>
                </a:cubicBezTo>
                <a:cubicBezTo>
                  <a:pt x="77261" y="35549"/>
                  <a:pt x="74773" y="36776"/>
                  <a:pt x="71516" y="36776"/>
                </a:cubicBezTo>
                <a:close/>
                <a:moveTo>
                  <a:pt x="161497" y="97221"/>
                </a:moveTo>
                <a:cubicBezTo>
                  <a:pt x="158194" y="101702"/>
                  <a:pt x="154214" y="105436"/>
                  <a:pt x="149555" y="108423"/>
                </a:cubicBezTo>
                <a:cubicBezTo>
                  <a:pt x="143855" y="112044"/>
                  <a:pt x="137997" y="113855"/>
                  <a:pt x="131981" y="113855"/>
                </a:cubicBezTo>
                <a:cubicBezTo>
                  <a:pt x="120446" y="113855"/>
                  <a:pt x="111874" y="111676"/>
                  <a:pt x="106265" y="107318"/>
                </a:cubicBezTo>
                <a:cubicBezTo>
                  <a:pt x="94414" y="98114"/>
                  <a:pt x="88488" y="82130"/>
                  <a:pt x="88488" y="59364"/>
                </a:cubicBezTo>
                <a:cubicBezTo>
                  <a:pt x="88488" y="57184"/>
                  <a:pt x="88601" y="53938"/>
                  <a:pt x="88827" y="49625"/>
                </a:cubicBezTo>
                <a:cubicBezTo>
                  <a:pt x="89054" y="45312"/>
                  <a:pt x="89167" y="42067"/>
                  <a:pt x="89167" y="39888"/>
                </a:cubicBezTo>
                <a:cubicBezTo>
                  <a:pt x="89167" y="38154"/>
                  <a:pt x="89212" y="35564"/>
                  <a:pt x="89302" y="32117"/>
                </a:cubicBezTo>
                <a:cubicBezTo>
                  <a:pt x="89393" y="28671"/>
                  <a:pt x="89438" y="26081"/>
                  <a:pt x="89438" y="24348"/>
                </a:cubicBezTo>
                <a:cubicBezTo>
                  <a:pt x="89438" y="20790"/>
                  <a:pt x="90094" y="17433"/>
                  <a:pt x="91406" y="14276"/>
                </a:cubicBezTo>
                <a:cubicBezTo>
                  <a:pt x="93170" y="10096"/>
                  <a:pt x="95635" y="8007"/>
                  <a:pt x="98802" y="8007"/>
                </a:cubicBezTo>
                <a:cubicBezTo>
                  <a:pt x="101289" y="8007"/>
                  <a:pt x="103483" y="8804"/>
                  <a:pt x="105383" y="10398"/>
                </a:cubicBezTo>
                <a:cubicBezTo>
                  <a:pt x="107464" y="12082"/>
                  <a:pt x="108504" y="14253"/>
                  <a:pt x="108504" y="16912"/>
                </a:cubicBezTo>
                <a:cubicBezTo>
                  <a:pt x="108504" y="19437"/>
                  <a:pt x="108470" y="23258"/>
                  <a:pt x="108403" y="28377"/>
                </a:cubicBezTo>
                <a:cubicBezTo>
                  <a:pt x="108335" y="33494"/>
                  <a:pt x="108301" y="37338"/>
                  <a:pt x="108301" y="39907"/>
                </a:cubicBezTo>
                <a:cubicBezTo>
                  <a:pt x="108301" y="42033"/>
                  <a:pt x="108188" y="45246"/>
                  <a:pt x="107962" y="49545"/>
                </a:cubicBezTo>
                <a:cubicBezTo>
                  <a:pt x="107735" y="53842"/>
                  <a:pt x="107622" y="57053"/>
                  <a:pt x="107622" y="59179"/>
                </a:cubicBezTo>
                <a:cubicBezTo>
                  <a:pt x="107622" y="66047"/>
                  <a:pt x="108437" y="72427"/>
                  <a:pt x="110065" y="78320"/>
                </a:cubicBezTo>
                <a:cubicBezTo>
                  <a:pt x="111965" y="85364"/>
                  <a:pt x="114747" y="90282"/>
                  <a:pt x="118411" y="93074"/>
                </a:cubicBezTo>
                <a:cubicBezTo>
                  <a:pt x="120311" y="94535"/>
                  <a:pt x="124834" y="95311"/>
                  <a:pt x="131981" y="95400"/>
                </a:cubicBezTo>
                <a:cubicBezTo>
                  <a:pt x="143923" y="95581"/>
                  <a:pt x="151975" y="85395"/>
                  <a:pt x="156136" y="64843"/>
                </a:cubicBezTo>
                <a:cubicBezTo>
                  <a:pt x="158308" y="54204"/>
                  <a:pt x="159393" y="39265"/>
                  <a:pt x="159393" y="20025"/>
                </a:cubicBezTo>
                <a:cubicBezTo>
                  <a:pt x="159393" y="17490"/>
                  <a:pt x="160140" y="15046"/>
                  <a:pt x="161632" y="12693"/>
                </a:cubicBezTo>
                <a:cubicBezTo>
                  <a:pt x="163668" y="9569"/>
                  <a:pt x="166563" y="8007"/>
                  <a:pt x="170317" y="8007"/>
                </a:cubicBezTo>
                <a:cubicBezTo>
                  <a:pt x="173393" y="8007"/>
                  <a:pt x="175700" y="9138"/>
                  <a:pt x="177238" y="11401"/>
                </a:cubicBezTo>
                <a:cubicBezTo>
                  <a:pt x="178414" y="13076"/>
                  <a:pt x="179002" y="14932"/>
                  <a:pt x="179002" y="16969"/>
                </a:cubicBezTo>
                <a:cubicBezTo>
                  <a:pt x="179002" y="34848"/>
                  <a:pt x="178166" y="48789"/>
                  <a:pt x="176492" y="58791"/>
                </a:cubicBezTo>
                <a:cubicBezTo>
                  <a:pt x="173959" y="74226"/>
                  <a:pt x="168960" y="87036"/>
                  <a:pt x="161497" y="97221"/>
                </a:cubicBezTo>
                <a:close/>
                <a:moveTo>
                  <a:pt x="262246" y="109784"/>
                </a:moveTo>
                <a:cubicBezTo>
                  <a:pt x="259804" y="109784"/>
                  <a:pt x="257565" y="108834"/>
                  <a:pt x="255529" y="106934"/>
                </a:cubicBezTo>
                <a:cubicBezTo>
                  <a:pt x="241823" y="94088"/>
                  <a:pt x="226760" y="85177"/>
                  <a:pt x="210340" y="80201"/>
                </a:cubicBezTo>
                <a:cubicBezTo>
                  <a:pt x="210837" y="93392"/>
                  <a:pt x="211086" y="100714"/>
                  <a:pt x="211086" y="102166"/>
                </a:cubicBezTo>
                <a:cubicBezTo>
                  <a:pt x="211086" y="104748"/>
                  <a:pt x="210182" y="106935"/>
                  <a:pt x="208372" y="108726"/>
                </a:cubicBezTo>
                <a:cubicBezTo>
                  <a:pt x="206563" y="110517"/>
                  <a:pt x="204301" y="111413"/>
                  <a:pt x="201587" y="111413"/>
                </a:cubicBezTo>
                <a:cubicBezTo>
                  <a:pt x="198873" y="111413"/>
                  <a:pt x="196611" y="110519"/>
                  <a:pt x="194802" y="108730"/>
                </a:cubicBezTo>
                <a:cubicBezTo>
                  <a:pt x="192992" y="106942"/>
                  <a:pt x="192088" y="104758"/>
                  <a:pt x="192088" y="102178"/>
                </a:cubicBezTo>
                <a:cubicBezTo>
                  <a:pt x="192088" y="98784"/>
                  <a:pt x="192133" y="93704"/>
                  <a:pt x="192223" y="86937"/>
                </a:cubicBezTo>
                <a:cubicBezTo>
                  <a:pt x="192314" y="80170"/>
                  <a:pt x="192359" y="75089"/>
                  <a:pt x="192359" y="71694"/>
                </a:cubicBezTo>
                <a:lnTo>
                  <a:pt x="192495" y="16904"/>
                </a:lnTo>
                <a:cubicBezTo>
                  <a:pt x="192495" y="13961"/>
                  <a:pt x="193377" y="11290"/>
                  <a:pt x="195141" y="8891"/>
                </a:cubicBezTo>
                <a:cubicBezTo>
                  <a:pt x="197448" y="5813"/>
                  <a:pt x="200637" y="4433"/>
                  <a:pt x="204708" y="4750"/>
                </a:cubicBezTo>
                <a:cubicBezTo>
                  <a:pt x="215700" y="5564"/>
                  <a:pt x="221332" y="5994"/>
                  <a:pt x="221603" y="6039"/>
                </a:cubicBezTo>
                <a:cubicBezTo>
                  <a:pt x="227936" y="6808"/>
                  <a:pt x="233319" y="8322"/>
                  <a:pt x="237752" y="10583"/>
                </a:cubicBezTo>
                <a:cubicBezTo>
                  <a:pt x="257067" y="20305"/>
                  <a:pt x="266725" y="32357"/>
                  <a:pt x="266725" y="46737"/>
                </a:cubicBezTo>
                <a:cubicBezTo>
                  <a:pt x="266725" y="52661"/>
                  <a:pt x="264700" y="57896"/>
                  <a:pt x="260652" y="62441"/>
                </a:cubicBezTo>
                <a:cubicBezTo>
                  <a:pt x="256603" y="66985"/>
                  <a:pt x="250531" y="70817"/>
                  <a:pt x="242434" y="73937"/>
                </a:cubicBezTo>
                <a:cubicBezTo>
                  <a:pt x="254421" y="80636"/>
                  <a:pt x="263445" y="87471"/>
                  <a:pt x="269507" y="94441"/>
                </a:cubicBezTo>
                <a:cubicBezTo>
                  <a:pt x="271090" y="96251"/>
                  <a:pt x="271881" y="98264"/>
                  <a:pt x="271881" y="100482"/>
                </a:cubicBezTo>
                <a:cubicBezTo>
                  <a:pt x="271881" y="103017"/>
                  <a:pt x="270931" y="105201"/>
                  <a:pt x="269032" y="107034"/>
                </a:cubicBezTo>
                <a:cubicBezTo>
                  <a:pt x="267132" y="108867"/>
                  <a:pt x="264870" y="109784"/>
                  <a:pt x="262246" y="109784"/>
                </a:cubicBezTo>
                <a:moveTo>
                  <a:pt x="218753" y="24427"/>
                </a:moveTo>
                <a:cubicBezTo>
                  <a:pt x="218392" y="24381"/>
                  <a:pt x="215745" y="24200"/>
                  <a:pt x="210815" y="23884"/>
                </a:cubicBezTo>
                <a:lnTo>
                  <a:pt x="210815" y="59845"/>
                </a:lnTo>
                <a:cubicBezTo>
                  <a:pt x="211946" y="59890"/>
                  <a:pt x="212941" y="59913"/>
                  <a:pt x="213800" y="59913"/>
                </a:cubicBezTo>
                <a:cubicBezTo>
                  <a:pt x="224883" y="59913"/>
                  <a:pt x="233093" y="58536"/>
                  <a:pt x="238430" y="55783"/>
                </a:cubicBezTo>
                <a:cubicBezTo>
                  <a:pt x="240737" y="54608"/>
                  <a:pt x="242852" y="53050"/>
                  <a:pt x="244775" y="51109"/>
                </a:cubicBezTo>
                <a:cubicBezTo>
                  <a:pt x="246697" y="49167"/>
                  <a:pt x="247658" y="47700"/>
                  <a:pt x="247658" y="46707"/>
                </a:cubicBezTo>
                <a:cubicBezTo>
                  <a:pt x="247658" y="41650"/>
                  <a:pt x="244447" y="36774"/>
                  <a:pt x="238023" y="32079"/>
                </a:cubicBezTo>
                <a:cubicBezTo>
                  <a:pt x="231917" y="27655"/>
                  <a:pt x="225493" y="25104"/>
                  <a:pt x="218753" y="24427"/>
                </a:cubicBezTo>
                <a:close/>
                <a:moveTo>
                  <a:pt x="350474" y="21984"/>
                </a:moveTo>
                <a:cubicBezTo>
                  <a:pt x="349570" y="21984"/>
                  <a:pt x="348620" y="21848"/>
                  <a:pt x="347625" y="21577"/>
                </a:cubicBezTo>
                <a:cubicBezTo>
                  <a:pt x="340297" y="19587"/>
                  <a:pt x="333172" y="18591"/>
                  <a:pt x="326251" y="18591"/>
                </a:cubicBezTo>
                <a:cubicBezTo>
                  <a:pt x="322859" y="18591"/>
                  <a:pt x="319217" y="18863"/>
                  <a:pt x="315327" y="19406"/>
                </a:cubicBezTo>
                <a:cubicBezTo>
                  <a:pt x="311437" y="19948"/>
                  <a:pt x="307298" y="20763"/>
                  <a:pt x="302910" y="21848"/>
                </a:cubicBezTo>
                <a:cubicBezTo>
                  <a:pt x="302910" y="27849"/>
                  <a:pt x="302707" y="36760"/>
                  <a:pt x="302300" y="48582"/>
                </a:cubicBezTo>
                <a:cubicBezTo>
                  <a:pt x="304833" y="48401"/>
                  <a:pt x="313676" y="47564"/>
                  <a:pt x="328830" y="46071"/>
                </a:cubicBezTo>
                <a:cubicBezTo>
                  <a:pt x="337469" y="45212"/>
                  <a:pt x="342943" y="44782"/>
                  <a:pt x="345250" y="44782"/>
                </a:cubicBezTo>
                <a:cubicBezTo>
                  <a:pt x="347919" y="44782"/>
                  <a:pt x="350203" y="45630"/>
                  <a:pt x="352103" y="47327"/>
                </a:cubicBezTo>
                <a:cubicBezTo>
                  <a:pt x="354003" y="49023"/>
                  <a:pt x="354953" y="51273"/>
                  <a:pt x="354953" y="54078"/>
                </a:cubicBezTo>
                <a:cubicBezTo>
                  <a:pt x="354953" y="59461"/>
                  <a:pt x="352080" y="62514"/>
                  <a:pt x="346335" y="63238"/>
                </a:cubicBezTo>
                <a:cubicBezTo>
                  <a:pt x="342717" y="63513"/>
                  <a:pt x="337311" y="63974"/>
                  <a:pt x="330119" y="64618"/>
                </a:cubicBezTo>
                <a:cubicBezTo>
                  <a:pt x="323696" y="65355"/>
                  <a:pt x="314015" y="66252"/>
                  <a:pt x="301078" y="67309"/>
                </a:cubicBezTo>
                <a:cubicBezTo>
                  <a:pt x="300762" y="73066"/>
                  <a:pt x="300603" y="77714"/>
                  <a:pt x="300603" y="81250"/>
                </a:cubicBezTo>
                <a:cubicBezTo>
                  <a:pt x="300603" y="90136"/>
                  <a:pt x="301124" y="95191"/>
                  <a:pt x="302164" y="96415"/>
                </a:cubicBezTo>
                <a:cubicBezTo>
                  <a:pt x="302662" y="97005"/>
                  <a:pt x="305511" y="97299"/>
                  <a:pt x="310713" y="97299"/>
                </a:cubicBezTo>
                <a:cubicBezTo>
                  <a:pt x="313518" y="97299"/>
                  <a:pt x="317747" y="97232"/>
                  <a:pt x="323402" y="97096"/>
                </a:cubicBezTo>
                <a:cubicBezTo>
                  <a:pt x="329056" y="96960"/>
                  <a:pt x="333285" y="96892"/>
                  <a:pt x="336090" y="96892"/>
                </a:cubicBezTo>
                <a:cubicBezTo>
                  <a:pt x="336995" y="96892"/>
                  <a:pt x="338329" y="96757"/>
                  <a:pt x="340093" y="96485"/>
                </a:cubicBezTo>
                <a:cubicBezTo>
                  <a:pt x="341857" y="96214"/>
                  <a:pt x="343169" y="96078"/>
                  <a:pt x="344028" y="96078"/>
                </a:cubicBezTo>
                <a:cubicBezTo>
                  <a:pt x="346652" y="96078"/>
                  <a:pt x="348891" y="96824"/>
                  <a:pt x="350746" y="98317"/>
                </a:cubicBezTo>
                <a:cubicBezTo>
                  <a:pt x="352872" y="99991"/>
                  <a:pt x="353935" y="102343"/>
                  <a:pt x="353935" y="105374"/>
                </a:cubicBezTo>
                <a:cubicBezTo>
                  <a:pt x="353935" y="110440"/>
                  <a:pt x="351289" y="113471"/>
                  <a:pt x="345996" y="114466"/>
                </a:cubicBezTo>
                <a:cubicBezTo>
                  <a:pt x="341473" y="115325"/>
                  <a:pt x="332087" y="115755"/>
                  <a:pt x="317838" y="115755"/>
                </a:cubicBezTo>
                <a:cubicBezTo>
                  <a:pt x="303091" y="115755"/>
                  <a:pt x="293479" y="113761"/>
                  <a:pt x="289001" y="109774"/>
                </a:cubicBezTo>
                <a:cubicBezTo>
                  <a:pt x="284070" y="105377"/>
                  <a:pt x="281605" y="95861"/>
                  <a:pt x="281605" y="81225"/>
                </a:cubicBezTo>
                <a:cubicBezTo>
                  <a:pt x="281605" y="75152"/>
                  <a:pt x="282046" y="66032"/>
                  <a:pt x="282928" y="53866"/>
                </a:cubicBezTo>
                <a:cubicBezTo>
                  <a:pt x="283810" y="41698"/>
                  <a:pt x="284251" y="32601"/>
                  <a:pt x="284251" y="26575"/>
                </a:cubicBezTo>
                <a:cubicBezTo>
                  <a:pt x="284251" y="24989"/>
                  <a:pt x="284025" y="22643"/>
                  <a:pt x="283573" y="19539"/>
                </a:cubicBezTo>
                <a:cubicBezTo>
                  <a:pt x="283120" y="16435"/>
                  <a:pt x="282894" y="14090"/>
                  <a:pt x="282894" y="12504"/>
                </a:cubicBezTo>
                <a:cubicBezTo>
                  <a:pt x="282894" y="5615"/>
                  <a:pt x="286060" y="2171"/>
                  <a:pt x="292393" y="2171"/>
                </a:cubicBezTo>
                <a:cubicBezTo>
                  <a:pt x="294384" y="2171"/>
                  <a:pt x="296216" y="2737"/>
                  <a:pt x="297889" y="3868"/>
                </a:cubicBezTo>
                <a:cubicBezTo>
                  <a:pt x="303137" y="2561"/>
                  <a:pt x="308124" y="1590"/>
                  <a:pt x="312851" y="954"/>
                </a:cubicBezTo>
                <a:cubicBezTo>
                  <a:pt x="317578" y="318"/>
                  <a:pt x="322045" y="0"/>
                  <a:pt x="326251" y="0"/>
                </a:cubicBezTo>
                <a:cubicBezTo>
                  <a:pt x="337650" y="0"/>
                  <a:pt x="346765" y="1312"/>
                  <a:pt x="353596" y="3935"/>
                </a:cubicBezTo>
                <a:cubicBezTo>
                  <a:pt x="357757" y="5524"/>
                  <a:pt x="359838" y="8407"/>
                  <a:pt x="359838" y="12584"/>
                </a:cubicBezTo>
                <a:cubicBezTo>
                  <a:pt x="359838" y="14946"/>
                  <a:pt x="359024" y="17035"/>
                  <a:pt x="357395" y="18850"/>
                </a:cubicBezTo>
                <a:cubicBezTo>
                  <a:pt x="355586" y="20939"/>
                  <a:pt x="353279" y="21984"/>
                  <a:pt x="350474" y="21984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Text w/owrongsolution">
            <a:extLst xmlns:a="http://schemas.openxmlformats.org/drawingml/2006/main">
              <a:ext uri="{FF2B5EF4-FFF2-40B4-BE49-F238E27FC236}">
                <a16:creationId xmlns:a16="http://schemas.microsoft.com/office/drawing/2014/main" id="{0A1477B3-6D49-4AA5-AFE1-62B09C87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219" y="5425390"/>
            <a:ext cx="1082173" cy="134531"/>
          </a:xfrm>
          <a:custGeom xmlns:a="http://schemas.openxmlformats.org/drawingml/2006/main">
            <a:pathLst>
              <a:path w="1082173" h="134531">
                <a:moveTo>
                  <a:pt x="77331" y="44941"/>
                </a:moveTo>
                <a:cubicBezTo>
                  <a:pt x="74139" y="58304"/>
                  <a:pt x="69966" y="73408"/>
                  <a:pt x="64810" y="90255"/>
                </a:cubicBezTo>
                <a:cubicBezTo>
                  <a:pt x="63665" y="93979"/>
                  <a:pt x="61762" y="97804"/>
                  <a:pt x="59103" y="101732"/>
                </a:cubicBezTo>
                <a:cubicBezTo>
                  <a:pt x="57671" y="103901"/>
                  <a:pt x="55727" y="104965"/>
                  <a:pt x="53272" y="104924"/>
                </a:cubicBezTo>
                <a:cubicBezTo>
                  <a:pt x="48812" y="104842"/>
                  <a:pt x="45335" y="99297"/>
                  <a:pt x="42839" y="88288"/>
                </a:cubicBezTo>
                <a:cubicBezTo>
                  <a:pt x="42020" y="84763"/>
                  <a:pt x="41182" y="79966"/>
                  <a:pt x="40322" y="73899"/>
                </a:cubicBezTo>
                <a:lnTo>
                  <a:pt x="38297" y="60188"/>
                </a:lnTo>
                <a:lnTo>
                  <a:pt x="33264" y="71932"/>
                </a:lnTo>
                <a:lnTo>
                  <a:pt x="23936" y="97325"/>
                </a:lnTo>
                <a:cubicBezTo>
                  <a:pt x="23404" y="98882"/>
                  <a:pt x="22626" y="100071"/>
                  <a:pt x="21603" y="100890"/>
                </a:cubicBezTo>
                <a:cubicBezTo>
                  <a:pt x="20376" y="103269"/>
                  <a:pt x="18412" y="104499"/>
                  <a:pt x="15712" y="104580"/>
                </a:cubicBezTo>
                <a:cubicBezTo>
                  <a:pt x="12602" y="104703"/>
                  <a:pt x="9595" y="98596"/>
                  <a:pt x="6690" y="86258"/>
                </a:cubicBezTo>
                <a:cubicBezTo>
                  <a:pt x="5217" y="79905"/>
                  <a:pt x="3744" y="71297"/>
                  <a:pt x="2271" y="60436"/>
                </a:cubicBezTo>
                <a:lnTo>
                  <a:pt x="798" y="51212"/>
                </a:lnTo>
                <a:cubicBezTo>
                  <a:pt x="266" y="47524"/>
                  <a:pt x="0" y="44429"/>
                  <a:pt x="0" y="41928"/>
                </a:cubicBezTo>
                <a:cubicBezTo>
                  <a:pt x="0" y="40207"/>
                  <a:pt x="604" y="38783"/>
                  <a:pt x="1811" y="37656"/>
                </a:cubicBezTo>
                <a:cubicBezTo>
                  <a:pt x="3018" y="36529"/>
                  <a:pt x="4480" y="35965"/>
                  <a:pt x="6199" y="35965"/>
                </a:cubicBezTo>
                <a:cubicBezTo>
                  <a:pt x="9308" y="35965"/>
                  <a:pt x="11231" y="37666"/>
                  <a:pt x="11968" y="41068"/>
                </a:cubicBezTo>
                <a:cubicBezTo>
                  <a:pt x="12500" y="43486"/>
                  <a:pt x="12929" y="46478"/>
                  <a:pt x="13257" y="50044"/>
                </a:cubicBezTo>
                <a:lnTo>
                  <a:pt x="14177" y="59083"/>
                </a:lnTo>
                <a:lnTo>
                  <a:pt x="17798" y="86688"/>
                </a:lnTo>
                <a:cubicBezTo>
                  <a:pt x="22340" y="74063"/>
                  <a:pt x="27045" y="59512"/>
                  <a:pt x="31914" y="43034"/>
                </a:cubicBezTo>
                <a:cubicBezTo>
                  <a:pt x="33264" y="38485"/>
                  <a:pt x="35617" y="36210"/>
                  <a:pt x="38972" y="36210"/>
                </a:cubicBezTo>
                <a:cubicBezTo>
                  <a:pt x="42204" y="36210"/>
                  <a:pt x="44393" y="38752"/>
                  <a:pt x="45539" y="43834"/>
                </a:cubicBezTo>
                <a:cubicBezTo>
                  <a:pt x="46603" y="48630"/>
                  <a:pt x="47933" y="56008"/>
                  <a:pt x="49528" y="65969"/>
                </a:cubicBezTo>
                <a:cubicBezTo>
                  <a:pt x="51165" y="76297"/>
                  <a:pt x="52618" y="84351"/>
                  <a:pt x="53886" y="90131"/>
                </a:cubicBezTo>
                <a:lnTo>
                  <a:pt x="58366" y="73406"/>
                </a:lnTo>
                <a:lnTo>
                  <a:pt x="66283" y="39899"/>
                </a:lnTo>
                <a:cubicBezTo>
                  <a:pt x="66897" y="37440"/>
                  <a:pt x="68656" y="36210"/>
                  <a:pt x="71561" y="36210"/>
                </a:cubicBezTo>
                <a:cubicBezTo>
                  <a:pt x="73280" y="36210"/>
                  <a:pt x="74773" y="36790"/>
                  <a:pt x="76042" y="37950"/>
                </a:cubicBezTo>
                <a:cubicBezTo>
                  <a:pt x="77310" y="39110"/>
                  <a:pt x="77944" y="40504"/>
                  <a:pt x="77944" y="42133"/>
                </a:cubicBezTo>
                <a:cubicBezTo>
                  <a:pt x="77944" y="42336"/>
                  <a:pt x="77740" y="43272"/>
                  <a:pt x="77331" y="44941"/>
                </a:cubicBezTo>
                <a:close/>
                <a:moveTo>
                  <a:pt x="92089" y="105440"/>
                </a:moveTo>
                <a:cubicBezTo>
                  <a:pt x="90575" y="105440"/>
                  <a:pt x="89245" y="104928"/>
                  <a:pt x="88099" y="103905"/>
                </a:cubicBezTo>
                <a:cubicBezTo>
                  <a:pt x="86954" y="102882"/>
                  <a:pt x="86381" y="101614"/>
                  <a:pt x="86381" y="100100"/>
                </a:cubicBezTo>
                <a:cubicBezTo>
                  <a:pt x="86381" y="99445"/>
                  <a:pt x="86524" y="98750"/>
                  <a:pt x="86810" y="98013"/>
                </a:cubicBezTo>
                <a:cubicBezTo>
                  <a:pt x="90002" y="89217"/>
                  <a:pt x="96016" y="76543"/>
                  <a:pt x="104854" y="59993"/>
                </a:cubicBezTo>
                <a:cubicBezTo>
                  <a:pt x="113692" y="43442"/>
                  <a:pt x="119727" y="30748"/>
                  <a:pt x="122959" y="21910"/>
                </a:cubicBezTo>
                <a:cubicBezTo>
                  <a:pt x="128319" y="7263"/>
                  <a:pt x="132370" y="0"/>
                  <a:pt x="135111" y="123"/>
                </a:cubicBezTo>
                <a:cubicBezTo>
                  <a:pt x="136625" y="164"/>
                  <a:pt x="137955" y="706"/>
                  <a:pt x="139101" y="1749"/>
                </a:cubicBezTo>
                <a:cubicBezTo>
                  <a:pt x="140246" y="2792"/>
                  <a:pt x="140819" y="4051"/>
                  <a:pt x="140819" y="5524"/>
                </a:cubicBezTo>
                <a:cubicBezTo>
                  <a:pt x="140819" y="6465"/>
                  <a:pt x="140594" y="7590"/>
                  <a:pt x="140144" y="8899"/>
                </a:cubicBezTo>
                <a:lnTo>
                  <a:pt x="133270" y="25593"/>
                </a:lnTo>
                <a:cubicBezTo>
                  <a:pt x="130529" y="33162"/>
                  <a:pt x="126621" y="41898"/>
                  <a:pt x="121548" y="51799"/>
                </a:cubicBezTo>
                <a:lnTo>
                  <a:pt x="108168" y="77208"/>
                </a:lnTo>
                <a:lnTo>
                  <a:pt x="97060" y="101819"/>
                </a:lnTo>
                <a:cubicBezTo>
                  <a:pt x="95955" y="104233"/>
                  <a:pt x="94298" y="105440"/>
                  <a:pt x="92089" y="105440"/>
                </a:cubicBezTo>
                <a:close/>
                <a:moveTo>
                  <a:pt x="177015" y="103598"/>
                </a:moveTo>
                <a:cubicBezTo>
                  <a:pt x="170141" y="103598"/>
                  <a:pt x="164228" y="101057"/>
                  <a:pt x="159278" y="95975"/>
                </a:cubicBezTo>
                <a:cubicBezTo>
                  <a:pt x="153754" y="90318"/>
                  <a:pt x="150849" y="82714"/>
                  <a:pt x="150563" y="73163"/>
                </a:cubicBezTo>
                <a:cubicBezTo>
                  <a:pt x="150317" y="63899"/>
                  <a:pt x="152649" y="55742"/>
                  <a:pt x="157559" y="48692"/>
                </a:cubicBezTo>
                <a:cubicBezTo>
                  <a:pt x="163287" y="40371"/>
                  <a:pt x="171266" y="36210"/>
                  <a:pt x="181495" y="36210"/>
                </a:cubicBezTo>
                <a:cubicBezTo>
                  <a:pt x="189678" y="36210"/>
                  <a:pt x="195877" y="39961"/>
                  <a:pt x="200091" y="47463"/>
                </a:cubicBezTo>
                <a:cubicBezTo>
                  <a:pt x="203446" y="53529"/>
                  <a:pt x="205062" y="60824"/>
                  <a:pt x="204940" y="69350"/>
                </a:cubicBezTo>
                <a:cubicBezTo>
                  <a:pt x="204817" y="78450"/>
                  <a:pt x="202444" y="86218"/>
                  <a:pt x="197820" y="92655"/>
                </a:cubicBezTo>
                <a:cubicBezTo>
                  <a:pt x="192583" y="99951"/>
                  <a:pt x="185648" y="103598"/>
                  <a:pt x="177015" y="103598"/>
                </a:cubicBezTo>
                <a:moveTo>
                  <a:pt x="180697" y="48731"/>
                </a:moveTo>
                <a:cubicBezTo>
                  <a:pt x="174682" y="48690"/>
                  <a:pt x="169998" y="51558"/>
                  <a:pt x="166643" y="57334"/>
                </a:cubicBezTo>
                <a:cubicBezTo>
                  <a:pt x="163983" y="61965"/>
                  <a:pt x="162653" y="67251"/>
                  <a:pt x="162653" y="73192"/>
                </a:cubicBezTo>
                <a:cubicBezTo>
                  <a:pt x="162653" y="79133"/>
                  <a:pt x="164269" y="83764"/>
                  <a:pt x="167502" y="87083"/>
                </a:cubicBezTo>
                <a:cubicBezTo>
                  <a:pt x="170202" y="89828"/>
                  <a:pt x="173373" y="91201"/>
                  <a:pt x="177015" y="91201"/>
                </a:cubicBezTo>
                <a:cubicBezTo>
                  <a:pt x="181270" y="91201"/>
                  <a:pt x="184932" y="89644"/>
                  <a:pt x="188000" y="86529"/>
                </a:cubicBezTo>
                <a:cubicBezTo>
                  <a:pt x="191478" y="83088"/>
                  <a:pt x="193320" y="78438"/>
                  <a:pt x="193524" y="72578"/>
                </a:cubicBezTo>
                <a:cubicBezTo>
                  <a:pt x="194097" y="56721"/>
                  <a:pt x="189821" y="48771"/>
                  <a:pt x="180697" y="48731"/>
                </a:cubicBezTo>
                <a:close/>
                <a:moveTo>
                  <a:pt x="331510" y="44941"/>
                </a:moveTo>
                <a:cubicBezTo>
                  <a:pt x="328318" y="58304"/>
                  <a:pt x="324145" y="73408"/>
                  <a:pt x="318990" y="90255"/>
                </a:cubicBezTo>
                <a:cubicBezTo>
                  <a:pt x="317844" y="93979"/>
                  <a:pt x="315941" y="97804"/>
                  <a:pt x="313282" y="101732"/>
                </a:cubicBezTo>
                <a:cubicBezTo>
                  <a:pt x="311850" y="103901"/>
                  <a:pt x="309906" y="104965"/>
                  <a:pt x="307451" y="104924"/>
                </a:cubicBezTo>
                <a:cubicBezTo>
                  <a:pt x="302992" y="104842"/>
                  <a:pt x="299514" y="99297"/>
                  <a:pt x="297018" y="88288"/>
                </a:cubicBezTo>
                <a:cubicBezTo>
                  <a:pt x="296200" y="84763"/>
                  <a:pt x="295361" y="79966"/>
                  <a:pt x="294502" y="73899"/>
                </a:cubicBezTo>
                <a:lnTo>
                  <a:pt x="292476" y="60188"/>
                </a:lnTo>
                <a:lnTo>
                  <a:pt x="287444" y="71932"/>
                </a:lnTo>
                <a:lnTo>
                  <a:pt x="278115" y="97325"/>
                </a:lnTo>
                <a:cubicBezTo>
                  <a:pt x="277583" y="98882"/>
                  <a:pt x="276806" y="100071"/>
                  <a:pt x="275783" y="100890"/>
                </a:cubicBezTo>
                <a:cubicBezTo>
                  <a:pt x="274555" y="103269"/>
                  <a:pt x="272591" y="104499"/>
                  <a:pt x="269891" y="104580"/>
                </a:cubicBezTo>
                <a:cubicBezTo>
                  <a:pt x="266781" y="104703"/>
                  <a:pt x="263774" y="98596"/>
                  <a:pt x="260869" y="86258"/>
                </a:cubicBezTo>
                <a:cubicBezTo>
                  <a:pt x="259396" y="79905"/>
                  <a:pt x="257923" y="71297"/>
                  <a:pt x="256450" y="60436"/>
                </a:cubicBezTo>
                <a:lnTo>
                  <a:pt x="254977" y="51212"/>
                </a:lnTo>
                <a:cubicBezTo>
                  <a:pt x="254445" y="47524"/>
                  <a:pt x="254179" y="44429"/>
                  <a:pt x="254179" y="41928"/>
                </a:cubicBezTo>
                <a:cubicBezTo>
                  <a:pt x="254179" y="40207"/>
                  <a:pt x="254783" y="38783"/>
                  <a:pt x="255990" y="37656"/>
                </a:cubicBezTo>
                <a:cubicBezTo>
                  <a:pt x="257197" y="36529"/>
                  <a:pt x="258659" y="35965"/>
                  <a:pt x="260378" y="35965"/>
                </a:cubicBezTo>
                <a:cubicBezTo>
                  <a:pt x="263488" y="35965"/>
                  <a:pt x="265411" y="37666"/>
                  <a:pt x="266147" y="41068"/>
                </a:cubicBezTo>
                <a:cubicBezTo>
                  <a:pt x="266679" y="43486"/>
                  <a:pt x="267109" y="46478"/>
                  <a:pt x="267436" y="50044"/>
                </a:cubicBezTo>
                <a:lnTo>
                  <a:pt x="268356" y="59083"/>
                </a:lnTo>
                <a:lnTo>
                  <a:pt x="271978" y="86688"/>
                </a:lnTo>
                <a:cubicBezTo>
                  <a:pt x="276519" y="74063"/>
                  <a:pt x="281224" y="59512"/>
                  <a:pt x="286093" y="43034"/>
                </a:cubicBezTo>
                <a:cubicBezTo>
                  <a:pt x="287444" y="38485"/>
                  <a:pt x="289796" y="36210"/>
                  <a:pt x="293151" y="36210"/>
                </a:cubicBezTo>
                <a:cubicBezTo>
                  <a:pt x="296384" y="36210"/>
                  <a:pt x="298573" y="38752"/>
                  <a:pt x="299718" y="43834"/>
                </a:cubicBezTo>
                <a:cubicBezTo>
                  <a:pt x="300782" y="48630"/>
                  <a:pt x="302112" y="56008"/>
                  <a:pt x="303708" y="65969"/>
                </a:cubicBezTo>
                <a:cubicBezTo>
                  <a:pt x="305344" y="76297"/>
                  <a:pt x="306797" y="84351"/>
                  <a:pt x="308065" y="90131"/>
                </a:cubicBezTo>
                <a:lnTo>
                  <a:pt x="312545" y="73406"/>
                </a:lnTo>
                <a:lnTo>
                  <a:pt x="320463" y="39899"/>
                </a:lnTo>
                <a:cubicBezTo>
                  <a:pt x="321076" y="37440"/>
                  <a:pt x="322836" y="36210"/>
                  <a:pt x="325741" y="36210"/>
                </a:cubicBezTo>
                <a:cubicBezTo>
                  <a:pt x="327459" y="36210"/>
                  <a:pt x="328953" y="36790"/>
                  <a:pt x="330221" y="37950"/>
                </a:cubicBezTo>
                <a:cubicBezTo>
                  <a:pt x="331489" y="39110"/>
                  <a:pt x="332123" y="40504"/>
                  <a:pt x="332123" y="42133"/>
                </a:cubicBezTo>
                <a:cubicBezTo>
                  <a:pt x="332123" y="42336"/>
                  <a:pt x="331919" y="43272"/>
                  <a:pt x="331510" y="44941"/>
                </a:cubicBezTo>
                <a:close/>
                <a:moveTo>
                  <a:pt x="391684" y="54438"/>
                </a:moveTo>
                <a:cubicBezTo>
                  <a:pt x="391398" y="59553"/>
                  <a:pt x="389352" y="62110"/>
                  <a:pt x="385547" y="62110"/>
                </a:cubicBezTo>
                <a:cubicBezTo>
                  <a:pt x="382028" y="62110"/>
                  <a:pt x="380269" y="60093"/>
                  <a:pt x="380269" y="56059"/>
                </a:cubicBezTo>
                <a:cubicBezTo>
                  <a:pt x="380269" y="55284"/>
                  <a:pt x="380207" y="53857"/>
                  <a:pt x="380085" y="51778"/>
                </a:cubicBezTo>
                <a:lnTo>
                  <a:pt x="379900" y="46644"/>
                </a:lnTo>
                <a:cubicBezTo>
                  <a:pt x="373436" y="47423"/>
                  <a:pt x="368260" y="49247"/>
                  <a:pt x="364373" y="52118"/>
                </a:cubicBezTo>
                <a:cubicBezTo>
                  <a:pt x="360731" y="54783"/>
                  <a:pt x="357704" y="58802"/>
                  <a:pt x="355290" y="64174"/>
                </a:cubicBezTo>
                <a:lnTo>
                  <a:pt x="355412" y="97877"/>
                </a:lnTo>
                <a:cubicBezTo>
                  <a:pt x="355412" y="102019"/>
                  <a:pt x="353387" y="104089"/>
                  <a:pt x="349336" y="104089"/>
                </a:cubicBezTo>
                <a:cubicBezTo>
                  <a:pt x="345736" y="104089"/>
                  <a:pt x="343936" y="102019"/>
                  <a:pt x="343936" y="97879"/>
                </a:cubicBezTo>
                <a:lnTo>
                  <a:pt x="343936" y="54716"/>
                </a:lnTo>
                <a:cubicBezTo>
                  <a:pt x="343936" y="53364"/>
                  <a:pt x="343987" y="51335"/>
                  <a:pt x="344089" y="48631"/>
                </a:cubicBezTo>
                <a:cubicBezTo>
                  <a:pt x="344191" y="45925"/>
                  <a:pt x="344242" y="43896"/>
                  <a:pt x="344242" y="42543"/>
                </a:cubicBezTo>
                <a:cubicBezTo>
                  <a:pt x="344242" y="38403"/>
                  <a:pt x="346043" y="36333"/>
                  <a:pt x="349643" y="36333"/>
                </a:cubicBezTo>
                <a:cubicBezTo>
                  <a:pt x="353653" y="36333"/>
                  <a:pt x="355678" y="39729"/>
                  <a:pt x="355719" y="46521"/>
                </a:cubicBezTo>
                <a:cubicBezTo>
                  <a:pt x="363575" y="38911"/>
                  <a:pt x="372290" y="35106"/>
                  <a:pt x="381864" y="35106"/>
                </a:cubicBezTo>
                <a:cubicBezTo>
                  <a:pt x="385179" y="35106"/>
                  <a:pt x="387654" y="36354"/>
                  <a:pt x="389291" y="38849"/>
                </a:cubicBezTo>
                <a:cubicBezTo>
                  <a:pt x="390927" y="41345"/>
                  <a:pt x="391746" y="45109"/>
                  <a:pt x="391746" y="50142"/>
                </a:cubicBezTo>
                <a:cubicBezTo>
                  <a:pt x="391746" y="52270"/>
                  <a:pt x="391725" y="53702"/>
                  <a:pt x="391684" y="54438"/>
                </a:cubicBezTo>
                <a:close/>
                <a:moveTo>
                  <a:pt x="427003" y="103598"/>
                </a:moveTo>
                <a:cubicBezTo>
                  <a:pt x="420129" y="103598"/>
                  <a:pt x="414217" y="101057"/>
                  <a:pt x="409266" y="95975"/>
                </a:cubicBezTo>
                <a:cubicBezTo>
                  <a:pt x="403743" y="90318"/>
                  <a:pt x="400838" y="82714"/>
                  <a:pt x="400551" y="73163"/>
                </a:cubicBezTo>
                <a:cubicBezTo>
                  <a:pt x="400306" y="63899"/>
                  <a:pt x="402638" y="55742"/>
                  <a:pt x="407548" y="48692"/>
                </a:cubicBezTo>
                <a:cubicBezTo>
                  <a:pt x="413276" y="40371"/>
                  <a:pt x="421255" y="36210"/>
                  <a:pt x="431484" y="36210"/>
                </a:cubicBezTo>
                <a:cubicBezTo>
                  <a:pt x="439667" y="36210"/>
                  <a:pt x="445865" y="39961"/>
                  <a:pt x="450080" y="47463"/>
                </a:cubicBezTo>
                <a:cubicBezTo>
                  <a:pt x="453435" y="53529"/>
                  <a:pt x="455051" y="60824"/>
                  <a:pt x="454928" y="69350"/>
                </a:cubicBezTo>
                <a:cubicBezTo>
                  <a:pt x="454805" y="78450"/>
                  <a:pt x="452432" y="86218"/>
                  <a:pt x="447809" y="92655"/>
                </a:cubicBezTo>
                <a:cubicBezTo>
                  <a:pt x="442572" y="99951"/>
                  <a:pt x="435637" y="103598"/>
                  <a:pt x="427003" y="103598"/>
                </a:cubicBezTo>
                <a:moveTo>
                  <a:pt x="430686" y="48731"/>
                </a:moveTo>
                <a:cubicBezTo>
                  <a:pt x="424671" y="48690"/>
                  <a:pt x="419986" y="51558"/>
                  <a:pt x="416631" y="57334"/>
                </a:cubicBezTo>
                <a:cubicBezTo>
                  <a:pt x="413972" y="61965"/>
                  <a:pt x="412642" y="67251"/>
                  <a:pt x="412642" y="73192"/>
                </a:cubicBezTo>
                <a:cubicBezTo>
                  <a:pt x="412642" y="79133"/>
                  <a:pt x="414258" y="83764"/>
                  <a:pt x="417490" y="87083"/>
                </a:cubicBezTo>
                <a:cubicBezTo>
                  <a:pt x="420191" y="89828"/>
                  <a:pt x="423362" y="91201"/>
                  <a:pt x="427003" y="91201"/>
                </a:cubicBezTo>
                <a:cubicBezTo>
                  <a:pt x="431259" y="91201"/>
                  <a:pt x="434920" y="89644"/>
                  <a:pt x="437989" y="86529"/>
                </a:cubicBezTo>
                <a:cubicBezTo>
                  <a:pt x="441467" y="83088"/>
                  <a:pt x="443308" y="78438"/>
                  <a:pt x="443513" y="72578"/>
                </a:cubicBezTo>
                <a:cubicBezTo>
                  <a:pt x="444086" y="56721"/>
                  <a:pt x="439810" y="48771"/>
                  <a:pt x="430686" y="48731"/>
                </a:cubicBezTo>
                <a:close/>
                <a:moveTo>
                  <a:pt x="517400" y="104335"/>
                </a:moveTo>
                <a:cubicBezTo>
                  <a:pt x="513881" y="104335"/>
                  <a:pt x="511897" y="102408"/>
                  <a:pt x="511446" y="98554"/>
                </a:cubicBezTo>
                <a:lnTo>
                  <a:pt x="509728" y="85085"/>
                </a:lnTo>
                <a:cubicBezTo>
                  <a:pt x="509155" y="80287"/>
                  <a:pt x="508869" y="75798"/>
                  <a:pt x="508869" y="71615"/>
                </a:cubicBezTo>
                <a:cubicBezTo>
                  <a:pt x="508869" y="70467"/>
                  <a:pt x="508940" y="68520"/>
                  <a:pt x="509084" y="65773"/>
                </a:cubicBezTo>
                <a:cubicBezTo>
                  <a:pt x="509227" y="63025"/>
                  <a:pt x="509298" y="61077"/>
                  <a:pt x="509298" y="59929"/>
                </a:cubicBezTo>
                <a:cubicBezTo>
                  <a:pt x="509298" y="51072"/>
                  <a:pt x="507662" y="46644"/>
                  <a:pt x="504389" y="46644"/>
                </a:cubicBezTo>
                <a:cubicBezTo>
                  <a:pt x="499806" y="46644"/>
                  <a:pt x="495428" y="49368"/>
                  <a:pt x="491255" y="54816"/>
                </a:cubicBezTo>
                <a:cubicBezTo>
                  <a:pt x="487490" y="59772"/>
                  <a:pt x="484544" y="66038"/>
                  <a:pt x="482417" y="73616"/>
                </a:cubicBezTo>
                <a:cubicBezTo>
                  <a:pt x="482335" y="75214"/>
                  <a:pt x="482151" y="77221"/>
                  <a:pt x="481864" y="79638"/>
                </a:cubicBezTo>
                <a:cubicBezTo>
                  <a:pt x="481619" y="81686"/>
                  <a:pt x="481496" y="83672"/>
                  <a:pt x="481496" y="85597"/>
                </a:cubicBezTo>
                <a:cubicBezTo>
                  <a:pt x="481496" y="86826"/>
                  <a:pt x="481619" y="88669"/>
                  <a:pt x="481864" y="91126"/>
                </a:cubicBezTo>
                <a:cubicBezTo>
                  <a:pt x="482110" y="93584"/>
                  <a:pt x="482233" y="95427"/>
                  <a:pt x="482233" y="96656"/>
                </a:cubicBezTo>
                <a:cubicBezTo>
                  <a:pt x="482233" y="98499"/>
                  <a:pt x="481670" y="99995"/>
                  <a:pt x="480545" y="101142"/>
                </a:cubicBezTo>
                <a:cubicBezTo>
                  <a:pt x="479420" y="102288"/>
                  <a:pt x="477977" y="102862"/>
                  <a:pt x="476218" y="102862"/>
                </a:cubicBezTo>
                <a:cubicBezTo>
                  <a:pt x="474418" y="102862"/>
                  <a:pt x="472965" y="102288"/>
                  <a:pt x="471861" y="101140"/>
                </a:cubicBezTo>
                <a:cubicBezTo>
                  <a:pt x="470756" y="99993"/>
                  <a:pt x="470204" y="98497"/>
                  <a:pt x="470204" y="96652"/>
                </a:cubicBezTo>
                <a:cubicBezTo>
                  <a:pt x="470204" y="95423"/>
                  <a:pt x="470071" y="93579"/>
                  <a:pt x="469805" y="91120"/>
                </a:cubicBezTo>
                <a:cubicBezTo>
                  <a:pt x="469539" y="88660"/>
                  <a:pt x="469406" y="86815"/>
                  <a:pt x="469406" y="85585"/>
                </a:cubicBezTo>
                <a:cubicBezTo>
                  <a:pt x="469406" y="81363"/>
                  <a:pt x="469702" y="75512"/>
                  <a:pt x="470296" y="68032"/>
                </a:cubicBezTo>
                <a:cubicBezTo>
                  <a:pt x="470889" y="60553"/>
                  <a:pt x="471185" y="54702"/>
                  <a:pt x="471185" y="50480"/>
                </a:cubicBezTo>
                <a:cubicBezTo>
                  <a:pt x="471185" y="49168"/>
                  <a:pt x="471114" y="47221"/>
                  <a:pt x="470971" y="44640"/>
                </a:cubicBezTo>
                <a:cubicBezTo>
                  <a:pt x="470827" y="42057"/>
                  <a:pt x="470756" y="40110"/>
                  <a:pt x="470756" y="38800"/>
                </a:cubicBezTo>
                <a:cubicBezTo>
                  <a:pt x="470756" y="37036"/>
                  <a:pt x="471339" y="35591"/>
                  <a:pt x="472505" y="34465"/>
                </a:cubicBezTo>
                <a:cubicBezTo>
                  <a:pt x="473671" y="33337"/>
                  <a:pt x="475113" y="32773"/>
                  <a:pt x="476832" y="32773"/>
                </a:cubicBezTo>
                <a:cubicBezTo>
                  <a:pt x="480596" y="32773"/>
                  <a:pt x="482662" y="35444"/>
                  <a:pt x="483031" y="40785"/>
                </a:cubicBezTo>
                <a:lnTo>
                  <a:pt x="483215" y="47994"/>
                </a:lnTo>
                <a:cubicBezTo>
                  <a:pt x="490089" y="38829"/>
                  <a:pt x="497146" y="34246"/>
                  <a:pt x="504389" y="34246"/>
                </a:cubicBezTo>
                <a:cubicBezTo>
                  <a:pt x="510935" y="34246"/>
                  <a:pt x="515497" y="37136"/>
                  <a:pt x="518075" y="42915"/>
                </a:cubicBezTo>
                <a:cubicBezTo>
                  <a:pt x="519834" y="46768"/>
                  <a:pt x="520796" y="52465"/>
                  <a:pt x="520959" y="60008"/>
                </a:cubicBezTo>
                <a:lnTo>
                  <a:pt x="520959" y="66216"/>
                </a:lnTo>
                <a:lnTo>
                  <a:pt x="520898" y="71934"/>
                </a:lnTo>
                <a:cubicBezTo>
                  <a:pt x="520898" y="75336"/>
                  <a:pt x="521338" y="79732"/>
                  <a:pt x="522218" y="85123"/>
                </a:cubicBezTo>
                <a:cubicBezTo>
                  <a:pt x="523097" y="90512"/>
                  <a:pt x="523537" y="94887"/>
                  <a:pt x="523537" y="98247"/>
                </a:cubicBezTo>
                <a:cubicBezTo>
                  <a:pt x="523537" y="100052"/>
                  <a:pt x="522954" y="101517"/>
                  <a:pt x="521788" y="102643"/>
                </a:cubicBezTo>
                <a:cubicBezTo>
                  <a:pt x="520622" y="103771"/>
                  <a:pt x="519159" y="104335"/>
                  <a:pt x="517400" y="104335"/>
                </a:cubicBezTo>
                <a:close/>
                <a:moveTo>
                  <a:pt x="586477" y="73464"/>
                </a:moveTo>
                <a:lnTo>
                  <a:pt x="585065" y="94086"/>
                </a:lnTo>
                <a:cubicBezTo>
                  <a:pt x="584819" y="102269"/>
                  <a:pt x="583981" y="108958"/>
                  <a:pt x="582549" y="114155"/>
                </a:cubicBezTo>
                <a:cubicBezTo>
                  <a:pt x="580707" y="120783"/>
                  <a:pt x="577762" y="125672"/>
                  <a:pt x="573711" y="128823"/>
                </a:cubicBezTo>
                <a:cubicBezTo>
                  <a:pt x="568801" y="132628"/>
                  <a:pt x="561702" y="134531"/>
                  <a:pt x="552414" y="134531"/>
                </a:cubicBezTo>
                <a:cubicBezTo>
                  <a:pt x="546972" y="134531"/>
                  <a:pt x="542410" y="134162"/>
                  <a:pt x="538728" y="133426"/>
                </a:cubicBezTo>
                <a:cubicBezTo>
                  <a:pt x="533573" y="132403"/>
                  <a:pt x="530995" y="130275"/>
                  <a:pt x="530995" y="127043"/>
                </a:cubicBezTo>
                <a:cubicBezTo>
                  <a:pt x="530995" y="123402"/>
                  <a:pt x="532775" y="121581"/>
                  <a:pt x="536334" y="121581"/>
                </a:cubicBezTo>
                <a:cubicBezTo>
                  <a:pt x="537807" y="121581"/>
                  <a:pt x="540262" y="121939"/>
                  <a:pt x="543699" y="122655"/>
                </a:cubicBezTo>
                <a:cubicBezTo>
                  <a:pt x="547136" y="123371"/>
                  <a:pt x="550941" y="123688"/>
                  <a:pt x="555115" y="123606"/>
                </a:cubicBezTo>
                <a:cubicBezTo>
                  <a:pt x="562970" y="123476"/>
                  <a:pt x="568392" y="119447"/>
                  <a:pt x="571379" y="111519"/>
                </a:cubicBezTo>
                <a:cubicBezTo>
                  <a:pt x="573343" y="106234"/>
                  <a:pt x="574386" y="98111"/>
                  <a:pt x="574509" y="87150"/>
                </a:cubicBezTo>
                <a:cubicBezTo>
                  <a:pt x="572299" y="91937"/>
                  <a:pt x="569670" y="95528"/>
                  <a:pt x="566622" y="97921"/>
                </a:cubicBezTo>
                <a:cubicBezTo>
                  <a:pt x="563574" y="100315"/>
                  <a:pt x="560086" y="101512"/>
                  <a:pt x="556158" y="101512"/>
                </a:cubicBezTo>
                <a:cubicBezTo>
                  <a:pt x="548752" y="101512"/>
                  <a:pt x="542727" y="98983"/>
                  <a:pt x="538084" y="93924"/>
                </a:cubicBezTo>
                <a:cubicBezTo>
                  <a:pt x="533440" y="88866"/>
                  <a:pt x="531118" y="82303"/>
                  <a:pt x="531118" y="74235"/>
                </a:cubicBezTo>
                <a:cubicBezTo>
                  <a:pt x="531118" y="63178"/>
                  <a:pt x="534289" y="54270"/>
                  <a:pt x="540631" y="47513"/>
                </a:cubicBezTo>
                <a:cubicBezTo>
                  <a:pt x="547177" y="40551"/>
                  <a:pt x="556097" y="37070"/>
                  <a:pt x="567389" y="37070"/>
                </a:cubicBezTo>
                <a:cubicBezTo>
                  <a:pt x="571195" y="37070"/>
                  <a:pt x="574386" y="37561"/>
                  <a:pt x="576964" y="38543"/>
                </a:cubicBezTo>
                <a:cubicBezTo>
                  <a:pt x="579541" y="39525"/>
                  <a:pt x="581505" y="40997"/>
                  <a:pt x="582856" y="42961"/>
                </a:cubicBezTo>
                <a:cubicBezTo>
                  <a:pt x="587233" y="43084"/>
                  <a:pt x="589422" y="45519"/>
                  <a:pt x="589422" y="50265"/>
                </a:cubicBezTo>
                <a:cubicBezTo>
                  <a:pt x="589422" y="53170"/>
                  <a:pt x="588993" y="57057"/>
                  <a:pt x="588134" y="61926"/>
                </a:cubicBezTo>
                <a:cubicBezTo>
                  <a:pt x="587193" y="67572"/>
                  <a:pt x="586640" y="71418"/>
                  <a:pt x="586477" y="73464"/>
                </a:cubicBezTo>
                <a:moveTo>
                  <a:pt x="566776" y="49344"/>
                </a:moveTo>
                <a:cubicBezTo>
                  <a:pt x="559002" y="49344"/>
                  <a:pt x="552987" y="51757"/>
                  <a:pt x="548732" y="56582"/>
                </a:cubicBezTo>
                <a:cubicBezTo>
                  <a:pt x="544927" y="60929"/>
                  <a:pt x="543024" y="66454"/>
                  <a:pt x="543024" y="73159"/>
                </a:cubicBezTo>
                <a:cubicBezTo>
                  <a:pt x="543024" y="78500"/>
                  <a:pt x="544149" y="82515"/>
                  <a:pt x="546400" y="85204"/>
                </a:cubicBezTo>
                <a:cubicBezTo>
                  <a:pt x="548650" y="87893"/>
                  <a:pt x="552026" y="89237"/>
                  <a:pt x="556526" y="89237"/>
                </a:cubicBezTo>
                <a:cubicBezTo>
                  <a:pt x="560659" y="89237"/>
                  <a:pt x="564668" y="87138"/>
                  <a:pt x="568555" y="82939"/>
                </a:cubicBezTo>
                <a:cubicBezTo>
                  <a:pt x="572074" y="79071"/>
                  <a:pt x="574079" y="75240"/>
                  <a:pt x="574570" y="71446"/>
                </a:cubicBezTo>
                <a:cubicBezTo>
                  <a:pt x="575429" y="67467"/>
                  <a:pt x="576350" y="61223"/>
                  <a:pt x="577332" y="52714"/>
                </a:cubicBezTo>
                <a:cubicBezTo>
                  <a:pt x="575695" y="51572"/>
                  <a:pt x="573997" y="50725"/>
                  <a:pt x="572238" y="50173"/>
                </a:cubicBezTo>
                <a:cubicBezTo>
                  <a:pt x="570479" y="49620"/>
                  <a:pt x="568658" y="49344"/>
                  <a:pt x="566776" y="49344"/>
                </a:cubicBezTo>
                <a:close/>
                <a:moveTo>
                  <a:pt x="682137" y="52658"/>
                </a:moveTo>
                <a:cubicBezTo>
                  <a:pt x="679887" y="52658"/>
                  <a:pt x="678312" y="51907"/>
                  <a:pt x="677411" y="50403"/>
                </a:cubicBezTo>
                <a:cubicBezTo>
                  <a:pt x="676798" y="49347"/>
                  <a:pt x="676266" y="47153"/>
                  <a:pt x="675816" y="43821"/>
                </a:cubicBezTo>
                <a:cubicBezTo>
                  <a:pt x="672747" y="44597"/>
                  <a:pt x="668021" y="46027"/>
                  <a:pt x="661638" y="48111"/>
                </a:cubicBezTo>
                <a:cubicBezTo>
                  <a:pt x="655051" y="50727"/>
                  <a:pt x="651737" y="53956"/>
                  <a:pt x="651696" y="57797"/>
                </a:cubicBezTo>
                <a:cubicBezTo>
                  <a:pt x="652923" y="58247"/>
                  <a:pt x="654130" y="58574"/>
                  <a:pt x="655317" y="58779"/>
                </a:cubicBezTo>
                <a:cubicBezTo>
                  <a:pt x="664728" y="60454"/>
                  <a:pt x="671724" y="62763"/>
                  <a:pt x="676307" y="65706"/>
                </a:cubicBezTo>
                <a:cubicBezTo>
                  <a:pt x="682976" y="69998"/>
                  <a:pt x="686311" y="76212"/>
                  <a:pt x="686311" y="84346"/>
                </a:cubicBezTo>
                <a:cubicBezTo>
                  <a:pt x="686311" y="91009"/>
                  <a:pt x="683426" y="96037"/>
                  <a:pt x="677657" y="99429"/>
                </a:cubicBezTo>
                <a:cubicBezTo>
                  <a:pt x="672870" y="102209"/>
                  <a:pt x="666814" y="103598"/>
                  <a:pt x="659490" y="103598"/>
                </a:cubicBezTo>
                <a:cubicBezTo>
                  <a:pt x="654130" y="103598"/>
                  <a:pt x="649016" y="102698"/>
                  <a:pt x="644147" y="100898"/>
                </a:cubicBezTo>
                <a:cubicBezTo>
                  <a:pt x="637846" y="98607"/>
                  <a:pt x="634696" y="95415"/>
                  <a:pt x="634696" y="91324"/>
                </a:cubicBezTo>
                <a:cubicBezTo>
                  <a:pt x="634696" y="89687"/>
                  <a:pt x="635340" y="88255"/>
                  <a:pt x="636629" y="87028"/>
                </a:cubicBezTo>
                <a:cubicBezTo>
                  <a:pt x="637918" y="85800"/>
                  <a:pt x="639380" y="85186"/>
                  <a:pt x="641017" y="85186"/>
                </a:cubicBezTo>
                <a:cubicBezTo>
                  <a:pt x="642285" y="85186"/>
                  <a:pt x="643922" y="86168"/>
                  <a:pt x="645927" y="88132"/>
                </a:cubicBezTo>
                <a:cubicBezTo>
                  <a:pt x="646909" y="89073"/>
                  <a:pt x="649118" y="89851"/>
                  <a:pt x="652555" y="90464"/>
                </a:cubicBezTo>
                <a:cubicBezTo>
                  <a:pt x="655297" y="90955"/>
                  <a:pt x="657608" y="91201"/>
                  <a:pt x="659490" y="91201"/>
                </a:cubicBezTo>
                <a:cubicBezTo>
                  <a:pt x="662927" y="91201"/>
                  <a:pt x="665955" y="90792"/>
                  <a:pt x="668574" y="89975"/>
                </a:cubicBezTo>
                <a:cubicBezTo>
                  <a:pt x="672379" y="88790"/>
                  <a:pt x="674281" y="86911"/>
                  <a:pt x="674281" y="84337"/>
                </a:cubicBezTo>
                <a:cubicBezTo>
                  <a:pt x="674281" y="78779"/>
                  <a:pt x="670394" y="75019"/>
                  <a:pt x="662620" y="73057"/>
                </a:cubicBezTo>
                <a:lnTo>
                  <a:pt x="656238" y="71646"/>
                </a:lnTo>
                <a:cubicBezTo>
                  <a:pt x="650796" y="70458"/>
                  <a:pt x="646929" y="69066"/>
                  <a:pt x="644638" y="67469"/>
                </a:cubicBezTo>
                <a:cubicBezTo>
                  <a:pt x="641324" y="65176"/>
                  <a:pt x="639667" y="61717"/>
                  <a:pt x="639667" y="57093"/>
                </a:cubicBezTo>
                <a:cubicBezTo>
                  <a:pt x="639667" y="48536"/>
                  <a:pt x="643697" y="42436"/>
                  <a:pt x="651757" y="38792"/>
                </a:cubicBezTo>
                <a:cubicBezTo>
                  <a:pt x="654212" y="37687"/>
                  <a:pt x="658140" y="36368"/>
                  <a:pt x="663541" y="34833"/>
                </a:cubicBezTo>
                <a:cubicBezTo>
                  <a:pt x="668942" y="33298"/>
                  <a:pt x="672808" y="31997"/>
                  <a:pt x="675141" y="30932"/>
                </a:cubicBezTo>
                <a:cubicBezTo>
                  <a:pt x="676818" y="30196"/>
                  <a:pt x="678639" y="29828"/>
                  <a:pt x="680603" y="29828"/>
                </a:cubicBezTo>
                <a:cubicBezTo>
                  <a:pt x="682362" y="29828"/>
                  <a:pt x="683805" y="30400"/>
                  <a:pt x="684930" y="31546"/>
                </a:cubicBezTo>
                <a:cubicBezTo>
                  <a:pt x="686055" y="32692"/>
                  <a:pt x="686617" y="34185"/>
                  <a:pt x="686617" y="36026"/>
                </a:cubicBezTo>
                <a:cubicBezTo>
                  <a:pt x="686617" y="37213"/>
                  <a:pt x="686873" y="38952"/>
                  <a:pt x="687385" y="41243"/>
                </a:cubicBezTo>
                <a:cubicBezTo>
                  <a:pt x="687896" y="43534"/>
                  <a:pt x="688152" y="45273"/>
                  <a:pt x="688152" y="46460"/>
                </a:cubicBezTo>
                <a:cubicBezTo>
                  <a:pt x="688152" y="48301"/>
                  <a:pt x="687589" y="49794"/>
                  <a:pt x="686464" y="50940"/>
                </a:cubicBezTo>
                <a:cubicBezTo>
                  <a:pt x="685339" y="52086"/>
                  <a:pt x="683897" y="52658"/>
                  <a:pt x="682137" y="52658"/>
                </a:cubicBezTo>
                <a:close/>
                <a:moveTo>
                  <a:pt x="725175" y="103598"/>
                </a:moveTo>
                <a:cubicBezTo>
                  <a:pt x="718301" y="103598"/>
                  <a:pt x="712389" y="101057"/>
                  <a:pt x="707438" y="95975"/>
                </a:cubicBezTo>
                <a:cubicBezTo>
                  <a:pt x="701914" y="90318"/>
                  <a:pt x="699009" y="82714"/>
                  <a:pt x="698723" y="73163"/>
                </a:cubicBezTo>
                <a:cubicBezTo>
                  <a:pt x="698477" y="63899"/>
                  <a:pt x="700810" y="55742"/>
                  <a:pt x="705719" y="48692"/>
                </a:cubicBezTo>
                <a:cubicBezTo>
                  <a:pt x="711448" y="40371"/>
                  <a:pt x="719426" y="36210"/>
                  <a:pt x="729655" y="36210"/>
                </a:cubicBezTo>
                <a:cubicBezTo>
                  <a:pt x="737838" y="36210"/>
                  <a:pt x="744037" y="39961"/>
                  <a:pt x="748251" y="47463"/>
                </a:cubicBezTo>
                <a:cubicBezTo>
                  <a:pt x="751606" y="53529"/>
                  <a:pt x="753223" y="60824"/>
                  <a:pt x="753100" y="69350"/>
                </a:cubicBezTo>
                <a:cubicBezTo>
                  <a:pt x="752977" y="78450"/>
                  <a:pt x="750604" y="86218"/>
                  <a:pt x="745980" y="92655"/>
                </a:cubicBezTo>
                <a:cubicBezTo>
                  <a:pt x="740743" y="99951"/>
                  <a:pt x="733808" y="103598"/>
                  <a:pt x="725175" y="103598"/>
                </a:cubicBezTo>
                <a:moveTo>
                  <a:pt x="728857" y="48731"/>
                </a:moveTo>
                <a:cubicBezTo>
                  <a:pt x="722843" y="48690"/>
                  <a:pt x="718158" y="51558"/>
                  <a:pt x="714803" y="57334"/>
                </a:cubicBezTo>
                <a:cubicBezTo>
                  <a:pt x="712143" y="61965"/>
                  <a:pt x="710813" y="67251"/>
                  <a:pt x="710813" y="73192"/>
                </a:cubicBezTo>
                <a:cubicBezTo>
                  <a:pt x="710813" y="79133"/>
                  <a:pt x="712430" y="83764"/>
                  <a:pt x="715662" y="87083"/>
                </a:cubicBezTo>
                <a:cubicBezTo>
                  <a:pt x="718362" y="89828"/>
                  <a:pt x="721533" y="91201"/>
                  <a:pt x="725175" y="91201"/>
                </a:cubicBezTo>
                <a:cubicBezTo>
                  <a:pt x="729430" y="91201"/>
                  <a:pt x="733092" y="89644"/>
                  <a:pt x="736161" y="86529"/>
                </a:cubicBezTo>
                <a:cubicBezTo>
                  <a:pt x="739639" y="83088"/>
                  <a:pt x="741480" y="78438"/>
                  <a:pt x="741684" y="72578"/>
                </a:cubicBezTo>
                <a:cubicBezTo>
                  <a:pt x="742257" y="56721"/>
                  <a:pt x="737981" y="48771"/>
                  <a:pt x="728857" y="48731"/>
                </a:cubicBezTo>
                <a:close/>
                <a:moveTo>
                  <a:pt x="784087" y="51676"/>
                </a:moveTo>
                <a:lnTo>
                  <a:pt x="783166" y="82216"/>
                </a:lnTo>
                <a:cubicBezTo>
                  <a:pt x="783166" y="85452"/>
                  <a:pt x="783003" y="90204"/>
                  <a:pt x="782675" y="96471"/>
                </a:cubicBezTo>
                <a:cubicBezTo>
                  <a:pt x="782266" y="100568"/>
                  <a:pt x="780261" y="102616"/>
                  <a:pt x="776661" y="102616"/>
                </a:cubicBezTo>
                <a:cubicBezTo>
                  <a:pt x="772651" y="102616"/>
                  <a:pt x="770646" y="100527"/>
                  <a:pt x="770646" y="96349"/>
                </a:cubicBezTo>
                <a:cubicBezTo>
                  <a:pt x="770646" y="91391"/>
                  <a:pt x="770871" y="83946"/>
                  <a:pt x="771321" y="74013"/>
                </a:cubicBezTo>
                <a:cubicBezTo>
                  <a:pt x="771771" y="64079"/>
                  <a:pt x="771996" y="56634"/>
                  <a:pt x="771996" y="51676"/>
                </a:cubicBezTo>
                <a:cubicBezTo>
                  <a:pt x="771996" y="45204"/>
                  <a:pt x="772099" y="37800"/>
                  <a:pt x="772303" y="29463"/>
                </a:cubicBezTo>
                <a:cubicBezTo>
                  <a:pt x="772508" y="21127"/>
                  <a:pt x="772610" y="13722"/>
                  <a:pt x="772610" y="7250"/>
                </a:cubicBezTo>
                <a:cubicBezTo>
                  <a:pt x="772610" y="3153"/>
                  <a:pt x="774615" y="1105"/>
                  <a:pt x="778625" y="1105"/>
                </a:cubicBezTo>
                <a:cubicBezTo>
                  <a:pt x="782675" y="1105"/>
                  <a:pt x="784701" y="3153"/>
                  <a:pt x="784701" y="7250"/>
                </a:cubicBezTo>
                <a:cubicBezTo>
                  <a:pt x="784701" y="13722"/>
                  <a:pt x="784598" y="21127"/>
                  <a:pt x="784394" y="29463"/>
                </a:cubicBezTo>
                <a:cubicBezTo>
                  <a:pt x="784189" y="37800"/>
                  <a:pt x="784087" y="45204"/>
                  <a:pt x="784087" y="51676"/>
                </a:cubicBezTo>
                <a:close/>
                <a:moveTo>
                  <a:pt x="852795" y="64074"/>
                </a:moveTo>
                <a:cubicBezTo>
                  <a:pt x="852795" y="67020"/>
                  <a:pt x="852816" y="71439"/>
                  <a:pt x="852856" y="77331"/>
                </a:cubicBezTo>
                <a:cubicBezTo>
                  <a:pt x="852897" y="83222"/>
                  <a:pt x="852918" y="87641"/>
                  <a:pt x="852918" y="90587"/>
                </a:cubicBezTo>
                <a:cubicBezTo>
                  <a:pt x="852918" y="91487"/>
                  <a:pt x="852989" y="92858"/>
                  <a:pt x="853133" y="94699"/>
                </a:cubicBezTo>
                <a:cubicBezTo>
                  <a:pt x="853276" y="96540"/>
                  <a:pt x="853347" y="97911"/>
                  <a:pt x="853347" y="98811"/>
                </a:cubicBezTo>
                <a:cubicBezTo>
                  <a:pt x="853347" y="100571"/>
                  <a:pt x="852754" y="102013"/>
                  <a:pt x="851568" y="103138"/>
                </a:cubicBezTo>
                <a:cubicBezTo>
                  <a:pt x="850381" y="104263"/>
                  <a:pt x="848929" y="104826"/>
                  <a:pt x="847210" y="104826"/>
                </a:cubicBezTo>
                <a:cubicBezTo>
                  <a:pt x="844060" y="104826"/>
                  <a:pt x="842055" y="102882"/>
                  <a:pt x="841196" y="98995"/>
                </a:cubicBezTo>
                <a:cubicBezTo>
                  <a:pt x="836081" y="101655"/>
                  <a:pt x="830189" y="102985"/>
                  <a:pt x="823520" y="102985"/>
                </a:cubicBezTo>
                <a:cubicBezTo>
                  <a:pt x="818160" y="102985"/>
                  <a:pt x="813721" y="101798"/>
                  <a:pt x="810202" y="99425"/>
                </a:cubicBezTo>
                <a:cubicBezTo>
                  <a:pt x="806315" y="96806"/>
                  <a:pt x="804003" y="92981"/>
                  <a:pt x="803267" y="87948"/>
                </a:cubicBezTo>
                <a:cubicBezTo>
                  <a:pt x="801671" y="77106"/>
                  <a:pt x="800873" y="67449"/>
                  <a:pt x="800873" y="58980"/>
                </a:cubicBezTo>
                <a:cubicBezTo>
                  <a:pt x="800873" y="53374"/>
                  <a:pt x="801487" y="46992"/>
                  <a:pt x="802714" y="39831"/>
                </a:cubicBezTo>
                <a:cubicBezTo>
                  <a:pt x="803287" y="36272"/>
                  <a:pt x="805231" y="34492"/>
                  <a:pt x="808545" y="34492"/>
                </a:cubicBezTo>
                <a:cubicBezTo>
                  <a:pt x="810304" y="34492"/>
                  <a:pt x="811777" y="35054"/>
                  <a:pt x="812964" y="36178"/>
                </a:cubicBezTo>
                <a:cubicBezTo>
                  <a:pt x="814150" y="37302"/>
                  <a:pt x="814744" y="38743"/>
                  <a:pt x="814744" y="40501"/>
                </a:cubicBezTo>
                <a:cubicBezTo>
                  <a:pt x="814744" y="42380"/>
                  <a:pt x="814447" y="45384"/>
                  <a:pt x="813854" y="49513"/>
                </a:cubicBezTo>
                <a:cubicBezTo>
                  <a:pt x="813260" y="53640"/>
                  <a:pt x="812964" y="56787"/>
                  <a:pt x="812964" y="58953"/>
                </a:cubicBezTo>
                <a:cubicBezTo>
                  <a:pt x="812964" y="65778"/>
                  <a:pt x="813189" y="71623"/>
                  <a:pt x="813639" y="76487"/>
                </a:cubicBezTo>
                <a:cubicBezTo>
                  <a:pt x="814089" y="81351"/>
                  <a:pt x="814764" y="85253"/>
                  <a:pt x="815664" y="88196"/>
                </a:cubicBezTo>
                <a:cubicBezTo>
                  <a:pt x="817014" y="88932"/>
                  <a:pt x="818344" y="89495"/>
                  <a:pt x="819653" y="89883"/>
                </a:cubicBezTo>
                <a:cubicBezTo>
                  <a:pt x="820963" y="90271"/>
                  <a:pt x="822252" y="90464"/>
                  <a:pt x="823520" y="90464"/>
                </a:cubicBezTo>
                <a:cubicBezTo>
                  <a:pt x="829003" y="90464"/>
                  <a:pt x="834792" y="89586"/>
                  <a:pt x="840889" y="87829"/>
                </a:cubicBezTo>
                <a:lnTo>
                  <a:pt x="840827" y="75384"/>
                </a:lnTo>
                <a:lnTo>
                  <a:pt x="840705" y="63491"/>
                </a:lnTo>
                <a:cubicBezTo>
                  <a:pt x="840705" y="54662"/>
                  <a:pt x="841093" y="46999"/>
                  <a:pt x="841871" y="40501"/>
                </a:cubicBezTo>
                <a:cubicBezTo>
                  <a:pt x="842321" y="36740"/>
                  <a:pt x="844305" y="34860"/>
                  <a:pt x="847824" y="34860"/>
                </a:cubicBezTo>
                <a:cubicBezTo>
                  <a:pt x="849583" y="34860"/>
                  <a:pt x="851056" y="35433"/>
                  <a:pt x="852243" y="36579"/>
                </a:cubicBezTo>
                <a:cubicBezTo>
                  <a:pt x="853429" y="37724"/>
                  <a:pt x="853982" y="39156"/>
                  <a:pt x="853900" y="40875"/>
                </a:cubicBezTo>
                <a:lnTo>
                  <a:pt x="852795" y="64074"/>
                </a:lnTo>
                <a:close/>
                <a:moveTo>
                  <a:pt x="909413" y="47680"/>
                </a:moveTo>
                <a:cubicBezTo>
                  <a:pt x="908554" y="47680"/>
                  <a:pt x="907541" y="47639"/>
                  <a:pt x="906375" y="47557"/>
                </a:cubicBezTo>
                <a:cubicBezTo>
                  <a:pt x="905209" y="47474"/>
                  <a:pt x="904196" y="47432"/>
                  <a:pt x="903337" y="47432"/>
                </a:cubicBezTo>
                <a:cubicBezTo>
                  <a:pt x="902396" y="47432"/>
                  <a:pt x="899614" y="47742"/>
                  <a:pt x="894990" y="48362"/>
                </a:cubicBezTo>
                <a:lnTo>
                  <a:pt x="896156" y="84594"/>
                </a:lnTo>
                <a:lnTo>
                  <a:pt x="896218" y="87292"/>
                </a:lnTo>
                <a:lnTo>
                  <a:pt x="896279" y="90418"/>
                </a:lnTo>
                <a:cubicBezTo>
                  <a:pt x="896443" y="99369"/>
                  <a:pt x="894295" y="103844"/>
                  <a:pt x="889835" y="103844"/>
                </a:cubicBezTo>
                <a:cubicBezTo>
                  <a:pt x="888198" y="103844"/>
                  <a:pt x="886776" y="103313"/>
                  <a:pt x="885569" y="102250"/>
                </a:cubicBezTo>
                <a:cubicBezTo>
                  <a:pt x="884362" y="101188"/>
                  <a:pt x="883759" y="99859"/>
                  <a:pt x="883759" y="98265"/>
                </a:cubicBezTo>
                <a:cubicBezTo>
                  <a:pt x="883759" y="96712"/>
                  <a:pt x="883820" y="94383"/>
                  <a:pt x="883943" y="91278"/>
                </a:cubicBezTo>
                <a:cubicBezTo>
                  <a:pt x="884066" y="88171"/>
                  <a:pt x="884127" y="85840"/>
                  <a:pt x="884127" y="84287"/>
                </a:cubicBezTo>
                <a:lnTo>
                  <a:pt x="882900" y="48485"/>
                </a:lnTo>
                <a:cubicBezTo>
                  <a:pt x="879913" y="48362"/>
                  <a:pt x="875371" y="48013"/>
                  <a:pt x="869275" y="47436"/>
                </a:cubicBezTo>
                <a:cubicBezTo>
                  <a:pt x="865633" y="46942"/>
                  <a:pt x="863812" y="44907"/>
                  <a:pt x="863812" y="41331"/>
                </a:cubicBezTo>
                <a:cubicBezTo>
                  <a:pt x="863812" y="39522"/>
                  <a:pt x="864365" y="38022"/>
                  <a:pt x="865469" y="36832"/>
                </a:cubicBezTo>
                <a:cubicBezTo>
                  <a:pt x="866574" y="35640"/>
                  <a:pt x="867986" y="35044"/>
                  <a:pt x="869704" y="35044"/>
                </a:cubicBezTo>
                <a:lnTo>
                  <a:pt x="882593" y="36088"/>
                </a:lnTo>
                <a:cubicBezTo>
                  <a:pt x="882593" y="33995"/>
                  <a:pt x="882501" y="31194"/>
                  <a:pt x="882316" y="27687"/>
                </a:cubicBezTo>
                <a:cubicBezTo>
                  <a:pt x="882132" y="24179"/>
                  <a:pt x="882040" y="21645"/>
                  <a:pt x="882040" y="20086"/>
                </a:cubicBezTo>
                <a:cubicBezTo>
                  <a:pt x="882040" y="18363"/>
                  <a:pt x="882634" y="16937"/>
                  <a:pt x="883820" y="15809"/>
                </a:cubicBezTo>
                <a:cubicBezTo>
                  <a:pt x="885007" y="14680"/>
                  <a:pt x="886459" y="14116"/>
                  <a:pt x="888178" y="14116"/>
                </a:cubicBezTo>
                <a:cubicBezTo>
                  <a:pt x="891860" y="14116"/>
                  <a:pt x="894008" y="17123"/>
                  <a:pt x="894622" y="23138"/>
                </a:cubicBezTo>
                <a:cubicBezTo>
                  <a:pt x="894745" y="24652"/>
                  <a:pt x="894806" y="26472"/>
                  <a:pt x="894806" y="28600"/>
                </a:cubicBezTo>
                <a:lnTo>
                  <a:pt x="894683" y="32160"/>
                </a:lnTo>
                <a:lnTo>
                  <a:pt x="894622" y="35965"/>
                </a:lnTo>
                <a:cubicBezTo>
                  <a:pt x="899695" y="35310"/>
                  <a:pt x="902600" y="34983"/>
                  <a:pt x="903337" y="34983"/>
                </a:cubicBezTo>
                <a:cubicBezTo>
                  <a:pt x="907592" y="34983"/>
                  <a:pt x="910374" y="35187"/>
                  <a:pt x="911684" y="35597"/>
                </a:cubicBezTo>
                <a:cubicBezTo>
                  <a:pt x="914180" y="36420"/>
                  <a:pt x="915427" y="38361"/>
                  <a:pt x="915427" y="41419"/>
                </a:cubicBezTo>
                <a:cubicBezTo>
                  <a:pt x="915427" y="43238"/>
                  <a:pt x="914865" y="44736"/>
                  <a:pt x="913740" y="45913"/>
                </a:cubicBezTo>
                <a:cubicBezTo>
                  <a:pt x="912615" y="47091"/>
                  <a:pt x="911172" y="47680"/>
                  <a:pt x="909413" y="47680"/>
                </a:cubicBezTo>
                <a:close/>
                <a:moveTo>
                  <a:pt x="939431" y="22217"/>
                </a:moveTo>
                <a:cubicBezTo>
                  <a:pt x="937468" y="22217"/>
                  <a:pt x="935770" y="21522"/>
                  <a:pt x="934337" y="20131"/>
                </a:cubicBezTo>
                <a:cubicBezTo>
                  <a:pt x="932905" y="18739"/>
                  <a:pt x="932189" y="17062"/>
                  <a:pt x="932189" y="15098"/>
                </a:cubicBezTo>
                <a:cubicBezTo>
                  <a:pt x="932189" y="13134"/>
                  <a:pt x="932905" y="11456"/>
                  <a:pt x="934337" y="10065"/>
                </a:cubicBezTo>
                <a:cubicBezTo>
                  <a:pt x="935770" y="8674"/>
                  <a:pt x="937468" y="7979"/>
                  <a:pt x="939431" y="7979"/>
                </a:cubicBezTo>
                <a:cubicBezTo>
                  <a:pt x="941395" y="7979"/>
                  <a:pt x="943083" y="8674"/>
                  <a:pt x="944495" y="10065"/>
                </a:cubicBezTo>
                <a:cubicBezTo>
                  <a:pt x="945906" y="11456"/>
                  <a:pt x="946612" y="13134"/>
                  <a:pt x="946612" y="15098"/>
                </a:cubicBezTo>
                <a:cubicBezTo>
                  <a:pt x="946612" y="17062"/>
                  <a:pt x="945906" y="18739"/>
                  <a:pt x="944495" y="20131"/>
                </a:cubicBezTo>
                <a:cubicBezTo>
                  <a:pt x="943083" y="21522"/>
                  <a:pt x="941395" y="22217"/>
                  <a:pt x="939431" y="22217"/>
                </a:cubicBezTo>
                <a:moveTo>
                  <a:pt x="942193" y="72087"/>
                </a:moveTo>
                <a:cubicBezTo>
                  <a:pt x="942193" y="74544"/>
                  <a:pt x="942265" y="78220"/>
                  <a:pt x="942408" y="83115"/>
                </a:cubicBezTo>
                <a:cubicBezTo>
                  <a:pt x="942551" y="88008"/>
                  <a:pt x="942623" y="91684"/>
                  <a:pt x="942623" y="94141"/>
                </a:cubicBezTo>
                <a:cubicBezTo>
                  <a:pt x="942623" y="95943"/>
                  <a:pt x="942071" y="97417"/>
                  <a:pt x="940966" y="98564"/>
                </a:cubicBezTo>
                <a:cubicBezTo>
                  <a:pt x="939861" y="99711"/>
                  <a:pt x="938409" y="100284"/>
                  <a:pt x="936608" y="100284"/>
                </a:cubicBezTo>
                <a:cubicBezTo>
                  <a:pt x="934849" y="100284"/>
                  <a:pt x="933407" y="99711"/>
                  <a:pt x="932281" y="98564"/>
                </a:cubicBezTo>
                <a:cubicBezTo>
                  <a:pt x="931156" y="97417"/>
                  <a:pt x="930594" y="95943"/>
                  <a:pt x="930594" y="94141"/>
                </a:cubicBezTo>
                <a:cubicBezTo>
                  <a:pt x="930594" y="91684"/>
                  <a:pt x="930522" y="88008"/>
                  <a:pt x="930379" y="83115"/>
                </a:cubicBezTo>
                <a:cubicBezTo>
                  <a:pt x="930236" y="78220"/>
                  <a:pt x="930164" y="74544"/>
                  <a:pt x="930164" y="72087"/>
                </a:cubicBezTo>
                <a:cubicBezTo>
                  <a:pt x="930164" y="68237"/>
                  <a:pt x="930369" y="63435"/>
                  <a:pt x="930778" y="57681"/>
                </a:cubicBezTo>
                <a:cubicBezTo>
                  <a:pt x="931187" y="51926"/>
                  <a:pt x="931392" y="47124"/>
                  <a:pt x="931392" y="43274"/>
                </a:cubicBezTo>
                <a:cubicBezTo>
                  <a:pt x="931392" y="41432"/>
                  <a:pt x="931954" y="39937"/>
                  <a:pt x="933079" y="38790"/>
                </a:cubicBezTo>
                <a:cubicBezTo>
                  <a:pt x="934204" y="37643"/>
                  <a:pt x="935647" y="37070"/>
                  <a:pt x="937406" y="37070"/>
                </a:cubicBezTo>
                <a:cubicBezTo>
                  <a:pt x="939166" y="37070"/>
                  <a:pt x="940608" y="37643"/>
                  <a:pt x="941733" y="38790"/>
                </a:cubicBezTo>
                <a:cubicBezTo>
                  <a:pt x="942858" y="39937"/>
                  <a:pt x="943421" y="41432"/>
                  <a:pt x="943421" y="43274"/>
                </a:cubicBezTo>
                <a:cubicBezTo>
                  <a:pt x="943421" y="47124"/>
                  <a:pt x="943216" y="51926"/>
                  <a:pt x="942807" y="57681"/>
                </a:cubicBezTo>
                <a:cubicBezTo>
                  <a:pt x="942398" y="63435"/>
                  <a:pt x="942193" y="68237"/>
                  <a:pt x="942193" y="72087"/>
                </a:cubicBezTo>
                <a:close/>
                <a:moveTo>
                  <a:pt x="985639" y="103598"/>
                </a:moveTo>
                <a:cubicBezTo>
                  <a:pt x="978765" y="103598"/>
                  <a:pt x="972853" y="101057"/>
                  <a:pt x="967902" y="95975"/>
                </a:cubicBezTo>
                <a:cubicBezTo>
                  <a:pt x="962379" y="90318"/>
                  <a:pt x="959474" y="82714"/>
                  <a:pt x="959187" y="73163"/>
                </a:cubicBezTo>
                <a:cubicBezTo>
                  <a:pt x="958942" y="63899"/>
                  <a:pt x="961274" y="55742"/>
                  <a:pt x="966184" y="48692"/>
                </a:cubicBezTo>
                <a:cubicBezTo>
                  <a:pt x="971912" y="40371"/>
                  <a:pt x="979890" y="36210"/>
                  <a:pt x="990119" y="36210"/>
                </a:cubicBezTo>
                <a:cubicBezTo>
                  <a:pt x="998303" y="36210"/>
                  <a:pt x="1004501" y="39961"/>
                  <a:pt x="1008716" y="47463"/>
                </a:cubicBezTo>
                <a:cubicBezTo>
                  <a:pt x="1012071" y="53529"/>
                  <a:pt x="1013687" y="60824"/>
                  <a:pt x="1013564" y="69350"/>
                </a:cubicBezTo>
                <a:cubicBezTo>
                  <a:pt x="1013441" y="78450"/>
                  <a:pt x="1011068" y="86218"/>
                  <a:pt x="1006445" y="92655"/>
                </a:cubicBezTo>
                <a:cubicBezTo>
                  <a:pt x="1001208" y="99951"/>
                  <a:pt x="994272" y="103598"/>
                  <a:pt x="985639" y="103598"/>
                </a:cubicBezTo>
                <a:moveTo>
                  <a:pt x="989322" y="48731"/>
                </a:moveTo>
                <a:cubicBezTo>
                  <a:pt x="983307" y="48690"/>
                  <a:pt x="978622" y="51558"/>
                  <a:pt x="975267" y="57334"/>
                </a:cubicBezTo>
                <a:cubicBezTo>
                  <a:pt x="972607" y="61965"/>
                  <a:pt x="971278" y="67251"/>
                  <a:pt x="971278" y="73192"/>
                </a:cubicBezTo>
                <a:cubicBezTo>
                  <a:pt x="971278" y="79133"/>
                  <a:pt x="972894" y="83764"/>
                  <a:pt x="976126" y="87083"/>
                </a:cubicBezTo>
                <a:cubicBezTo>
                  <a:pt x="978827" y="89828"/>
                  <a:pt x="981998" y="91201"/>
                  <a:pt x="985639" y="91201"/>
                </a:cubicBezTo>
                <a:cubicBezTo>
                  <a:pt x="989894" y="91201"/>
                  <a:pt x="993556" y="89644"/>
                  <a:pt x="996625" y="86529"/>
                </a:cubicBezTo>
                <a:cubicBezTo>
                  <a:pt x="1000103" y="83088"/>
                  <a:pt x="1001944" y="78438"/>
                  <a:pt x="1002149" y="72578"/>
                </a:cubicBezTo>
                <a:cubicBezTo>
                  <a:pt x="1002721" y="56721"/>
                  <a:pt x="998446" y="48771"/>
                  <a:pt x="989322" y="48731"/>
                </a:cubicBezTo>
                <a:close/>
                <a:moveTo>
                  <a:pt x="1076036" y="104335"/>
                </a:moveTo>
                <a:cubicBezTo>
                  <a:pt x="1072517" y="104335"/>
                  <a:pt x="1070532" y="102408"/>
                  <a:pt x="1070082" y="98554"/>
                </a:cubicBezTo>
                <a:lnTo>
                  <a:pt x="1068364" y="85085"/>
                </a:lnTo>
                <a:cubicBezTo>
                  <a:pt x="1067791" y="80287"/>
                  <a:pt x="1067505" y="75798"/>
                  <a:pt x="1067505" y="71615"/>
                </a:cubicBezTo>
                <a:cubicBezTo>
                  <a:pt x="1067505" y="70467"/>
                  <a:pt x="1067576" y="68520"/>
                  <a:pt x="1067719" y="65773"/>
                </a:cubicBezTo>
                <a:cubicBezTo>
                  <a:pt x="1067863" y="63025"/>
                  <a:pt x="1067934" y="61077"/>
                  <a:pt x="1067934" y="59929"/>
                </a:cubicBezTo>
                <a:cubicBezTo>
                  <a:pt x="1067934" y="51072"/>
                  <a:pt x="1066298" y="46644"/>
                  <a:pt x="1063024" y="46644"/>
                </a:cubicBezTo>
                <a:cubicBezTo>
                  <a:pt x="1058442" y="46644"/>
                  <a:pt x="1054064" y="49368"/>
                  <a:pt x="1049890" y="54816"/>
                </a:cubicBezTo>
                <a:cubicBezTo>
                  <a:pt x="1046126" y="59772"/>
                  <a:pt x="1043180" y="66038"/>
                  <a:pt x="1041053" y="73616"/>
                </a:cubicBezTo>
                <a:cubicBezTo>
                  <a:pt x="1040971" y="75214"/>
                  <a:pt x="1040787" y="77221"/>
                  <a:pt x="1040500" y="79638"/>
                </a:cubicBezTo>
                <a:cubicBezTo>
                  <a:pt x="1040255" y="81686"/>
                  <a:pt x="1040132" y="83672"/>
                  <a:pt x="1040132" y="85597"/>
                </a:cubicBezTo>
                <a:cubicBezTo>
                  <a:pt x="1040132" y="86826"/>
                  <a:pt x="1040255" y="88669"/>
                  <a:pt x="1040500" y="91126"/>
                </a:cubicBezTo>
                <a:cubicBezTo>
                  <a:pt x="1040746" y="93584"/>
                  <a:pt x="1040869" y="95427"/>
                  <a:pt x="1040869" y="96656"/>
                </a:cubicBezTo>
                <a:cubicBezTo>
                  <a:pt x="1040869" y="98499"/>
                  <a:pt x="1040306" y="99995"/>
                  <a:pt x="1039181" y="101142"/>
                </a:cubicBezTo>
                <a:cubicBezTo>
                  <a:pt x="1038056" y="102288"/>
                  <a:pt x="1036613" y="102862"/>
                  <a:pt x="1034854" y="102862"/>
                </a:cubicBezTo>
                <a:cubicBezTo>
                  <a:pt x="1033054" y="102862"/>
                  <a:pt x="1031601" y="102288"/>
                  <a:pt x="1030496" y="101140"/>
                </a:cubicBezTo>
                <a:cubicBezTo>
                  <a:pt x="1029392" y="99993"/>
                  <a:pt x="1028839" y="98497"/>
                  <a:pt x="1028839" y="96652"/>
                </a:cubicBezTo>
                <a:cubicBezTo>
                  <a:pt x="1028839" y="95423"/>
                  <a:pt x="1028706" y="93579"/>
                  <a:pt x="1028440" y="91120"/>
                </a:cubicBezTo>
                <a:cubicBezTo>
                  <a:pt x="1028174" y="88660"/>
                  <a:pt x="1028041" y="86815"/>
                  <a:pt x="1028041" y="85585"/>
                </a:cubicBezTo>
                <a:cubicBezTo>
                  <a:pt x="1028041" y="81363"/>
                  <a:pt x="1028338" y="75512"/>
                  <a:pt x="1028931" y="68032"/>
                </a:cubicBezTo>
                <a:cubicBezTo>
                  <a:pt x="1029525" y="60553"/>
                  <a:pt x="1029821" y="54702"/>
                  <a:pt x="1029821" y="50480"/>
                </a:cubicBezTo>
                <a:cubicBezTo>
                  <a:pt x="1029821" y="49168"/>
                  <a:pt x="1029750" y="47221"/>
                  <a:pt x="1029606" y="44640"/>
                </a:cubicBezTo>
                <a:cubicBezTo>
                  <a:pt x="1029463" y="42057"/>
                  <a:pt x="1029392" y="40110"/>
                  <a:pt x="1029392" y="38800"/>
                </a:cubicBezTo>
                <a:cubicBezTo>
                  <a:pt x="1029392" y="37036"/>
                  <a:pt x="1029975" y="35591"/>
                  <a:pt x="1031141" y="34465"/>
                </a:cubicBezTo>
                <a:cubicBezTo>
                  <a:pt x="1032307" y="33337"/>
                  <a:pt x="1033749" y="32773"/>
                  <a:pt x="1035468" y="32773"/>
                </a:cubicBezTo>
                <a:cubicBezTo>
                  <a:pt x="1039232" y="32773"/>
                  <a:pt x="1041298" y="35444"/>
                  <a:pt x="1041666" y="40785"/>
                </a:cubicBezTo>
                <a:lnTo>
                  <a:pt x="1041851" y="47994"/>
                </a:lnTo>
                <a:cubicBezTo>
                  <a:pt x="1048724" y="38829"/>
                  <a:pt x="1055782" y="34246"/>
                  <a:pt x="1063024" y="34246"/>
                </a:cubicBezTo>
                <a:cubicBezTo>
                  <a:pt x="1069571" y="34246"/>
                  <a:pt x="1074133" y="37136"/>
                  <a:pt x="1076711" y="42915"/>
                </a:cubicBezTo>
                <a:cubicBezTo>
                  <a:pt x="1078470" y="46768"/>
                  <a:pt x="1079432" y="52465"/>
                  <a:pt x="1079595" y="60008"/>
                </a:cubicBezTo>
                <a:lnTo>
                  <a:pt x="1079595" y="66216"/>
                </a:lnTo>
                <a:lnTo>
                  <a:pt x="1079534" y="71934"/>
                </a:lnTo>
                <a:cubicBezTo>
                  <a:pt x="1079534" y="75336"/>
                  <a:pt x="1079974" y="79732"/>
                  <a:pt x="1080853" y="85123"/>
                </a:cubicBezTo>
                <a:cubicBezTo>
                  <a:pt x="1081733" y="90512"/>
                  <a:pt x="1082173" y="94887"/>
                  <a:pt x="1082173" y="98247"/>
                </a:cubicBezTo>
                <a:cubicBezTo>
                  <a:pt x="1082173" y="100052"/>
                  <a:pt x="1081590" y="101517"/>
                  <a:pt x="1080424" y="102643"/>
                </a:cubicBezTo>
                <a:cubicBezTo>
                  <a:pt x="1079258" y="103771"/>
                  <a:pt x="1077795" y="104335"/>
                  <a:pt x="1076036" y="104335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FBB014-309A-43B7-8059-2949CD77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69" y="4857737"/>
            <a:ext cx="8194475" cy="948283"/>
          </a:xfrm>
          <a:custGeom xmlns:a="http://schemas.openxmlformats.org/drawingml/2006/main">
            <a:pathLst>
              <a:path w="8194475" h="948283">
                <a:moveTo>
                  <a:pt x="122900" y="5153"/>
                </a:moveTo>
                <a:lnTo>
                  <a:pt x="115121" y="7360"/>
                </a:lnTo>
                <a:lnTo>
                  <a:pt x="107509" y="9944"/>
                </a:lnTo>
                <a:lnTo>
                  <a:pt x="100065" y="12877"/>
                </a:lnTo>
                <a:lnTo>
                  <a:pt x="92803" y="16159"/>
                </a:lnTo>
                <a:lnTo>
                  <a:pt x="85736" y="19776"/>
                </a:lnTo>
                <a:lnTo>
                  <a:pt x="78879" y="23728"/>
                </a:lnTo>
                <a:lnTo>
                  <a:pt x="72231" y="27988"/>
                </a:lnTo>
                <a:lnTo>
                  <a:pt x="67343" y="31451"/>
                </a:lnTo>
                <a:lnTo>
                  <a:pt x="75444" y="42833"/>
                </a:lnTo>
                <a:lnTo>
                  <a:pt x="80015" y="39583"/>
                </a:lnTo>
                <a:lnTo>
                  <a:pt x="86161" y="35639"/>
                </a:lnTo>
                <a:lnTo>
                  <a:pt x="92273" y="32128"/>
                </a:lnTo>
                <a:lnTo>
                  <a:pt x="99009" y="28677"/>
                </a:lnTo>
                <a:lnTo>
                  <a:pt x="105652" y="25669"/>
                </a:lnTo>
                <a:lnTo>
                  <a:pt x="105345" y="25809"/>
                </a:lnTo>
                <a:lnTo>
                  <a:pt x="112407" y="23025"/>
                </a:lnTo>
                <a:lnTo>
                  <a:pt x="119384" y="20673"/>
                </a:lnTo>
                <a:lnTo>
                  <a:pt x="126427" y="18678"/>
                </a:lnTo>
                <a:lnTo>
                  <a:pt x="133603" y="17013"/>
                </a:lnTo>
                <a:lnTo>
                  <a:pt x="141181" y="15670"/>
                </a:lnTo>
                <a:lnTo>
                  <a:pt x="140832" y="15712"/>
                </a:lnTo>
                <a:lnTo>
                  <a:pt x="148377" y="14758"/>
                </a:lnTo>
                <a:lnTo>
                  <a:pt x="156188" y="14155"/>
                </a:lnTo>
                <a:lnTo>
                  <a:pt x="164015" y="13966"/>
                </a:lnTo>
                <a:lnTo>
                  <a:pt x="176682" y="13966"/>
                </a:lnTo>
                <a:lnTo>
                  <a:pt x="176682" y="0"/>
                </a:lnTo>
                <a:lnTo>
                  <a:pt x="163750" y="0"/>
                </a:lnTo>
                <a:lnTo>
                  <a:pt x="155412" y="209"/>
                </a:lnTo>
                <a:lnTo>
                  <a:pt x="147089" y="838"/>
                </a:lnTo>
                <a:lnTo>
                  <a:pt x="138891" y="1885"/>
                </a:lnTo>
                <a:lnTo>
                  <a:pt x="130818" y="3324"/>
                </a:lnTo>
                <a:lnTo>
                  <a:pt x="122900" y="5153"/>
                </a:lnTo>
                <a:close/>
                <a:moveTo>
                  <a:pt x="23728" y="78879"/>
                </a:moveTo>
                <a:lnTo>
                  <a:pt x="19776" y="85736"/>
                </a:lnTo>
                <a:lnTo>
                  <a:pt x="16159" y="92803"/>
                </a:lnTo>
                <a:lnTo>
                  <a:pt x="12877" y="100065"/>
                </a:lnTo>
                <a:lnTo>
                  <a:pt x="9944" y="107509"/>
                </a:lnTo>
                <a:lnTo>
                  <a:pt x="7360" y="115121"/>
                </a:lnTo>
                <a:lnTo>
                  <a:pt x="5153" y="122900"/>
                </a:lnTo>
                <a:lnTo>
                  <a:pt x="3324" y="130818"/>
                </a:lnTo>
                <a:lnTo>
                  <a:pt x="1885" y="138891"/>
                </a:lnTo>
                <a:lnTo>
                  <a:pt x="838" y="147089"/>
                </a:lnTo>
                <a:lnTo>
                  <a:pt x="209" y="155412"/>
                </a:lnTo>
                <a:lnTo>
                  <a:pt x="0" y="163750"/>
                </a:lnTo>
                <a:lnTo>
                  <a:pt x="0" y="169951"/>
                </a:lnTo>
                <a:lnTo>
                  <a:pt x="13966" y="169951"/>
                </a:lnTo>
                <a:lnTo>
                  <a:pt x="13966" y="164015"/>
                </a:lnTo>
                <a:lnTo>
                  <a:pt x="14155" y="156188"/>
                </a:lnTo>
                <a:lnTo>
                  <a:pt x="14758" y="148377"/>
                </a:lnTo>
                <a:lnTo>
                  <a:pt x="15712" y="140832"/>
                </a:lnTo>
                <a:lnTo>
                  <a:pt x="15670" y="141181"/>
                </a:lnTo>
                <a:lnTo>
                  <a:pt x="17013" y="133603"/>
                </a:lnTo>
                <a:lnTo>
                  <a:pt x="18678" y="126427"/>
                </a:lnTo>
                <a:lnTo>
                  <a:pt x="20673" y="119384"/>
                </a:lnTo>
                <a:lnTo>
                  <a:pt x="23025" y="112407"/>
                </a:lnTo>
                <a:lnTo>
                  <a:pt x="25809" y="105345"/>
                </a:lnTo>
                <a:lnTo>
                  <a:pt x="25669" y="105652"/>
                </a:lnTo>
                <a:lnTo>
                  <a:pt x="28677" y="99009"/>
                </a:lnTo>
                <a:lnTo>
                  <a:pt x="32128" y="92273"/>
                </a:lnTo>
                <a:lnTo>
                  <a:pt x="35639" y="86161"/>
                </a:lnTo>
                <a:lnTo>
                  <a:pt x="39583" y="80016"/>
                </a:lnTo>
                <a:lnTo>
                  <a:pt x="43839" y="74033"/>
                </a:lnTo>
                <a:lnTo>
                  <a:pt x="43629" y="74298"/>
                </a:lnTo>
                <a:lnTo>
                  <a:pt x="46730" y="70360"/>
                </a:lnTo>
                <a:lnTo>
                  <a:pt x="35753" y="61729"/>
                </a:lnTo>
                <a:lnTo>
                  <a:pt x="32554" y="65807"/>
                </a:lnTo>
                <a:lnTo>
                  <a:pt x="27988" y="72231"/>
                </a:lnTo>
                <a:lnTo>
                  <a:pt x="23728" y="78879"/>
                </a:lnTo>
                <a:close/>
                <a:moveTo>
                  <a:pt x="0" y="211848"/>
                </a:moveTo>
                <a:lnTo>
                  <a:pt x="0" y="323575"/>
                </a:lnTo>
                <a:lnTo>
                  <a:pt x="13966" y="323575"/>
                </a:lnTo>
                <a:lnTo>
                  <a:pt x="13966" y="211848"/>
                </a:lnTo>
                <a:lnTo>
                  <a:pt x="0" y="211848"/>
                </a:lnTo>
                <a:close/>
                <a:moveTo>
                  <a:pt x="0" y="477200"/>
                </a:moveTo>
                <a:lnTo>
                  <a:pt x="13966" y="477200"/>
                </a:lnTo>
                <a:lnTo>
                  <a:pt x="13966" y="365473"/>
                </a:lnTo>
                <a:lnTo>
                  <a:pt x="0" y="365473"/>
                </a:lnTo>
                <a:lnTo>
                  <a:pt x="0" y="477200"/>
                </a:lnTo>
                <a:close/>
                <a:moveTo>
                  <a:pt x="0" y="630824"/>
                </a:moveTo>
                <a:lnTo>
                  <a:pt x="13966" y="630824"/>
                </a:lnTo>
                <a:lnTo>
                  <a:pt x="13966" y="519097"/>
                </a:lnTo>
                <a:lnTo>
                  <a:pt x="0" y="519097"/>
                </a:lnTo>
                <a:lnTo>
                  <a:pt x="0" y="630824"/>
                </a:lnTo>
                <a:close/>
                <a:moveTo>
                  <a:pt x="0" y="672722"/>
                </a:moveTo>
                <a:lnTo>
                  <a:pt x="0" y="784449"/>
                </a:lnTo>
                <a:lnTo>
                  <a:pt x="13966" y="784449"/>
                </a:lnTo>
                <a:lnTo>
                  <a:pt x="13966" y="672722"/>
                </a:lnTo>
                <a:lnTo>
                  <a:pt x="0" y="672722"/>
                </a:lnTo>
                <a:close/>
                <a:moveTo>
                  <a:pt x="16159" y="855479"/>
                </a:moveTo>
                <a:lnTo>
                  <a:pt x="19776" y="862546"/>
                </a:lnTo>
                <a:lnTo>
                  <a:pt x="23728" y="869403"/>
                </a:lnTo>
                <a:lnTo>
                  <a:pt x="27988" y="876051"/>
                </a:lnTo>
                <a:lnTo>
                  <a:pt x="32554" y="882475"/>
                </a:lnTo>
                <a:lnTo>
                  <a:pt x="37415" y="888662"/>
                </a:lnTo>
                <a:lnTo>
                  <a:pt x="42568" y="894612"/>
                </a:lnTo>
                <a:lnTo>
                  <a:pt x="47987" y="900296"/>
                </a:lnTo>
                <a:lnTo>
                  <a:pt x="53671" y="905715"/>
                </a:lnTo>
                <a:lnTo>
                  <a:pt x="59620" y="910868"/>
                </a:lnTo>
                <a:lnTo>
                  <a:pt x="61087" y="912027"/>
                </a:lnTo>
                <a:lnTo>
                  <a:pt x="69718" y="901036"/>
                </a:lnTo>
                <a:lnTo>
                  <a:pt x="68476" y="900066"/>
                </a:lnTo>
                <a:lnTo>
                  <a:pt x="63131" y="895430"/>
                </a:lnTo>
                <a:lnTo>
                  <a:pt x="57863" y="890419"/>
                </a:lnTo>
                <a:lnTo>
                  <a:pt x="52852" y="885152"/>
                </a:lnTo>
                <a:lnTo>
                  <a:pt x="48209" y="879798"/>
                </a:lnTo>
                <a:lnTo>
                  <a:pt x="43629" y="873984"/>
                </a:lnTo>
                <a:lnTo>
                  <a:pt x="43839" y="874250"/>
                </a:lnTo>
                <a:lnTo>
                  <a:pt x="39583" y="868266"/>
                </a:lnTo>
                <a:lnTo>
                  <a:pt x="35639" y="862121"/>
                </a:lnTo>
                <a:lnTo>
                  <a:pt x="32128" y="856010"/>
                </a:lnTo>
                <a:lnTo>
                  <a:pt x="28677" y="849274"/>
                </a:lnTo>
                <a:lnTo>
                  <a:pt x="25669" y="842631"/>
                </a:lnTo>
                <a:lnTo>
                  <a:pt x="25809" y="842938"/>
                </a:lnTo>
                <a:lnTo>
                  <a:pt x="23025" y="835876"/>
                </a:lnTo>
                <a:lnTo>
                  <a:pt x="20673" y="828899"/>
                </a:lnTo>
                <a:lnTo>
                  <a:pt x="18678" y="821855"/>
                </a:lnTo>
                <a:lnTo>
                  <a:pt x="17012" y="814678"/>
                </a:lnTo>
                <a:lnTo>
                  <a:pt x="16410" y="811291"/>
                </a:lnTo>
                <a:lnTo>
                  <a:pt x="2667" y="813749"/>
                </a:lnTo>
                <a:lnTo>
                  <a:pt x="3324" y="817464"/>
                </a:lnTo>
                <a:lnTo>
                  <a:pt x="5153" y="825383"/>
                </a:lnTo>
                <a:lnTo>
                  <a:pt x="7360" y="833162"/>
                </a:lnTo>
                <a:lnTo>
                  <a:pt x="9944" y="840773"/>
                </a:lnTo>
                <a:lnTo>
                  <a:pt x="12877" y="848217"/>
                </a:lnTo>
                <a:lnTo>
                  <a:pt x="16159" y="855479"/>
                </a:lnTo>
                <a:close/>
                <a:moveTo>
                  <a:pt x="1098430" y="0"/>
                </a:moveTo>
                <a:lnTo>
                  <a:pt x="986703" y="0"/>
                </a:lnTo>
                <a:lnTo>
                  <a:pt x="986703" y="13966"/>
                </a:lnTo>
                <a:lnTo>
                  <a:pt x="1098430" y="13966"/>
                </a:lnTo>
                <a:lnTo>
                  <a:pt x="1098430" y="0"/>
                </a:lnTo>
                <a:close/>
                <a:moveTo>
                  <a:pt x="2369324" y="0"/>
                </a:moveTo>
                <a:lnTo>
                  <a:pt x="2369324" y="13966"/>
                </a:lnTo>
                <a:lnTo>
                  <a:pt x="2481051" y="13966"/>
                </a:lnTo>
                <a:lnTo>
                  <a:pt x="2481051" y="0"/>
                </a:lnTo>
                <a:lnTo>
                  <a:pt x="2369324" y="0"/>
                </a:lnTo>
                <a:close/>
                <a:moveTo>
                  <a:pt x="2215699" y="0"/>
                </a:moveTo>
                <a:lnTo>
                  <a:pt x="2215699" y="13966"/>
                </a:lnTo>
                <a:lnTo>
                  <a:pt x="2327426" y="13966"/>
                </a:lnTo>
                <a:lnTo>
                  <a:pt x="2327426" y="0"/>
                </a:lnTo>
                <a:lnTo>
                  <a:pt x="2215699" y="0"/>
                </a:lnTo>
                <a:close/>
                <a:moveTo>
                  <a:pt x="2173802" y="0"/>
                </a:moveTo>
                <a:lnTo>
                  <a:pt x="2062075" y="0"/>
                </a:lnTo>
                <a:lnTo>
                  <a:pt x="2062075" y="13966"/>
                </a:lnTo>
                <a:lnTo>
                  <a:pt x="2173802" y="13966"/>
                </a:lnTo>
                <a:lnTo>
                  <a:pt x="2173802" y="0"/>
                </a:lnTo>
                <a:close/>
                <a:moveTo>
                  <a:pt x="1908450" y="0"/>
                </a:moveTo>
                <a:lnTo>
                  <a:pt x="1908450" y="13966"/>
                </a:lnTo>
                <a:lnTo>
                  <a:pt x="2020177" y="13966"/>
                </a:lnTo>
                <a:lnTo>
                  <a:pt x="2020177" y="0"/>
                </a:lnTo>
                <a:lnTo>
                  <a:pt x="1908450" y="0"/>
                </a:lnTo>
                <a:close/>
                <a:moveTo>
                  <a:pt x="1754826" y="0"/>
                </a:moveTo>
                <a:lnTo>
                  <a:pt x="1754826" y="13966"/>
                </a:lnTo>
                <a:lnTo>
                  <a:pt x="1866553" y="13966"/>
                </a:lnTo>
                <a:lnTo>
                  <a:pt x="1866553" y="0"/>
                </a:lnTo>
                <a:lnTo>
                  <a:pt x="1754826" y="0"/>
                </a:lnTo>
                <a:close/>
                <a:moveTo>
                  <a:pt x="330307" y="0"/>
                </a:moveTo>
                <a:lnTo>
                  <a:pt x="218580" y="0"/>
                </a:lnTo>
                <a:lnTo>
                  <a:pt x="218580" y="13966"/>
                </a:lnTo>
                <a:lnTo>
                  <a:pt x="330307" y="13966"/>
                </a:lnTo>
                <a:lnTo>
                  <a:pt x="330307" y="0"/>
                </a:lnTo>
                <a:close/>
                <a:moveTo>
                  <a:pt x="1601201" y="0"/>
                </a:moveTo>
                <a:lnTo>
                  <a:pt x="1601201" y="13966"/>
                </a:lnTo>
                <a:lnTo>
                  <a:pt x="1712928" y="13966"/>
                </a:lnTo>
                <a:lnTo>
                  <a:pt x="1712928" y="0"/>
                </a:lnTo>
                <a:lnTo>
                  <a:pt x="1601201" y="0"/>
                </a:lnTo>
                <a:close/>
                <a:moveTo>
                  <a:pt x="372204" y="0"/>
                </a:moveTo>
                <a:lnTo>
                  <a:pt x="372204" y="13966"/>
                </a:lnTo>
                <a:lnTo>
                  <a:pt x="483931" y="13966"/>
                </a:lnTo>
                <a:lnTo>
                  <a:pt x="483931" y="0"/>
                </a:lnTo>
                <a:lnTo>
                  <a:pt x="372204" y="0"/>
                </a:lnTo>
                <a:close/>
                <a:moveTo>
                  <a:pt x="1559303" y="0"/>
                </a:moveTo>
                <a:lnTo>
                  <a:pt x="1447577" y="0"/>
                </a:lnTo>
                <a:lnTo>
                  <a:pt x="1447577" y="13966"/>
                </a:lnTo>
                <a:lnTo>
                  <a:pt x="1559303" y="13966"/>
                </a:lnTo>
                <a:lnTo>
                  <a:pt x="1559303" y="0"/>
                </a:lnTo>
                <a:close/>
                <a:moveTo>
                  <a:pt x="525829" y="0"/>
                </a:moveTo>
                <a:lnTo>
                  <a:pt x="525829" y="13966"/>
                </a:lnTo>
                <a:lnTo>
                  <a:pt x="637556" y="13966"/>
                </a:lnTo>
                <a:lnTo>
                  <a:pt x="637556" y="0"/>
                </a:lnTo>
                <a:lnTo>
                  <a:pt x="525829" y="0"/>
                </a:lnTo>
                <a:close/>
                <a:moveTo>
                  <a:pt x="1293952" y="0"/>
                </a:moveTo>
                <a:lnTo>
                  <a:pt x="1293952" y="13966"/>
                </a:lnTo>
                <a:lnTo>
                  <a:pt x="1405679" y="13966"/>
                </a:lnTo>
                <a:lnTo>
                  <a:pt x="1405679" y="0"/>
                </a:lnTo>
                <a:lnTo>
                  <a:pt x="1293952" y="0"/>
                </a:lnTo>
                <a:close/>
                <a:moveTo>
                  <a:pt x="791181" y="0"/>
                </a:moveTo>
                <a:lnTo>
                  <a:pt x="679454" y="0"/>
                </a:lnTo>
                <a:lnTo>
                  <a:pt x="679454" y="13966"/>
                </a:lnTo>
                <a:lnTo>
                  <a:pt x="791181" y="13966"/>
                </a:lnTo>
                <a:lnTo>
                  <a:pt x="791181" y="0"/>
                </a:lnTo>
                <a:close/>
                <a:moveTo>
                  <a:pt x="1140327" y="0"/>
                </a:moveTo>
                <a:lnTo>
                  <a:pt x="1140327" y="13966"/>
                </a:lnTo>
                <a:lnTo>
                  <a:pt x="1252054" y="13966"/>
                </a:lnTo>
                <a:lnTo>
                  <a:pt x="1252054" y="0"/>
                </a:lnTo>
                <a:lnTo>
                  <a:pt x="1140327" y="0"/>
                </a:lnTo>
                <a:close/>
                <a:moveTo>
                  <a:pt x="833078" y="0"/>
                </a:moveTo>
                <a:lnTo>
                  <a:pt x="833078" y="13966"/>
                </a:lnTo>
                <a:lnTo>
                  <a:pt x="944805" y="13966"/>
                </a:lnTo>
                <a:lnTo>
                  <a:pt x="944805" y="0"/>
                </a:lnTo>
                <a:lnTo>
                  <a:pt x="833078" y="0"/>
                </a:lnTo>
                <a:close/>
                <a:moveTo>
                  <a:pt x="138891" y="946397"/>
                </a:moveTo>
                <a:lnTo>
                  <a:pt x="147089" y="947445"/>
                </a:lnTo>
                <a:lnTo>
                  <a:pt x="155412" y="948073"/>
                </a:lnTo>
                <a:lnTo>
                  <a:pt x="163750" y="948283"/>
                </a:lnTo>
                <a:lnTo>
                  <a:pt x="211024" y="948283"/>
                </a:lnTo>
                <a:lnTo>
                  <a:pt x="211024" y="934317"/>
                </a:lnTo>
                <a:lnTo>
                  <a:pt x="164015" y="934317"/>
                </a:lnTo>
                <a:lnTo>
                  <a:pt x="156188" y="934127"/>
                </a:lnTo>
                <a:lnTo>
                  <a:pt x="148377" y="933524"/>
                </a:lnTo>
                <a:lnTo>
                  <a:pt x="140832" y="932571"/>
                </a:lnTo>
                <a:lnTo>
                  <a:pt x="141181" y="932613"/>
                </a:lnTo>
                <a:lnTo>
                  <a:pt x="133603" y="931270"/>
                </a:lnTo>
                <a:lnTo>
                  <a:pt x="126427" y="929605"/>
                </a:lnTo>
                <a:lnTo>
                  <a:pt x="119384" y="927610"/>
                </a:lnTo>
                <a:lnTo>
                  <a:pt x="112407" y="925257"/>
                </a:lnTo>
                <a:lnTo>
                  <a:pt x="105363" y="922481"/>
                </a:lnTo>
                <a:lnTo>
                  <a:pt x="103976" y="921845"/>
                </a:lnTo>
                <a:lnTo>
                  <a:pt x="98222" y="934582"/>
                </a:lnTo>
                <a:lnTo>
                  <a:pt x="100065" y="935406"/>
                </a:lnTo>
                <a:lnTo>
                  <a:pt x="107509" y="938339"/>
                </a:lnTo>
                <a:lnTo>
                  <a:pt x="115121" y="940923"/>
                </a:lnTo>
                <a:lnTo>
                  <a:pt x="122900" y="943129"/>
                </a:lnTo>
                <a:lnTo>
                  <a:pt x="130818" y="944959"/>
                </a:lnTo>
                <a:lnTo>
                  <a:pt x="138891" y="946397"/>
                </a:lnTo>
                <a:close/>
                <a:moveTo>
                  <a:pt x="867420" y="948283"/>
                </a:moveTo>
                <a:lnTo>
                  <a:pt x="979147" y="948283"/>
                </a:lnTo>
                <a:lnTo>
                  <a:pt x="979147" y="934317"/>
                </a:lnTo>
                <a:lnTo>
                  <a:pt x="867420" y="934317"/>
                </a:lnTo>
                <a:lnTo>
                  <a:pt x="867420" y="948283"/>
                </a:lnTo>
                <a:close/>
                <a:moveTo>
                  <a:pt x="1132772" y="948283"/>
                </a:moveTo>
                <a:lnTo>
                  <a:pt x="1132772" y="934317"/>
                </a:lnTo>
                <a:lnTo>
                  <a:pt x="1021045" y="934317"/>
                </a:lnTo>
                <a:lnTo>
                  <a:pt x="1021045" y="948283"/>
                </a:lnTo>
                <a:lnTo>
                  <a:pt x="1132772" y="948283"/>
                </a:lnTo>
                <a:close/>
                <a:moveTo>
                  <a:pt x="825523" y="948283"/>
                </a:moveTo>
                <a:lnTo>
                  <a:pt x="825523" y="934317"/>
                </a:lnTo>
                <a:lnTo>
                  <a:pt x="713796" y="934317"/>
                </a:lnTo>
                <a:lnTo>
                  <a:pt x="713796" y="948283"/>
                </a:lnTo>
                <a:lnTo>
                  <a:pt x="825523" y="948283"/>
                </a:lnTo>
                <a:close/>
                <a:moveTo>
                  <a:pt x="1174669" y="948283"/>
                </a:moveTo>
                <a:lnTo>
                  <a:pt x="1286396" y="948283"/>
                </a:lnTo>
                <a:lnTo>
                  <a:pt x="1286396" y="934317"/>
                </a:lnTo>
                <a:lnTo>
                  <a:pt x="1174669" y="934317"/>
                </a:lnTo>
                <a:lnTo>
                  <a:pt x="1174669" y="948283"/>
                </a:lnTo>
                <a:close/>
                <a:moveTo>
                  <a:pt x="671898" y="948283"/>
                </a:moveTo>
                <a:lnTo>
                  <a:pt x="671898" y="934317"/>
                </a:lnTo>
                <a:lnTo>
                  <a:pt x="560171" y="934317"/>
                </a:lnTo>
                <a:lnTo>
                  <a:pt x="560171" y="948283"/>
                </a:lnTo>
                <a:lnTo>
                  <a:pt x="671898" y="948283"/>
                </a:lnTo>
                <a:close/>
                <a:moveTo>
                  <a:pt x="1440021" y="948283"/>
                </a:moveTo>
                <a:lnTo>
                  <a:pt x="1440021" y="934317"/>
                </a:lnTo>
                <a:lnTo>
                  <a:pt x="1328294" y="934317"/>
                </a:lnTo>
                <a:lnTo>
                  <a:pt x="1328294" y="948283"/>
                </a:lnTo>
                <a:lnTo>
                  <a:pt x="1440021" y="948283"/>
                </a:lnTo>
                <a:close/>
                <a:moveTo>
                  <a:pt x="406547" y="948283"/>
                </a:moveTo>
                <a:lnTo>
                  <a:pt x="518273" y="948283"/>
                </a:lnTo>
                <a:lnTo>
                  <a:pt x="518273" y="934317"/>
                </a:lnTo>
                <a:lnTo>
                  <a:pt x="406547" y="934317"/>
                </a:lnTo>
                <a:lnTo>
                  <a:pt x="406547" y="948283"/>
                </a:lnTo>
                <a:close/>
                <a:moveTo>
                  <a:pt x="1593646" y="948283"/>
                </a:moveTo>
                <a:lnTo>
                  <a:pt x="1593646" y="934317"/>
                </a:lnTo>
                <a:lnTo>
                  <a:pt x="1481919" y="934317"/>
                </a:lnTo>
                <a:lnTo>
                  <a:pt x="1481919" y="948283"/>
                </a:lnTo>
                <a:lnTo>
                  <a:pt x="1593646" y="948283"/>
                </a:lnTo>
                <a:close/>
                <a:moveTo>
                  <a:pt x="364649" y="948283"/>
                </a:moveTo>
                <a:lnTo>
                  <a:pt x="364649" y="934317"/>
                </a:lnTo>
                <a:lnTo>
                  <a:pt x="252922" y="934317"/>
                </a:lnTo>
                <a:lnTo>
                  <a:pt x="252922" y="948283"/>
                </a:lnTo>
                <a:lnTo>
                  <a:pt x="364649" y="948283"/>
                </a:lnTo>
                <a:close/>
                <a:moveTo>
                  <a:pt x="1635543" y="948283"/>
                </a:moveTo>
                <a:lnTo>
                  <a:pt x="1747270" y="948283"/>
                </a:lnTo>
                <a:lnTo>
                  <a:pt x="1747270" y="934317"/>
                </a:lnTo>
                <a:lnTo>
                  <a:pt x="1635543" y="934317"/>
                </a:lnTo>
                <a:lnTo>
                  <a:pt x="1635543" y="948283"/>
                </a:lnTo>
                <a:close/>
                <a:moveTo>
                  <a:pt x="1900895" y="948283"/>
                </a:moveTo>
                <a:lnTo>
                  <a:pt x="1900895" y="934317"/>
                </a:lnTo>
                <a:lnTo>
                  <a:pt x="1789168" y="934317"/>
                </a:lnTo>
                <a:lnTo>
                  <a:pt x="1789168" y="948283"/>
                </a:lnTo>
                <a:lnTo>
                  <a:pt x="1900895" y="948283"/>
                </a:lnTo>
                <a:close/>
                <a:moveTo>
                  <a:pt x="2054519" y="948283"/>
                </a:moveTo>
                <a:lnTo>
                  <a:pt x="2054519" y="934317"/>
                </a:lnTo>
                <a:lnTo>
                  <a:pt x="1942792" y="934317"/>
                </a:lnTo>
                <a:lnTo>
                  <a:pt x="1942792" y="948283"/>
                </a:lnTo>
                <a:lnTo>
                  <a:pt x="2054519" y="948283"/>
                </a:lnTo>
                <a:close/>
                <a:moveTo>
                  <a:pt x="2096417" y="948283"/>
                </a:moveTo>
                <a:lnTo>
                  <a:pt x="2208144" y="948283"/>
                </a:lnTo>
                <a:lnTo>
                  <a:pt x="2208144" y="934317"/>
                </a:lnTo>
                <a:lnTo>
                  <a:pt x="2096417" y="934317"/>
                </a:lnTo>
                <a:lnTo>
                  <a:pt x="2096417" y="948283"/>
                </a:lnTo>
                <a:close/>
                <a:moveTo>
                  <a:pt x="2361768" y="948283"/>
                </a:moveTo>
                <a:lnTo>
                  <a:pt x="2361768" y="934317"/>
                </a:lnTo>
                <a:lnTo>
                  <a:pt x="2250042" y="934317"/>
                </a:lnTo>
                <a:lnTo>
                  <a:pt x="2250042" y="948283"/>
                </a:lnTo>
                <a:lnTo>
                  <a:pt x="2361768" y="948283"/>
                </a:lnTo>
                <a:close/>
                <a:moveTo>
                  <a:pt x="2515393" y="948283"/>
                </a:moveTo>
                <a:lnTo>
                  <a:pt x="2515393" y="934317"/>
                </a:lnTo>
                <a:lnTo>
                  <a:pt x="2403666" y="934317"/>
                </a:lnTo>
                <a:lnTo>
                  <a:pt x="2403666" y="948283"/>
                </a:lnTo>
                <a:lnTo>
                  <a:pt x="2515393" y="948283"/>
                </a:lnTo>
                <a:close/>
                <a:moveTo>
                  <a:pt x="5553543" y="0"/>
                </a:moveTo>
                <a:lnTo>
                  <a:pt x="5441816" y="0"/>
                </a:lnTo>
                <a:lnTo>
                  <a:pt x="5441816" y="13966"/>
                </a:lnTo>
                <a:lnTo>
                  <a:pt x="5553543" y="13966"/>
                </a:lnTo>
                <a:lnTo>
                  <a:pt x="5553543" y="0"/>
                </a:lnTo>
                <a:close/>
                <a:moveTo>
                  <a:pt x="2676573" y="0"/>
                </a:moveTo>
                <a:lnTo>
                  <a:pt x="2676573" y="13966"/>
                </a:lnTo>
                <a:lnTo>
                  <a:pt x="2788300" y="13966"/>
                </a:lnTo>
                <a:lnTo>
                  <a:pt x="2788300" y="0"/>
                </a:lnTo>
                <a:lnTo>
                  <a:pt x="2676573" y="0"/>
                </a:lnTo>
                <a:close/>
                <a:moveTo>
                  <a:pt x="2830198" y="0"/>
                </a:moveTo>
                <a:lnTo>
                  <a:pt x="2830198" y="13966"/>
                </a:lnTo>
                <a:lnTo>
                  <a:pt x="2941925" y="13966"/>
                </a:lnTo>
                <a:lnTo>
                  <a:pt x="2941925" y="0"/>
                </a:lnTo>
                <a:lnTo>
                  <a:pt x="2830198" y="0"/>
                </a:lnTo>
                <a:close/>
                <a:moveTo>
                  <a:pt x="3095549" y="0"/>
                </a:moveTo>
                <a:lnTo>
                  <a:pt x="2983822" y="0"/>
                </a:lnTo>
                <a:lnTo>
                  <a:pt x="2983822" y="13966"/>
                </a:lnTo>
                <a:lnTo>
                  <a:pt x="3095549" y="13966"/>
                </a:lnTo>
                <a:lnTo>
                  <a:pt x="3095549" y="0"/>
                </a:lnTo>
                <a:close/>
                <a:moveTo>
                  <a:pt x="3137447" y="0"/>
                </a:moveTo>
                <a:lnTo>
                  <a:pt x="3137447" y="13966"/>
                </a:lnTo>
                <a:lnTo>
                  <a:pt x="3249174" y="13966"/>
                </a:lnTo>
                <a:lnTo>
                  <a:pt x="3249174" y="0"/>
                </a:lnTo>
                <a:lnTo>
                  <a:pt x="3137447" y="0"/>
                </a:lnTo>
                <a:close/>
                <a:moveTo>
                  <a:pt x="3291072" y="0"/>
                </a:moveTo>
                <a:lnTo>
                  <a:pt x="3291072" y="13966"/>
                </a:lnTo>
                <a:lnTo>
                  <a:pt x="3402798" y="13966"/>
                </a:lnTo>
                <a:lnTo>
                  <a:pt x="3402798" y="0"/>
                </a:lnTo>
                <a:lnTo>
                  <a:pt x="3291072" y="0"/>
                </a:lnTo>
                <a:close/>
                <a:moveTo>
                  <a:pt x="3556423" y="0"/>
                </a:moveTo>
                <a:lnTo>
                  <a:pt x="3444696" y="0"/>
                </a:lnTo>
                <a:lnTo>
                  <a:pt x="3444696" y="13966"/>
                </a:lnTo>
                <a:lnTo>
                  <a:pt x="3556423" y="13966"/>
                </a:lnTo>
                <a:lnTo>
                  <a:pt x="3556423" y="0"/>
                </a:lnTo>
                <a:close/>
                <a:moveTo>
                  <a:pt x="3598321" y="0"/>
                </a:moveTo>
                <a:lnTo>
                  <a:pt x="3598321" y="13966"/>
                </a:lnTo>
                <a:lnTo>
                  <a:pt x="3710048" y="13966"/>
                </a:lnTo>
                <a:lnTo>
                  <a:pt x="3710048" y="0"/>
                </a:lnTo>
                <a:lnTo>
                  <a:pt x="3598321" y="0"/>
                </a:lnTo>
                <a:close/>
                <a:moveTo>
                  <a:pt x="3751945" y="0"/>
                </a:moveTo>
                <a:lnTo>
                  <a:pt x="3751945" y="13966"/>
                </a:lnTo>
                <a:lnTo>
                  <a:pt x="3863672" y="13966"/>
                </a:lnTo>
                <a:lnTo>
                  <a:pt x="3863672" y="0"/>
                </a:lnTo>
                <a:lnTo>
                  <a:pt x="3751945" y="0"/>
                </a:lnTo>
                <a:close/>
                <a:moveTo>
                  <a:pt x="4017297" y="0"/>
                </a:moveTo>
                <a:lnTo>
                  <a:pt x="3905570" y="0"/>
                </a:lnTo>
                <a:lnTo>
                  <a:pt x="3905570" y="13966"/>
                </a:lnTo>
                <a:lnTo>
                  <a:pt x="4017297" y="13966"/>
                </a:lnTo>
                <a:lnTo>
                  <a:pt x="4017297" y="0"/>
                </a:lnTo>
                <a:close/>
                <a:moveTo>
                  <a:pt x="2522949" y="0"/>
                </a:moveTo>
                <a:lnTo>
                  <a:pt x="2522949" y="13966"/>
                </a:lnTo>
                <a:lnTo>
                  <a:pt x="2634676" y="13966"/>
                </a:lnTo>
                <a:lnTo>
                  <a:pt x="2634676" y="0"/>
                </a:lnTo>
                <a:lnTo>
                  <a:pt x="2522949" y="0"/>
                </a:lnTo>
                <a:close/>
                <a:moveTo>
                  <a:pt x="4059194" y="0"/>
                </a:moveTo>
                <a:lnTo>
                  <a:pt x="4059194" y="13966"/>
                </a:lnTo>
                <a:lnTo>
                  <a:pt x="4170921" y="13966"/>
                </a:lnTo>
                <a:lnTo>
                  <a:pt x="4170921" y="0"/>
                </a:lnTo>
                <a:lnTo>
                  <a:pt x="4059194" y="0"/>
                </a:lnTo>
                <a:close/>
                <a:moveTo>
                  <a:pt x="4324546" y="0"/>
                </a:moveTo>
                <a:lnTo>
                  <a:pt x="4212819" y="0"/>
                </a:lnTo>
                <a:lnTo>
                  <a:pt x="4212819" y="13966"/>
                </a:lnTo>
                <a:lnTo>
                  <a:pt x="4324546" y="13966"/>
                </a:lnTo>
                <a:lnTo>
                  <a:pt x="4324546" y="0"/>
                </a:lnTo>
                <a:close/>
                <a:moveTo>
                  <a:pt x="4366444" y="0"/>
                </a:moveTo>
                <a:lnTo>
                  <a:pt x="4366444" y="13966"/>
                </a:lnTo>
                <a:lnTo>
                  <a:pt x="4478171" y="13966"/>
                </a:lnTo>
                <a:lnTo>
                  <a:pt x="4478171" y="0"/>
                </a:lnTo>
                <a:lnTo>
                  <a:pt x="4366444" y="0"/>
                </a:lnTo>
                <a:close/>
                <a:moveTo>
                  <a:pt x="4520068" y="0"/>
                </a:moveTo>
                <a:lnTo>
                  <a:pt x="4520068" y="13966"/>
                </a:lnTo>
                <a:lnTo>
                  <a:pt x="4631795" y="13966"/>
                </a:lnTo>
                <a:lnTo>
                  <a:pt x="4631795" y="0"/>
                </a:lnTo>
                <a:lnTo>
                  <a:pt x="4520068" y="0"/>
                </a:lnTo>
                <a:close/>
                <a:moveTo>
                  <a:pt x="4785420" y="0"/>
                </a:moveTo>
                <a:lnTo>
                  <a:pt x="4673693" y="0"/>
                </a:lnTo>
                <a:lnTo>
                  <a:pt x="4673693" y="13966"/>
                </a:lnTo>
                <a:lnTo>
                  <a:pt x="4785420" y="13966"/>
                </a:lnTo>
                <a:lnTo>
                  <a:pt x="4785420" y="0"/>
                </a:lnTo>
                <a:close/>
                <a:moveTo>
                  <a:pt x="4827317" y="0"/>
                </a:moveTo>
                <a:lnTo>
                  <a:pt x="4827317" y="13966"/>
                </a:lnTo>
                <a:lnTo>
                  <a:pt x="4939044" y="13966"/>
                </a:lnTo>
                <a:lnTo>
                  <a:pt x="4939044" y="0"/>
                </a:lnTo>
                <a:lnTo>
                  <a:pt x="4827317" y="0"/>
                </a:lnTo>
                <a:close/>
                <a:moveTo>
                  <a:pt x="4980942" y="0"/>
                </a:moveTo>
                <a:lnTo>
                  <a:pt x="4980942" y="13966"/>
                </a:lnTo>
                <a:lnTo>
                  <a:pt x="5092669" y="13966"/>
                </a:lnTo>
                <a:lnTo>
                  <a:pt x="5092669" y="0"/>
                </a:lnTo>
                <a:lnTo>
                  <a:pt x="4980942" y="0"/>
                </a:lnTo>
                <a:close/>
                <a:moveTo>
                  <a:pt x="5399918" y="0"/>
                </a:moveTo>
                <a:lnTo>
                  <a:pt x="5288191" y="0"/>
                </a:lnTo>
                <a:lnTo>
                  <a:pt x="5288191" y="13966"/>
                </a:lnTo>
                <a:lnTo>
                  <a:pt x="5399918" y="13966"/>
                </a:lnTo>
                <a:lnTo>
                  <a:pt x="5399918" y="0"/>
                </a:lnTo>
                <a:close/>
                <a:moveTo>
                  <a:pt x="5134567" y="0"/>
                </a:moveTo>
                <a:lnTo>
                  <a:pt x="5134567" y="13966"/>
                </a:lnTo>
                <a:lnTo>
                  <a:pt x="5246293" y="13966"/>
                </a:lnTo>
                <a:lnTo>
                  <a:pt x="5246293" y="0"/>
                </a:lnTo>
                <a:lnTo>
                  <a:pt x="5134567" y="0"/>
                </a:lnTo>
                <a:close/>
                <a:moveTo>
                  <a:pt x="2976267" y="948283"/>
                </a:moveTo>
                <a:lnTo>
                  <a:pt x="2976267" y="934317"/>
                </a:lnTo>
                <a:lnTo>
                  <a:pt x="2864540" y="934317"/>
                </a:lnTo>
                <a:lnTo>
                  <a:pt x="2864540" y="948283"/>
                </a:lnTo>
                <a:lnTo>
                  <a:pt x="2976267" y="948283"/>
                </a:lnTo>
                <a:close/>
                <a:moveTo>
                  <a:pt x="3018164" y="948283"/>
                </a:moveTo>
                <a:lnTo>
                  <a:pt x="3129891" y="948283"/>
                </a:lnTo>
                <a:lnTo>
                  <a:pt x="3129891" y="934317"/>
                </a:lnTo>
                <a:lnTo>
                  <a:pt x="3018164" y="934317"/>
                </a:lnTo>
                <a:lnTo>
                  <a:pt x="3018164" y="948283"/>
                </a:lnTo>
                <a:close/>
                <a:moveTo>
                  <a:pt x="3283516" y="948283"/>
                </a:moveTo>
                <a:lnTo>
                  <a:pt x="3283516" y="934317"/>
                </a:lnTo>
                <a:lnTo>
                  <a:pt x="3171789" y="934317"/>
                </a:lnTo>
                <a:lnTo>
                  <a:pt x="3171789" y="948283"/>
                </a:lnTo>
                <a:lnTo>
                  <a:pt x="3283516" y="948283"/>
                </a:lnTo>
                <a:close/>
                <a:moveTo>
                  <a:pt x="3437141" y="948283"/>
                </a:moveTo>
                <a:lnTo>
                  <a:pt x="3437141" y="934317"/>
                </a:lnTo>
                <a:lnTo>
                  <a:pt x="3325414" y="934317"/>
                </a:lnTo>
                <a:lnTo>
                  <a:pt x="3325414" y="948283"/>
                </a:lnTo>
                <a:lnTo>
                  <a:pt x="3437141" y="948283"/>
                </a:lnTo>
                <a:close/>
                <a:moveTo>
                  <a:pt x="3479038" y="948283"/>
                </a:moveTo>
                <a:lnTo>
                  <a:pt x="3590765" y="948283"/>
                </a:lnTo>
                <a:lnTo>
                  <a:pt x="3590765" y="934317"/>
                </a:lnTo>
                <a:lnTo>
                  <a:pt x="3479038" y="934317"/>
                </a:lnTo>
                <a:lnTo>
                  <a:pt x="3479038" y="948283"/>
                </a:lnTo>
                <a:close/>
                <a:moveTo>
                  <a:pt x="3744390" y="948283"/>
                </a:moveTo>
                <a:lnTo>
                  <a:pt x="3744390" y="934317"/>
                </a:lnTo>
                <a:lnTo>
                  <a:pt x="3632663" y="934317"/>
                </a:lnTo>
                <a:lnTo>
                  <a:pt x="3632663" y="948283"/>
                </a:lnTo>
                <a:lnTo>
                  <a:pt x="3744390" y="948283"/>
                </a:lnTo>
                <a:close/>
                <a:moveTo>
                  <a:pt x="3898014" y="948283"/>
                </a:moveTo>
                <a:lnTo>
                  <a:pt x="3898014" y="934317"/>
                </a:lnTo>
                <a:lnTo>
                  <a:pt x="3786287" y="934317"/>
                </a:lnTo>
                <a:lnTo>
                  <a:pt x="3786287" y="948283"/>
                </a:lnTo>
                <a:lnTo>
                  <a:pt x="3898014" y="948283"/>
                </a:lnTo>
                <a:close/>
                <a:moveTo>
                  <a:pt x="4093537" y="948283"/>
                </a:moveTo>
                <a:lnTo>
                  <a:pt x="4205263" y="948283"/>
                </a:lnTo>
                <a:lnTo>
                  <a:pt x="4205263" y="934317"/>
                </a:lnTo>
                <a:lnTo>
                  <a:pt x="4093537" y="934317"/>
                </a:lnTo>
                <a:lnTo>
                  <a:pt x="4093537" y="948283"/>
                </a:lnTo>
                <a:close/>
                <a:moveTo>
                  <a:pt x="4358888" y="948283"/>
                </a:moveTo>
                <a:lnTo>
                  <a:pt x="4358888" y="934317"/>
                </a:lnTo>
                <a:lnTo>
                  <a:pt x="4247161" y="934317"/>
                </a:lnTo>
                <a:lnTo>
                  <a:pt x="4247161" y="948283"/>
                </a:lnTo>
                <a:lnTo>
                  <a:pt x="4358888" y="948283"/>
                </a:lnTo>
                <a:close/>
                <a:moveTo>
                  <a:pt x="4512513" y="948283"/>
                </a:moveTo>
                <a:lnTo>
                  <a:pt x="4512513" y="934317"/>
                </a:lnTo>
                <a:lnTo>
                  <a:pt x="4400786" y="934317"/>
                </a:lnTo>
                <a:lnTo>
                  <a:pt x="4400786" y="948283"/>
                </a:lnTo>
                <a:lnTo>
                  <a:pt x="4512513" y="948283"/>
                </a:lnTo>
                <a:close/>
                <a:moveTo>
                  <a:pt x="4554410" y="948283"/>
                </a:moveTo>
                <a:lnTo>
                  <a:pt x="4666137" y="948283"/>
                </a:lnTo>
                <a:lnTo>
                  <a:pt x="4666137" y="934317"/>
                </a:lnTo>
                <a:lnTo>
                  <a:pt x="4554410" y="934317"/>
                </a:lnTo>
                <a:lnTo>
                  <a:pt x="4554410" y="948283"/>
                </a:lnTo>
                <a:close/>
                <a:moveTo>
                  <a:pt x="4819762" y="948283"/>
                </a:moveTo>
                <a:lnTo>
                  <a:pt x="4819762" y="934317"/>
                </a:lnTo>
                <a:lnTo>
                  <a:pt x="4708035" y="934317"/>
                </a:lnTo>
                <a:lnTo>
                  <a:pt x="4708035" y="948283"/>
                </a:lnTo>
                <a:lnTo>
                  <a:pt x="4819762" y="948283"/>
                </a:lnTo>
                <a:close/>
                <a:moveTo>
                  <a:pt x="4973386" y="948283"/>
                </a:moveTo>
                <a:lnTo>
                  <a:pt x="4973386" y="934317"/>
                </a:lnTo>
                <a:lnTo>
                  <a:pt x="4861659" y="934317"/>
                </a:lnTo>
                <a:lnTo>
                  <a:pt x="4861659" y="948283"/>
                </a:lnTo>
                <a:lnTo>
                  <a:pt x="4973386" y="948283"/>
                </a:lnTo>
                <a:close/>
                <a:moveTo>
                  <a:pt x="5015284" y="948283"/>
                </a:moveTo>
                <a:lnTo>
                  <a:pt x="5127011" y="948283"/>
                </a:lnTo>
                <a:lnTo>
                  <a:pt x="5127011" y="934317"/>
                </a:lnTo>
                <a:lnTo>
                  <a:pt x="5015284" y="934317"/>
                </a:lnTo>
                <a:lnTo>
                  <a:pt x="5015284" y="948283"/>
                </a:lnTo>
                <a:close/>
                <a:moveTo>
                  <a:pt x="2822642" y="948283"/>
                </a:moveTo>
                <a:lnTo>
                  <a:pt x="2822642" y="934317"/>
                </a:lnTo>
                <a:lnTo>
                  <a:pt x="2710915" y="934317"/>
                </a:lnTo>
                <a:lnTo>
                  <a:pt x="2710915" y="948283"/>
                </a:lnTo>
                <a:lnTo>
                  <a:pt x="2822642" y="948283"/>
                </a:lnTo>
                <a:close/>
                <a:moveTo>
                  <a:pt x="5280636" y="948283"/>
                </a:moveTo>
                <a:lnTo>
                  <a:pt x="5280636" y="934317"/>
                </a:lnTo>
                <a:lnTo>
                  <a:pt x="5168909" y="934317"/>
                </a:lnTo>
                <a:lnTo>
                  <a:pt x="5168909" y="948283"/>
                </a:lnTo>
                <a:lnTo>
                  <a:pt x="5280636" y="948283"/>
                </a:lnTo>
                <a:close/>
                <a:moveTo>
                  <a:pt x="2557291" y="948283"/>
                </a:moveTo>
                <a:lnTo>
                  <a:pt x="2669018" y="948283"/>
                </a:lnTo>
                <a:lnTo>
                  <a:pt x="2669018" y="934317"/>
                </a:lnTo>
                <a:lnTo>
                  <a:pt x="2557291" y="934317"/>
                </a:lnTo>
                <a:lnTo>
                  <a:pt x="2557291" y="948283"/>
                </a:lnTo>
                <a:close/>
                <a:moveTo>
                  <a:pt x="5434260" y="948283"/>
                </a:moveTo>
                <a:lnTo>
                  <a:pt x="5434260" y="934317"/>
                </a:lnTo>
                <a:lnTo>
                  <a:pt x="5322533" y="934317"/>
                </a:lnTo>
                <a:lnTo>
                  <a:pt x="5322533" y="948283"/>
                </a:lnTo>
                <a:lnTo>
                  <a:pt x="5434260" y="948283"/>
                </a:lnTo>
                <a:close/>
                <a:moveTo>
                  <a:pt x="4051639" y="948283"/>
                </a:moveTo>
                <a:lnTo>
                  <a:pt x="4051639" y="934317"/>
                </a:lnTo>
                <a:lnTo>
                  <a:pt x="3939912" y="934317"/>
                </a:lnTo>
                <a:lnTo>
                  <a:pt x="3939912" y="948283"/>
                </a:lnTo>
                <a:lnTo>
                  <a:pt x="4051639" y="948283"/>
                </a:lnTo>
                <a:close/>
                <a:moveTo>
                  <a:pt x="7243413" y="0"/>
                </a:moveTo>
                <a:lnTo>
                  <a:pt x="7131686" y="0"/>
                </a:lnTo>
                <a:lnTo>
                  <a:pt x="7131686" y="13966"/>
                </a:lnTo>
                <a:lnTo>
                  <a:pt x="7243413" y="13966"/>
                </a:lnTo>
                <a:lnTo>
                  <a:pt x="7243413" y="0"/>
                </a:lnTo>
                <a:close/>
                <a:moveTo>
                  <a:pt x="5595440" y="0"/>
                </a:moveTo>
                <a:lnTo>
                  <a:pt x="5595440" y="13966"/>
                </a:lnTo>
                <a:lnTo>
                  <a:pt x="5707167" y="13966"/>
                </a:lnTo>
                <a:lnTo>
                  <a:pt x="5707167" y="0"/>
                </a:lnTo>
                <a:lnTo>
                  <a:pt x="5595440" y="0"/>
                </a:lnTo>
                <a:close/>
                <a:moveTo>
                  <a:pt x="5749065" y="0"/>
                </a:moveTo>
                <a:lnTo>
                  <a:pt x="5749065" y="13966"/>
                </a:lnTo>
                <a:lnTo>
                  <a:pt x="5860792" y="13966"/>
                </a:lnTo>
                <a:lnTo>
                  <a:pt x="5860792" y="0"/>
                </a:lnTo>
                <a:lnTo>
                  <a:pt x="5749065" y="0"/>
                </a:lnTo>
                <a:close/>
                <a:moveTo>
                  <a:pt x="6014416" y="0"/>
                </a:moveTo>
                <a:lnTo>
                  <a:pt x="5902689" y="0"/>
                </a:lnTo>
                <a:lnTo>
                  <a:pt x="5902689" y="13966"/>
                </a:lnTo>
                <a:lnTo>
                  <a:pt x="6014416" y="13966"/>
                </a:lnTo>
                <a:lnTo>
                  <a:pt x="6014416" y="0"/>
                </a:lnTo>
                <a:close/>
                <a:moveTo>
                  <a:pt x="6056314" y="0"/>
                </a:moveTo>
                <a:lnTo>
                  <a:pt x="6056314" y="13966"/>
                </a:lnTo>
                <a:lnTo>
                  <a:pt x="6168041" y="13966"/>
                </a:lnTo>
                <a:lnTo>
                  <a:pt x="6168041" y="0"/>
                </a:lnTo>
                <a:lnTo>
                  <a:pt x="6056314" y="0"/>
                </a:lnTo>
                <a:close/>
                <a:moveTo>
                  <a:pt x="6209939" y="0"/>
                </a:moveTo>
                <a:lnTo>
                  <a:pt x="6209939" y="13966"/>
                </a:lnTo>
                <a:lnTo>
                  <a:pt x="6321666" y="13966"/>
                </a:lnTo>
                <a:lnTo>
                  <a:pt x="6321666" y="0"/>
                </a:lnTo>
                <a:lnTo>
                  <a:pt x="6209939" y="0"/>
                </a:lnTo>
                <a:close/>
                <a:moveTo>
                  <a:pt x="8011536" y="0"/>
                </a:moveTo>
                <a:lnTo>
                  <a:pt x="7899809" y="0"/>
                </a:lnTo>
                <a:lnTo>
                  <a:pt x="7899809" y="13966"/>
                </a:lnTo>
                <a:lnTo>
                  <a:pt x="8011536" y="13966"/>
                </a:lnTo>
                <a:lnTo>
                  <a:pt x="8011536" y="0"/>
                </a:lnTo>
                <a:close/>
                <a:moveTo>
                  <a:pt x="6363563" y="0"/>
                </a:moveTo>
                <a:lnTo>
                  <a:pt x="6363563" y="13966"/>
                </a:lnTo>
                <a:lnTo>
                  <a:pt x="6475290" y="13966"/>
                </a:lnTo>
                <a:lnTo>
                  <a:pt x="6475290" y="0"/>
                </a:lnTo>
                <a:lnTo>
                  <a:pt x="6363563" y="0"/>
                </a:lnTo>
                <a:close/>
                <a:moveTo>
                  <a:pt x="7746184" y="0"/>
                </a:moveTo>
                <a:lnTo>
                  <a:pt x="7746184" y="13966"/>
                </a:lnTo>
                <a:lnTo>
                  <a:pt x="7857911" y="13966"/>
                </a:lnTo>
                <a:lnTo>
                  <a:pt x="7857911" y="0"/>
                </a:lnTo>
                <a:lnTo>
                  <a:pt x="7746184" y="0"/>
                </a:lnTo>
                <a:close/>
                <a:moveTo>
                  <a:pt x="6628915" y="0"/>
                </a:moveTo>
                <a:lnTo>
                  <a:pt x="6517188" y="0"/>
                </a:lnTo>
                <a:lnTo>
                  <a:pt x="6517188" y="13966"/>
                </a:lnTo>
                <a:lnTo>
                  <a:pt x="6628915" y="13966"/>
                </a:lnTo>
                <a:lnTo>
                  <a:pt x="6628915" y="0"/>
                </a:lnTo>
                <a:close/>
                <a:moveTo>
                  <a:pt x="7592560" y="0"/>
                </a:moveTo>
                <a:lnTo>
                  <a:pt x="7592560" y="13966"/>
                </a:lnTo>
                <a:lnTo>
                  <a:pt x="7704287" y="13966"/>
                </a:lnTo>
                <a:lnTo>
                  <a:pt x="7704287" y="0"/>
                </a:lnTo>
                <a:lnTo>
                  <a:pt x="7592560" y="0"/>
                </a:lnTo>
                <a:close/>
                <a:moveTo>
                  <a:pt x="6670812" y="0"/>
                </a:moveTo>
                <a:lnTo>
                  <a:pt x="6670812" y="13966"/>
                </a:lnTo>
                <a:lnTo>
                  <a:pt x="6782539" y="13966"/>
                </a:lnTo>
                <a:lnTo>
                  <a:pt x="6782539" y="0"/>
                </a:lnTo>
                <a:lnTo>
                  <a:pt x="6670812" y="0"/>
                </a:lnTo>
                <a:close/>
                <a:moveTo>
                  <a:pt x="7550662" y="0"/>
                </a:moveTo>
                <a:lnTo>
                  <a:pt x="7438935" y="0"/>
                </a:lnTo>
                <a:lnTo>
                  <a:pt x="7438935" y="13966"/>
                </a:lnTo>
                <a:lnTo>
                  <a:pt x="7550662" y="13966"/>
                </a:lnTo>
                <a:lnTo>
                  <a:pt x="7550662" y="0"/>
                </a:lnTo>
                <a:close/>
                <a:moveTo>
                  <a:pt x="6824437" y="0"/>
                </a:moveTo>
                <a:lnTo>
                  <a:pt x="6824437" y="13966"/>
                </a:lnTo>
                <a:lnTo>
                  <a:pt x="6936164" y="13966"/>
                </a:lnTo>
                <a:lnTo>
                  <a:pt x="6936164" y="0"/>
                </a:lnTo>
                <a:lnTo>
                  <a:pt x="6824437" y="0"/>
                </a:lnTo>
                <a:close/>
                <a:moveTo>
                  <a:pt x="7285311" y="0"/>
                </a:moveTo>
                <a:lnTo>
                  <a:pt x="7285311" y="13966"/>
                </a:lnTo>
                <a:lnTo>
                  <a:pt x="7397038" y="13966"/>
                </a:lnTo>
                <a:lnTo>
                  <a:pt x="7397038" y="0"/>
                </a:lnTo>
                <a:lnTo>
                  <a:pt x="7285311" y="0"/>
                </a:lnTo>
                <a:close/>
                <a:moveTo>
                  <a:pt x="7089788" y="0"/>
                </a:moveTo>
                <a:lnTo>
                  <a:pt x="6978062" y="0"/>
                </a:lnTo>
                <a:lnTo>
                  <a:pt x="6978062" y="13966"/>
                </a:lnTo>
                <a:lnTo>
                  <a:pt x="7089788" y="13966"/>
                </a:lnTo>
                <a:lnTo>
                  <a:pt x="7089788" y="0"/>
                </a:lnTo>
                <a:close/>
                <a:moveTo>
                  <a:pt x="8030460" y="934317"/>
                </a:moveTo>
                <a:lnTo>
                  <a:pt x="7934151" y="934317"/>
                </a:lnTo>
                <a:lnTo>
                  <a:pt x="7934151" y="948283"/>
                </a:lnTo>
                <a:lnTo>
                  <a:pt x="8030725" y="948283"/>
                </a:lnTo>
                <a:lnTo>
                  <a:pt x="8039063" y="948073"/>
                </a:lnTo>
                <a:lnTo>
                  <a:pt x="8046381" y="947515"/>
                </a:lnTo>
                <a:lnTo>
                  <a:pt x="8045319" y="933591"/>
                </a:lnTo>
                <a:lnTo>
                  <a:pt x="8038289" y="934127"/>
                </a:lnTo>
                <a:lnTo>
                  <a:pt x="8030460" y="934317"/>
                </a:lnTo>
                <a:close/>
                <a:moveTo>
                  <a:pt x="7124131" y="948283"/>
                </a:moveTo>
                <a:lnTo>
                  <a:pt x="7124131" y="934317"/>
                </a:lnTo>
                <a:lnTo>
                  <a:pt x="7012404" y="934317"/>
                </a:lnTo>
                <a:lnTo>
                  <a:pt x="7012404" y="948283"/>
                </a:lnTo>
                <a:lnTo>
                  <a:pt x="7124131" y="948283"/>
                </a:lnTo>
                <a:close/>
                <a:moveTo>
                  <a:pt x="7166028" y="948283"/>
                </a:moveTo>
                <a:lnTo>
                  <a:pt x="7277755" y="948283"/>
                </a:lnTo>
                <a:lnTo>
                  <a:pt x="7277755" y="934317"/>
                </a:lnTo>
                <a:lnTo>
                  <a:pt x="7166028" y="934317"/>
                </a:lnTo>
                <a:lnTo>
                  <a:pt x="7166028" y="948283"/>
                </a:lnTo>
                <a:close/>
                <a:moveTo>
                  <a:pt x="6970506" y="948283"/>
                </a:moveTo>
                <a:lnTo>
                  <a:pt x="6970506" y="934317"/>
                </a:lnTo>
                <a:lnTo>
                  <a:pt x="6858779" y="934317"/>
                </a:lnTo>
                <a:lnTo>
                  <a:pt x="6858779" y="948283"/>
                </a:lnTo>
                <a:lnTo>
                  <a:pt x="6970506" y="948283"/>
                </a:lnTo>
                <a:close/>
                <a:moveTo>
                  <a:pt x="7431380" y="948283"/>
                </a:moveTo>
                <a:lnTo>
                  <a:pt x="7431380" y="934317"/>
                </a:lnTo>
                <a:lnTo>
                  <a:pt x="7319653" y="934317"/>
                </a:lnTo>
                <a:lnTo>
                  <a:pt x="7319653" y="948283"/>
                </a:lnTo>
                <a:lnTo>
                  <a:pt x="7431380" y="948283"/>
                </a:lnTo>
                <a:close/>
                <a:moveTo>
                  <a:pt x="6705154" y="948283"/>
                </a:moveTo>
                <a:lnTo>
                  <a:pt x="6816881" y="948283"/>
                </a:lnTo>
                <a:lnTo>
                  <a:pt x="6816881" y="934317"/>
                </a:lnTo>
                <a:lnTo>
                  <a:pt x="6705154" y="934317"/>
                </a:lnTo>
                <a:lnTo>
                  <a:pt x="6705154" y="948283"/>
                </a:lnTo>
                <a:close/>
                <a:moveTo>
                  <a:pt x="7585004" y="948283"/>
                </a:moveTo>
                <a:lnTo>
                  <a:pt x="7585004" y="934317"/>
                </a:lnTo>
                <a:lnTo>
                  <a:pt x="7473277" y="934317"/>
                </a:lnTo>
                <a:lnTo>
                  <a:pt x="7473277" y="948283"/>
                </a:lnTo>
                <a:lnTo>
                  <a:pt x="7585004" y="948283"/>
                </a:lnTo>
                <a:close/>
                <a:moveTo>
                  <a:pt x="6663257" y="948283"/>
                </a:moveTo>
                <a:lnTo>
                  <a:pt x="6663257" y="934317"/>
                </a:lnTo>
                <a:lnTo>
                  <a:pt x="6551530" y="934317"/>
                </a:lnTo>
                <a:lnTo>
                  <a:pt x="6551530" y="948283"/>
                </a:lnTo>
                <a:lnTo>
                  <a:pt x="6663257" y="948283"/>
                </a:lnTo>
                <a:close/>
                <a:moveTo>
                  <a:pt x="7626902" y="948283"/>
                </a:moveTo>
                <a:lnTo>
                  <a:pt x="7738629" y="948283"/>
                </a:lnTo>
                <a:lnTo>
                  <a:pt x="7738629" y="934317"/>
                </a:lnTo>
                <a:lnTo>
                  <a:pt x="7626902" y="934317"/>
                </a:lnTo>
                <a:lnTo>
                  <a:pt x="7626902" y="948283"/>
                </a:lnTo>
                <a:close/>
                <a:moveTo>
                  <a:pt x="6509632" y="948283"/>
                </a:moveTo>
                <a:lnTo>
                  <a:pt x="6509632" y="934317"/>
                </a:lnTo>
                <a:lnTo>
                  <a:pt x="6397905" y="934317"/>
                </a:lnTo>
                <a:lnTo>
                  <a:pt x="6397905" y="948283"/>
                </a:lnTo>
                <a:lnTo>
                  <a:pt x="6509632" y="948283"/>
                </a:lnTo>
                <a:close/>
                <a:moveTo>
                  <a:pt x="7892253" y="948283"/>
                </a:moveTo>
                <a:lnTo>
                  <a:pt x="7892253" y="934317"/>
                </a:lnTo>
                <a:lnTo>
                  <a:pt x="7780527" y="934317"/>
                </a:lnTo>
                <a:lnTo>
                  <a:pt x="7780527" y="948283"/>
                </a:lnTo>
                <a:lnTo>
                  <a:pt x="7892253" y="948283"/>
                </a:lnTo>
                <a:close/>
                <a:moveTo>
                  <a:pt x="6244281" y="948283"/>
                </a:moveTo>
                <a:lnTo>
                  <a:pt x="6356008" y="948283"/>
                </a:lnTo>
                <a:lnTo>
                  <a:pt x="6356008" y="934317"/>
                </a:lnTo>
                <a:lnTo>
                  <a:pt x="6244281" y="934317"/>
                </a:lnTo>
                <a:lnTo>
                  <a:pt x="6244281" y="948283"/>
                </a:lnTo>
                <a:close/>
                <a:moveTo>
                  <a:pt x="6202383" y="948283"/>
                </a:moveTo>
                <a:lnTo>
                  <a:pt x="6202383" y="934317"/>
                </a:lnTo>
                <a:lnTo>
                  <a:pt x="6090656" y="934317"/>
                </a:lnTo>
                <a:lnTo>
                  <a:pt x="6090656" y="948283"/>
                </a:lnTo>
                <a:lnTo>
                  <a:pt x="6202383" y="948283"/>
                </a:lnTo>
                <a:close/>
                <a:moveTo>
                  <a:pt x="6048758" y="948283"/>
                </a:moveTo>
                <a:lnTo>
                  <a:pt x="6048758" y="934317"/>
                </a:lnTo>
                <a:lnTo>
                  <a:pt x="5937032" y="934317"/>
                </a:lnTo>
                <a:lnTo>
                  <a:pt x="5937032" y="948283"/>
                </a:lnTo>
                <a:lnTo>
                  <a:pt x="6048758" y="948283"/>
                </a:lnTo>
                <a:close/>
                <a:moveTo>
                  <a:pt x="5783407" y="948283"/>
                </a:moveTo>
                <a:lnTo>
                  <a:pt x="5895134" y="948283"/>
                </a:lnTo>
                <a:lnTo>
                  <a:pt x="5895134" y="934317"/>
                </a:lnTo>
                <a:lnTo>
                  <a:pt x="5783407" y="934317"/>
                </a:lnTo>
                <a:lnTo>
                  <a:pt x="5783407" y="948283"/>
                </a:lnTo>
                <a:close/>
                <a:moveTo>
                  <a:pt x="5741509" y="948283"/>
                </a:moveTo>
                <a:lnTo>
                  <a:pt x="5741509" y="934317"/>
                </a:lnTo>
                <a:lnTo>
                  <a:pt x="5629782" y="934317"/>
                </a:lnTo>
                <a:lnTo>
                  <a:pt x="5629782" y="948283"/>
                </a:lnTo>
                <a:lnTo>
                  <a:pt x="5741509" y="948283"/>
                </a:lnTo>
                <a:close/>
                <a:moveTo>
                  <a:pt x="5587885" y="948283"/>
                </a:moveTo>
                <a:lnTo>
                  <a:pt x="5587885" y="934317"/>
                </a:lnTo>
                <a:lnTo>
                  <a:pt x="5476158" y="934317"/>
                </a:lnTo>
                <a:lnTo>
                  <a:pt x="5476158" y="948283"/>
                </a:lnTo>
                <a:lnTo>
                  <a:pt x="5587885" y="948283"/>
                </a:lnTo>
                <a:close/>
                <a:moveTo>
                  <a:pt x="8122243" y="27988"/>
                </a:moveTo>
                <a:lnTo>
                  <a:pt x="8115596" y="23728"/>
                </a:lnTo>
                <a:lnTo>
                  <a:pt x="8108738" y="19776"/>
                </a:lnTo>
                <a:lnTo>
                  <a:pt x="8101672" y="16159"/>
                </a:lnTo>
                <a:lnTo>
                  <a:pt x="8094409" y="12877"/>
                </a:lnTo>
                <a:lnTo>
                  <a:pt x="8086966" y="9944"/>
                </a:lnTo>
                <a:lnTo>
                  <a:pt x="8079354" y="7360"/>
                </a:lnTo>
                <a:lnTo>
                  <a:pt x="8071575" y="5153"/>
                </a:lnTo>
                <a:lnTo>
                  <a:pt x="8063657" y="3324"/>
                </a:lnTo>
                <a:lnTo>
                  <a:pt x="8055584" y="1885"/>
                </a:lnTo>
                <a:lnTo>
                  <a:pt x="8054230" y="1718"/>
                </a:lnTo>
                <a:lnTo>
                  <a:pt x="8052470" y="15572"/>
                </a:lnTo>
                <a:lnTo>
                  <a:pt x="8053300" y="15671"/>
                </a:lnTo>
                <a:lnTo>
                  <a:pt x="8060872" y="17013"/>
                </a:lnTo>
                <a:lnTo>
                  <a:pt x="8068048" y="18678"/>
                </a:lnTo>
                <a:lnTo>
                  <a:pt x="8075091" y="20673"/>
                </a:lnTo>
                <a:lnTo>
                  <a:pt x="8082068" y="23025"/>
                </a:lnTo>
                <a:lnTo>
                  <a:pt x="8089130" y="25809"/>
                </a:lnTo>
                <a:lnTo>
                  <a:pt x="8088823" y="25669"/>
                </a:lnTo>
                <a:lnTo>
                  <a:pt x="8095466" y="28677"/>
                </a:lnTo>
                <a:lnTo>
                  <a:pt x="8102202" y="32128"/>
                </a:lnTo>
                <a:lnTo>
                  <a:pt x="8108314" y="35639"/>
                </a:lnTo>
                <a:lnTo>
                  <a:pt x="8114459" y="39583"/>
                </a:lnTo>
                <a:lnTo>
                  <a:pt x="8120442" y="43839"/>
                </a:lnTo>
                <a:lnTo>
                  <a:pt x="8120177" y="43629"/>
                </a:lnTo>
                <a:lnTo>
                  <a:pt x="8125991" y="48209"/>
                </a:lnTo>
                <a:lnTo>
                  <a:pt x="8131344" y="52852"/>
                </a:lnTo>
                <a:lnTo>
                  <a:pt x="8136612" y="57863"/>
                </a:lnTo>
                <a:lnTo>
                  <a:pt x="8141625" y="63133"/>
                </a:lnTo>
                <a:lnTo>
                  <a:pt x="8143946" y="65807"/>
                </a:lnTo>
                <a:lnTo>
                  <a:pt x="8154505" y="56674"/>
                </a:lnTo>
                <a:lnTo>
                  <a:pt x="8151907" y="53671"/>
                </a:lnTo>
                <a:lnTo>
                  <a:pt x="8146488" y="47987"/>
                </a:lnTo>
                <a:lnTo>
                  <a:pt x="8140804" y="42568"/>
                </a:lnTo>
                <a:lnTo>
                  <a:pt x="8134855" y="37415"/>
                </a:lnTo>
                <a:lnTo>
                  <a:pt x="8128668" y="32554"/>
                </a:lnTo>
                <a:lnTo>
                  <a:pt x="8122243" y="27988"/>
                </a:lnTo>
                <a:close/>
                <a:moveTo>
                  <a:pt x="8189322" y="122900"/>
                </a:moveTo>
                <a:lnTo>
                  <a:pt x="8187115" y="115121"/>
                </a:lnTo>
                <a:lnTo>
                  <a:pt x="8184531" y="107509"/>
                </a:lnTo>
                <a:lnTo>
                  <a:pt x="8181598" y="100065"/>
                </a:lnTo>
                <a:lnTo>
                  <a:pt x="8178526" y="93278"/>
                </a:lnTo>
                <a:lnTo>
                  <a:pt x="8165803" y="99032"/>
                </a:lnTo>
                <a:lnTo>
                  <a:pt x="8168806" y="105652"/>
                </a:lnTo>
                <a:lnTo>
                  <a:pt x="8168666" y="105345"/>
                </a:lnTo>
                <a:lnTo>
                  <a:pt x="8171449" y="112407"/>
                </a:lnTo>
                <a:lnTo>
                  <a:pt x="8173802" y="119384"/>
                </a:lnTo>
                <a:lnTo>
                  <a:pt x="8175797" y="126427"/>
                </a:lnTo>
                <a:lnTo>
                  <a:pt x="8177462" y="133603"/>
                </a:lnTo>
                <a:lnTo>
                  <a:pt x="8178805" y="141181"/>
                </a:lnTo>
                <a:lnTo>
                  <a:pt x="8178763" y="140832"/>
                </a:lnTo>
                <a:lnTo>
                  <a:pt x="8179716" y="148377"/>
                </a:lnTo>
                <a:lnTo>
                  <a:pt x="8180319" y="156188"/>
                </a:lnTo>
                <a:lnTo>
                  <a:pt x="8180509" y="164015"/>
                </a:lnTo>
                <a:lnTo>
                  <a:pt x="8180509" y="205592"/>
                </a:lnTo>
                <a:lnTo>
                  <a:pt x="8194475" y="205592"/>
                </a:lnTo>
                <a:lnTo>
                  <a:pt x="8194475" y="163750"/>
                </a:lnTo>
                <a:lnTo>
                  <a:pt x="8194265" y="155412"/>
                </a:lnTo>
                <a:lnTo>
                  <a:pt x="8193637" y="147089"/>
                </a:lnTo>
                <a:lnTo>
                  <a:pt x="8192590" y="138891"/>
                </a:lnTo>
                <a:lnTo>
                  <a:pt x="8191151" y="130818"/>
                </a:lnTo>
                <a:lnTo>
                  <a:pt x="8189322" y="122900"/>
                </a:lnTo>
                <a:close/>
                <a:moveTo>
                  <a:pt x="8194475" y="247489"/>
                </a:moveTo>
                <a:lnTo>
                  <a:pt x="8180509" y="247489"/>
                </a:lnTo>
                <a:lnTo>
                  <a:pt x="8180509" y="359216"/>
                </a:lnTo>
                <a:lnTo>
                  <a:pt x="8194475" y="359216"/>
                </a:lnTo>
                <a:lnTo>
                  <a:pt x="8194475" y="247489"/>
                </a:lnTo>
                <a:close/>
                <a:moveTo>
                  <a:pt x="8194475" y="401114"/>
                </a:moveTo>
                <a:lnTo>
                  <a:pt x="8180509" y="401114"/>
                </a:lnTo>
                <a:lnTo>
                  <a:pt x="8180509" y="512841"/>
                </a:lnTo>
                <a:lnTo>
                  <a:pt x="8194475" y="512841"/>
                </a:lnTo>
                <a:lnTo>
                  <a:pt x="8194475" y="401114"/>
                </a:lnTo>
                <a:close/>
                <a:moveTo>
                  <a:pt x="8194475" y="666465"/>
                </a:moveTo>
                <a:lnTo>
                  <a:pt x="8194475" y="554738"/>
                </a:lnTo>
                <a:lnTo>
                  <a:pt x="8180509" y="554738"/>
                </a:lnTo>
                <a:lnTo>
                  <a:pt x="8180509" y="666465"/>
                </a:lnTo>
                <a:lnTo>
                  <a:pt x="8194475" y="666465"/>
                </a:lnTo>
                <a:close/>
                <a:moveTo>
                  <a:pt x="8194475" y="708363"/>
                </a:moveTo>
                <a:lnTo>
                  <a:pt x="8180509" y="708363"/>
                </a:lnTo>
                <a:lnTo>
                  <a:pt x="8180509" y="784267"/>
                </a:lnTo>
                <a:lnTo>
                  <a:pt x="8180319" y="792095"/>
                </a:lnTo>
                <a:lnTo>
                  <a:pt x="8179716" y="799906"/>
                </a:lnTo>
                <a:lnTo>
                  <a:pt x="8178763" y="807451"/>
                </a:lnTo>
                <a:lnTo>
                  <a:pt x="8178805" y="807102"/>
                </a:lnTo>
                <a:lnTo>
                  <a:pt x="8177463" y="814676"/>
                </a:lnTo>
                <a:lnTo>
                  <a:pt x="8176641" y="818205"/>
                </a:lnTo>
                <a:lnTo>
                  <a:pt x="8190257" y="821347"/>
                </a:lnTo>
                <a:lnTo>
                  <a:pt x="8191151" y="817464"/>
                </a:lnTo>
                <a:lnTo>
                  <a:pt x="8192590" y="809392"/>
                </a:lnTo>
                <a:lnTo>
                  <a:pt x="8193637" y="801194"/>
                </a:lnTo>
                <a:lnTo>
                  <a:pt x="8194265" y="792870"/>
                </a:lnTo>
                <a:lnTo>
                  <a:pt x="8194475" y="784533"/>
                </a:lnTo>
                <a:lnTo>
                  <a:pt x="8194475" y="708363"/>
                </a:lnTo>
                <a:close/>
                <a:moveTo>
                  <a:pt x="8108738" y="928507"/>
                </a:moveTo>
                <a:lnTo>
                  <a:pt x="8115596" y="924555"/>
                </a:lnTo>
                <a:lnTo>
                  <a:pt x="8122243" y="920295"/>
                </a:lnTo>
                <a:lnTo>
                  <a:pt x="8128668" y="915728"/>
                </a:lnTo>
                <a:lnTo>
                  <a:pt x="8134855" y="910868"/>
                </a:lnTo>
                <a:lnTo>
                  <a:pt x="8140804" y="905715"/>
                </a:lnTo>
                <a:lnTo>
                  <a:pt x="8146488" y="900296"/>
                </a:lnTo>
                <a:lnTo>
                  <a:pt x="8151907" y="894612"/>
                </a:lnTo>
                <a:lnTo>
                  <a:pt x="8157060" y="888662"/>
                </a:lnTo>
                <a:lnTo>
                  <a:pt x="8161920" y="882475"/>
                </a:lnTo>
                <a:lnTo>
                  <a:pt x="8166487" y="876051"/>
                </a:lnTo>
                <a:lnTo>
                  <a:pt x="8170747" y="869403"/>
                </a:lnTo>
                <a:lnTo>
                  <a:pt x="8174699" y="862546"/>
                </a:lnTo>
                <a:lnTo>
                  <a:pt x="8174951" y="862057"/>
                </a:lnTo>
                <a:lnTo>
                  <a:pt x="8162521" y="855689"/>
                </a:lnTo>
                <a:lnTo>
                  <a:pt x="8162354" y="855997"/>
                </a:lnTo>
                <a:lnTo>
                  <a:pt x="8158836" y="862121"/>
                </a:lnTo>
                <a:lnTo>
                  <a:pt x="8154892" y="868266"/>
                </a:lnTo>
                <a:lnTo>
                  <a:pt x="8150636" y="874250"/>
                </a:lnTo>
                <a:lnTo>
                  <a:pt x="8150846" y="873984"/>
                </a:lnTo>
                <a:lnTo>
                  <a:pt x="8146266" y="879798"/>
                </a:lnTo>
                <a:lnTo>
                  <a:pt x="8141623" y="885152"/>
                </a:lnTo>
                <a:lnTo>
                  <a:pt x="8136612" y="890419"/>
                </a:lnTo>
                <a:lnTo>
                  <a:pt x="8131344" y="895430"/>
                </a:lnTo>
                <a:lnTo>
                  <a:pt x="8125991" y="900073"/>
                </a:lnTo>
                <a:lnTo>
                  <a:pt x="8120177" y="904653"/>
                </a:lnTo>
                <a:lnTo>
                  <a:pt x="8120442" y="904444"/>
                </a:lnTo>
                <a:lnTo>
                  <a:pt x="8114459" y="908700"/>
                </a:lnTo>
                <a:lnTo>
                  <a:pt x="8108314" y="912644"/>
                </a:lnTo>
                <a:lnTo>
                  <a:pt x="8102202" y="916155"/>
                </a:lnTo>
                <a:lnTo>
                  <a:pt x="8095466" y="919606"/>
                </a:lnTo>
                <a:lnTo>
                  <a:pt x="8088823" y="922613"/>
                </a:lnTo>
                <a:lnTo>
                  <a:pt x="8089130" y="922474"/>
                </a:lnTo>
                <a:lnTo>
                  <a:pt x="8083949" y="924513"/>
                </a:lnTo>
                <a:lnTo>
                  <a:pt x="8089075" y="937515"/>
                </a:lnTo>
                <a:lnTo>
                  <a:pt x="8094409" y="935406"/>
                </a:lnTo>
                <a:lnTo>
                  <a:pt x="8101672" y="932124"/>
                </a:lnTo>
                <a:lnTo>
                  <a:pt x="8108738" y="928507"/>
                </a:lnTo>
                <a:close/>
              </a:path>
            </a:pathLst>
          </a:custGeom>
          <a:solidFill xmlns:a="http://schemas.openxmlformats.org/drawingml/2006/main">
            <a:srgbClr val="ADA4C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Text Re-explorationStrategy">
            <a:extLst xmlns:a="http://schemas.openxmlformats.org/drawingml/2006/main">
              <a:ext uri="{FF2B5EF4-FFF2-40B4-BE49-F238E27FC236}">
                <a16:creationId xmlns:a16="http://schemas.microsoft.com/office/drawing/2014/main" id="{3D31E52F-CAA5-4B58-8AE4-B1C5C819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66" y="4930427"/>
            <a:ext cx="2211110" cy="210017"/>
          </a:xfrm>
          <a:custGeom xmlns:a="http://schemas.openxmlformats.org/drawingml/2006/main">
            <a:pathLst>
              <a:path w="2211110" h="210017">
                <a:moveTo>
                  <a:pt x="96673" y="155405"/>
                </a:moveTo>
                <a:cubicBezTo>
                  <a:pt x="94246" y="155405"/>
                  <a:pt x="91978" y="154380"/>
                  <a:pt x="89871" y="152330"/>
                </a:cubicBezTo>
                <a:cubicBezTo>
                  <a:pt x="68728" y="131384"/>
                  <a:pt x="45223" y="117290"/>
                  <a:pt x="19354" y="110051"/>
                </a:cubicBezTo>
                <a:lnTo>
                  <a:pt x="20120" y="128880"/>
                </a:lnTo>
                <a:lnTo>
                  <a:pt x="20599" y="147809"/>
                </a:lnTo>
                <a:cubicBezTo>
                  <a:pt x="20599" y="150628"/>
                  <a:pt x="19689" y="152981"/>
                  <a:pt x="17869" y="154869"/>
                </a:cubicBezTo>
                <a:cubicBezTo>
                  <a:pt x="16048" y="156759"/>
                  <a:pt x="13765" y="157705"/>
                  <a:pt x="11018" y="157705"/>
                </a:cubicBezTo>
                <a:cubicBezTo>
                  <a:pt x="8272" y="157705"/>
                  <a:pt x="5988" y="156761"/>
                  <a:pt x="4168" y="154875"/>
                </a:cubicBezTo>
                <a:cubicBezTo>
                  <a:pt x="2347" y="152991"/>
                  <a:pt x="1437" y="150643"/>
                  <a:pt x="1437" y="147830"/>
                </a:cubicBezTo>
                <a:cubicBezTo>
                  <a:pt x="1437" y="142780"/>
                  <a:pt x="1198" y="135254"/>
                  <a:pt x="719" y="125252"/>
                </a:cubicBezTo>
                <a:cubicBezTo>
                  <a:pt x="240" y="115249"/>
                  <a:pt x="0" y="107723"/>
                  <a:pt x="0" y="102673"/>
                </a:cubicBezTo>
                <a:cubicBezTo>
                  <a:pt x="0" y="96793"/>
                  <a:pt x="639" y="88037"/>
                  <a:pt x="1916" y="76406"/>
                </a:cubicBezTo>
                <a:cubicBezTo>
                  <a:pt x="3194" y="64773"/>
                  <a:pt x="3832" y="56048"/>
                  <a:pt x="3832" y="50232"/>
                </a:cubicBezTo>
                <a:cubicBezTo>
                  <a:pt x="3832" y="46972"/>
                  <a:pt x="3529" y="42147"/>
                  <a:pt x="2922" y="35755"/>
                </a:cubicBezTo>
                <a:cubicBezTo>
                  <a:pt x="2315" y="29364"/>
                  <a:pt x="2012" y="24539"/>
                  <a:pt x="2012" y="21279"/>
                </a:cubicBezTo>
                <a:cubicBezTo>
                  <a:pt x="2012" y="17636"/>
                  <a:pt x="3034" y="14440"/>
                  <a:pt x="5078" y="11692"/>
                </a:cubicBezTo>
                <a:cubicBezTo>
                  <a:pt x="7505" y="8305"/>
                  <a:pt x="10859" y="6771"/>
                  <a:pt x="15138" y="7090"/>
                </a:cubicBezTo>
                <a:lnTo>
                  <a:pt x="38229" y="8910"/>
                </a:lnTo>
                <a:cubicBezTo>
                  <a:pt x="46979" y="9998"/>
                  <a:pt x="54357" y="12140"/>
                  <a:pt x="60361" y="15336"/>
                </a:cubicBezTo>
                <a:cubicBezTo>
                  <a:pt x="86230" y="29077"/>
                  <a:pt x="99164" y="45854"/>
                  <a:pt x="99164" y="65669"/>
                </a:cubicBezTo>
                <a:cubicBezTo>
                  <a:pt x="99164" y="75384"/>
                  <a:pt x="94757" y="83980"/>
                  <a:pt x="85942" y="91457"/>
                </a:cubicBezTo>
                <a:cubicBezTo>
                  <a:pt x="78852" y="97466"/>
                  <a:pt x="70006" y="102035"/>
                  <a:pt x="59403" y="105167"/>
                </a:cubicBezTo>
                <a:cubicBezTo>
                  <a:pt x="79267" y="115842"/>
                  <a:pt x="94118" y="127091"/>
                  <a:pt x="103955" y="138914"/>
                </a:cubicBezTo>
                <a:cubicBezTo>
                  <a:pt x="105615" y="140960"/>
                  <a:pt x="106446" y="143133"/>
                  <a:pt x="106446" y="145435"/>
                </a:cubicBezTo>
                <a:cubicBezTo>
                  <a:pt x="106446" y="148119"/>
                  <a:pt x="105472" y="150453"/>
                  <a:pt x="103524" y="152435"/>
                </a:cubicBezTo>
                <a:cubicBezTo>
                  <a:pt x="101575" y="154415"/>
                  <a:pt x="99292" y="155405"/>
                  <a:pt x="96673" y="155405"/>
                </a:cubicBezTo>
                <a:moveTo>
                  <a:pt x="35642" y="28740"/>
                </a:moveTo>
                <a:lnTo>
                  <a:pt x="21462" y="27594"/>
                </a:lnTo>
                <a:lnTo>
                  <a:pt x="22420" y="39151"/>
                </a:lnTo>
                <a:cubicBezTo>
                  <a:pt x="22867" y="43863"/>
                  <a:pt x="23090" y="47716"/>
                  <a:pt x="23090" y="50708"/>
                </a:cubicBezTo>
                <a:cubicBezTo>
                  <a:pt x="23090" y="55802"/>
                  <a:pt x="22675" y="62137"/>
                  <a:pt x="21845" y="69714"/>
                </a:cubicBezTo>
                <a:lnTo>
                  <a:pt x="19833" y="88721"/>
                </a:lnTo>
                <a:cubicBezTo>
                  <a:pt x="20727" y="88721"/>
                  <a:pt x="22116" y="88753"/>
                  <a:pt x="24001" y="88817"/>
                </a:cubicBezTo>
                <a:cubicBezTo>
                  <a:pt x="25885" y="88880"/>
                  <a:pt x="27306" y="88912"/>
                  <a:pt x="28264" y="88912"/>
                </a:cubicBezTo>
                <a:cubicBezTo>
                  <a:pt x="44552" y="88912"/>
                  <a:pt x="56752" y="86748"/>
                  <a:pt x="64864" y="82418"/>
                </a:cubicBezTo>
                <a:cubicBezTo>
                  <a:pt x="68441" y="80444"/>
                  <a:pt x="71762" y="77865"/>
                  <a:pt x="74828" y="74682"/>
                </a:cubicBezTo>
                <a:cubicBezTo>
                  <a:pt x="78214" y="71115"/>
                  <a:pt x="79906" y="68090"/>
                  <a:pt x="79906" y="65606"/>
                </a:cubicBezTo>
                <a:cubicBezTo>
                  <a:pt x="79906" y="56756"/>
                  <a:pt x="74860" y="48510"/>
                  <a:pt x="64768" y="40869"/>
                </a:cubicBezTo>
                <a:cubicBezTo>
                  <a:pt x="55506" y="33865"/>
                  <a:pt x="45798" y="29822"/>
                  <a:pt x="35642" y="28740"/>
                </a:cubicBezTo>
                <a:close/>
                <a:moveTo>
                  <a:pt x="169751" y="158663"/>
                </a:moveTo>
                <a:cubicBezTo>
                  <a:pt x="155316" y="158663"/>
                  <a:pt x="143627" y="155051"/>
                  <a:pt x="134684" y="147827"/>
                </a:cubicBezTo>
                <a:cubicBezTo>
                  <a:pt x="124912" y="139835"/>
                  <a:pt x="120025" y="128646"/>
                  <a:pt x="120025" y="114260"/>
                </a:cubicBezTo>
                <a:cubicBezTo>
                  <a:pt x="120025" y="97639"/>
                  <a:pt x="124049" y="83703"/>
                  <a:pt x="132097" y="72451"/>
                </a:cubicBezTo>
                <a:cubicBezTo>
                  <a:pt x="140848" y="60175"/>
                  <a:pt x="152537" y="54037"/>
                  <a:pt x="167164" y="54037"/>
                </a:cubicBezTo>
                <a:cubicBezTo>
                  <a:pt x="177767" y="54037"/>
                  <a:pt x="186422" y="55826"/>
                  <a:pt x="193129" y="59403"/>
                </a:cubicBezTo>
                <a:cubicBezTo>
                  <a:pt x="201369" y="63810"/>
                  <a:pt x="205489" y="70581"/>
                  <a:pt x="205489" y="79715"/>
                </a:cubicBezTo>
                <a:cubicBezTo>
                  <a:pt x="205489" y="86102"/>
                  <a:pt x="201880" y="91914"/>
                  <a:pt x="194662" y="97152"/>
                </a:cubicBezTo>
                <a:cubicBezTo>
                  <a:pt x="191468" y="99452"/>
                  <a:pt x="184698" y="103029"/>
                  <a:pt x="174350" y="107883"/>
                </a:cubicBezTo>
                <a:lnTo>
                  <a:pt x="137750" y="125225"/>
                </a:lnTo>
                <a:cubicBezTo>
                  <a:pt x="141327" y="130526"/>
                  <a:pt x="145782" y="134518"/>
                  <a:pt x="151116" y="137201"/>
                </a:cubicBezTo>
                <a:cubicBezTo>
                  <a:pt x="156449" y="139884"/>
                  <a:pt x="162661" y="141225"/>
                  <a:pt x="169751" y="141225"/>
                </a:cubicBezTo>
                <a:cubicBezTo>
                  <a:pt x="174158" y="141225"/>
                  <a:pt x="179332" y="140395"/>
                  <a:pt x="185272" y="138734"/>
                </a:cubicBezTo>
                <a:cubicBezTo>
                  <a:pt x="192810" y="136626"/>
                  <a:pt x="197664" y="133864"/>
                  <a:pt x="199836" y="130446"/>
                </a:cubicBezTo>
                <a:cubicBezTo>
                  <a:pt x="202007" y="127029"/>
                  <a:pt x="204339" y="125321"/>
                  <a:pt x="206830" y="125321"/>
                </a:cubicBezTo>
                <a:cubicBezTo>
                  <a:pt x="209065" y="125321"/>
                  <a:pt x="211062" y="126170"/>
                  <a:pt x="212818" y="127868"/>
                </a:cubicBezTo>
                <a:cubicBezTo>
                  <a:pt x="214575" y="129565"/>
                  <a:pt x="215453" y="131534"/>
                  <a:pt x="215453" y="133776"/>
                </a:cubicBezTo>
                <a:cubicBezTo>
                  <a:pt x="215453" y="140886"/>
                  <a:pt x="209736" y="147004"/>
                  <a:pt x="198303" y="152130"/>
                </a:cubicBezTo>
                <a:cubicBezTo>
                  <a:pt x="188530" y="156485"/>
                  <a:pt x="179013" y="158663"/>
                  <a:pt x="169751" y="158663"/>
                </a:cubicBezTo>
                <a:moveTo>
                  <a:pt x="167164" y="71283"/>
                </a:moveTo>
                <a:cubicBezTo>
                  <a:pt x="159372" y="71283"/>
                  <a:pt x="152888" y="74301"/>
                  <a:pt x="147715" y="80337"/>
                </a:cubicBezTo>
                <a:cubicBezTo>
                  <a:pt x="142541" y="86373"/>
                  <a:pt x="138676" y="95459"/>
                  <a:pt x="136122" y="107596"/>
                </a:cubicBezTo>
                <a:lnTo>
                  <a:pt x="165535" y="93607"/>
                </a:lnTo>
                <a:cubicBezTo>
                  <a:pt x="177097" y="87986"/>
                  <a:pt x="185336" y="83100"/>
                  <a:pt x="190255" y="78948"/>
                </a:cubicBezTo>
                <a:cubicBezTo>
                  <a:pt x="184761" y="73838"/>
                  <a:pt x="177065" y="71283"/>
                  <a:pt x="167164" y="71283"/>
                </a:cubicBezTo>
                <a:close/>
                <a:moveTo>
                  <a:pt x="283584" y="108649"/>
                </a:moveTo>
                <a:cubicBezTo>
                  <a:pt x="274897" y="109544"/>
                  <a:pt x="259440" y="109991"/>
                  <a:pt x="237212" y="109991"/>
                </a:cubicBezTo>
                <a:cubicBezTo>
                  <a:pt x="231846" y="109991"/>
                  <a:pt x="229164" y="107500"/>
                  <a:pt x="229164" y="102518"/>
                </a:cubicBezTo>
                <a:cubicBezTo>
                  <a:pt x="229164" y="97535"/>
                  <a:pt x="231846" y="95044"/>
                  <a:pt x="237212" y="95044"/>
                </a:cubicBezTo>
                <a:cubicBezTo>
                  <a:pt x="242258" y="95044"/>
                  <a:pt x="249827" y="94821"/>
                  <a:pt x="259919" y="94374"/>
                </a:cubicBezTo>
                <a:cubicBezTo>
                  <a:pt x="270011" y="93927"/>
                  <a:pt x="277580" y="93703"/>
                  <a:pt x="282626" y="93703"/>
                </a:cubicBezTo>
                <a:cubicBezTo>
                  <a:pt x="288311" y="93703"/>
                  <a:pt x="291153" y="96194"/>
                  <a:pt x="291153" y="101176"/>
                </a:cubicBezTo>
                <a:cubicBezTo>
                  <a:pt x="291153" y="105583"/>
                  <a:pt x="288630" y="108075"/>
                  <a:pt x="283584" y="108649"/>
                </a:cubicBezTo>
                <a:close/>
                <a:moveTo>
                  <a:pt x="358290" y="158663"/>
                </a:moveTo>
                <a:cubicBezTo>
                  <a:pt x="343855" y="158663"/>
                  <a:pt x="332166" y="155051"/>
                  <a:pt x="323224" y="147827"/>
                </a:cubicBezTo>
                <a:cubicBezTo>
                  <a:pt x="313451" y="139835"/>
                  <a:pt x="308565" y="128646"/>
                  <a:pt x="308565" y="114260"/>
                </a:cubicBezTo>
                <a:cubicBezTo>
                  <a:pt x="308565" y="97639"/>
                  <a:pt x="312589" y="83703"/>
                  <a:pt x="320637" y="72451"/>
                </a:cubicBezTo>
                <a:cubicBezTo>
                  <a:pt x="329387" y="60175"/>
                  <a:pt x="341076" y="54037"/>
                  <a:pt x="355704" y="54037"/>
                </a:cubicBezTo>
                <a:cubicBezTo>
                  <a:pt x="366307" y="54037"/>
                  <a:pt x="374961" y="55826"/>
                  <a:pt x="381668" y="59403"/>
                </a:cubicBezTo>
                <a:cubicBezTo>
                  <a:pt x="389908" y="63810"/>
                  <a:pt x="394028" y="70581"/>
                  <a:pt x="394028" y="79715"/>
                </a:cubicBezTo>
                <a:cubicBezTo>
                  <a:pt x="394028" y="86102"/>
                  <a:pt x="390419" y="91914"/>
                  <a:pt x="383201" y="97152"/>
                </a:cubicBezTo>
                <a:cubicBezTo>
                  <a:pt x="380008" y="99452"/>
                  <a:pt x="373237" y="103029"/>
                  <a:pt x="362889" y="107883"/>
                </a:cubicBezTo>
                <a:lnTo>
                  <a:pt x="326290" y="125225"/>
                </a:lnTo>
                <a:cubicBezTo>
                  <a:pt x="329867" y="130526"/>
                  <a:pt x="334322" y="134518"/>
                  <a:pt x="339655" y="137201"/>
                </a:cubicBezTo>
                <a:cubicBezTo>
                  <a:pt x="344989" y="139884"/>
                  <a:pt x="351200" y="141225"/>
                  <a:pt x="358290" y="141225"/>
                </a:cubicBezTo>
                <a:cubicBezTo>
                  <a:pt x="362698" y="141225"/>
                  <a:pt x="367871" y="140395"/>
                  <a:pt x="373812" y="138734"/>
                </a:cubicBezTo>
                <a:cubicBezTo>
                  <a:pt x="381349" y="136626"/>
                  <a:pt x="386203" y="133864"/>
                  <a:pt x="388375" y="130446"/>
                </a:cubicBezTo>
                <a:cubicBezTo>
                  <a:pt x="390547" y="127029"/>
                  <a:pt x="392878" y="125321"/>
                  <a:pt x="395369" y="125321"/>
                </a:cubicBezTo>
                <a:cubicBezTo>
                  <a:pt x="397605" y="125321"/>
                  <a:pt x="399601" y="126170"/>
                  <a:pt x="401357" y="127868"/>
                </a:cubicBezTo>
                <a:cubicBezTo>
                  <a:pt x="403114" y="129565"/>
                  <a:pt x="403992" y="131534"/>
                  <a:pt x="403992" y="133776"/>
                </a:cubicBezTo>
                <a:cubicBezTo>
                  <a:pt x="403992" y="140886"/>
                  <a:pt x="398275" y="147004"/>
                  <a:pt x="386842" y="152130"/>
                </a:cubicBezTo>
                <a:cubicBezTo>
                  <a:pt x="377069" y="156485"/>
                  <a:pt x="367552" y="158663"/>
                  <a:pt x="358290" y="158663"/>
                </a:cubicBezTo>
                <a:moveTo>
                  <a:pt x="355704" y="71283"/>
                </a:moveTo>
                <a:cubicBezTo>
                  <a:pt x="347911" y="71283"/>
                  <a:pt x="341428" y="74301"/>
                  <a:pt x="336254" y="80337"/>
                </a:cubicBezTo>
                <a:cubicBezTo>
                  <a:pt x="331080" y="86373"/>
                  <a:pt x="327216" y="95459"/>
                  <a:pt x="324661" y="107596"/>
                </a:cubicBezTo>
                <a:lnTo>
                  <a:pt x="354075" y="93607"/>
                </a:lnTo>
                <a:cubicBezTo>
                  <a:pt x="365636" y="87986"/>
                  <a:pt x="373876" y="83100"/>
                  <a:pt x="378794" y="78948"/>
                </a:cubicBezTo>
                <a:cubicBezTo>
                  <a:pt x="373301" y="73838"/>
                  <a:pt x="365604" y="71283"/>
                  <a:pt x="355704" y="71283"/>
                </a:cubicBezTo>
                <a:close/>
                <a:moveTo>
                  <a:pt x="508436" y="71954"/>
                </a:moveTo>
                <a:lnTo>
                  <a:pt x="494447" y="85080"/>
                </a:lnTo>
                <a:lnTo>
                  <a:pt x="477393" y="102038"/>
                </a:lnTo>
                <a:lnTo>
                  <a:pt x="508627" y="142923"/>
                </a:lnTo>
                <a:cubicBezTo>
                  <a:pt x="510224" y="144971"/>
                  <a:pt x="511023" y="146987"/>
                  <a:pt x="511023" y="148971"/>
                </a:cubicBezTo>
                <a:cubicBezTo>
                  <a:pt x="511023" y="151466"/>
                  <a:pt x="510065" y="153673"/>
                  <a:pt x="508148" y="155591"/>
                </a:cubicBezTo>
                <a:cubicBezTo>
                  <a:pt x="506232" y="157511"/>
                  <a:pt x="504060" y="158471"/>
                  <a:pt x="501633" y="158471"/>
                </a:cubicBezTo>
                <a:cubicBezTo>
                  <a:pt x="499206" y="158471"/>
                  <a:pt x="497002" y="157286"/>
                  <a:pt x="495022" y="154917"/>
                </a:cubicBezTo>
                <a:cubicBezTo>
                  <a:pt x="489146" y="148069"/>
                  <a:pt x="478798" y="134882"/>
                  <a:pt x="463980" y="115356"/>
                </a:cubicBezTo>
                <a:lnTo>
                  <a:pt x="445297" y="134614"/>
                </a:lnTo>
                <a:cubicBezTo>
                  <a:pt x="441528" y="137999"/>
                  <a:pt x="436035" y="143269"/>
                  <a:pt x="428817" y="150423"/>
                </a:cubicBezTo>
                <a:cubicBezTo>
                  <a:pt x="426773" y="152722"/>
                  <a:pt x="424569" y="153872"/>
                  <a:pt x="422206" y="153872"/>
                </a:cubicBezTo>
                <a:cubicBezTo>
                  <a:pt x="419779" y="153872"/>
                  <a:pt x="417623" y="152914"/>
                  <a:pt x="415739" y="150998"/>
                </a:cubicBezTo>
                <a:cubicBezTo>
                  <a:pt x="413855" y="149082"/>
                  <a:pt x="412912" y="146878"/>
                  <a:pt x="412912" y="144387"/>
                </a:cubicBezTo>
                <a:cubicBezTo>
                  <a:pt x="412912" y="142407"/>
                  <a:pt x="413711" y="140395"/>
                  <a:pt x="415308" y="138351"/>
                </a:cubicBezTo>
                <a:cubicBezTo>
                  <a:pt x="417096" y="135987"/>
                  <a:pt x="419875" y="133145"/>
                  <a:pt x="423643" y="129824"/>
                </a:cubicBezTo>
                <a:cubicBezTo>
                  <a:pt x="428051" y="125927"/>
                  <a:pt x="430957" y="123245"/>
                  <a:pt x="432362" y="121776"/>
                </a:cubicBezTo>
                <a:lnTo>
                  <a:pt x="452770" y="100410"/>
                </a:lnTo>
                <a:lnTo>
                  <a:pt x="440219" y="82301"/>
                </a:lnTo>
                <a:cubicBezTo>
                  <a:pt x="435173" y="75084"/>
                  <a:pt x="430765" y="69814"/>
                  <a:pt x="426997" y="66493"/>
                </a:cubicBezTo>
                <a:cubicBezTo>
                  <a:pt x="424569" y="64321"/>
                  <a:pt x="423356" y="61958"/>
                  <a:pt x="423356" y="59403"/>
                </a:cubicBezTo>
                <a:cubicBezTo>
                  <a:pt x="423356" y="56848"/>
                  <a:pt x="424266" y="54580"/>
                  <a:pt x="426086" y="52600"/>
                </a:cubicBezTo>
                <a:cubicBezTo>
                  <a:pt x="427907" y="50620"/>
                  <a:pt x="429999" y="49630"/>
                  <a:pt x="432362" y="49630"/>
                </a:cubicBezTo>
                <a:cubicBezTo>
                  <a:pt x="436131" y="49630"/>
                  <a:pt x="441815" y="54548"/>
                  <a:pt x="449416" y="64385"/>
                </a:cubicBezTo>
                <a:lnTo>
                  <a:pt x="465992" y="87284"/>
                </a:lnTo>
                <a:lnTo>
                  <a:pt x="484771" y="70038"/>
                </a:lnTo>
                <a:cubicBezTo>
                  <a:pt x="492563" y="62692"/>
                  <a:pt x="497833" y="56944"/>
                  <a:pt x="500579" y="52792"/>
                </a:cubicBezTo>
                <a:cubicBezTo>
                  <a:pt x="502623" y="49790"/>
                  <a:pt x="505051" y="48289"/>
                  <a:pt x="507861" y="48289"/>
                </a:cubicBezTo>
                <a:cubicBezTo>
                  <a:pt x="510352" y="48289"/>
                  <a:pt x="512556" y="49215"/>
                  <a:pt x="514472" y="51067"/>
                </a:cubicBezTo>
                <a:cubicBezTo>
                  <a:pt x="516388" y="52919"/>
                  <a:pt x="517346" y="55059"/>
                  <a:pt x="517346" y="57486"/>
                </a:cubicBezTo>
                <a:cubicBezTo>
                  <a:pt x="517346" y="61000"/>
                  <a:pt x="514376" y="65822"/>
                  <a:pt x="508436" y="71954"/>
                </a:cubicBezTo>
                <a:close/>
                <a:moveTo>
                  <a:pt x="576324" y="157705"/>
                </a:moveTo>
                <a:cubicBezTo>
                  <a:pt x="569936" y="157705"/>
                  <a:pt x="562910" y="156683"/>
                  <a:pt x="555245" y="154639"/>
                </a:cubicBezTo>
                <a:lnTo>
                  <a:pt x="555054" y="200436"/>
                </a:lnTo>
                <a:cubicBezTo>
                  <a:pt x="555054" y="203247"/>
                  <a:pt x="554176" y="205546"/>
                  <a:pt x="552419" y="207335"/>
                </a:cubicBezTo>
                <a:cubicBezTo>
                  <a:pt x="550662" y="209123"/>
                  <a:pt x="548411" y="210017"/>
                  <a:pt x="545664" y="210017"/>
                </a:cubicBezTo>
                <a:cubicBezTo>
                  <a:pt x="542918" y="210017"/>
                  <a:pt x="540666" y="209122"/>
                  <a:pt x="538910" y="207332"/>
                </a:cubicBezTo>
                <a:cubicBezTo>
                  <a:pt x="537153" y="205541"/>
                  <a:pt x="536275" y="203239"/>
                  <a:pt x="536275" y="200424"/>
                </a:cubicBezTo>
                <a:lnTo>
                  <a:pt x="536562" y="162055"/>
                </a:lnTo>
                <a:lnTo>
                  <a:pt x="536562" y="123782"/>
                </a:lnTo>
                <a:cubicBezTo>
                  <a:pt x="536371" y="109775"/>
                  <a:pt x="535892" y="97017"/>
                  <a:pt x="535125" y="85508"/>
                </a:cubicBezTo>
                <a:lnTo>
                  <a:pt x="533688" y="66035"/>
                </a:lnTo>
                <a:cubicBezTo>
                  <a:pt x="533688" y="61494"/>
                  <a:pt x="534518" y="57656"/>
                  <a:pt x="536179" y="54522"/>
                </a:cubicBezTo>
                <a:cubicBezTo>
                  <a:pt x="538095" y="50750"/>
                  <a:pt x="540874" y="48863"/>
                  <a:pt x="544515" y="48863"/>
                </a:cubicBezTo>
                <a:cubicBezTo>
                  <a:pt x="547006" y="48863"/>
                  <a:pt x="549098" y="49755"/>
                  <a:pt x="550790" y="51537"/>
                </a:cubicBezTo>
                <a:cubicBezTo>
                  <a:pt x="552483" y="53320"/>
                  <a:pt x="553329" y="55494"/>
                  <a:pt x="553329" y="58061"/>
                </a:cubicBezTo>
                <a:cubicBezTo>
                  <a:pt x="553329" y="58636"/>
                  <a:pt x="553233" y="59690"/>
                  <a:pt x="553042" y="61223"/>
                </a:cubicBezTo>
                <a:cubicBezTo>
                  <a:pt x="552722" y="63203"/>
                  <a:pt x="552499" y="65024"/>
                  <a:pt x="552371" y="66684"/>
                </a:cubicBezTo>
                <a:cubicBezTo>
                  <a:pt x="557864" y="62916"/>
                  <a:pt x="563166" y="60089"/>
                  <a:pt x="568276" y="58205"/>
                </a:cubicBezTo>
                <a:cubicBezTo>
                  <a:pt x="573386" y="56321"/>
                  <a:pt x="578272" y="55379"/>
                  <a:pt x="582935" y="55379"/>
                </a:cubicBezTo>
                <a:cubicBezTo>
                  <a:pt x="596029" y="55379"/>
                  <a:pt x="605610" y="61196"/>
                  <a:pt x="611678" y="72831"/>
                </a:cubicBezTo>
                <a:cubicBezTo>
                  <a:pt x="616469" y="82039"/>
                  <a:pt x="618864" y="94219"/>
                  <a:pt x="618864" y="109371"/>
                </a:cubicBezTo>
                <a:cubicBezTo>
                  <a:pt x="618864" y="123180"/>
                  <a:pt x="615159" y="134560"/>
                  <a:pt x="607750" y="143513"/>
                </a:cubicBezTo>
                <a:cubicBezTo>
                  <a:pt x="599893" y="152974"/>
                  <a:pt x="589418" y="157705"/>
                  <a:pt x="576324" y="157705"/>
                </a:cubicBezTo>
                <a:moveTo>
                  <a:pt x="582935" y="74541"/>
                </a:moveTo>
                <a:cubicBezTo>
                  <a:pt x="577058" y="74541"/>
                  <a:pt x="571757" y="75850"/>
                  <a:pt x="567030" y="78469"/>
                </a:cubicBezTo>
                <a:cubicBezTo>
                  <a:pt x="563645" y="80321"/>
                  <a:pt x="559365" y="83707"/>
                  <a:pt x="554191" y="88625"/>
                </a:cubicBezTo>
                <a:cubicBezTo>
                  <a:pt x="555022" y="103124"/>
                  <a:pt x="555437" y="118358"/>
                  <a:pt x="555437" y="134327"/>
                </a:cubicBezTo>
                <a:cubicBezTo>
                  <a:pt x="562399" y="137009"/>
                  <a:pt x="569362" y="138351"/>
                  <a:pt x="576324" y="138351"/>
                </a:cubicBezTo>
                <a:cubicBezTo>
                  <a:pt x="584308" y="138351"/>
                  <a:pt x="590408" y="135381"/>
                  <a:pt x="594624" y="129440"/>
                </a:cubicBezTo>
                <a:cubicBezTo>
                  <a:pt x="598264" y="124267"/>
                  <a:pt x="600085" y="117560"/>
                  <a:pt x="600085" y="109320"/>
                </a:cubicBezTo>
                <a:cubicBezTo>
                  <a:pt x="600085" y="97695"/>
                  <a:pt x="598664" y="88992"/>
                  <a:pt x="595821" y="83212"/>
                </a:cubicBezTo>
                <a:cubicBezTo>
                  <a:pt x="592979" y="77431"/>
                  <a:pt x="588683" y="74541"/>
                  <a:pt x="582935" y="74541"/>
                </a:cubicBezTo>
                <a:close/>
                <a:moveTo>
                  <a:pt x="664684" y="78948"/>
                </a:moveTo>
                <a:lnTo>
                  <a:pt x="663247" y="126623"/>
                </a:lnTo>
                <a:cubicBezTo>
                  <a:pt x="663247" y="131675"/>
                  <a:pt x="662991" y="139093"/>
                  <a:pt x="662480" y="148878"/>
                </a:cubicBezTo>
                <a:cubicBezTo>
                  <a:pt x="661842" y="155273"/>
                  <a:pt x="658712" y="158471"/>
                  <a:pt x="653091" y="158471"/>
                </a:cubicBezTo>
                <a:cubicBezTo>
                  <a:pt x="646831" y="158471"/>
                  <a:pt x="643702" y="155209"/>
                  <a:pt x="643702" y="148686"/>
                </a:cubicBezTo>
                <a:cubicBezTo>
                  <a:pt x="643702" y="140948"/>
                  <a:pt x="644053" y="129325"/>
                  <a:pt x="644755" y="113817"/>
                </a:cubicBezTo>
                <a:cubicBezTo>
                  <a:pt x="645458" y="98310"/>
                  <a:pt x="645809" y="86687"/>
                  <a:pt x="645809" y="78948"/>
                </a:cubicBezTo>
                <a:cubicBezTo>
                  <a:pt x="645809" y="68844"/>
                  <a:pt x="645969" y="57285"/>
                  <a:pt x="646288" y="44271"/>
                </a:cubicBezTo>
                <a:cubicBezTo>
                  <a:pt x="646608" y="31256"/>
                  <a:pt x="646767" y="19697"/>
                  <a:pt x="646767" y="9593"/>
                </a:cubicBezTo>
                <a:cubicBezTo>
                  <a:pt x="646767" y="3198"/>
                  <a:pt x="649897" y="0"/>
                  <a:pt x="656157" y="0"/>
                </a:cubicBezTo>
                <a:cubicBezTo>
                  <a:pt x="662480" y="0"/>
                  <a:pt x="665642" y="3198"/>
                  <a:pt x="665642" y="9593"/>
                </a:cubicBezTo>
                <a:cubicBezTo>
                  <a:pt x="665642" y="19697"/>
                  <a:pt x="665483" y="31256"/>
                  <a:pt x="665163" y="44271"/>
                </a:cubicBezTo>
                <a:cubicBezTo>
                  <a:pt x="664844" y="57285"/>
                  <a:pt x="664684" y="68844"/>
                  <a:pt x="664684" y="78948"/>
                </a:cubicBezTo>
                <a:close/>
                <a:moveTo>
                  <a:pt x="730046" y="160004"/>
                </a:moveTo>
                <a:cubicBezTo>
                  <a:pt x="719315" y="160004"/>
                  <a:pt x="710085" y="156037"/>
                  <a:pt x="702356" y="148103"/>
                </a:cubicBezTo>
                <a:cubicBezTo>
                  <a:pt x="693733" y="139272"/>
                  <a:pt x="689198" y="127401"/>
                  <a:pt x="688751" y="112491"/>
                </a:cubicBezTo>
                <a:cubicBezTo>
                  <a:pt x="688368" y="98029"/>
                  <a:pt x="692009" y="85296"/>
                  <a:pt x="699674" y="74289"/>
                </a:cubicBezTo>
                <a:cubicBezTo>
                  <a:pt x="708616" y="61299"/>
                  <a:pt x="721071" y="54804"/>
                  <a:pt x="737040" y="54804"/>
                </a:cubicBezTo>
                <a:cubicBezTo>
                  <a:pt x="749815" y="54804"/>
                  <a:pt x="759492" y="60659"/>
                  <a:pt x="766071" y="72370"/>
                </a:cubicBezTo>
                <a:cubicBezTo>
                  <a:pt x="771308" y="81839"/>
                  <a:pt x="773831" y="93229"/>
                  <a:pt x="773640" y="106539"/>
                </a:cubicBezTo>
                <a:cubicBezTo>
                  <a:pt x="773448" y="120745"/>
                  <a:pt x="769743" y="132872"/>
                  <a:pt x="762526" y="142920"/>
                </a:cubicBezTo>
                <a:cubicBezTo>
                  <a:pt x="754350" y="154309"/>
                  <a:pt x="743523" y="160004"/>
                  <a:pt x="730046" y="160004"/>
                </a:cubicBezTo>
                <a:moveTo>
                  <a:pt x="735794" y="74349"/>
                </a:moveTo>
                <a:cubicBezTo>
                  <a:pt x="726405" y="74285"/>
                  <a:pt x="719091" y="78762"/>
                  <a:pt x="713854" y="87781"/>
                </a:cubicBezTo>
                <a:cubicBezTo>
                  <a:pt x="709702" y="95010"/>
                  <a:pt x="707626" y="103262"/>
                  <a:pt x="707626" y="112536"/>
                </a:cubicBezTo>
                <a:cubicBezTo>
                  <a:pt x="707626" y="121811"/>
                  <a:pt x="710149" y="129040"/>
                  <a:pt x="715195" y="134222"/>
                </a:cubicBezTo>
                <a:cubicBezTo>
                  <a:pt x="719411" y="138507"/>
                  <a:pt x="724361" y="140650"/>
                  <a:pt x="730046" y="140650"/>
                </a:cubicBezTo>
                <a:cubicBezTo>
                  <a:pt x="736689" y="140650"/>
                  <a:pt x="742405" y="138219"/>
                  <a:pt x="747196" y="133357"/>
                </a:cubicBezTo>
                <a:cubicBezTo>
                  <a:pt x="752625" y="127985"/>
                  <a:pt x="755500" y="120726"/>
                  <a:pt x="755819" y="111578"/>
                </a:cubicBezTo>
                <a:cubicBezTo>
                  <a:pt x="756713" y="86823"/>
                  <a:pt x="750038" y="74413"/>
                  <a:pt x="735794" y="74349"/>
                </a:cubicBezTo>
                <a:close/>
                <a:moveTo>
                  <a:pt x="871307" y="83260"/>
                </a:moveTo>
                <a:cubicBezTo>
                  <a:pt x="870860" y="91244"/>
                  <a:pt x="867666" y="95236"/>
                  <a:pt x="861726" y="95236"/>
                </a:cubicBezTo>
                <a:cubicBezTo>
                  <a:pt x="856232" y="95236"/>
                  <a:pt x="853486" y="92087"/>
                  <a:pt x="853486" y="85790"/>
                </a:cubicBezTo>
                <a:cubicBezTo>
                  <a:pt x="853486" y="84580"/>
                  <a:pt x="853390" y="82352"/>
                  <a:pt x="853198" y="79107"/>
                </a:cubicBezTo>
                <a:lnTo>
                  <a:pt x="852911" y="71092"/>
                </a:lnTo>
                <a:cubicBezTo>
                  <a:pt x="842819" y="72307"/>
                  <a:pt x="834739" y="75156"/>
                  <a:pt x="828671" y="79637"/>
                </a:cubicBezTo>
                <a:cubicBezTo>
                  <a:pt x="822986" y="83799"/>
                  <a:pt x="818259" y="90072"/>
                  <a:pt x="814491" y="98458"/>
                </a:cubicBezTo>
                <a:lnTo>
                  <a:pt x="814683" y="151073"/>
                </a:lnTo>
                <a:cubicBezTo>
                  <a:pt x="814683" y="157538"/>
                  <a:pt x="811521" y="160771"/>
                  <a:pt x="805197" y="160771"/>
                </a:cubicBezTo>
                <a:cubicBezTo>
                  <a:pt x="799576" y="160771"/>
                  <a:pt x="796766" y="157539"/>
                  <a:pt x="796766" y="151076"/>
                </a:cubicBezTo>
                <a:lnTo>
                  <a:pt x="796766" y="83694"/>
                </a:lnTo>
                <a:cubicBezTo>
                  <a:pt x="796766" y="81582"/>
                  <a:pt x="796846" y="78415"/>
                  <a:pt x="797005" y="74193"/>
                </a:cubicBezTo>
                <a:cubicBezTo>
                  <a:pt x="797165" y="69970"/>
                  <a:pt x="797245" y="66802"/>
                  <a:pt x="797245" y="64690"/>
                </a:cubicBezTo>
                <a:cubicBezTo>
                  <a:pt x="797245" y="58227"/>
                  <a:pt x="800055" y="54995"/>
                  <a:pt x="805676" y="54995"/>
                </a:cubicBezTo>
                <a:cubicBezTo>
                  <a:pt x="811936" y="54995"/>
                  <a:pt x="815098" y="60297"/>
                  <a:pt x="815162" y="70900"/>
                </a:cubicBezTo>
                <a:cubicBezTo>
                  <a:pt x="827425" y="59019"/>
                  <a:pt x="841031" y="53079"/>
                  <a:pt x="855977" y="53079"/>
                </a:cubicBezTo>
                <a:cubicBezTo>
                  <a:pt x="861151" y="53079"/>
                  <a:pt x="865015" y="55027"/>
                  <a:pt x="867570" y="58924"/>
                </a:cubicBezTo>
                <a:cubicBezTo>
                  <a:pt x="870125" y="62820"/>
                  <a:pt x="871403" y="68696"/>
                  <a:pt x="871403" y="76553"/>
                </a:cubicBezTo>
                <a:cubicBezTo>
                  <a:pt x="871403" y="79874"/>
                  <a:pt x="871371" y="82110"/>
                  <a:pt x="871307" y="83260"/>
                </a:cubicBezTo>
                <a:close/>
                <a:moveTo>
                  <a:pt x="965864" y="160579"/>
                </a:moveTo>
                <a:cubicBezTo>
                  <a:pt x="964650" y="160579"/>
                  <a:pt x="962446" y="159162"/>
                  <a:pt x="959253" y="156327"/>
                </a:cubicBezTo>
                <a:cubicBezTo>
                  <a:pt x="956378" y="153686"/>
                  <a:pt x="954239" y="151335"/>
                  <a:pt x="952833" y="149273"/>
                </a:cubicBezTo>
                <a:cubicBezTo>
                  <a:pt x="946702" y="152627"/>
                  <a:pt x="941304" y="155158"/>
                  <a:pt x="936641" y="156866"/>
                </a:cubicBezTo>
                <a:cubicBezTo>
                  <a:pt x="931979" y="158575"/>
                  <a:pt x="928082" y="159429"/>
                  <a:pt x="924953" y="159429"/>
                </a:cubicBezTo>
                <a:cubicBezTo>
                  <a:pt x="910006" y="159429"/>
                  <a:pt x="899116" y="155213"/>
                  <a:pt x="892281" y="146782"/>
                </a:cubicBezTo>
                <a:cubicBezTo>
                  <a:pt x="885830" y="138862"/>
                  <a:pt x="882604" y="126726"/>
                  <a:pt x="882604" y="110374"/>
                </a:cubicBezTo>
                <a:cubicBezTo>
                  <a:pt x="882604" y="94917"/>
                  <a:pt x="887922" y="81695"/>
                  <a:pt x="898557" y="70708"/>
                </a:cubicBezTo>
                <a:cubicBezTo>
                  <a:pt x="909192" y="59722"/>
                  <a:pt x="921887" y="54229"/>
                  <a:pt x="936641" y="54229"/>
                </a:cubicBezTo>
                <a:cubicBezTo>
                  <a:pt x="942198" y="54229"/>
                  <a:pt x="948426" y="55666"/>
                  <a:pt x="955325" y="58540"/>
                </a:cubicBezTo>
                <a:cubicBezTo>
                  <a:pt x="964011" y="62117"/>
                  <a:pt x="968355" y="66429"/>
                  <a:pt x="968355" y="71475"/>
                </a:cubicBezTo>
                <a:cubicBezTo>
                  <a:pt x="968355" y="73199"/>
                  <a:pt x="967716" y="74732"/>
                  <a:pt x="966439" y="76074"/>
                </a:cubicBezTo>
                <a:cubicBezTo>
                  <a:pt x="965800" y="78501"/>
                  <a:pt x="965305" y="82493"/>
                  <a:pt x="964954" y="88050"/>
                </a:cubicBezTo>
                <a:cubicBezTo>
                  <a:pt x="964602" y="93607"/>
                  <a:pt x="964395" y="100729"/>
                  <a:pt x="964331" y="109416"/>
                </a:cubicBezTo>
                <a:cubicBezTo>
                  <a:pt x="964267" y="117336"/>
                  <a:pt x="964810" y="123596"/>
                  <a:pt x="965960" y="128195"/>
                </a:cubicBezTo>
                <a:cubicBezTo>
                  <a:pt x="966598" y="131005"/>
                  <a:pt x="968610" y="136626"/>
                  <a:pt x="971996" y="145058"/>
                </a:cubicBezTo>
                <a:cubicBezTo>
                  <a:pt x="972443" y="146207"/>
                  <a:pt x="973177" y="147900"/>
                  <a:pt x="974199" y="150136"/>
                </a:cubicBezTo>
                <a:lnTo>
                  <a:pt x="974774" y="151764"/>
                </a:lnTo>
                <a:cubicBezTo>
                  <a:pt x="974774" y="154319"/>
                  <a:pt x="973880" y="156427"/>
                  <a:pt x="972091" y="158088"/>
                </a:cubicBezTo>
                <a:cubicBezTo>
                  <a:pt x="970303" y="159749"/>
                  <a:pt x="968227" y="160579"/>
                  <a:pt x="965864" y="160579"/>
                </a:cubicBezTo>
                <a:moveTo>
                  <a:pt x="945935" y="94026"/>
                </a:moveTo>
                <a:cubicBezTo>
                  <a:pt x="945935" y="91286"/>
                  <a:pt x="946111" y="88308"/>
                  <a:pt x="946462" y="85092"/>
                </a:cubicBezTo>
                <a:cubicBezTo>
                  <a:pt x="946813" y="81874"/>
                  <a:pt x="947340" y="78450"/>
                  <a:pt x="948043" y="74819"/>
                </a:cubicBezTo>
                <a:cubicBezTo>
                  <a:pt x="945680" y="73608"/>
                  <a:pt x="943652" y="72715"/>
                  <a:pt x="941959" y="72143"/>
                </a:cubicBezTo>
                <a:cubicBezTo>
                  <a:pt x="940266" y="71570"/>
                  <a:pt x="938909" y="71283"/>
                  <a:pt x="937887" y="71283"/>
                </a:cubicBezTo>
                <a:cubicBezTo>
                  <a:pt x="927987" y="71283"/>
                  <a:pt x="919443" y="75312"/>
                  <a:pt x="912258" y="83370"/>
                </a:cubicBezTo>
                <a:cubicBezTo>
                  <a:pt x="905072" y="91428"/>
                  <a:pt x="901479" y="100713"/>
                  <a:pt x="901479" y="111224"/>
                </a:cubicBezTo>
                <a:cubicBezTo>
                  <a:pt x="901479" y="121672"/>
                  <a:pt x="903331" y="129507"/>
                  <a:pt x="907036" y="134731"/>
                </a:cubicBezTo>
                <a:cubicBezTo>
                  <a:pt x="910741" y="139955"/>
                  <a:pt x="916298" y="142566"/>
                  <a:pt x="923707" y="142566"/>
                </a:cubicBezTo>
                <a:cubicBezTo>
                  <a:pt x="929839" y="142566"/>
                  <a:pt x="935045" y="141452"/>
                  <a:pt x="939324" y="139222"/>
                </a:cubicBezTo>
                <a:cubicBezTo>
                  <a:pt x="941624" y="138012"/>
                  <a:pt x="944849" y="135592"/>
                  <a:pt x="949001" y="131961"/>
                </a:cubicBezTo>
                <a:cubicBezTo>
                  <a:pt x="946957" y="115079"/>
                  <a:pt x="945935" y="102434"/>
                  <a:pt x="945935" y="94026"/>
                </a:cubicBezTo>
                <a:close/>
                <a:moveTo>
                  <a:pt x="1054989" y="72708"/>
                </a:moveTo>
                <a:cubicBezTo>
                  <a:pt x="1053647" y="72708"/>
                  <a:pt x="1052067" y="72645"/>
                  <a:pt x="1050246" y="72517"/>
                </a:cubicBezTo>
                <a:cubicBezTo>
                  <a:pt x="1048426" y="72387"/>
                  <a:pt x="1046845" y="72322"/>
                  <a:pt x="1045504" y="72322"/>
                </a:cubicBezTo>
                <a:cubicBezTo>
                  <a:pt x="1044034" y="72322"/>
                  <a:pt x="1039691" y="72806"/>
                  <a:pt x="1032473" y="73774"/>
                </a:cubicBezTo>
                <a:lnTo>
                  <a:pt x="1034294" y="130336"/>
                </a:lnTo>
                <a:lnTo>
                  <a:pt x="1034390" y="134548"/>
                </a:lnTo>
                <a:lnTo>
                  <a:pt x="1034485" y="139429"/>
                </a:lnTo>
                <a:cubicBezTo>
                  <a:pt x="1034741" y="153401"/>
                  <a:pt x="1031387" y="160387"/>
                  <a:pt x="1024425" y="160387"/>
                </a:cubicBezTo>
                <a:cubicBezTo>
                  <a:pt x="1021870" y="160387"/>
                  <a:pt x="1019651" y="159558"/>
                  <a:pt x="1017766" y="157899"/>
                </a:cubicBezTo>
                <a:cubicBezTo>
                  <a:pt x="1015882" y="156240"/>
                  <a:pt x="1014940" y="154167"/>
                  <a:pt x="1014940" y="151677"/>
                </a:cubicBezTo>
                <a:cubicBezTo>
                  <a:pt x="1014940" y="149254"/>
                  <a:pt x="1015036" y="145618"/>
                  <a:pt x="1015227" y="140770"/>
                </a:cubicBezTo>
                <a:cubicBezTo>
                  <a:pt x="1015419" y="135920"/>
                  <a:pt x="1015515" y="132282"/>
                  <a:pt x="1015515" y="129857"/>
                </a:cubicBezTo>
                <a:lnTo>
                  <a:pt x="1013599" y="73966"/>
                </a:lnTo>
                <a:cubicBezTo>
                  <a:pt x="1008936" y="73774"/>
                  <a:pt x="1001846" y="73228"/>
                  <a:pt x="992329" y="72328"/>
                </a:cubicBezTo>
                <a:cubicBezTo>
                  <a:pt x="986644" y="71558"/>
                  <a:pt x="983801" y="68381"/>
                  <a:pt x="983801" y="62798"/>
                </a:cubicBezTo>
                <a:cubicBezTo>
                  <a:pt x="983801" y="59974"/>
                  <a:pt x="984664" y="57632"/>
                  <a:pt x="986388" y="55774"/>
                </a:cubicBezTo>
                <a:cubicBezTo>
                  <a:pt x="988113" y="53914"/>
                  <a:pt x="990317" y="52983"/>
                  <a:pt x="992999" y="52983"/>
                </a:cubicBezTo>
                <a:lnTo>
                  <a:pt x="1013120" y="54612"/>
                </a:lnTo>
                <a:cubicBezTo>
                  <a:pt x="1013120" y="51345"/>
                  <a:pt x="1012976" y="46973"/>
                  <a:pt x="1012688" y="41498"/>
                </a:cubicBezTo>
                <a:cubicBezTo>
                  <a:pt x="1012401" y="36021"/>
                  <a:pt x="1012257" y="32066"/>
                  <a:pt x="1012257" y="29632"/>
                </a:cubicBezTo>
                <a:cubicBezTo>
                  <a:pt x="1012257" y="26942"/>
                  <a:pt x="1013183" y="24716"/>
                  <a:pt x="1015036" y="22956"/>
                </a:cubicBezTo>
                <a:cubicBezTo>
                  <a:pt x="1016888" y="21193"/>
                  <a:pt x="1019156" y="20312"/>
                  <a:pt x="1021838" y="20312"/>
                </a:cubicBezTo>
                <a:cubicBezTo>
                  <a:pt x="1027587" y="20312"/>
                  <a:pt x="1030940" y="25007"/>
                  <a:pt x="1031898" y="34396"/>
                </a:cubicBezTo>
                <a:cubicBezTo>
                  <a:pt x="1032090" y="36759"/>
                  <a:pt x="1032186" y="39602"/>
                  <a:pt x="1032186" y="42923"/>
                </a:cubicBezTo>
                <a:lnTo>
                  <a:pt x="1031994" y="48480"/>
                </a:lnTo>
                <a:lnTo>
                  <a:pt x="1031898" y="54421"/>
                </a:lnTo>
                <a:cubicBezTo>
                  <a:pt x="1039819" y="53399"/>
                  <a:pt x="1044354" y="52888"/>
                  <a:pt x="1045504" y="52888"/>
                </a:cubicBezTo>
                <a:cubicBezTo>
                  <a:pt x="1052146" y="52888"/>
                  <a:pt x="1056490" y="53207"/>
                  <a:pt x="1058534" y="53846"/>
                </a:cubicBezTo>
                <a:cubicBezTo>
                  <a:pt x="1062430" y="55131"/>
                  <a:pt x="1064378" y="58161"/>
                  <a:pt x="1064378" y="62936"/>
                </a:cubicBezTo>
                <a:cubicBezTo>
                  <a:pt x="1064378" y="65774"/>
                  <a:pt x="1063500" y="68112"/>
                  <a:pt x="1061744" y="69951"/>
                </a:cubicBezTo>
                <a:cubicBezTo>
                  <a:pt x="1059987" y="71789"/>
                  <a:pt x="1057735" y="72708"/>
                  <a:pt x="1054989" y="72708"/>
                </a:cubicBezTo>
                <a:close/>
                <a:moveTo>
                  <a:pt x="1101366" y="32959"/>
                </a:moveTo>
                <a:cubicBezTo>
                  <a:pt x="1098300" y="32959"/>
                  <a:pt x="1095649" y="31873"/>
                  <a:pt x="1093414" y="29701"/>
                </a:cubicBezTo>
                <a:cubicBezTo>
                  <a:pt x="1091178" y="27530"/>
                  <a:pt x="1090060" y="24911"/>
                  <a:pt x="1090060" y="21845"/>
                </a:cubicBezTo>
                <a:cubicBezTo>
                  <a:pt x="1090060" y="18779"/>
                  <a:pt x="1091178" y="16160"/>
                  <a:pt x="1093414" y="13988"/>
                </a:cubicBezTo>
                <a:cubicBezTo>
                  <a:pt x="1095649" y="11817"/>
                  <a:pt x="1098300" y="10731"/>
                  <a:pt x="1101366" y="10731"/>
                </a:cubicBezTo>
                <a:cubicBezTo>
                  <a:pt x="1104432" y="10731"/>
                  <a:pt x="1107067" y="11817"/>
                  <a:pt x="1109270" y="13988"/>
                </a:cubicBezTo>
                <a:cubicBezTo>
                  <a:pt x="1111474" y="16160"/>
                  <a:pt x="1112576" y="18779"/>
                  <a:pt x="1112576" y="21845"/>
                </a:cubicBezTo>
                <a:cubicBezTo>
                  <a:pt x="1112576" y="24911"/>
                  <a:pt x="1111474" y="27530"/>
                  <a:pt x="1109270" y="29701"/>
                </a:cubicBezTo>
                <a:cubicBezTo>
                  <a:pt x="1107067" y="31873"/>
                  <a:pt x="1104432" y="32959"/>
                  <a:pt x="1101366" y="32959"/>
                </a:cubicBezTo>
                <a:moveTo>
                  <a:pt x="1105678" y="110811"/>
                </a:moveTo>
                <a:cubicBezTo>
                  <a:pt x="1105678" y="114648"/>
                  <a:pt x="1105789" y="120386"/>
                  <a:pt x="1106013" y="128027"/>
                </a:cubicBezTo>
                <a:cubicBezTo>
                  <a:pt x="1106236" y="135666"/>
                  <a:pt x="1106348" y="141404"/>
                  <a:pt x="1106348" y="145240"/>
                </a:cubicBezTo>
                <a:cubicBezTo>
                  <a:pt x="1106348" y="148053"/>
                  <a:pt x="1105486" y="150354"/>
                  <a:pt x="1103761" y="152145"/>
                </a:cubicBezTo>
                <a:cubicBezTo>
                  <a:pt x="1102037" y="153935"/>
                  <a:pt x="1099769" y="154830"/>
                  <a:pt x="1096959" y="154830"/>
                </a:cubicBezTo>
                <a:cubicBezTo>
                  <a:pt x="1094212" y="154830"/>
                  <a:pt x="1091961" y="153935"/>
                  <a:pt x="1090204" y="152145"/>
                </a:cubicBezTo>
                <a:cubicBezTo>
                  <a:pt x="1088448" y="150354"/>
                  <a:pt x="1087569" y="148053"/>
                  <a:pt x="1087569" y="145240"/>
                </a:cubicBezTo>
                <a:cubicBezTo>
                  <a:pt x="1087569" y="141404"/>
                  <a:pt x="1087458" y="135666"/>
                  <a:pt x="1087234" y="128027"/>
                </a:cubicBezTo>
                <a:cubicBezTo>
                  <a:pt x="1087010" y="120386"/>
                  <a:pt x="1086899" y="114648"/>
                  <a:pt x="1086899" y="110811"/>
                </a:cubicBezTo>
                <a:cubicBezTo>
                  <a:pt x="1086899" y="104801"/>
                  <a:pt x="1087218" y="97305"/>
                  <a:pt x="1087857" y="88323"/>
                </a:cubicBezTo>
                <a:cubicBezTo>
                  <a:pt x="1088495" y="79338"/>
                  <a:pt x="1088815" y="71841"/>
                  <a:pt x="1088815" y="65831"/>
                </a:cubicBezTo>
                <a:cubicBezTo>
                  <a:pt x="1088815" y="62955"/>
                  <a:pt x="1089693" y="60621"/>
                  <a:pt x="1091450" y="58831"/>
                </a:cubicBezTo>
                <a:cubicBezTo>
                  <a:pt x="1093206" y="57040"/>
                  <a:pt x="1095458" y="56145"/>
                  <a:pt x="1098204" y="56145"/>
                </a:cubicBezTo>
                <a:cubicBezTo>
                  <a:pt x="1100951" y="56145"/>
                  <a:pt x="1103202" y="57040"/>
                  <a:pt x="1104959" y="58831"/>
                </a:cubicBezTo>
                <a:cubicBezTo>
                  <a:pt x="1106715" y="60621"/>
                  <a:pt x="1107594" y="62955"/>
                  <a:pt x="1107594" y="65831"/>
                </a:cubicBezTo>
                <a:cubicBezTo>
                  <a:pt x="1107594" y="71841"/>
                  <a:pt x="1107274" y="79338"/>
                  <a:pt x="1106636" y="88323"/>
                </a:cubicBezTo>
                <a:cubicBezTo>
                  <a:pt x="1105997" y="97305"/>
                  <a:pt x="1105678" y="104801"/>
                  <a:pt x="1105678" y="110811"/>
                </a:cubicBezTo>
                <a:close/>
                <a:moveTo>
                  <a:pt x="1173462" y="160004"/>
                </a:moveTo>
                <a:cubicBezTo>
                  <a:pt x="1162731" y="160004"/>
                  <a:pt x="1153502" y="156037"/>
                  <a:pt x="1145773" y="148103"/>
                </a:cubicBezTo>
                <a:cubicBezTo>
                  <a:pt x="1137150" y="139272"/>
                  <a:pt x="1132615" y="127401"/>
                  <a:pt x="1132168" y="112491"/>
                </a:cubicBezTo>
                <a:cubicBezTo>
                  <a:pt x="1131785" y="98029"/>
                  <a:pt x="1135425" y="85296"/>
                  <a:pt x="1143090" y="74289"/>
                </a:cubicBezTo>
                <a:cubicBezTo>
                  <a:pt x="1152033" y="61299"/>
                  <a:pt x="1164488" y="54804"/>
                  <a:pt x="1180456" y="54804"/>
                </a:cubicBezTo>
                <a:cubicBezTo>
                  <a:pt x="1193231" y="54804"/>
                  <a:pt x="1202908" y="60659"/>
                  <a:pt x="1209487" y="72370"/>
                </a:cubicBezTo>
                <a:cubicBezTo>
                  <a:pt x="1214725" y="81839"/>
                  <a:pt x="1217248" y="93229"/>
                  <a:pt x="1217056" y="106539"/>
                </a:cubicBezTo>
                <a:cubicBezTo>
                  <a:pt x="1216864" y="120745"/>
                  <a:pt x="1213160" y="132872"/>
                  <a:pt x="1205942" y="142920"/>
                </a:cubicBezTo>
                <a:cubicBezTo>
                  <a:pt x="1197766" y="154309"/>
                  <a:pt x="1186940" y="160004"/>
                  <a:pt x="1173462" y="160004"/>
                </a:cubicBezTo>
                <a:moveTo>
                  <a:pt x="1179211" y="74349"/>
                </a:moveTo>
                <a:cubicBezTo>
                  <a:pt x="1169821" y="74285"/>
                  <a:pt x="1162508" y="78762"/>
                  <a:pt x="1157270" y="87781"/>
                </a:cubicBezTo>
                <a:cubicBezTo>
                  <a:pt x="1153118" y="95010"/>
                  <a:pt x="1151042" y="103262"/>
                  <a:pt x="1151042" y="112536"/>
                </a:cubicBezTo>
                <a:cubicBezTo>
                  <a:pt x="1151042" y="121811"/>
                  <a:pt x="1153565" y="129040"/>
                  <a:pt x="1158612" y="134222"/>
                </a:cubicBezTo>
                <a:cubicBezTo>
                  <a:pt x="1162827" y="138507"/>
                  <a:pt x="1167777" y="140650"/>
                  <a:pt x="1173462" y="140650"/>
                </a:cubicBezTo>
                <a:cubicBezTo>
                  <a:pt x="1180105" y="140650"/>
                  <a:pt x="1185822" y="138219"/>
                  <a:pt x="1190612" y="133357"/>
                </a:cubicBezTo>
                <a:cubicBezTo>
                  <a:pt x="1196042" y="127985"/>
                  <a:pt x="1198916" y="120726"/>
                  <a:pt x="1199235" y="111578"/>
                </a:cubicBezTo>
                <a:cubicBezTo>
                  <a:pt x="1200130" y="86823"/>
                  <a:pt x="1193455" y="74413"/>
                  <a:pt x="1179211" y="74349"/>
                </a:cubicBezTo>
                <a:close/>
                <a:moveTo>
                  <a:pt x="1313669" y="161154"/>
                </a:moveTo>
                <a:cubicBezTo>
                  <a:pt x="1308176" y="161154"/>
                  <a:pt x="1305078" y="158146"/>
                  <a:pt x="1304376" y="152130"/>
                </a:cubicBezTo>
                <a:lnTo>
                  <a:pt x="1301693" y="131102"/>
                </a:lnTo>
                <a:cubicBezTo>
                  <a:pt x="1300799" y="123613"/>
                  <a:pt x="1300351" y="116604"/>
                  <a:pt x="1300351" y="110075"/>
                </a:cubicBezTo>
                <a:cubicBezTo>
                  <a:pt x="1300351" y="108282"/>
                  <a:pt x="1300463" y="105242"/>
                  <a:pt x="1300687" y="100955"/>
                </a:cubicBezTo>
                <a:cubicBezTo>
                  <a:pt x="1300910" y="96665"/>
                  <a:pt x="1301022" y="93624"/>
                  <a:pt x="1301022" y="91832"/>
                </a:cubicBezTo>
                <a:cubicBezTo>
                  <a:pt x="1301022" y="78005"/>
                  <a:pt x="1298467" y="71092"/>
                  <a:pt x="1293357" y="71092"/>
                </a:cubicBezTo>
                <a:cubicBezTo>
                  <a:pt x="1286203" y="71092"/>
                  <a:pt x="1279369" y="75344"/>
                  <a:pt x="1272854" y="83849"/>
                </a:cubicBezTo>
                <a:cubicBezTo>
                  <a:pt x="1266977" y="91586"/>
                  <a:pt x="1262378" y="101369"/>
                  <a:pt x="1259057" y="113197"/>
                </a:cubicBezTo>
                <a:cubicBezTo>
                  <a:pt x="1258929" y="115693"/>
                  <a:pt x="1258642" y="118826"/>
                  <a:pt x="1258195" y="122599"/>
                </a:cubicBezTo>
                <a:cubicBezTo>
                  <a:pt x="1257811" y="125797"/>
                  <a:pt x="1257620" y="128897"/>
                  <a:pt x="1257620" y="131902"/>
                </a:cubicBezTo>
                <a:cubicBezTo>
                  <a:pt x="1257620" y="133820"/>
                  <a:pt x="1257811" y="136697"/>
                  <a:pt x="1258195" y="140533"/>
                </a:cubicBezTo>
                <a:cubicBezTo>
                  <a:pt x="1258578" y="144370"/>
                  <a:pt x="1258770" y="147247"/>
                  <a:pt x="1258770" y="149165"/>
                </a:cubicBezTo>
                <a:cubicBezTo>
                  <a:pt x="1258770" y="152044"/>
                  <a:pt x="1257891" y="154378"/>
                  <a:pt x="1256135" y="156169"/>
                </a:cubicBezTo>
                <a:cubicBezTo>
                  <a:pt x="1254378" y="157959"/>
                  <a:pt x="1252127" y="158854"/>
                  <a:pt x="1249380" y="158854"/>
                </a:cubicBezTo>
                <a:cubicBezTo>
                  <a:pt x="1246570" y="158854"/>
                  <a:pt x="1244302" y="157958"/>
                  <a:pt x="1242578" y="156166"/>
                </a:cubicBezTo>
                <a:cubicBezTo>
                  <a:pt x="1240853" y="154375"/>
                  <a:pt x="1239991" y="152040"/>
                  <a:pt x="1239991" y="149159"/>
                </a:cubicBezTo>
                <a:cubicBezTo>
                  <a:pt x="1239991" y="147241"/>
                  <a:pt x="1239783" y="144363"/>
                  <a:pt x="1239368" y="140524"/>
                </a:cubicBezTo>
                <a:cubicBezTo>
                  <a:pt x="1238953" y="136684"/>
                  <a:pt x="1238745" y="133804"/>
                  <a:pt x="1238745" y="131884"/>
                </a:cubicBezTo>
                <a:cubicBezTo>
                  <a:pt x="1238745" y="125293"/>
                  <a:pt x="1239208" y="116159"/>
                  <a:pt x="1240134" y="104482"/>
                </a:cubicBezTo>
                <a:cubicBezTo>
                  <a:pt x="1241061" y="92805"/>
                  <a:pt x="1241524" y="83671"/>
                  <a:pt x="1241524" y="77080"/>
                </a:cubicBezTo>
                <a:cubicBezTo>
                  <a:pt x="1241524" y="75032"/>
                  <a:pt x="1241412" y="71993"/>
                  <a:pt x="1241188" y="67963"/>
                </a:cubicBezTo>
                <a:cubicBezTo>
                  <a:pt x="1240965" y="63931"/>
                  <a:pt x="1240853" y="60892"/>
                  <a:pt x="1240853" y="58846"/>
                </a:cubicBezTo>
                <a:cubicBezTo>
                  <a:pt x="1240853" y="56093"/>
                  <a:pt x="1241763" y="53838"/>
                  <a:pt x="1243584" y="52079"/>
                </a:cubicBezTo>
                <a:cubicBezTo>
                  <a:pt x="1245404" y="50319"/>
                  <a:pt x="1247656" y="49438"/>
                  <a:pt x="1250338" y="49438"/>
                </a:cubicBezTo>
                <a:cubicBezTo>
                  <a:pt x="1256215" y="49438"/>
                  <a:pt x="1259440" y="53607"/>
                  <a:pt x="1260015" y="61945"/>
                </a:cubicBezTo>
                <a:lnTo>
                  <a:pt x="1260303" y="73199"/>
                </a:lnTo>
                <a:cubicBezTo>
                  <a:pt x="1271033" y="58892"/>
                  <a:pt x="1282052" y="51738"/>
                  <a:pt x="1293357" y="51738"/>
                </a:cubicBezTo>
                <a:cubicBezTo>
                  <a:pt x="1303577" y="51738"/>
                  <a:pt x="1310699" y="56249"/>
                  <a:pt x="1314723" y="65271"/>
                </a:cubicBezTo>
                <a:cubicBezTo>
                  <a:pt x="1317470" y="71285"/>
                  <a:pt x="1318971" y="80180"/>
                  <a:pt x="1319226" y="91954"/>
                </a:cubicBezTo>
                <a:lnTo>
                  <a:pt x="1319226" y="101646"/>
                </a:lnTo>
                <a:lnTo>
                  <a:pt x="1319130" y="110572"/>
                </a:lnTo>
                <a:cubicBezTo>
                  <a:pt x="1319130" y="115883"/>
                  <a:pt x="1319817" y="122747"/>
                  <a:pt x="1321190" y="131162"/>
                </a:cubicBezTo>
                <a:cubicBezTo>
                  <a:pt x="1322564" y="139575"/>
                  <a:pt x="1323250" y="146405"/>
                  <a:pt x="1323250" y="151651"/>
                </a:cubicBezTo>
                <a:cubicBezTo>
                  <a:pt x="1323250" y="154467"/>
                  <a:pt x="1322340" y="156754"/>
                  <a:pt x="1320520" y="158513"/>
                </a:cubicBezTo>
                <a:cubicBezTo>
                  <a:pt x="1318699" y="160273"/>
                  <a:pt x="1316416" y="161154"/>
                  <a:pt x="1313669" y="161154"/>
                </a:cubicBezTo>
                <a:close/>
                <a:moveTo>
                  <a:pt x="1401009" y="130422"/>
                </a:moveTo>
                <a:cubicBezTo>
                  <a:pt x="1400945" y="127732"/>
                  <a:pt x="1401856" y="125538"/>
                  <a:pt x="1403740" y="123841"/>
                </a:cubicBezTo>
                <a:cubicBezTo>
                  <a:pt x="1405624" y="122145"/>
                  <a:pt x="1407940" y="121296"/>
                  <a:pt x="1410686" y="121296"/>
                </a:cubicBezTo>
                <a:cubicBezTo>
                  <a:pt x="1413816" y="121296"/>
                  <a:pt x="1416563" y="123093"/>
                  <a:pt x="1418926" y="126686"/>
                </a:cubicBezTo>
                <a:cubicBezTo>
                  <a:pt x="1422184" y="131564"/>
                  <a:pt x="1425090" y="134870"/>
                  <a:pt x="1427645" y="136602"/>
                </a:cubicBezTo>
                <a:cubicBezTo>
                  <a:pt x="1433074" y="140195"/>
                  <a:pt x="1440962" y="141992"/>
                  <a:pt x="1451310" y="141992"/>
                </a:cubicBezTo>
                <a:cubicBezTo>
                  <a:pt x="1461210" y="141992"/>
                  <a:pt x="1470408" y="139848"/>
                  <a:pt x="1478904" y="135560"/>
                </a:cubicBezTo>
                <a:cubicBezTo>
                  <a:pt x="1489762" y="130057"/>
                  <a:pt x="1495191" y="122411"/>
                  <a:pt x="1495191" y="112623"/>
                </a:cubicBezTo>
                <a:cubicBezTo>
                  <a:pt x="1495191" y="104561"/>
                  <a:pt x="1490624" y="98194"/>
                  <a:pt x="1481490" y="93523"/>
                </a:cubicBezTo>
                <a:cubicBezTo>
                  <a:pt x="1473762" y="89491"/>
                  <a:pt x="1464213" y="87316"/>
                  <a:pt x="1452843" y="86996"/>
                </a:cubicBezTo>
                <a:cubicBezTo>
                  <a:pt x="1442751" y="86613"/>
                  <a:pt x="1434160" y="84406"/>
                  <a:pt x="1427070" y="80376"/>
                </a:cubicBezTo>
                <a:cubicBezTo>
                  <a:pt x="1418000" y="75196"/>
                  <a:pt x="1413465" y="67777"/>
                  <a:pt x="1413465" y="58118"/>
                </a:cubicBezTo>
                <a:cubicBezTo>
                  <a:pt x="1413465" y="46735"/>
                  <a:pt x="1419916" y="36342"/>
                  <a:pt x="1432819" y="26941"/>
                </a:cubicBezTo>
                <a:cubicBezTo>
                  <a:pt x="1445146" y="18050"/>
                  <a:pt x="1457889" y="13605"/>
                  <a:pt x="1471047" y="13605"/>
                </a:cubicBezTo>
                <a:cubicBezTo>
                  <a:pt x="1477243" y="13605"/>
                  <a:pt x="1484237" y="14664"/>
                  <a:pt x="1492030" y="16782"/>
                </a:cubicBezTo>
                <a:cubicBezTo>
                  <a:pt x="1502377" y="19540"/>
                  <a:pt x="1507551" y="23068"/>
                  <a:pt x="1507551" y="27366"/>
                </a:cubicBezTo>
                <a:cubicBezTo>
                  <a:pt x="1507551" y="33011"/>
                  <a:pt x="1504677" y="35833"/>
                  <a:pt x="1498928" y="35833"/>
                </a:cubicBezTo>
                <a:cubicBezTo>
                  <a:pt x="1496373" y="35833"/>
                  <a:pt x="1491902" y="35147"/>
                  <a:pt x="1485514" y="33773"/>
                </a:cubicBezTo>
                <a:cubicBezTo>
                  <a:pt x="1479127" y="32400"/>
                  <a:pt x="1474177" y="31745"/>
                  <a:pt x="1470664" y="31809"/>
                </a:cubicBezTo>
                <a:cubicBezTo>
                  <a:pt x="1460699" y="31937"/>
                  <a:pt x="1452236" y="34390"/>
                  <a:pt x="1445274" y="39169"/>
                </a:cubicBezTo>
                <a:cubicBezTo>
                  <a:pt x="1438120" y="44075"/>
                  <a:pt x="1434543" y="50032"/>
                  <a:pt x="1434543" y="57040"/>
                </a:cubicBezTo>
                <a:cubicBezTo>
                  <a:pt x="1434543" y="62330"/>
                  <a:pt x="1439270" y="66058"/>
                  <a:pt x="1448723" y="68223"/>
                </a:cubicBezTo>
                <a:cubicBezTo>
                  <a:pt x="1452236" y="69052"/>
                  <a:pt x="1459039" y="69816"/>
                  <a:pt x="1469131" y="70517"/>
                </a:cubicBezTo>
                <a:cubicBezTo>
                  <a:pt x="1483758" y="71605"/>
                  <a:pt x="1495191" y="76213"/>
                  <a:pt x="1503431" y="84343"/>
                </a:cubicBezTo>
                <a:cubicBezTo>
                  <a:pt x="1510968" y="91769"/>
                  <a:pt x="1514737" y="100826"/>
                  <a:pt x="1514737" y="111515"/>
                </a:cubicBezTo>
                <a:cubicBezTo>
                  <a:pt x="1514737" y="126751"/>
                  <a:pt x="1507711" y="138914"/>
                  <a:pt x="1493658" y="148004"/>
                </a:cubicBezTo>
                <a:cubicBezTo>
                  <a:pt x="1481458" y="155876"/>
                  <a:pt x="1467310" y="159812"/>
                  <a:pt x="1451214" y="159812"/>
                </a:cubicBezTo>
                <a:cubicBezTo>
                  <a:pt x="1439525" y="159812"/>
                  <a:pt x="1428826" y="157571"/>
                  <a:pt x="1419118" y="153088"/>
                </a:cubicBezTo>
                <a:cubicBezTo>
                  <a:pt x="1407237" y="147583"/>
                  <a:pt x="1401201" y="140027"/>
                  <a:pt x="1401009" y="130422"/>
                </a:cubicBezTo>
                <a:close/>
                <a:moveTo>
                  <a:pt x="1601055" y="72708"/>
                </a:moveTo>
                <a:cubicBezTo>
                  <a:pt x="1599713" y="72708"/>
                  <a:pt x="1598132" y="72645"/>
                  <a:pt x="1596312" y="72517"/>
                </a:cubicBezTo>
                <a:cubicBezTo>
                  <a:pt x="1594491" y="72387"/>
                  <a:pt x="1592911" y="72322"/>
                  <a:pt x="1591569" y="72322"/>
                </a:cubicBezTo>
                <a:cubicBezTo>
                  <a:pt x="1590100" y="72322"/>
                  <a:pt x="1585757" y="72806"/>
                  <a:pt x="1578539" y="73774"/>
                </a:cubicBezTo>
                <a:lnTo>
                  <a:pt x="1580359" y="130336"/>
                </a:lnTo>
                <a:lnTo>
                  <a:pt x="1580455" y="134548"/>
                </a:lnTo>
                <a:lnTo>
                  <a:pt x="1580551" y="139429"/>
                </a:lnTo>
                <a:cubicBezTo>
                  <a:pt x="1580807" y="153401"/>
                  <a:pt x="1577453" y="160387"/>
                  <a:pt x="1570491" y="160387"/>
                </a:cubicBezTo>
                <a:cubicBezTo>
                  <a:pt x="1567936" y="160387"/>
                  <a:pt x="1565716" y="159558"/>
                  <a:pt x="1563832" y="157899"/>
                </a:cubicBezTo>
                <a:cubicBezTo>
                  <a:pt x="1561948" y="156240"/>
                  <a:pt x="1561006" y="154167"/>
                  <a:pt x="1561006" y="151677"/>
                </a:cubicBezTo>
                <a:cubicBezTo>
                  <a:pt x="1561006" y="149254"/>
                  <a:pt x="1561101" y="145618"/>
                  <a:pt x="1561293" y="140770"/>
                </a:cubicBezTo>
                <a:cubicBezTo>
                  <a:pt x="1561485" y="135920"/>
                  <a:pt x="1561580" y="132282"/>
                  <a:pt x="1561580" y="129857"/>
                </a:cubicBezTo>
                <a:lnTo>
                  <a:pt x="1559664" y="73966"/>
                </a:lnTo>
                <a:cubicBezTo>
                  <a:pt x="1555001" y="73774"/>
                  <a:pt x="1547911" y="73228"/>
                  <a:pt x="1538394" y="72328"/>
                </a:cubicBezTo>
                <a:cubicBezTo>
                  <a:pt x="1532709" y="71558"/>
                  <a:pt x="1529867" y="68381"/>
                  <a:pt x="1529867" y="62798"/>
                </a:cubicBezTo>
                <a:cubicBezTo>
                  <a:pt x="1529867" y="59974"/>
                  <a:pt x="1530729" y="57632"/>
                  <a:pt x="1532454" y="55774"/>
                </a:cubicBezTo>
                <a:cubicBezTo>
                  <a:pt x="1534179" y="53914"/>
                  <a:pt x="1536382" y="52983"/>
                  <a:pt x="1539065" y="52983"/>
                </a:cubicBezTo>
                <a:lnTo>
                  <a:pt x="1559185" y="54612"/>
                </a:lnTo>
                <a:cubicBezTo>
                  <a:pt x="1559185" y="51345"/>
                  <a:pt x="1559041" y="46973"/>
                  <a:pt x="1558754" y="41498"/>
                </a:cubicBezTo>
                <a:cubicBezTo>
                  <a:pt x="1558467" y="36021"/>
                  <a:pt x="1558323" y="32066"/>
                  <a:pt x="1558323" y="29632"/>
                </a:cubicBezTo>
                <a:cubicBezTo>
                  <a:pt x="1558323" y="26942"/>
                  <a:pt x="1559249" y="24716"/>
                  <a:pt x="1561101" y="22956"/>
                </a:cubicBezTo>
                <a:cubicBezTo>
                  <a:pt x="1562954" y="21193"/>
                  <a:pt x="1565221" y="20312"/>
                  <a:pt x="1567904" y="20312"/>
                </a:cubicBezTo>
                <a:cubicBezTo>
                  <a:pt x="1573653" y="20312"/>
                  <a:pt x="1577006" y="25007"/>
                  <a:pt x="1577964" y="34396"/>
                </a:cubicBezTo>
                <a:cubicBezTo>
                  <a:pt x="1578156" y="36759"/>
                  <a:pt x="1578252" y="39602"/>
                  <a:pt x="1578252" y="42923"/>
                </a:cubicBezTo>
                <a:lnTo>
                  <a:pt x="1578060" y="48480"/>
                </a:lnTo>
                <a:lnTo>
                  <a:pt x="1577964" y="54421"/>
                </a:lnTo>
                <a:cubicBezTo>
                  <a:pt x="1585884" y="53399"/>
                  <a:pt x="1590420" y="52888"/>
                  <a:pt x="1591569" y="52888"/>
                </a:cubicBezTo>
                <a:cubicBezTo>
                  <a:pt x="1598212" y="52888"/>
                  <a:pt x="1602556" y="53207"/>
                  <a:pt x="1604600" y="53846"/>
                </a:cubicBezTo>
                <a:cubicBezTo>
                  <a:pt x="1608496" y="55131"/>
                  <a:pt x="1610444" y="58161"/>
                  <a:pt x="1610444" y="62936"/>
                </a:cubicBezTo>
                <a:cubicBezTo>
                  <a:pt x="1610444" y="65774"/>
                  <a:pt x="1609566" y="68112"/>
                  <a:pt x="1607809" y="69951"/>
                </a:cubicBezTo>
                <a:cubicBezTo>
                  <a:pt x="1606053" y="71789"/>
                  <a:pt x="1603801" y="72708"/>
                  <a:pt x="1601055" y="72708"/>
                </a:cubicBezTo>
                <a:close/>
                <a:moveTo>
                  <a:pt x="1703673" y="83260"/>
                </a:moveTo>
                <a:cubicBezTo>
                  <a:pt x="1703225" y="91244"/>
                  <a:pt x="1700032" y="95236"/>
                  <a:pt x="1694091" y="95236"/>
                </a:cubicBezTo>
                <a:cubicBezTo>
                  <a:pt x="1688598" y="95236"/>
                  <a:pt x="1685852" y="92087"/>
                  <a:pt x="1685852" y="85790"/>
                </a:cubicBezTo>
                <a:cubicBezTo>
                  <a:pt x="1685852" y="84580"/>
                  <a:pt x="1685756" y="82352"/>
                  <a:pt x="1685564" y="79107"/>
                </a:cubicBezTo>
                <a:lnTo>
                  <a:pt x="1685277" y="71092"/>
                </a:lnTo>
                <a:cubicBezTo>
                  <a:pt x="1675185" y="72307"/>
                  <a:pt x="1667105" y="75156"/>
                  <a:pt x="1661037" y="79637"/>
                </a:cubicBezTo>
                <a:cubicBezTo>
                  <a:pt x="1655352" y="83799"/>
                  <a:pt x="1650625" y="90072"/>
                  <a:pt x="1646857" y="98458"/>
                </a:cubicBezTo>
                <a:lnTo>
                  <a:pt x="1647048" y="151073"/>
                </a:lnTo>
                <a:cubicBezTo>
                  <a:pt x="1647048" y="157538"/>
                  <a:pt x="1643887" y="160771"/>
                  <a:pt x="1637563" y="160771"/>
                </a:cubicBezTo>
                <a:cubicBezTo>
                  <a:pt x="1631942" y="160771"/>
                  <a:pt x="1629132" y="157539"/>
                  <a:pt x="1629132" y="151076"/>
                </a:cubicBezTo>
                <a:lnTo>
                  <a:pt x="1629132" y="83694"/>
                </a:lnTo>
                <a:cubicBezTo>
                  <a:pt x="1629132" y="81582"/>
                  <a:pt x="1629212" y="78415"/>
                  <a:pt x="1629371" y="74193"/>
                </a:cubicBezTo>
                <a:cubicBezTo>
                  <a:pt x="1629531" y="69970"/>
                  <a:pt x="1629611" y="66802"/>
                  <a:pt x="1629611" y="64690"/>
                </a:cubicBezTo>
                <a:cubicBezTo>
                  <a:pt x="1629611" y="58227"/>
                  <a:pt x="1632421" y="54995"/>
                  <a:pt x="1638042" y="54995"/>
                </a:cubicBezTo>
                <a:cubicBezTo>
                  <a:pt x="1644302" y="54995"/>
                  <a:pt x="1647464" y="60297"/>
                  <a:pt x="1647527" y="70900"/>
                </a:cubicBezTo>
                <a:cubicBezTo>
                  <a:pt x="1659791" y="59019"/>
                  <a:pt x="1673396" y="53079"/>
                  <a:pt x="1688343" y="53079"/>
                </a:cubicBezTo>
                <a:cubicBezTo>
                  <a:pt x="1693517" y="53079"/>
                  <a:pt x="1697381" y="55027"/>
                  <a:pt x="1699936" y="58924"/>
                </a:cubicBezTo>
                <a:cubicBezTo>
                  <a:pt x="1702491" y="62820"/>
                  <a:pt x="1703768" y="68696"/>
                  <a:pt x="1703768" y="76553"/>
                </a:cubicBezTo>
                <a:cubicBezTo>
                  <a:pt x="1703768" y="79874"/>
                  <a:pt x="1703736" y="82110"/>
                  <a:pt x="1703673" y="83260"/>
                </a:cubicBezTo>
                <a:close/>
                <a:moveTo>
                  <a:pt x="1798230" y="160579"/>
                </a:moveTo>
                <a:cubicBezTo>
                  <a:pt x="1797016" y="160579"/>
                  <a:pt x="1794812" y="159162"/>
                  <a:pt x="1791619" y="156327"/>
                </a:cubicBezTo>
                <a:cubicBezTo>
                  <a:pt x="1788744" y="153686"/>
                  <a:pt x="1786605" y="151335"/>
                  <a:pt x="1785199" y="149273"/>
                </a:cubicBezTo>
                <a:cubicBezTo>
                  <a:pt x="1779068" y="152627"/>
                  <a:pt x="1773670" y="155158"/>
                  <a:pt x="1769007" y="156866"/>
                </a:cubicBezTo>
                <a:cubicBezTo>
                  <a:pt x="1764345" y="158575"/>
                  <a:pt x="1760448" y="159429"/>
                  <a:pt x="1757319" y="159429"/>
                </a:cubicBezTo>
                <a:cubicBezTo>
                  <a:pt x="1742372" y="159429"/>
                  <a:pt x="1731482" y="155213"/>
                  <a:pt x="1724647" y="146782"/>
                </a:cubicBezTo>
                <a:cubicBezTo>
                  <a:pt x="1718196" y="138862"/>
                  <a:pt x="1714970" y="126726"/>
                  <a:pt x="1714970" y="110374"/>
                </a:cubicBezTo>
                <a:cubicBezTo>
                  <a:pt x="1714970" y="94917"/>
                  <a:pt x="1720288" y="81695"/>
                  <a:pt x="1730923" y="70708"/>
                </a:cubicBezTo>
                <a:cubicBezTo>
                  <a:pt x="1741558" y="59722"/>
                  <a:pt x="1754253" y="54229"/>
                  <a:pt x="1769007" y="54229"/>
                </a:cubicBezTo>
                <a:cubicBezTo>
                  <a:pt x="1774564" y="54229"/>
                  <a:pt x="1780792" y="55666"/>
                  <a:pt x="1787691" y="58540"/>
                </a:cubicBezTo>
                <a:cubicBezTo>
                  <a:pt x="1796377" y="62117"/>
                  <a:pt x="1800721" y="66429"/>
                  <a:pt x="1800721" y="71475"/>
                </a:cubicBezTo>
                <a:cubicBezTo>
                  <a:pt x="1800721" y="73199"/>
                  <a:pt x="1800082" y="74732"/>
                  <a:pt x="1798805" y="76074"/>
                </a:cubicBezTo>
                <a:cubicBezTo>
                  <a:pt x="1798166" y="78501"/>
                  <a:pt x="1797671" y="82493"/>
                  <a:pt x="1797320" y="88050"/>
                </a:cubicBezTo>
                <a:cubicBezTo>
                  <a:pt x="1796968" y="93607"/>
                  <a:pt x="1796761" y="100729"/>
                  <a:pt x="1796697" y="109416"/>
                </a:cubicBezTo>
                <a:cubicBezTo>
                  <a:pt x="1796633" y="117336"/>
                  <a:pt x="1797176" y="123596"/>
                  <a:pt x="1798326" y="128195"/>
                </a:cubicBezTo>
                <a:cubicBezTo>
                  <a:pt x="1798964" y="131005"/>
                  <a:pt x="1800976" y="136626"/>
                  <a:pt x="1804362" y="145058"/>
                </a:cubicBezTo>
                <a:cubicBezTo>
                  <a:pt x="1804809" y="146207"/>
                  <a:pt x="1805543" y="147900"/>
                  <a:pt x="1806565" y="150136"/>
                </a:cubicBezTo>
                <a:lnTo>
                  <a:pt x="1807140" y="151764"/>
                </a:lnTo>
                <a:cubicBezTo>
                  <a:pt x="1807140" y="154319"/>
                  <a:pt x="1806246" y="156427"/>
                  <a:pt x="1804457" y="158088"/>
                </a:cubicBezTo>
                <a:cubicBezTo>
                  <a:pt x="1802669" y="159749"/>
                  <a:pt x="1800593" y="160579"/>
                  <a:pt x="1798230" y="160579"/>
                </a:cubicBezTo>
                <a:moveTo>
                  <a:pt x="1778301" y="94026"/>
                </a:moveTo>
                <a:cubicBezTo>
                  <a:pt x="1778301" y="91286"/>
                  <a:pt x="1778477" y="88308"/>
                  <a:pt x="1778828" y="85092"/>
                </a:cubicBezTo>
                <a:cubicBezTo>
                  <a:pt x="1779179" y="81874"/>
                  <a:pt x="1779706" y="78450"/>
                  <a:pt x="1780409" y="74819"/>
                </a:cubicBezTo>
                <a:cubicBezTo>
                  <a:pt x="1778046" y="73608"/>
                  <a:pt x="1776018" y="72715"/>
                  <a:pt x="1774325" y="72143"/>
                </a:cubicBezTo>
                <a:cubicBezTo>
                  <a:pt x="1772632" y="71570"/>
                  <a:pt x="1771275" y="71283"/>
                  <a:pt x="1770253" y="71283"/>
                </a:cubicBezTo>
                <a:cubicBezTo>
                  <a:pt x="1760353" y="71283"/>
                  <a:pt x="1751809" y="75312"/>
                  <a:pt x="1744624" y="83370"/>
                </a:cubicBezTo>
                <a:cubicBezTo>
                  <a:pt x="1737438" y="91428"/>
                  <a:pt x="1733845" y="100713"/>
                  <a:pt x="1733845" y="111224"/>
                </a:cubicBezTo>
                <a:cubicBezTo>
                  <a:pt x="1733845" y="121672"/>
                  <a:pt x="1735697" y="129507"/>
                  <a:pt x="1739402" y="134731"/>
                </a:cubicBezTo>
                <a:cubicBezTo>
                  <a:pt x="1743107" y="139955"/>
                  <a:pt x="1748664" y="142566"/>
                  <a:pt x="1756073" y="142566"/>
                </a:cubicBezTo>
                <a:cubicBezTo>
                  <a:pt x="1762205" y="142566"/>
                  <a:pt x="1767411" y="141452"/>
                  <a:pt x="1771690" y="139222"/>
                </a:cubicBezTo>
                <a:cubicBezTo>
                  <a:pt x="1773990" y="138012"/>
                  <a:pt x="1777215" y="135592"/>
                  <a:pt x="1781367" y="131961"/>
                </a:cubicBezTo>
                <a:cubicBezTo>
                  <a:pt x="1779323" y="115079"/>
                  <a:pt x="1778301" y="102434"/>
                  <a:pt x="1778301" y="94026"/>
                </a:cubicBezTo>
                <a:close/>
                <a:moveTo>
                  <a:pt x="1887355" y="72708"/>
                </a:moveTo>
                <a:cubicBezTo>
                  <a:pt x="1886014" y="72708"/>
                  <a:pt x="1884433" y="72645"/>
                  <a:pt x="1882612" y="72517"/>
                </a:cubicBezTo>
                <a:cubicBezTo>
                  <a:pt x="1880792" y="72387"/>
                  <a:pt x="1879211" y="72322"/>
                  <a:pt x="1877870" y="72322"/>
                </a:cubicBezTo>
                <a:cubicBezTo>
                  <a:pt x="1876401" y="72322"/>
                  <a:pt x="1872057" y="72806"/>
                  <a:pt x="1864839" y="73774"/>
                </a:cubicBezTo>
                <a:lnTo>
                  <a:pt x="1866660" y="130336"/>
                </a:lnTo>
                <a:lnTo>
                  <a:pt x="1866756" y="134548"/>
                </a:lnTo>
                <a:lnTo>
                  <a:pt x="1866851" y="139429"/>
                </a:lnTo>
                <a:cubicBezTo>
                  <a:pt x="1867107" y="153401"/>
                  <a:pt x="1863753" y="160387"/>
                  <a:pt x="1856791" y="160387"/>
                </a:cubicBezTo>
                <a:cubicBezTo>
                  <a:pt x="1854236" y="160387"/>
                  <a:pt x="1852017" y="159558"/>
                  <a:pt x="1850132" y="157899"/>
                </a:cubicBezTo>
                <a:cubicBezTo>
                  <a:pt x="1848248" y="156240"/>
                  <a:pt x="1847306" y="154167"/>
                  <a:pt x="1847306" y="151677"/>
                </a:cubicBezTo>
                <a:cubicBezTo>
                  <a:pt x="1847306" y="149254"/>
                  <a:pt x="1847402" y="145618"/>
                  <a:pt x="1847593" y="140770"/>
                </a:cubicBezTo>
                <a:cubicBezTo>
                  <a:pt x="1847785" y="135920"/>
                  <a:pt x="1847881" y="132282"/>
                  <a:pt x="1847881" y="129857"/>
                </a:cubicBezTo>
                <a:lnTo>
                  <a:pt x="1845965" y="73966"/>
                </a:lnTo>
                <a:cubicBezTo>
                  <a:pt x="1841302" y="73774"/>
                  <a:pt x="1834212" y="73228"/>
                  <a:pt x="1824695" y="72328"/>
                </a:cubicBezTo>
                <a:cubicBezTo>
                  <a:pt x="1819010" y="71558"/>
                  <a:pt x="1816167" y="68381"/>
                  <a:pt x="1816167" y="62798"/>
                </a:cubicBezTo>
                <a:cubicBezTo>
                  <a:pt x="1816167" y="59974"/>
                  <a:pt x="1817030" y="57632"/>
                  <a:pt x="1818754" y="55774"/>
                </a:cubicBezTo>
                <a:cubicBezTo>
                  <a:pt x="1820479" y="53914"/>
                  <a:pt x="1822683" y="52983"/>
                  <a:pt x="1825365" y="52983"/>
                </a:cubicBezTo>
                <a:lnTo>
                  <a:pt x="1845486" y="54612"/>
                </a:lnTo>
                <a:cubicBezTo>
                  <a:pt x="1845486" y="51345"/>
                  <a:pt x="1845342" y="46973"/>
                  <a:pt x="1845054" y="41498"/>
                </a:cubicBezTo>
                <a:cubicBezTo>
                  <a:pt x="1844767" y="36021"/>
                  <a:pt x="1844623" y="32066"/>
                  <a:pt x="1844623" y="29632"/>
                </a:cubicBezTo>
                <a:cubicBezTo>
                  <a:pt x="1844623" y="26942"/>
                  <a:pt x="1845549" y="24716"/>
                  <a:pt x="1847402" y="22956"/>
                </a:cubicBezTo>
                <a:cubicBezTo>
                  <a:pt x="1849254" y="21193"/>
                  <a:pt x="1851522" y="20312"/>
                  <a:pt x="1854204" y="20312"/>
                </a:cubicBezTo>
                <a:cubicBezTo>
                  <a:pt x="1859953" y="20312"/>
                  <a:pt x="1863306" y="25007"/>
                  <a:pt x="1864264" y="34396"/>
                </a:cubicBezTo>
                <a:cubicBezTo>
                  <a:pt x="1864456" y="36759"/>
                  <a:pt x="1864552" y="39602"/>
                  <a:pt x="1864552" y="42923"/>
                </a:cubicBezTo>
                <a:lnTo>
                  <a:pt x="1864360" y="48480"/>
                </a:lnTo>
                <a:lnTo>
                  <a:pt x="1864264" y="54421"/>
                </a:lnTo>
                <a:cubicBezTo>
                  <a:pt x="1872185" y="53399"/>
                  <a:pt x="1876720" y="52888"/>
                  <a:pt x="1877870" y="52888"/>
                </a:cubicBezTo>
                <a:cubicBezTo>
                  <a:pt x="1884512" y="52888"/>
                  <a:pt x="1888856" y="53207"/>
                  <a:pt x="1890900" y="53846"/>
                </a:cubicBezTo>
                <a:cubicBezTo>
                  <a:pt x="1894796" y="55131"/>
                  <a:pt x="1896744" y="58161"/>
                  <a:pt x="1896744" y="62936"/>
                </a:cubicBezTo>
                <a:cubicBezTo>
                  <a:pt x="1896744" y="65774"/>
                  <a:pt x="1895866" y="68112"/>
                  <a:pt x="1894110" y="69951"/>
                </a:cubicBezTo>
                <a:cubicBezTo>
                  <a:pt x="1892353" y="71789"/>
                  <a:pt x="1890101" y="72708"/>
                  <a:pt x="1887355" y="72708"/>
                </a:cubicBezTo>
                <a:close/>
                <a:moveTo>
                  <a:pt x="1960176" y="158663"/>
                </a:moveTo>
                <a:cubicBezTo>
                  <a:pt x="1945741" y="158663"/>
                  <a:pt x="1934052" y="155051"/>
                  <a:pt x="1925109" y="147827"/>
                </a:cubicBezTo>
                <a:cubicBezTo>
                  <a:pt x="1915337" y="139835"/>
                  <a:pt x="1910450" y="128646"/>
                  <a:pt x="1910450" y="114260"/>
                </a:cubicBezTo>
                <a:cubicBezTo>
                  <a:pt x="1910450" y="97639"/>
                  <a:pt x="1914474" y="83703"/>
                  <a:pt x="1922522" y="72451"/>
                </a:cubicBezTo>
                <a:cubicBezTo>
                  <a:pt x="1931273" y="60175"/>
                  <a:pt x="1942962" y="54037"/>
                  <a:pt x="1957589" y="54037"/>
                </a:cubicBezTo>
                <a:cubicBezTo>
                  <a:pt x="1968192" y="54037"/>
                  <a:pt x="1976847" y="55826"/>
                  <a:pt x="1983554" y="59403"/>
                </a:cubicBezTo>
                <a:cubicBezTo>
                  <a:pt x="1991794" y="63810"/>
                  <a:pt x="1995913" y="70581"/>
                  <a:pt x="1995913" y="79715"/>
                </a:cubicBezTo>
                <a:cubicBezTo>
                  <a:pt x="1995913" y="86102"/>
                  <a:pt x="1992305" y="91914"/>
                  <a:pt x="1985087" y="97152"/>
                </a:cubicBezTo>
                <a:cubicBezTo>
                  <a:pt x="1981893" y="99452"/>
                  <a:pt x="1975123" y="103029"/>
                  <a:pt x="1964775" y="107883"/>
                </a:cubicBezTo>
                <a:lnTo>
                  <a:pt x="1928175" y="125225"/>
                </a:lnTo>
                <a:cubicBezTo>
                  <a:pt x="1931752" y="130526"/>
                  <a:pt x="1936207" y="134518"/>
                  <a:pt x="1941541" y="137201"/>
                </a:cubicBezTo>
                <a:cubicBezTo>
                  <a:pt x="1946874" y="139884"/>
                  <a:pt x="1953086" y="141225"/>
                  <a:pt x="1960176" y="141225"/>
                </a:cubicBezTo>
                <a:cubicBezTo>
                  <a:pt x="1964583" y="141225"/>
                  <a:pt x="1969757" y="140395"/>
                  <a:pt x="1975697" y="138734"/>
                </a:cubicBezTo>
                <a:cubicBezTo>
                  <a:pt x="1983235" y="136626"/>
                  <a:pt x="1988089" y="133864"/>
                  <a:pt x="1990261" y="130446"/>
                </a:cubicBezTo>
                <a:cubicBezTo>
                  <a:pt x="1992432" y="127029"/>
                  <a:pt x="1994764" y="125321"/>
                  <a:pt x="1997255" y="125321"/>
                </a:cubicBezTo>
                <a:cubicBezTo>
                  <a:pt x="1999490" y="125321"/>
                  <a:pt x="2001486" y="126170"/>
                  <a:pt x="2003243" y="127868"/>
                </a:cubicBezTo>
                <a:cubicBezTo>
                  <a:pt x="2005000" y="129565"/>
                  <a:pt x="2005878" y="131534"/>
                  <a:pt x="2005878" y="133776"/>
                </a:cubicBezTo>
                <a:cubicBezTo>
                  <a:pt x="2005878" y="140886"/>
                  <a:pt x="2000161" y="147004"/>
                  <a:pt x="1988728" y="152130"/>
                </a:cubicBezTo>
                <a:cubicBezTo>
                  <a:pt x="1978955" y="156485"/>
                  <a:pt x="1969438" y="158663"/>
                  <a:pt x="1960176" y="158663"/>
                </a:cubicBezTo>
                <a:moveTo>
                  <a:pt x="1957589" y="71283"/>
                </a:moveTo>
                <a:cubicBezTo>
                  <a:pt x="1949797" y="71283"/>
                  <a:pt x="1943313" y="74301"/>
                  <a:pt x="1938140" y="80337"/>
                </a:cubicBezTo>
                <a:cubicBezTo>
                  <a:pt x="1932966" y="86373"/>
                  <a:pt x="1929101" y="95459"/>
                  <a:pt x="1926546" y="107596"/>
                </a:cubicBezTo>
                <a:lnTo>
                  <a:pt x="1955960" y="93607"/>
                </a:lnTo>
                <a:cubicBezTo>
                  <a:pt x="1967522" y="87986"/>
                  <a:pt x="1975761" y="83100"/>
                  <a:pt x="1980680" y="78948"/>
                </a:cubicBezTo>
                <a:cubicBezTo>
                  <a:pt x="1975186" y="73838"/>
                  <a:pt x="1967490" y="71283"/>
                  <a:pt x="1957589" y="71283"/>
                </a:cubicBezTo>
                <a:close/>
                <a:moveTo>
                  <a:pt x="2101123" y="112961"/>
                </a:moveTo>
                <a:lnTo>
                  <a:pt x="2098920" y="145153"/>
                </a:lnTo>
                <a:cubicBezTo>
                  <a:pt x="2098537" y="157928"/>
                  <a:pt x="2097227" y="168371"/>
                  <a:pt x="2094992" y="176483"/>
                </a:cubicBezTo>
                <a:cubicBezTo>
                  <a:pt x="2092117" y="186831"/>
                  <a:pt x="2087518" y="194464"/>
                  <a:pt x="2081195" y="199382"/>
                </a:cubicBezTo>
                <a:cubicBezTo>
                  <a:pt x="2073530" y="205323"/>
                  <a:pt x="2062448" y="208293"/>
                  <a:pt x="2047948" y="208293"/>
                </a:cubicBezTo>
                <a:cubicBezTo>
                  <a:pt x="2039453" y="208293"/>
                  <a:pt x="2032331" y="207718"/>
                  <a:pt x="2026583" y="206568"/>
                </a:cubicBezTo>
                <a:cubicBezTo>
                  <a:pt x="2018535" y="204971"/>
                  <a:pt x="2014511" y="201650"/>
                  <a:pt x="2014511" y="196604"/>
                </a:cubicBezTo>
                <a:cubicBezTo>
                  <a:pt x="2014511" y="190919"/>
                  <a:pt x="2017289" y="188077"/>
                  <a:pt x="2022846" y="188077"/>
                </a:cubicBezTo>
                <a:cubicBezTo>
                  <a:pt x="2025146" y="188077"/>
                  <a:pt x="2028978" y="188635"/>
                  <a:pt x="2034343" y="189753"/>
                </a:cubicBezTo>
                <a:cubicBezTo>
                  <a:pt x="2039709" y="190871"/>
                  <a:pt x="2045649" y="191366"/>
                  <a:pt x="2052164" y="191238"/>
                </a:cubicBezTo>
                <a:cubicBezTo>
                  <a:pt x="2064428" y="191035"/>
                  <a:pt x="2072891" y="184745"/>
                  <a:pt x="2077554" y="172370"/>
                </a:cubicBezTo>
                <a:cubicBezTo>
                  <a:pt x="2080620" y="164118"/>
                  <a:pt x="2082249" y="151437"/>
                  <a:pt x="2082440" y="134327"/>
                </a:cubicBezTo>
                <a:cubicBezTo>
                  <a:pt x="2078991" y="141800"/>
                  <a:pt x="2074887" y="147405"/>
                  <a:pt x="2070129" y="151142"/>
                </a:cubicBezTo>
                <a:cubicBezTo>
                  <a:pt x="2065370" y="154878"/>
                  <a:pt x="2059925" y="156746"/>
                  <a:pt x="2053793" y="156746"/>
                </a:cubicBezTo>
                <a:cubicBezTo>
                  <a:pt x="2042232" y="156746"/>
                  <a:pt x="2032826" y="152798"/>
                  <a:pt x="2025577" y="144902"/>
                </a:cubicBezTo>
                <a:cubicBezTo>
                  <a:pt x="2018327" y="137005"/>
                  <a:pt x="2014702" y="126760"/>
                  <a:pt x="2014702" y="114165"/>
                </a:cubicBezTo>
                <a:cubicBezTo>
                  <a:pt x="2014702" y="96903"/>
                  <a:pt x="2019652" y="82997"/>
                  <a:pt x="2029553" y="72448"/>
                </a:cubicBezTo>
                <a:cubicBezTo>
                  <a:pt x="2039773" y="61579"/>
                  <a:pt x="2053697" y="56145"/>
                  <a:pt x="2071326" y="56145"/>
                </a:cubicBezTo>
                <a:cubicBezTo>
                  <a:pt x="2077267" y="56145"/>
                  <a:pt x="2082249" y="56912"/>
                  <a:pt x="2086273" y="58445"/>
                </a:cubicBezTo>
                <a:cubicBezTo>
                  <a:pt x="2090297" y="59978"/>
                  <a:pt x="2093363" y="62277"/>
                  <a:pt x="2095471" y="65343"/>
                </a:cubicBezTo>
                <a:cubicBezTo>
                  <a:pt x="2102305" y="65535"/>
                  <a:pt x="2105722" y="69335"/>
                  <a:pt x="2105722" y="76744"/>
                </a:cubicBezTo>
                <a:cubicBezTo>
                  <a:pt x="2105722" y="81279"/>
                  <a:pt x="2105052" y="87348"/>
                  <a:pt x="2103710" y="94948"/>
                </a:cubicBezTo>
                <a:cubicBezTo>
                  <a:pt x="2102241" y="103763"/>
                  <a:pt x="2101379" y="109767"/>
                  <a:pt x="2101123" y="112961"/>
                </a:cubicBezTo>
                <a:moveTo>
                  <a:pt x="2070368" y="75307"/>
                </a:moveTo>
                <a:cubicBezTo>
                  <a:pt x="2058232" y="75307"/>
                  <a:pt x="2048843" y="79074"/>
                  <a:pt x="2042200" y="86607"/>
                </a:cubicBezTo>
                <a:cubicBezTo>
                  <a:pt x="2036260" y="93392"/>
                  <a:pt x="2033289" y="102018"/>
                  <a:pt x="2033289" y="112485"/>
                </a:cubicBezTo>
                <a:cubicBezTo>
                  <a:pt x="2033289" y="120822"/>
                  <a:pt x="2035046" y="127090"/>
                  <a:pt x="2038559" y="131288"/>
                </a:cubicBezTo>
                <a:cubicBezTo>
                  <a:pt x="2042072" y="135485"/>
                  <a:pt x="2047342" y="137584"/>
                  <a:pt x="2054368" y="137584"/>
                </a:cubicBezTo>
                <a:cubicBezTo>
                  <a:pt x="2060819" y="137584"/>
                  <a:pt x="2067079" y="134307"/>
                  <a:pt x="2073147" y="127752"/>
                </a:cubicBezTo>
                <a:cubicBezTo>
                  <a:pt x="2078640" y="121714"/>
                  <a:pt x="2081770" y="115733"/>
                  <a:pt x="2082536" y="109811"/>
                </a:cubicBezTo>
                <a:cubicBezTo>
                  <a:pt x="2083878" y="103599"/>
                  <a:pt x="2085315" y="93852"/>
                  <a:pt x="2086848" y="80568"/>
                </a:cubicBezTo>
                <a:cubicBezTo>
                  <a:pt x="2084293" y="78785"/>
                  <a:pt x="2081642" y="77463"/>
                  <a:pt x="2078895" y="76601"/>
                </a:cubicBezTo>
                <a:cubicBezTo>
                  <a:pt x="2076149" y="75738"/>
                  <a:pt x="2073306" y="75307"/>
                  <a:pt x="2070368" y="75307"/>
                </a:cubicBezTo>
                <a:close/>
                <a:moveTo>
                  <a:pt x="2209864" y="68777"/>
                </a:moveTo>
                <a:lnTo>
                  <a:pt x="2176713" y="140453"/>
                </a:lnTo>
                <a:cubicBezTo>
                  <a:pt x="2168538" y="157892"/>
                  <a:pt x="2162278" y="172488"/>
                  <a:pt x="2157935" y="184241"/>
                </a:cubicBezTo>
                <a:lnTo>
                  <a:pt x="2151611" y="202831"/>
                </a:lnTo>
                <a:cubicBezTo>
                  <a:pt x="2149950" y="207494"/>
                  <a:pt x="2147076" y="209826"/>
                  <a:pt x="2142988" y="209826"/>
                </a:cubicBezTo>
                <a:cubicBezTo>
                  <a:pt x="2140305" y="209826"/>
                  <a:pt x="2137990" y="208942"/>
                  <a:pt x="2136042" y="207176"/>
                </a:cubicBezTo>
                <a:cubicBezTo>
                  <a:pt x="2134094" y="205411"/>
                  <a:pt x="2133120" y="203213"/>
                  <a:pt x="2133120" y="200580"/>
                </a:cubicBezTo>
                <a:cubicBezTo>
                  <a:pt x="2133120" y="194161"/>
                  <a:pt x="2140018" y="175690"/>
                  <a:pt x="2153815" y="145168"/>
                </a:cubicBezTo>
                <a:lnTo>
                  <a:pt x="2119514" y="79065"/>
                </a:lnTo>
                <a:lnTo>
                  <a:pt x="2115203" y="72059"/>
                </a:lnTo>
                <a:cubicBezTo>
                  <a:pt x="2113478" y="69117"/>
                  <a:pt x="2112616" y="66654"/>
                  <a:pt x="2112616" y="64672"/>
                </a:cubicBezTo>
                <a:cubicBezTo>
                  <a:pt x="2112616" y="62053"/>
                  <a:pt x="2113622" y="59754"/>
                  <a:pt x="2115634" y="57774"/>
                </a:cubicBezTo>
                <a:cubicBezTo>
                  <a:pt x="2117646" y="55794"/>
                  <a:pt x="2119898" y="54804"/>
                  <a:pt x="2122389" y="54804"/>
                </a:cubicBezTo>
                <a:cubicBezTo>
                  <a:pt x="2125327" y="54804"/>
                  <a:pt x="2127594" y="55922"/>
                  <a:pt x="2129191" y="58157"/>
                </a:cubicBezTo>
                <a:cubicBezTo>
                  <a:pt x="2140050" y="73253"/>
                  <a:pt x="2151707" y="94746"/>
                  <a:pt x="2164162" y="122635"/>
                </a:cubicBezTo>
                <a:lnTo>
                  <a:pt x="2178342" y="89478"/>
                </a:lnTo>
                <a:cubicBezTo>
                  <a:pt x="2183452" y="78039"/>
                  <a:pt x="2188370" y="68205"/>
                  <a:pt x="2193097" y="59978"/>
                </a:cubicBezTo>
                <a:cubicBezTo>
                  <a:pt x="2195141" y="56401"/>
                  <a:pt x="2197824" y="54612"/>
                  <a:pt x="2201145" y="54612"/>
                </a:cubicBezTo>
                <a:cubicBezTo>
                  <a:pt x="2203764" y="54612"/>
                  <a:pt x="2206079" y="55537"/>
                  <a:pt x="2208091" y="57388"/>
                </a:cubicBezTo>
                <a:cubicBezTo>
                  <a:pt x="2210104" y="59238"/>
                  <a:pt x="2211110" y="61440"/>
                  <a:pt x="2211110" y="63993"/>
                </a:cubicBezTo>
                <a:cubicBezTo>
                  <a:pt x="2211110" y="65396"/>
                  <a:pt x="2210694" y="66991"/>
                  <a:pt x="2209864" y="68777"/>
                </a:cubicBezTo>
                <a:close/>
              </a:path>
            </a:pathLst>
          </a:custGeom>
          <a:solidFill xmlns:a="http://schemas.openxmlformats.org/drawingml/2006/main">
            <a:srgbClr val="8650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Text R">
            <a:extLst xmlns:a="http://schemas.openxmlformats.org/drawingml/2006/main">
              <a:ext uri="{FF2B5EF4-FFF2-40B4-BE49-F238E27FC236}">
                <a16:creationId xmlns:a16="http://schemas.microsoft.com/office/drawing/2014/main" id="{DEECCA10-DB36-41F5-BAA6-848F7E6D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177" y="4956818"/>
            <a:ext cx="83717" cy="118706"/>
          </a:xfrm>
          <a:custGeom xmlns:a="http://schemas.openxmlformats.org/drawingml/2006/main">
            <a:pathLst>
              <a:path w="83717" h="118706">
                <a:moveTo>
                  <a:pt x="76031" y="116898"/>
                </a:moveTo>
                <a:cubicBezTo>
                  <a:pt x="74122" y="116898"/>
                  <a:pt x="72339" y="116091"/>
                  <a:pt x="70681" y="114479"/>
                </a:cubicBezTo>
                <a:cubicBezTo>
                  <a:pt x="54053" y="98005"/>
                  <a:pt x="35567" y="86921"/>
                  <a:pt x="15221" y="81227"/>
                </a:cubicBezTo>
                <a:lnTo>
                  <a:pt x="15824" y="96037"/>
                </a:lnTo>
                <a:lnTo>
                  <a:pt x="16201" y="110923"/>
                </a:lnTo>
                <a:cubicBezTo>
                  <a:pt x="16201" y="113140"/>
                  <a:pt x="15485" y="114991"/>
                  <a:pt x="14053" y="116476"/>
                </a:cubicBezTo>
                <a:cubicBezTo>
                  <a:pt x="12622" y="117963"/>
                  <a:pt x="10826" y="118706"/>
                  <a:pt x="8666" y="118706"/>
                </a:cubicBezTo>
                <a:cubicBezTo>
                  <a:pt x="6505" y="118706"/>
                  <a:pt x="4710" y="117964"/>
                  <a:pt x="3278" y="116481"/>
                </a:cubicBezTo>
                <a:cubicBezTo>
                  <a:pt x="1846" y="114999"/>
                  <a:pt x="1130" y="113152"/>
                  <a:pt x="1130" y="110940"/>
                </a:cubicBezTo>
                <a:cubicBezTo>
                  <a:pt x="1130" y="106968"/>
                  <a:pt x="942" y="101049"/>
                  <a:pt x="565" y="93183"/>
                </a:cubicBezTo>
                <a:cubicBezTo>
                  <a:pt x="188" y="85316"/>
                  <a:pt x="0" y="79397"/>
                  <a:pt x="0" y="75425"/>
                </a:cubicBezTo>
                <a:cubicBezTo>
                  <a:pt x="0" y="70800"/>
                  <a:pt x="502" y="63914"/>
                  <a:pt x="1507" y="54767"/>
                </a:cubicBezTo>
                <a:cubicBezTo>
                  <a:pt x="2512" y="45618"/>
                  <a:pt x="3014" y="38756"/>
                  <a:pt x="3014" y="34181"/>
                </a:cubicBezTo>
                <a:cubicBezTo>
                  <a:pt x="3014" y="31618"/>
                  <a:pt x="2776" y="27823"/>
                  <a:pt x="2298" y="22796"/>
                </a:cubicBezTo>
                <a:cubicBezTo>
                  <a:pt x="1821" y="17769"/>
                  <a:pt x="1582" y="13974"/>
                  <a:pt x="1582" y="11410"/>
                </a:cubicBezTo>
                <a:cubicBezTo>
                  <a:pt x="1582" y="8545"/>
                  <a:pt x="2386" y="6032"/>
                  <a:pt x="3994" y="3870"/>
                </a:cubicBezTo>
                <a:cubicBezTo>
                  <a:pt x="5903" y="1206"/>
                  <a:pt x="8540" y="0"/>
                  <a:pt x="11906" y="251"/>
                </a:cubicBezTo>
                <a:lnTo>
                  <a:pt x="30066" y="1683"/>
                </a:lnTo>
                <a:cubicBezTo>
                  <a:pt x="36948" y="2538"/>
                  <a:pt x="42750" y="4223"/>
                  <a:pt x="47472" y="6736"/>
                </a:cubicBezTo>
                <a:cubicBezTo>
                  <a:pt x="67818" y="17543"/>
                  <a:pt x="77990" y="30739"/>
                  <a:pt x="77990" y="46322"/>
                </a:cubicBezTo>
                <a:cubicBezTo>
                  <a:pt x="77990" y="53963"/>
                  <a:pt x="74524" y="60724"/>
                  <a:pt x="67592" y="66604"/>
                </a:cubicBezTo>
                <a:cubicBezTo>
                  <a:pt x="62015" y="71329"/>
                  <a:pt x="55058" y="74924"/>
                  <a:pt x="46719" y="77387"/>
                </a:cubicBezTo>
                <a:cubicBezTo>
                  <a:pt x="62342" y="85782"/>
                  <a:pt x="74022" y="94629"/>
                  <a:pt x="81758" y="103927"/>
                </a:cubicBezTo>
                <a:cubicBezTo>
                  <a:pt x="83064" y="105537"/>
                  <a:pt x="83717" y="107246"/>
                  <a:pt x="83717" y="109056"/>
                </a:cubicBezTo>
                <a:cubicBezTo>
                  <a:pt x="83717" y="111168"/>
                  <a:pt x="82951" y="113003"/>
                  <a:pt x="81419" y="114562"/>
                </a:cubicBezTo>
                <a:cubicBezTo>
                  <a:pt x="79887" y="116119"/>
                  <a:pt x="78091" y="116898"/>
                  <a:pt x="76031" y="116898"/>
                </a:cubicBezTo>
                <a:moveTo>
                  <a:pt x="28031" y="17279"/>
                </a:moveTo>
                <a:lnTo>
                  <a:pt x="16879" y="16377"/>
                </a:lnTo>
                <a:lnTo>
                  <a:pt x="17633" y="25466"/>
                </a:lnTo>
                <a:cubicBezTo>
                  <a:pt x="17984" y="29173"/>
                  <a:pt x="18160" y="32202"/>
                  <a:pt x="18160" y="34556"/>
                </a:cubicBezTo>
                <a:cubicBezTo>
                  <a:pt x="18160" y="38562"/>
                  <a:pt x="17834" y="43545"/>
                  <a:pt x="17180" y="49504"/>
                </a:cubicBezTo>
                <a:lnTo>
                  <a:pt x="15598" y="64452"/>
                </a:lnTo>
                <a:cubicBezTo>
                  <a:pt x="16301" y="64452"/>
                  <a:pt x="17394" y="64477"/>
                  <a:pt x="18876" y="64527"/>
                </a:cubicBezTo>
                <a:cubicBezTo>
                  <a:pt x="20358" y="64577"/>
                  <a:pt x="21476" y="64603"/>
                  <a:pt x="22229" y="64603"/>
                </a:cubicBezTo>
                <a:cubicBezTo>
                  <a:pt x="35039" y="64603"/>
                  <a:pt x="44634" y="62900"/>
                  <a:pt x="51014" y="59495"/>
                </a:cubicBezTo>
                <a:cubicBezTo>
                  <a:pt x="53827" y="57943"/>
                  <a:pt x="56439" y="55914"/>
                  <a:pt x="58851" y="53410"/>
                </a:cubicBezTo>
                <a:cubicBezTo>
                  <a:pt x="61513" y="50605"/>
                  <a:pt x="62844" y="48226"/>
                  <a:pt x="62844" y="46273"/>
                </a:cubicBezTo>
                <a:cubicBezTo>
                  <a:pt x="62844" y="39312"/>
                  <a:pt x="58876" y="32827"/>
                  <a:pt x="50939" y="26818"/>
                </a:cubicBezTo>
                <a:cubicBezTo>
                  <a:pt x="43654" y="21309"/>
                  <a:pt x="36019" y="18129"/>
                  <a:pt x="28031" y="17279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Text Acc">
            <a:extLst xmlns:a="http://schemas.openxmlformats.org/drawingml/2006/main">
              <a:ext uri="{FF2B5EF4-FFF2-40B4-BE49-F238E27FC236}">
                <a16:creationId xmlns:a16="http://schemas.microsoft.com/office/drawing/2014/main" id="{E7FF3927-B9D5-4876-AE0E-37788514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157" y="5030270"/>
            <a:ext cx="165442" cy="75710"/>
          </a:xfrm>
          <a:custGeom xmlns:a="http://schemas.openxmlformats.org/drawingml/2006/main">
            <a:pathLst>
              <a:path w="165442" h="75710">
                <a:moveTo>
                  <a:pt x="54942" y="74041"/>
                </a:moveTo>
                <a:cubicBezTo>
                  <a:pt x="51930" y="74041"/>
                  <a:pt x="49312" y="70192"/>
                  <a:pt x="47086" y="62495"/>
                </a:cubicBezTo>
                <a:cubicBezTo>
                  <a:pt x="46235" y="59550"/>
                  <a:pt x="45171" y="54397"/>
                  <a:pt x="43894" y="47037"/>
                </a:cubicBezTo>
                <a:cubicBezTo>
                  <a:pt x="40556" y="47492"/>
                  <a:pt x="36186" y="48305"/>
                  <a:pt x="30785" y="49476"/>
                </a:cubicBezTo>
                <a:lnTo>
                  <a:pt x="17725" y="52160"/>
                </a:lnTo>
                <a:cubicBezTo>
                  <a:pt x="16088" y="56455"/>
                  <a:pt x="13289" y="62733"/>
                  <a:pt x="9329" y="70995"/>
                </a:cubicBezTo>
                <a:cubicBezTo>
                  <a:pt x="8281" y="72829"/>
                  <a:pt x="6857" y="73746"/>
                  <a:pt x="5057" y="73746"/>
                </a:cubicBezTo>
                <a:cubicBezTo>
                  <a:pt x="3748" y="73746"/>
                  <a:pt x="2578" y="73272"/>
                  <a:pt x="1547" y="72322"/>
                </a:cubicBezTo>
                <a:cubicBezTo>
                  <a:pt x="516" y="71373"/>
                  <a:pt x="0" y="70195"/>
                  <a:pt x="0" y="68787"/>
                </a:cubicBezTo>
                <a:cubicBezTo>
                  <a:pt x="0" y="67215"/>
                  <a:pt x="2471" y="61240"/>
                  <a:pt x="7414" y="50863"/>
                </a:cubicBezTo>
                <a:cubicBezTo>
                  <a:pt x="6857" y="50012"/>
                  <a:pt x="6579" y="49030"/>
                  <a:pt x="6579" y="47916"/>
                </a:cubicBezTo>
                <a:cubicBezTo>
                  <a:pt x="6579" y="45264"/>
                  <a:pt x="8183" y="43562"/>
                  <a:pt x="11391" y="42810"/>
                </a:cubicBezTo>
                <a:cubicBezTo>
                  <a:pt x="15122" y="35798"/>
                  <a:pt x="19836" y="27737"/>
                  <a:pt x="25531" y="18628"/>
                </a:cubicBezTo>
                <a:cubicBezTo>
                  <a:pt x="33289" y="6209"/>
                  <a:pt x="38117" y="0"/>
                  <a:pt x="40015" y="0"/>
                </a:cubicBezTo>
                <a:cubicBezTo>
                  <a:pt x="42601" y="0"/>
                  <a:pt x="44369" y="1802"/>
                  <a:pt x="45318" y="5407"/>
                </a:cubicBezTo>
                <a:lnTo>
                  <a:pt x="48411" y="21915"/>
                </a:lnTo>
                <a:lnTo>
                  <a:pt x="55727" y="56059"/>
                </a:lnTo>
                <a:lnTo>
                  <a:pt x="58526" y="63801"/>
                </a:lnTo>
                <a:cubicBezTo>
                  <a:pt x="59475" y="66446"/>
                  <a:pt x="59950" y="68210"/>
                  <a:pt x="59950" y="69093"/>
                </a:cubicBezTo>
                <a:cubicBezTo>
                  <a:pt x="59950" y="70497"/>
                  <a:pt x="59442" y="71673"/>
                  <a:pt x="58428" y="72620"/>
                </a:cubicBezTo>
                <a:cubicBezTo>
                  <a:pt x="57413" y="73567"/>
                  <a:pt x="56251" y="74041"/>
                  <a:pt x="54942" y="74041"/>
                </a:cubicBezTo>
                <a:moveTo>
                  <a:pt x="37610" y="17939"/>
                </a:moveTo>
                <a:lnTo>
                  <a:pt x="23567" y="40582"/>
                </a:lnTo>
                <a:cubicBezTo>
                  <a:pt x="27528" y="39567"/>
                  <a:pt x="33534" y="38339"/>
                  <a:pt x="41587" y="36899"/>
                </a:cubicBezTo>
                <a:lnTo>
                  <a:pt x="37610" y="17939"/>
                </a:lnTo>
                <a:close/>
                <a:moveTo>
                  <a:pt x="95906" y="75710"/>
                </a:moveTo>
                <a:cubicBezTo>
                  <a:pt x="89196" y="75710"/>
                  <a:pt x="83599" y="73677"/>
                  <a:pt x="79115" y="69611"/>
                </a:cubicBezTo>
                <a:cubicBezTo>
                  <a:pt x="74401" y="65349"/>
                  <a:pt x="72044" y="59725"/>
                  <a:pt x="72044" y="52740"/>
                </a:cubicBezTo>
                <a:cubicBezTo>
                  <a:pt x="72044" y="46084"/>
                  <a:pt x="74254" y="39215"/>
                  <a:pt x="78673" y="32132"/>
                </a:cubicBezTo>
                <a:cubicBezTo>
                  <a:pt x="83583" y="24262"/>
                  <a:pt x="89114" y="20327"/>
                  <a:pt x="95268" y="20327"/>
                </a:cubicBezTo>
                <a:cubicBezTo>
                  <a:pt x="98476" y="20327"/>
                  <a:pt x="102060" y="21082"/>
                  <a:pt x="106021" y="22593"/>
                </a:cubicBezTo>
                <a:cubicBezTo>
                  <a:pt x="111029" y="24531"/>
                  <a:pt x="113533" y="26896"/>
                  <a:pt x="113533" y="29688"/>
                </a:cubicBezTo>
                <a:cubicBezTo>
                  <a:pt x="113533" y="30936"/>
                  <a:pt x="113124" y="32045"/>
                  <a:pt x="112305" y="33014"/>
                </a:cubicBezTo>
                <a:cubicBezTo>
                  <a:pt x="111487" y="33983"/>
                  <a:pt x="110472" y="34467"/>
                  <a:pt x="109261" y="34467"/>
                </a:cubicBezTo>
                <a:cubicBezTo>
                  <a:pt x="108312" y="34467"/>
                  <a:pt x="107485" y="34178"/>
                  <a:pt x="106782" y="33600"/>
                </a:cubicBezTo>
                <a:cubicBezTo>
                  <a:pt x="106078" y="33021"/>
                  <a:pt x="105399" y="32451"/>
                  <a:pt x="104744" y="31888"/>
                </a:cubicBezTo>
                <a:cubicBezTo>
                  <a:pt x="102813" y="30334"/>
                  <a:pt x="99654" y="29557"/>
                  <a:pt x="95268" y="29557"/>
                </a:cubicBezTo>
                <a:cubicBezTo>
                  <a:pt x="91929" y="29557"/>
                  <a:pt x="88623" y="32544"/>
                  <a:pt x="85350" y="38518"/>
                </a:cubicBezTo>
                <a:cubicBezTo>
                  <a:pt x="82371" y="43999"/>
                  <a:pt x="80882" y="48741"/>
                  <a:pt x="80882" y="52744"/>
                </a:cubicBezTo>
                <a:cubicBezTo>
                  <a:pt x="80882" y="57076"/>
                  <a:pt x="82355" y="60490"/>
                  <a:pt x="85301" y="62985"/>
                </a:cubicBezTo>
                <a:cubicBezTo>
                  <a:pt x="88051" y="65315"/>
                  <a:pt x="91586" y="66480"/>
                  <a:pt x="95906" y="66480"/>
                </a:cubicBezTo>
                <a:cubicBezTo>
                  <a:pt x="97870" y="66480"/>
                  <a:pt x="99965" y="65956"/>
                  <a:pt x="102191" y="64909"/>
                </a:cubicBezTo>
                <a:lnTo>
                  <a:pt x="107886" y="61864"/>
                </a:lnTo>
                <a:cubicBezTo>
                  <a:pt x="108868" y="61341"/>
                  <a:pt x="109572" y="61079"/>
                  <a:pt x="109998" y="61079"/>
                </a:cubicBezTo>
                <a:cubicBezTo>
                  <a:pt x="111209" y="61079"/>
                  <a:pt x="112256" y="61562"/>
                  <a:pt x="113140" y="62527"/>
                </a:cubicBezTo>
                <a:cubicBezTo>
                  <a:pt x="114024" y="63493"/>
                  <a:pt x="114466" y="64598"/>
                  <a:pt x="114466" y="65841"/>
                </a:cubicBezTo>
                <a:cubicBezTo>
                  <a:pt x="114466" y="68231"/>
                  <a:pt x="111945" y="70539"/>
                  <a:pt x="106904" y="72764"/>
                </a:cubicBezTo>
                <a:cubicBezTo>
                  <a:pt x="102486" y="74728"/>
                  <a:pt x="98820" y="75710"/>
                  <a:pt x="95906" y="75710"/>
                </a:cubicBezTo>
                <a:close/>
                <a:moveTo>
                  <a:pt x="146882" y="75710"/>
                </a:moveTo>
                <a:cubicBezTo>
                  <a:pt x="140172" y="75710"/>
                  <a:pt x="134575" y="73677"/>
                  <a:pt x="130091" y="69611"/>
                </a:cubicBezTo>
                <a:cubicBezTo>
                  <a:pt x="125377" y="65349"/>
                  <a:pt x="123020" y="59725"/>
                  <a:pt x="123020" y="52740"/>
                </a:cubicBezTo>
                <a:cubicBezTo>
                  <a:pt x="123020" y="46084"/>
                  <a:pt x="125230" y="39215"/>
                  <a:pt x="129649" y="32132"/>
                </a:cubicBezTo>
                <a:cubicBezTo>
                  <a:pt x="134559" y="24262"/>
                  <a:pt x="140090" y="20327"/>
                  <a:pt x="146244" y="20327"/>
                </a:cubicBezTo>
                <a:cubicBezTo>
                  <a:pt x="149452" y="20327"/>
                  <a:pt x="153036" y="21082"/>
                  <a:pt x="156997" y="22593"/>
                </a:cubicBezTo>
                <a:cubicBezTo>
                  <a:pt x="162005" y="24531"/>
                  <a:pt x="164509" y="26896"/>
                  <a:pt x="164509" y="29688"/>
                </a:cubicBezTo>
                <a:cubicBezTo>
                  <a:pt x="164509" y="30936"/>
                  <a:pt x="164100" y="32045"/>
                  <a:pt x="163281" y="33014"/>
                </a:cubicBezTo>
                <a:cubicBezTo>
                  <a:pt x="162463" y="33983"/>
                  <a:pt x="161448" y="34467"/>
                  <a:pt x="160237" y="34467"/>
                </a:cubicBezTo>
                <a:cubicBezTo>
                  <a:pt x="159288" y="34467"/>
                  <a:pt x="158462" y="34178"/>
                  <a:pt x="157758" y="33600"/>
                </a:cubicBezTo>
                <a:cubicBezTo>
                  <a:pt x="157054" y="33021"/>
                  <a:pt x="156375" y="32451"/>
                  <a:pt x="155720" y="31888"/>
                </a:cubicBezTo>
                <a:cubicBezTo>
                  <a:pt x="153789" y="30334"/>
                  <a:pt x="150630" y="29557"/>
                  <a:pt x="146244" y="29557"/>
                </a:cubicBezTo>
                <a:cubicBezTo>
                  <a:pt x="142905" y="29557"/>
                  <a:pt x="139599" y="32544"/>
                  <a:pt x="136326" y="38518"/>
                </a:cubicBezTo>
                <a:cubicBezTo>
                  <a:pt x="133348" y="43999"/>
                  <a:pt x="131858" y="48741"/>
                  <a:pt x="131858" y="52744"/>
                </a:cubicBezTo>
                <a:cubicBezTo>
                  <a:pt x="131858" y="57076"/>
                  <a:pt x="133331" y="60490"/>
                  <a:pt x="136277" y="62985"/>
                </a:cubicBezTo>
                <a:cubicBezTo>
                  <a:pt x="139027" y="65315"/>
                  <a:pt x="142562" y="66480"/>
                  <a:pt x="146882" y="66480"/>
                </a:cubicBezTo>
                <a:cubicBezTo>
                  <a:pt x="148846" y="66480"/>
                  <a:pt x="150941" y="65956"/>
                  <a:pt x="153167" y="64909"/>
                </a:cubicBezTo>
                <a:lnTo>
                  <a:pt x="158862" y="61864"/>
                </a:lnTo>
                <a:cubicBezTo>
                  <a:pt x="159844" y="61341"/>
                  <a:pt x="160548" y="61079"/>
                  <a:pt x="160974" y="61079"/>
                </a:cubicBezTo>
                <a:cubicBezTo>
                  <a:pt x="162185" y="61079"/>
                  <a:pt x="163232" y="61562"/>
                  <a:pt x="164116" y="62527"/>
                </a:cubicBezTo>
                <a:cubicBezTo>
                  <a:pt x="165000" y="63493"/>
                  <a:pt x="165442" y="64598"/>
                  <a:pt x="165442" y="65841"/>
                </a:cubicBezTo>
                <a:cubicBezTo>
                  <a:pt x="165442" y="68231"/>
                  <a:pt x="162921" y="70539"/>
                  <a:pt x="157881" y="72764"/>
                </a:cubicBezTo>
                <a:cubicBezTo>
                  <a:pt x="153462" y="74728"/>
                  <a:pt x="149796" y="75710"/>
                  <a:pt x="146882" y="75710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Text (x):AverageAccuracyoftheSolutionGroupforx">
            <a:extLst xmlns:a="http://schemas.openxmlformats.org/drawingml/2006/main">
              <a:ext uri="{FF2B5EF4-FFF2-40B4-BE49-F238E27FC236}">
                <a16:creationId xmlns:a16="http://schemas.microsoft.com/office/drawing/2014/main" id="{258A7361-1F6D-4389-9F0D-C6F88AE2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587" y="4951493"/>
            <a:ext cx="3596142" cy="165174"/>
          </a:xfrm>
          <a:custGeom xmlns:a="http://schemas.openxmlformats.org/drawingml/2006/main">
            <a:pathLst>
              <a:path w="3596142" h="165174">
                <a:moveTo>
                  <a:pt x="43855" y="7309"/>
                </a:moveTo>
                <a:cubicBezTo>
                  <a:pt x="43855" y="9067"/>
                  <a:pt x="42298" y="11629"/>
                  <a:pt x="39184" y="14995"/>
                </a:cubicBezTo>
                <a:cubicBezTo>
                  <a:pt x="36873" y="17306"/>
                  <a:pt x="34587" y="19617"/>
                  <a:pt x="32326" y="21928"/>
                </a:cubicBezTo>
                <a:cubicBezTo>
                  <a:pt x="26750" y="28257"/>
                  <a:pt x="22380" y="37300"/>
                  <a:pt x="19215" y="49055"/>
                </a:cubicBezTo>
                <a:cubicBezTo>
                  <a:pt x="16452" y="59303"/>
                  <a:pt x="15071" y="69375"/>
                  <a:pt x="15071" y="79271"/>
                </a:cubicBezTo>
                <a:cubicBezTo>
                  <a:pt x="15071" y="104791"/>
                  <a:pt x="20848" y="123504"/>
                  <a:pt x="32402" y="135409"/>
                </a:cubicBezTo>
                <a:cubicBezTo>
                  <a:pt x="34713" y="137218"/>
                  <a:pt x="37049" y="139026"/>
                  <a:pt x="39410" y="140835"/>
                </a:cubicBezTo>
                <a:cubicBezTo>
                  <a:pt x="42323" y="143146"/>
                  <a:pt x="43780" y="145431"/>
                  <a:pt x="43780" y="147692"/>
                </a:cubicBezTo>
                <a:cubicBezTo>
                  <a:pt x="43780" y="149350"/>
                  <a:pt x="43127" y="150794"/>
                  <a:pt x="41821" y="152025"/>
                </a:cubicBezTo>
                <a:cubicBezTo>
                  <a:pt x="40515" y="153255"/>
                  <a:pt x="39008" y="153871"/>
                  <a:pt x="37300" y="153871"/>
                </a:cubicBezTo>
                <a:cubicBezTo>
                  <a:pt x="35793" y="153871"/>
                  <a:pt x="33984" y="153293"/>
                  <a:pt x="31874" y="152138"/>
                </a:cubicBezTo>
                <a:cubicBezTo>
                  <a:pt x="10625" y="140232"/>
                  <a:pt x="0" y="115365"/>
                  <a:pt x="0" y="77538"/>
                </a:cubicBezTo>
                <a:cubicBezTo>
                  <a:pt x="0" y="63924"/>
                  <a:pt x="2738" y="50135"/>
                  <a:pt x="8213" y="36169"/>
                </a:cubicBezTo>
                <a:cubicBezTo>
                  <a:pt x="14342" y="20647"/>
                  <a:pt x="22380" y="9394"/>
                  <a:pt x="32326" y="2411"/>
                </a:cubicBezTo>
                <a:cubicBezTo>
                  <a:pt x="34336" y="1005"/>
                  <a:pt x="35918" y="301"/>
                  <a:pt x="37074" y="301"/>
                </a:cubicBezTo>
                <a:cubicBezTo>
                  <a:pt x="38882" y="301"/>
                  <a:pt x="40465" y="1017"/>
                  <a:pt x="41821" y="2449"/>
                </a:cubicBezTo>
                <a:cubicBezTo>
                  <a:pt x="43177" y="3881"/>
                  <a:pt x="43855" y="5501"/>
                  <a:pt x="43855" y="7309"/>
                </a:cubicBezTo>
                <a:close/>
                <a:moveTo>
                  <a:pt x="127696" y="56590"/>
                </a:moveTo>
                <a:lnTo>
                  <a:pt x="116694" y="66913"/>
                </a:lnTo>
                <a:lnTo>
                  <a:pt x="103281" y="80251"/>
                </a:lnTo>
                <a:lnTo>
                  <a:pt x="127846" y="112405"/>
                </a:lnTo>
                <a:cubicBezTo>
                  <a:pt x="129102" y="114016"/>
                  <a:pt x="129730" y="115602"/>
                  <a:pt x="129730" y="117162"/>
                </a:cubicBezTo>
                <a:cubicBezTo>
                  <a:pt x="129730" y="119124"/>
                  <a:pt x="128977" y="120860"/>
                  <a:pt x="127470" y="122369"/>
                </a:cubicBezTo>
                <a:cubicBezTo>
                  <a:pt x="125963" y="123879"/>
                  <a:pt x="124255" y="124634"/>
                  <a:pt x="122346" y="124634"/>
                </a:cubicBezTo>
                <a:cubicBezTo>
                  <a:pt x="120437" y="124634"/>
                  <a:pt x="118704" y="123702"/>
                  <a:pt x="117146" y="121839"/>
                </a:cubicBezTo>
                <a:cubicBezTo>
                  <a:pt x="112525" y="116453"/>
                  <a:pt x="104387" y="106081"/>
                  <a:pt x="92732" y="90725"/>
                </a:cubicBezTo>
                <a:lnTo>
                  <a:pt x="78038" y="105871"/>
                </a:lnTo>
                <a:cubicBezTo>
                  <a:pt x="75074" y="108533"/>
                  <a:pt x="70754" y="112678"/>
                  <a:pt x="65077" y="118304"/>
                </a:cubicBezTo>
                <a:cubicBezTo>
                  <a:pt x="63470" y="120113"/>
                  <a:pt x="61737" y="121017"/>
                  <a:pt x="59878" y="121017"/>
                </a:cubicBezTo>
                <a:cubicBezTo>
                  <a:pt x="57969" y="121017"/>
                  <a:pt x="56274" y="120263"/>
                  <a:pt x="54792" y="118756"/>
                </a:cubicBezTo>
                <a:cubicBezTo>
                  <a:pt x="53310" y="117249"/>
                  <a:pt x="52569" y="115516"/>
                  <a:pt x="52569" y="113557"/>
                </a:cubicBezTo>
                <a:cubicBezTo>
                  <a:pt x="52569" y="112000"/>
                  <a:pt x="53197" y="110417"/>
                  <a:pt x="54453" y="108810"/>
                </a:cubicBezTo>
                <a:cubicBezTo>
                  <a:pt x="55859" y="106951"/>
                  <a:pt x="58044" y="104716"/>
                  <a:pt x="61008" y="102103"/>
                </a:cubicBezTo>
                <a:cubicBezTo>
                  <a:pt x="64475" y="99039"/>
                  <a:pt x="66760" y="96929"/>
                  <a:pt x="67865" y="95774"/>
                </a:cubicBezTo>
                <a:lnTo>
                  <a:pt x="83916" y="78970"/>
                </a:lnTo>
                <a:lnTo>
                  <a:pt x="74044" y="64728"/>
                </a:lnTo>
                <a:cubicBezTo>
                  <a:pt x="70076" y="59052"/>
                  <a:pt x="66610" y="54907"/>
                  <a:pt x="63646" y="52295"/>
                </a:cubicBezTo>
                <a:cubicBezTo>
                  <a:pt x="61737" y="50587"/>
                  <a:pt x="60782" y="48728"/>
                  <a:pt x="60782" y="46719"/>
                </a:cubicBezTo>
                <a:cubicBezTo>
                  <a:pt x="60782" y="44709"/>
                  <a:pt x="61498" y="42926"/>
                  <a:pt x="62930" y="41369"/>
                </a:cubicBezTo>
                <a:cubicBezTo>
                  <a:pt x="64362" y="39811"/>
                  <a:pt x="66007" y="39033"/>
                  <a:pt x="67865" y="39033"/>
                </a:cubicBezTo>
                <a:cubicBezTo>
                  <a:pt x="70829" y="39033"/>
                  <a:pt x="75300" y="42901"/>
                  <a:pt x="81278" y="50637"/>
                </a:cubicBezTo>
                <a:lnTo>
                  <a:pt x="94314" y="68647"/>
                </a:lnTo>
                <a:lnTo>
                  <a:pt x="109084" y="55083"/>
                </a:lnTo>
                <a:cubicBezTo>
                  <a:pt x="115212" y="49306"/>
                  <a:pt x="119357" y="44785"/>
                  <a:pt x="121517" y="41519"/>
                </a:cubicBezTo>
                <a:cubicBezTo>
                  <a:pt x="123124" y="39158"/>
                  <a:pt x="125033" y="37978"/>
                  <a:pt x="127244" y="37978"/>
                </a:cubicBezTo>
                <a:cubicBezTo>
                  <a:pt x="129203" y="37978"/>
                  <a:pt x="130936" y="38706"/>
                  <a:pt x="132443" y="40163"/>
                </a:cubicBezTo>
                <a:cubicBezTo>
                  <a:pt x="133950" y="41620"/>
                  <a:pt x="134704" y="43303"/>
                  <a:pt x="134704" y="45212"/>
                </a:cubicBezTo>
                <a:cubicBezTo>
                  <a:pt x="134704" y="47975"/>
                  <a:pt x="132368" y="51767"/>
                  <a:pt x="127696" y="56590"/>
                </a:cubicBezTo>
                <a:close/>
                <a:moveTo>
                  <a:pt x="191195" y="77538"/>
                </a:moveTo>
                <a:cubicBezTo>
                  <a:pt x="191195" y="115365"/>
                  <a:pt x="180545" y="140232"/>
                  <a:pt x="159245" y="152138"/>
                </a:cubicBezTo>
                <a:cubicBezTo>
                  <a:pt x="157186" y="153293"/>
                  <a:pt x="155402" y="153871"/>
                  <a:pt x="153895" y="153871"/>
                </a:cubicBezTo>
                <a:cubicBezTo>
                  <a:pt x="152187" y="153871"/>
                  <a:pt x="150680" y="153255"/>
                  <a:pt x="149374" y="152025"/>
                </a:cubicBezTo>
                <a:cubicBezTo>
                  <a:pt x="148068" y="150794"/>
                  <a:pt x="147415" y="149350"/>
                  <a:pt x="147415" y="147692"/>
                </a:cubicBezTo>
                <a:cubicBezTo>
                  <a:pt x="147415" y="145431"/>
                  <a:pt x="148872" y="143146"/>
                  <a:pt x="151785" y="140835"/>
                </a:cubicBezTo>
                <a:cubicBezTo>
                  <a:pt x="154096" y="139026"/>
                  <a:pt x="156432" y="137218"/>
                  <a:pt x="158793" y="135409"/>
                </a:cubicBezTo>
                <a:cubicBezTo>
                  <a:pt x="170347" y="123504"/>
                  <a:pt x="176124" y="104791"/>
                  <a:pt x="176124" y="79271"/>
                </a:cubicBezTo>
                <a:cubicBezTo>
                  <a:pt x="176124" y="69375"/>
                  <a:pt x="174743" y="59303"/>
                  <a:pt x="171980" y="49055"/>
                </a:cubicBezTo>
                <a:cubicBezTo>
                  <a:pt x="168765" y="37300"/>
                  <a:pt x="164394" y="28257"/>
                  <a:pt x="158869" y="21928"/>
                </a:cubicBezTo>
                <a:cubicBezTo>
                  <a:pt x="156558" y="19617"/>
                  <a:pt x="154272" y="17306"/>
                  <a:pt x="152011" y="14995"/>
                </a:cubicBezTo>
                <a:cubicBezTo>
                  <a:pt x="148897" y="11629"/>
                  <a:pt x="147340" y="9067"/>
                  <a:pt x="147340" y="7309"/>
                </a:cubicBezTo>
                <a:cubicBezTo>
                  <a:pt x="147340" y="5501"/>
                  <a:pt x="148005" y="3881"/>
                  <a:pt x="149336" y="2449"/>
                </a:cubicBezTo>
                <a:cubicBezTo>
                  <a:pt x="150668" y="1017"/>
                  <a:pt x="152238" y="301"/>
                  <a:pt x="154046" y="301"/>
                </a:cubicBezTo>
                <a:cubicBezTo>
                  <a:pt x="155201" y="301"/>
                  <a:pt x="156809" y="1005"/>
                  <a:pt x="158869" y="2411"/>
                </a:cubicBezTo>
                <a:cubicBezTo>
                  <a:pt x="168815" y="9394"/>
                  <a:pt x="176853" y="20647"/>
                  <a:pt x="182982" y="36169"/>
                </a:cubicBezTo>
                <a:cubicBezTo>
                  <a:pt x="188457" y="50135"/>
                  <a:pt x="191195" y="63924"/>
                  <a:pt x="191195" y="77538"/>
                </a:cubicBezTo>
                <a:close/>
                <a:moveTo>
                  <a:pt x="226508" y="104187"/>
                </a:moveTo>
                <a:cubicBezTo>
                  <a:pt x="226508" y="106456"/>
                  <a:pt x="225780" y="108321"/>
                  <a:pt x="224323" y="109782"/>
                </a:cubicBezTo>
                <a:cubicBezTo>
                  <a:pt x="222866" y="111244"/>
                  <a:pt x="221007" y="111975"/>
                  <a:pt x="218747" y="111975"/>
                </a:cubicBezTo>
                <a:cubicBezTo>
                  <a:pt x="216486" y="111975"/>
                  <a:pt x="214653" y="111244"/>
                  <a:pt x="213246" y="109782"/>
                </a:cubicBezTo>
                <a:cubicBezTo>
                  <a:pt x="211789" y="108321"/>
                  <a:pt x="211061" y="106456"/>
                  <a:pt x="211061" y="104187"/>
                </a:cubicBezTo>
                <a:cubicBezTo>
                  <a:pt x="211061" y="103230"/>
                  <a:pt x="210898" y="101832"/>
                  <a:pt x="210571" y="99993"/>
                </a:cubicBezTo>
                <a:cubicBezTo>
                  <a:pt x="210245" y="98154"/>
                  <a:pt x="210081" y="96780"/>
                  <a:pt x="210081" y="95873"/>
                </a:cubicBezTo>
                <a:cubicBezTo>
                  <a:pt x="210081" y="93756"/>
                  <a:pt x="210872" y="91993"/>
                  <a:pt x="212455" y="90581"/>
                </a:cubicBezTo>
                <a:cubicBezTo>
                  <a:pt x="214037" y="89170"/>
                  <a:pt x="215909" y="88464"/>
                  <a:pt x="218069" y="88464"/>
                </a:cubicBezTo>
                <a:cubicBezTo>
                  <a:pt x="223695" y="88464"/>
                  <a:pt x="226508" y="93705"/>
                  <a:pt x="226508" y="104187"/>
                </a:cubicBezTo>
                <a:moveTo>
                  <a:pt x="225227" y="49205"/>
                </a:moveTo>
                <a:cubicBezTo>
                  <a:pt x="225227" y="51466"/>
                  <a:pt x="224511" y="53325"/>
                  <a:pt x="223080" y="54782"/>
                </a:cubicBezTo>
                <a:cubicBezTo>
                  <a:pt x="221648" y="56238"/>
                  <a:pt x="219802" y="56967"/>
                  <a:pt x="217541" y="56967"/>
                </a:cubicBezTo>
                <a:cubicBezTo>
                  <a:pt x="215281" y="56967"/>
                  <a:pt x="213422" y="56238"/>
                  <a:pt x="211965" y="54782"/>
                </a:cubicBezTo>
                <a:cubicBezTo>
                  <a:pt x="210508" y="53325"/>
                  <a:pt x="209780" y="51466"/>
                  <a:pt x="209780" y="49205"/>
                </a:cubicBezTo>
                <a:cubicBezTo>
                  <a:pt x="209780" y="48603"/>
                  <a:pt x="209667" y="47686"/>
                  <a:pt x="209441" y="46455"/>
                </a:cubicBezTo>
                <a:cubicBezTo>
                  <a:pt x="209215" y="45224"/>
                  <a:pt x="209102" y="44282"/>
                  <a:pt x="209102" y="43629"/>
                </a:cubicBezTo>
                <a:cubicBezTo>
                  <a:pt x="209102" y="41469"/>
                  <a:pt x="209855" y="39686"/>
                  <a:pt x="211362" y="38279"/>
                </a:cubicBezTo>
                <a:cubicBezTo>
                  <a:pt x="212869" y="36873"/>
                  <a:pt x="214728" y="36169"/>
                  <a:pt x="216938" y="36169"/>
                </a:cubicBezTo>
                <a:cubicBezTo>
                  <a:pt x="222464" y="36169"/>
                  <a:pt x="225227" y="40515"/>
                  <a:pt x="225227" y="49205"/>
                </a:cubicBezTo>
                <a:close/>
                <a:moveTo>
                  <a:pt x="381676" y="123579"/>
                </a:moveTo>
                <a:cubicBezTo>
                  <a:pt x="377055" y="123579"/>
                  <a:pt x="373036" y="117672"/>
                  <a:pt x="369620" y="105859"/>
                </a:cubicBezTo>
                <a:cubicBezTo>
                  <a:pt x="368314" y="101340"/>
                  <a:pt x="366681" y="93431"/>
                  <a:pt x="364722" y="82135"/>
                </a:cubicBezTo>
                <a:cubicBezTo>
                  <a:pt x="359598" y="82833"/>
                  <a:pt x="352891" y="84081"/>
                  <a:pt x="344603" y="85879"/>
                </a:cubicBezTo>
                <a:lnTo>
                  <a:pt x="324559" y="89997"/>
                </a:lnTo>
                <a:cubicBezTo>
                  <a:pt x="322047" y="96589"/>
                  <a:pt x="317752" y="106225"/>
                  <a:pt x="311673" y="118905"/>
                </a:cubicBezTo>
                <a:cubicBezTo>
                  <a:pt x="310066" y="121719"/>
                  <a:pt x="307881" y="123127"/>
                  <a:pt x="305118" y="123127"/>
                </a:cubicBezTo>
                <a:cubicBezTo>
                  <a:pt x="303108" y="123127"/>
                  <a:pt x="301312" y="122398"/>
                  <a:pt x="299730" y="120942"/>
                </a:cubicBezTo>
                <a:cubicBezTo>
                  <a:pt x="298147" y="119485"/>
                  <a:pt x="297356" y="117676"/>
                  <a:pt x="297356" y="115516"/>
                </a:cubicBezTo>
                <a:cubicBezTo>
                  <a:pt x="297356" y="113103"/>
                  <a:pt x="301149" y="103934"/>
                  <a:pt x="308735" y="88008"/>
                </a:cubicBezTo>
                <a:cubicBezTo>
                  <a:pt x="307881" y="86701"/>
                  <a:pt x="307454" y="85194"/>
                  <a:pt x="307454" y="83484"/>
                </a:cubicBezTo>
                <a:cubicBezTo>
                  <a:pt x="307454" y="79415"/>
                  <a:pt x="309915" y="76803"/>
                  <a:pt x="314838" y="75647"/>
                </a:cubicBezTo>
                <a:cubicBezTo>
                  <a:pt x="320565" y="64886"/>
                  <a:pt x="327799" y="52516"/>
                  <a:pt x="336540" y="38536"/>
                </a:cubicBezTo>
                <a:cubicBezTo>
                  <a:pt x="348446" y="19476"/>
                  <a:pt x="355855" y="9947"/>
                  <a:pt x="358769" y="9947"/>
                </a:cubicBezTo>
                <a:cubicBezTo>
                  <a:pt x="362738" y="9947"/>
                  <a:pt x="365450" y="12713"/>
                  <a:pt x="366907" y="18245"/>
                </a:cubicBezTo>
                <a:lnTo>
                  <a:pt x="371654" y="43580"/>
                </a:lnTo>
                <a:lnTo>
                  <a:pt x="382882" y="95981"/>
                </a:lnTo>
                <a:lnTo>
                  <a:pt x="387177" y="107863"/>
                </a:lnTo>
                <a:cubicBezTo>
                  <a:pt x="388634" y="111923"/>
                  <a:pt x="389362" y="114630"/>
                  <a:pt x="389362" y="115985"/>
                </a:cubicBezTo>
                <a:cubicBezTo>
                  <a:pt x="389362" y="118140"/>
                  <a:pt x="388584" y="119945"/>
                  <a:pt x="387026" y="121398"/>
                </a:cubicBezTo>
                <a:cubicBezTo>
                  <a:pt x="385469" y="122852"/>
                  <a:pt x="383686" y="123579"/>
                  <a:pt x="381676" y="123579"/>
                </a:cubicBezTo>
                <a:moveTo>
                  <a:pt x="355077" y="37479"/>
                </a:moveTo>
                <a:lnTo>
                  <a:pt x="333526" y="72228"/>
                </a:lnTo>
                <a:cubicBezTo>
                  <a:pt x="339604" y="70671"/>
                  <a:pt x="348822" y="68787"/>
                  <a:pt x="361180" y="66577"/>
                </a:cubicBezTo>
                <a:lnTo>
                  <a:pt x="355077" y="37479"/>
                </a:lnTo>
                <a:close/>
                <a:moveTo>
                  <a:pt x="445122" y="117400"/>
                </a:moveTo>
                <a:cubicBezTo>
                  <a:pt x="444972" y="122022"/>
                  <a:pt x="442686" y="124332"/>
                  <a:pt x="438265" y="124332"/>
                </a:cubicBezTo>
                <a:cubicBezTo>
                  <a:pt x="434598" y="124332"/>
                  <a:pt x="431936" y="122172"/>
                  <a:pt x="430278" y="117852"/>
                </a:cubicBezTo>
                <a:lnTo>
                  <a:pt x="418749" y="87259"/>
                </a:lnTo>
                <a:lnTo>
                  <a:pt x="405336" y="52672"/>
                </a:lnTo>
                <a:cubicBezTo>
                  <a:pt x="404834" y="51366"/>
                  <a:pt x="404582" y="50210"/>
                  <a:pt x="404582" y="49205"/>
                </a:cubicBezTo>
                <a:cubicBezTo>
                  <a:pt x="404582" y="47146"/>
                  <a:pt x="405361" y="45388"/>
                  <a:pt x="406918" y="43931"/>
                </a:cubicBezTo>
                <a:cubicBezTo>
                  <a:pt x="408476" y="42474"/>
                  <a:pt x="410284" y="41746"/>
                  <a:pt x="412344" y="41746"/>
                </a:cubicBezTo>
                <a:cubicBezTo>
                  <a:pt x="415358" y="41746"/>
                  <a:pt x="417518" y="43278"/>
                  <a:pt x="418824" y="46342"/>
                </a:cubicBezTo>
                <a:lnTo>
                  <a:pt x="437964" y="99014"/>
                </a:lnTo>
                <a:cubicBezTo>
                  <a:pt x="441731" y="90976"/>
                  <a:pt x="446479" y="79322"/>
                  <a:pt x="452205" y="64050"/>
                </a:cubicBezTo>
                <a:cubicBezTo>
                  <a:pt x="453562" y="60031"/>
                  <a:pt x="455697" y="54355"/>
                  <a:pt x="458610" y="47020"/>
                </a:cubicBezTo>
                <a:cubicBezTo>
                  <a:pt x="460168" y="43805"/>
                  <a:pt x="462378" y="42198"/>
                  <a:pt x="465242" y="42198"/>
                </a:cubicBezTo>
                <a:cubicBezTo>
                  <a:pt x="467301" y="42198"/>
                  <a:pt x="469110" y="42926"/>
                  <a:pt x="470667" y="44383"/>
                </a:cubicBezTo>
                <a:cubicBezTo>
                  <a:pt x="472224" y="45840"/>
                  <a:pt x="473003" y="47573"/>
                  <a:pt x="473003" y="49582"/>
                </a:cubicBezTo>
                <a:cubicBezTo>
                  <a:pt x="473003" y="51491"/>
                  <a:pt x="468859" y="62242"/>
                  <a:pt x="460570" y="81833"/>
                </a:cubicBezTo>
                <a:lnTo>
                  <a:pt x="445122" y="117400"/>
                </a:lnTo>
                <a:close/>
                <a:moveTo>
                  <a:pt x="520292" y="124785"/>
                </a:moveTo>
                <a:cubicBezTo>
                  <a:pt x="508939" y="124785"/>
                  <a:pt x="499746" y="121944"/>
                  <a:pt x="492713" y="116263"/>
                </a:cubicBezTo>
                <a:cubicBezTo>
                  <a:pt x="485027" y="109977"/>
                  <a:pt x="481184" y="101177"/>
                  <a:pt x="481184" y="89863"/>
                </a:cubicBezTo>
                <a:cubicBezTo>
                  <a:pt x="481184" y="76791"/>
                  <a:pt x="484349" y="65830"/>
                  <a:pt x="490678" y="56981"/>
                </a:cubicBezTo>
                <a:cubicBezTo>
                  <a:pt x="497561" y="47326"/>
                  <a:pt x="506754" y="42499"/>
                  <a:pt x="518258" y="42499"/>
                </a:cubicBezTo>
                <a:cubicBezTo>
                  <a:pt x="526597" y="42499"/>
                  <a:pt x="533403" y="43906"/>
                  <a:pt x="538678" y="46719"/>
                </a:cubicBezTo>
                <a:cubicBezTo>
                  <a:pt x="545159" y="50185"/>
                  <a:pt x="548399" y="55510"/>
                  <a:pt x="548399" y="62694"/>
                </a:cubicBezTo>
                <a:cubicBezTo>
                  <a:pt x="548399" y="67717"/>
                  <a:pt x="545560" y="72289"/>
                  <a:pt x="539884" y="76408"/>
                </a:cubicBezTo>
                <a:cubicBezTo>
                  <a:pt x="537372" y="78216"/>
                  <a:pt x="532047" y="81030"/>
                  <a:pt x="523909" y="84847"/>
                </a:cubicBezTo>
                <a:lnTo>
                  <a:pt x="495124" y="98486"/>
                </a:lnTo>
                <a:cubicBezTo>
                  <a:pt x="497937" y="102656"/>
                  <a:pt x="501441" y="105796"/>
                  <a:pt x="505636" y="107905"/>
                </a:cubicBezTo>
                <a:cubicBezTo>
                  <a:pt x="509831" y="110015"/>
                  <a:pt x="514716" y="111070"/>
                  <a:pt x="520292" y="111070"/>
                </a:cubicBezTo>
                <a:cubicBezTo>
                  <a:pt x="523758" y="111070"/>
                  <a:pt x="527827" y="110417"/>
                  <a:pt x="532499" y="109111"/>
                </a:cubicBezTo>
                <a:cubicBezTo>
                  <a:pt x="538427" y="107453"/>
                  <a:pt x="542245" y="105281"/>
                  <a:pt x="543953" y="102593"/>
                </a:cubicBezTo>
                <a:cubicBezTo>
                  <a:pt x="545661" y="99905"/>
                  <a:pt x="547494" y="98562"/>
                  <a:pt x="549454" y="98562"/>
                </a:cubicBezTo>
                <a:cubicBezTo>
                  <a:pt x="551212" y="98562"/>
                  <a:pt x="552782" y="99230"/>
                  <a:pt x="554163" y="100566"/>
                </a:cubicBezTo>
                <a:cubicBezTo>
                  <a:pt x="555545" y="101900"/>
                  <a:pt x="556235" y="103449"/>
                  <a:pt x="556235" y="105212"/>
                </a:cubicBezTo>
                <a:cubicBezTo>
                  <a:pt x="556235" y="110803"/>
                  <a:pt x="551739" y="115615"/>
                  <a:pt x="542747" y="119646"/>
                </a:cubicBezTo>
                <a:cubicBezTo>
                  <a:pt x="535061" y="123072"/>
                  <a:pt x="527576" y="124785"/>
                  <a:pt x="520292" y="124785"/>
                </a:cubicBezTo>
                <a:moveTo>
                  <a:pt x="518258" y="56063"/>
                </a:moveTo>
                <a:cubicBezTo>
                  <a:pt x="512129" y="56063"/>
                  <a:pt x="507030" y="58436"/>
                  <a:pt x="502961" y="63183"/>
                </a:cubicBezTo>
                <a:cubicBezTo>
                  <a:pt x="498892" y="67931"/>
                  <a:pt x="495853" y="75077"/>
                  <a:pt x="493843" y="84621"/>
                </a:cubicBezTo>
                <a:lnTo>
                  <a:pt x="516977" y="73620"/>
                </a:lnTo>
                <a:cubicBezTo>
                  <a:pt x="526069" y="69199"/>
                  <a:pt x="532549" y="65356"/>
                  <a:pt x="536418" y="62091"/>
                </a:cubicBezTo>
                <a:cubicBezTo>
                  <a:pt x="532097" y="58072"/>
                  <a:pt x="526044" y="56063"/>
                  <a:pt x="518258" y="56063"/>
                </a:cubicBezTo>
                <a:close/>
                <a:moveTo>
                  <a:pt x="628221" y="65482"/>
                </a:moveTo>
                <a:cubicBezTo>
                  <a:pt x="627869" y="71761"/>
                  <a:pt x="625357" y="74901"/>
                  <a:pt x="620685" y="74901"/>
                </a:cubicBezTo>
                <a:cubicBezTo>
                  <a:pt x="616365" y="74901"/>
                  <a:pt x="614205" y="72424"/>
                  <a:pt x="614205" y="67472"/>
                </a:cubicBezTo>
                <a:cubicBezTo>
                  <a:pt x="614205" y="66520"/>
                  <a:pt x="614130" y="64768"/>
                  <a:pt x="613979" y="62216"/>
                </a:cubicBezTo>
                <a:lnTo>
                  <a:pt x="613753" y="55912"/>
                </a:lnTo>
                <a:cubicBezTo>
                  <a:pt x="605816" y="56868"/>
                  <a:pt x="599461" y="59108"/>
                  <a:pt x="594688" y="62632"/>
                </a:cubicBezTo>
                <a:cubicBezTo>
                  <a:pt x="590218" y="65906"/>
                  <a:pt x="586500" y="70840"/>
                  <a:pt x="583536" y="77435"/>
                </a:cubicBezTo>
                <a:lnTo>
                  <a:pt x="583687" y="118815"/>
                </a:lnTo>
                <a:cubicBezTo>
                  <a:pt x="583687" y="123900"/>
                  <a:pt x="581200" y="126442"/>
                  <a:pt x="576227" y="126442"/>
                </a:cubicBezTo>
                <a:cubicBezTo>
                  <a:pt x="571806" y="126442"/>
                  <a:pt x="569596" y="123901"/>
                  <a:pt x="569596" y="118818"/>
                </a:cubicBezTo>
                <a:lnTo>
                  <a:pt x="569596" y="65823"/>
                </a:lnTo>
                <a:cubicBezTo>
                  <a:pt x="569596" y="64162"/>
                  <a:pt x="569659" y="61672"/>
                  <a:pt x="569784" y="58351"/>
                </a:cubicBezTo>
                <a:cubicBezTo>
                  <a:pt x="569910" y="55030"/>
                  <a:pt x="569973" y="52538"/>
                  <a:pt x="569973" y="50877"/>
                </a:cubicBezTo>
                <a:cubicBezTo>
                  <a:pt x="569973" y="45794"/>
                  <a:pt x="572183" y="43253"/>
                  <a:pt x="576604" y="43253"/>
                </a:cubicBezTo>
                <a:cubicBezTo>
                  <a:pt x="581527" y="43253"/>
                  <a:pt x="584013" y="47422"/>
                  <a:pt x="584064" y="55761"/>
                </a:cubicBezTo>
                <a:cubicBezTo>
                  <a:pt x="593709" y="46417"/>
                  <a:pt x="604409" y="41746"/>
                  <a:pt x="616164" y="41746"/>
                </a:cubicBezTo>
                <a:cubicBezTo>
                  <a:pt x="620233" y="41746"/>
                  <a:pt x="623272" y="43278"/>
                  <a:pt x="625282" y="46342"/>
                </a:cubicBezTo>
                <a:cubicBezTo>
                  <a:pt x="627291" y="49406"/>
                  <a:pt x="628296" y="54028"/>
                  <a:pt x="628296" y="60207"/>
                </a:cubicBezTo>
                <a:cubicBezTo>
                  <a:pt x="628296" y="62819"/>
                  <a:pt x="628271" y="64577"/>
                  <a:pt x="628221" y="65482"/>
                </a:cubicBezTo>
                <a:close/>
                <a:moveTo>
                  <a:pt x="702465" y="126292"/>
                </a:moveTo>
                <a:cubicBezTo>
                  <a:pt x="701511" y="126292"/>
                  <a:pt x="699778" y="125177"/>
                  <a:pt x="697266" y="122948"/>
                </a:cubicBezTo>
                <a:cubicBezTo>
                  <a:pt x="695005" y="120871"/>
                  <a:pt x="693322" y="119022"/>
                  <a:pt x="692217" y="117400"/>
                </a:cubicBezTo>
                <a:cubicBezTo>
                  <a:pt x="687395" y="120037"/>
                  <a:pt x="683150" y="122028"/>
                  <a:pt x="679483" y="123372"/>
                </a:cubicBezTo>
                <a:cubicBezTo>
                  <a:pt x="675815" y="124715"/>
                  <a:pt x="672751" y="125387"/>
                  <a:pt x="670290" y="125387"/>
                </a:cubicBezTo>
                <a:cubicBezTo>
                  <a:pt x="658534" y="125387"/>
                  <a:pt x="649969" y="122072"/>
                  <a:pt x="644594" y="115441"/>
                </a:cubicBezTo>
                <a:cubicBezTo>
                  <a:pt x="639520" y="109212"/>
                  <a:pt x="636984" y="99667"/>
                  <a:pt x="636984" y="86807"/>
                </a:cubicBezTo>
                <a:cubicBezTo>
                  <a:pt x="636984" y="74650"/>
                  <a:pt x="641166" y="64251"/>
                  <a:pt x="649530" y="55610"/>
                </a:cubicBezTo>
                <a:cubicBezTo>
                  <a:pt x="657894" y="46970"/>
                  <a:pt x="667878" y="42650"/>
                  <a:pt x="679483" y="42650"/>
                </a:cubicBezTo>
                <a:cubicBezTo>
                  <a:pt x="683853" y="42650"/>
                  <a:pt x="688751" y="43780"/>
                  <a:pt x="694176" y="46041"/>
                </a:cubicBezTo>
                <a:cubicBezTo>
                  <a:pt x="701008" y="48854"/>
                  <a:pt x="704424" y="52245"/>
                  <a:pt x="704424" y="56213"/>
                </a:cubicBezTo>
                <a:cubicBezTo>
                  <a:pt x="704424" y="57570"/>
                  <a:pt x="703922" y="58775"/>
                  <a:pt x="702917" y="59830"/>
                </a:cubicBezTo>
                <a:cubicBezTo>
                  <a:pt x="702415" y="61739"/>
                  <a:pt x="702026" y="64879"/>
                  <a:pt x="701749" y="69249"/>
                </a:cubicBezTo>
                <a:cubicBezTo>
                  <a:pt x="701473" y="73620"/>
                  <a:pt x="701310" y="79221"/>
                  <a:pt x="701260" y="86053"/>
                </a:cubicBezTo>
                <a:cubicBezTo>
                  <a:pt x="701209" y="92282"/>
                  <a:pt x="701636" y="97205"/>
                  <a:pt x="702541" y="100822"/>
                </a:cubicBezTo>
                <a:cubicBezTo>
                  <a:pt x="703043" y="103033"/>
                  <a:pt x="704625" y="107453"/>
                  <a:pt x="707288" y="114084"/>
                </a:cubicBezTo>
                <a:cubicBezTo>
                  <a:pt x="707640" y="114989"/>
                  <a:pt x="708217" y="116320"/>
                  <a:pt x="709021" y="118078"/>
                </a:cubicBezTo>
                <a:lnTo>
                  <a:pt x="709473" y="119359"/>
                </a:lnTo>
                <a:cubicBezTo>
                  <a:pt x="709473" y="121369"/>
                  <a:pt x="708770" y="123026"/>
                  <a:pt x="707363" y="124332"/>
                </a:cubicBezTo>
                <a:cubicBezTo>
                  <a:pt x="705957" y="125639"/>
                  <a:pt x="704324" y="126292"/>
                  <a:pt x="702465" y="126292"/>
                </a:cubicBezTo>
                <a:moveTo>
                  <a:pt x="686792" y="73950"/>
                </a:moveTo>
                <a:cubicBezTo>
                  <a:pt x="686792" y="71794"/>
                  <a:pt x="686930" y="69452"/>
                  <a:pt x="687206" y="66923"/>
                </a:cubicBezTo>
                <a:cubicBezTo>
                  <a:pt x="687483" y="64392"/>
                  <a:pt x="687897" y="61699"/>
                  <a:pt x="688450" y="58844"/>
                </a:cubicBezTo>
                <a:cubicBezTo>
                  <a:pt x="686591" y="57891"/>
                  <a:pt x="684996" y="57189"/>
                  <a:pt x="683665" y="56738"/>
                </a:cubicBezTo>
                <a:cubicBezTo>
                  <a:pt x="682333" y="56288"/>
                  <a:pt x="681266" y="56063"/>
                  <a:pt x="680462" y="56063"/>
                </a:cubicBezTo>
                <a:cubicBezTo>
                  <a:pt x="672676" y="56063"/>
                  <a:pt x="665957" y="59231"/>
                  <a:pt x="660305" y="65569"/>
                </a:cubicBezTo>
                <a:cubicBezTo>
                  <a:pt x="654654" y="71906"/>
                  <a:pt x="651828" y="79209"/>
                  <a:pt x="651828" y="87475"/>
                </a:cubicBezTo>
                <a:cubicBezTo>
                  <a:pt x="651828" y="95692"/>
                  <a:pt x="653285" y="101854"/>
                  <a:pt x="656199" y="105963"/>
                </a:cubicBezTo>
                <a:cubicBezTo>
                  <a:pt x="659112" y="110071"/>
                  <a:pt x="663483" y="112125"/>
                  <a:pt x="669310" y="112125"/>
                </a:cubicBezTo>
                <a:cubicBezTo>
                  <a:pt x="674133" y="112125"/>
                  <a:pt x="678227" y="111248"/>
                  <a:pt x="681593" y="109495"/>
                </a:cubicBezTo>
                <a:cubicBezTo>
                  <a:pt x="683401" y="108544"/>
                  <a:pt x="685938" y="106640"/>
                  <a:pt x="689203" y="103785"/>
                </a:cubicBezTo>
                <a:cubicBezTo>
                  <a:pt x="687596" y="90507"/>
                  <a:pt x="686792" y="80562"/>
                  <a:pt x="686792" y="73950"/>
                </a:cubicBezTo>
                <a:close/>
                <a:moveTo>
                  <a:pt x="784537" y="88841"/>
                </a:moveTo>
                <a:lnTo>
                  <a:pt x="782804" y="114160"/>
                </a:lnTo>
                <a:cubicBezTo>
                  <a:pt x="782503" y="124207"/>
                  <a:pt x="781473" y="132420"/>
                  <a:pt x="779715" y="138800"/>
                </a:cubicBezTo>
                <a:cubicBezTo>
                  <a:pt x="777454" y="146938"/>
                  <a:pt x="773837" y="152941"/>
                  <a:pt x="768864" y="156810"/>
                </a:cubicBezTo>
                <a:cubicBezTo>
                  <a:pt x="762836" y="161481"/>
                  <a:pt x="754120" y="163817"/>
                  <a:pt x="742716" y="163817"/>
                </a:cubicBezTo>
                <a:cubicBezTo>
                  <a:pt x="736035" y="163817"/>
                  <a:pt x="730434" y="163365"/>
                  <a:pt x="725913" y="162461"/>
                </a:cubicBezTo>
                <a:cubicBezTo>
                  <a:pt x="719583" y="161205"/>
                  <a:pt x="716418" y="158593"/>
                  <a:pt x="716418" y="154624"/>
                </a:cubicBezTo>
                <a:cubicBezTo>
                  <a:pt x="716418" y="150153"/>
                  <a:pt x="718604" y="147918"/>
                  <a:pt x="722974" y="147918"/>
                </a:cubicBezTo>
                <a:cubicBezTo>
                  <a:pt x="724782" y="147918"/>
                  <a:pt x="727797" y="148357"/>
                  <a:pt x="732016" y="149237"/>
                </a:cubicBezTo>
                <a:cubicBezTo>
                  <a:pt x="736236" y="150116"/>
                  <a:pt x="740908" y="150505"/>
                  <a:pt x="746032" y="150405"/>
                </a:cubicBezTo>
                <a:cubicBezTo>
                  <a:pt x="755677" y="150244"/>
                  <a:pt x="762333" y="145298"/>
                  <a:pt x="766001" y="135565"/>
                </a:cubicBezTo>
                <a:cubicBezTo>
                  <a:pt x="768412" y="129075"/>
                  <a:pt x="769693" y="119102"/>
                  <a:pt x="769844" y="105645"/>
                </a:cubicBezTo>
                <a:cubicBezTo>
                  <a:pt x="767131" y="111522"/>
                  <a:pt x="763903" y="115931"/>
                  <a:pt x="760161" y="118869"/>
                </a:cubicBezTo>
                <a:cubicBezTo>
                  <a:pt x="756418" y="121808"/>
                  <a:pt x="752136" y="123277"/>
                  <a:pt x="747313" y="123277"/>
                </a:cubicBezTo>
                <a:cubicBezTo>
                  <a:pt x="738220" y="123277"/>
                  <a:pt x="730823" y="120172"/>
                  <a:pt x="725122" y="113962"/>
                </a:cubicBezTo>
                <a:cubicBezTo>
                  <a:pt x="719420" y="107752"/>
                  <a:pt x="716569" y="99694"/>
                  <a:pt x="716569" y="89788"/>
                </a:cubicBezTo>
                <a:cubicBezTo>
                  <a:pt x="716569" y="76212"/>
                  <a:pt x="720462" y="65275"/>
                  <a:pt x="728249" y="56979"/>
                </a:cubicBezTo>
                <a:cubicBezTo>
                  <a:pt x="736286" y="48431"/>
                  <a:pt x="747238" y="44157"/>
                  <a:pt x="761103" y="44157"/>
                </a:cubicBezTo>
                <a:cubicBezTo>
                  <a:pt x="765774" y="44157"/>
                  <a:pt x="769693" y="44760"/>
                  <a:pt x="772858" y="45965"/>
                </a:cubicBezTo>
                <a:cubicBezTo>
                  <a:pt x="776023" y="47171"/>
                  <a:pt x="778434" y="48979"/>
                  <a:pt x="780092" y="51391"/>
                </a:cubicBezTo>
                <a:cubicBezTo>
                  <a:pt x="785467" y="51541"/>
                  <a:pt x="788154" y="54530"/>
                  <a:pt x="788154" y="60358"/>
                </a:cubicBezTo>
                <a:cubicBezTo>
                  <a:pt x="788154" y="63924"/>
                  <a:pt x="787627" y="68697"/>
                  <a:pt x="786572" y="74675"/>
                </a:cubicBezTo>
                <a:cubicBezTo>
                  <a:pt x="785417" y="81607"/>
                  <a:pt x="784738" y="86329"/>
                  <a:pt x="784537" y="88841"/>
                </a:cubicBezTo>
                <a:moveTo>
                  <a:pt x="760349" y="59227"/>
                </a:moveTo>
                <a:cubicBezTo>
                  <a:pt x="750804" y="59227"/>
                  <a:pt x="743420" y="62190"/>
                  <a:pt x="738195" y="68114"/>
                </a:cubicBezTo>
                <a:cubicBezTo>
                  <a:pt x="733523" y="73450"/>
                  <a:pt x="731187" y="80234"/>
                  <a:pt x="731187" y="88467"/>
                </a:cubicBezTo>
                <a:cubicBezTo>
                  <a:pt x="731187" y="95024"/>
                  <a:pt x="732569" y="99953"/>
                  <a:pt x="735332" y="103255"/>
                </a:cubicBezTo>
                <a:cubicBezTo>
                  <a:pt x="738095" y="106556"/>
                  <a:pt x="742239" y="108207"/>
                  <a:pt x="747765" y="108207"/>
                </a:cubicBezTo>
                <a:cubicBezTo>
                  <a:pt x="752839" y="108207"/>
                  <a:pt x="757762" y="105629"/>
                  <a:pt x="762534" y="100474"/>
                </a:cubicBezTo>
                <a:cubicBezTo>
                  <a:pt x="766855" y="95725"/>
                  <a:pt x="769316" y="91022"/>
                  <a:pt x="769919" y="86364"/>
                </a:cubicBezTo>
                <a:cubicBezTo>
                  <a:pt x="770974" y="81479"/>
                  <a:pt x="772104" y="73812"/>
                  <a:pt x="773310" y="63365"/>
                </a:cubicBezTo>
                <a:cubicBezTo>
                  <a:pt x="771300" y="61963"/>
                  <a:pt x="769216" y="60923"/>
                  <a:pt x="767055" y="60245"/>
                </a:cubicBezTo>
                <a:cubicBezTo>
                  <a:pt x="764895" y="59567"/>
                  <a:pt x="762660" y="59227"/>
                  <a:pt x="760349" y="59227"/>
                </a:cubicBezTo>
                <a:close/>
                <a:moveTo>
                  <a:pt x="839412" y="124785"/>
                </a:moveTo>
                <a:cubicBezTo>
                  <a:pt x="828059" y="124785"/>
                  <a:pt x="818866" y="121944"/>
                  <a:pt x="811833" y="116263"/>
                </a:cubicBezTo>
                <a:cubicBezTo>
                  <a:pt x="804147" y="109977"/>
                  <a:pt x="800304" y="101177"/>
                  <a:pt x="800304" y="89863"/>
                </a:cubicBezTo>
                <a:cubicBezTo>
                  <a:pt x="800304" y="76791"/>
                  <a:pt x="803469" y="65830"/>
                  <a:pt x="809799" y="56981"/>
                </a:cubicBezTo>
                <a:cubicBezTo>
                  <a:pt x="816681" y="47326"/>
                  <a:pt x="825874" y="42499"/>
                  <a:pt x="837378" y="42499"/>
                </a:cubicBezTo>
                <a:cubicBezTo>
                  <a:pt x="845717" y="42499"/>
                  <a:pt x="852524" y="43906"/>
                  <a:pt x="857798" y="46719"/>
                </a:cubicBezTo>
                <a:cubicBezTo>
                  <a:pt x="864279" y="50185"/>
                  <a:pt x="867519" y="55510"/>
                  <a:pt x="867519" y="62694"/>
                </a:cubicBezTo>
                <a:cubicBezTo>
                  <a:pt x="867519" y="67717"/>
                  <a:pt x="864681" y="72289"/>
                  <a:pt x="859004" y="76408"/>
                </a:cubicBezTo>
                <a:cubicBezTo>
                  <a:pt x="856492" y="78216"/>
                  <a:pt x="851167" y="81030"/>
                  <a:pt x="843029" y="84847"/>
                </a:cubicBezTo>
                <a:lnTo>
                  <a:pt x="814244" y="98486"/>
                </a:lnTo>
                <a:cubicBezTo>
                  <a:pt x="817058" y="102656"/>
                  <a:pt x="820561" y="105796"/>
                  <a:pt x="824756" y="107905"/>
                </a:cubicBezTo>
                <a:cubicBezTo>
                  <a:pt x="828951" y="110015"/>
                  <a:pt x="833836" y="111070"/>
                  <a:pt x="839412" y="111070"/>
                </a:cubicBezTo>
                <a:cubicBezTo>
                  <a:pt x="842878" y="111070"/>
                  <a:pt x="846948" y="110417"/>
                  <a:pt x="851619" y="109111"/>
                </a:cubicBezTo>
                <a:cubicBezTo>
                  <a:pt x="857547" y="107453"/>
                  <a:pt x="861365" y="105281"/>
                  <a:pt x="863073" y="102593"/>
                </a:cubicBezTo>
                <a:cubicBezTo>
                  <a:pt x="864781" y="99905"/>
                  <a:pt x="866615" y="98562"/>
                  <a:pt x="868574" y="98562"/>
                </a:cubicBezTo>
                <a:cubicBezTo>
                  <a:pt x="870332" y="98562"/>
                  <a:pt x="871902" y="99230"/>
                  <a:pt x="873283" y="100566"/>
                </a:cubicBezTo>
                <a:cubicBezTo>
                  <a:pt x="874665" y="101900"/>
                  <a:pt x="875356" y="103449"/>
                  <a:pt x="875356" y="105212"/>
                </a:cubicBezTo>
                <a:cubicBezTo>
                  <a:pt x="875356" y="110803"/>
                  <a:pt x="870860" y="115615"/>
                  <a:pt x="861867" y="119646"/>
                </a:cubicBezTo>
                <a:cubicBezTo>
                  <a:pt x="854181" y="123072"/>
                  <a:pt x="846696" y="124785"/>
                  <a:pt x="839412" y="124785"/>
                </a:cubicBezTo>
                <a:moveTo>
                  <a:pt x="837378" y="56063"/>
                </a:moveTo>
                <a:cubicBezTo>
                  <a:pt x="831249" y="56063"/>
                  <a:pt x="826150" y="58436"/>
                  <a:pt x="822081" y="63183"/>
                </a:cubicBezTo>
                <a:cubicBezTo>
                  <a:pt x="818012" y="67931"/>
                  <a:pt x="814973" y="75077"/>
                  <a:pt x="812963" y="84621"/>
                </a:cubicBezTo>
                <a:lnTo>
                  <a:pt x="836097" y="73620"/>
                </a:lnTo>
                <a:cubicBezTo>
                  <a:pt x="845189" y="69199"/>
                  <a:pt x="851670" y="65356"/>
                  <a:pt x="855538" y="62091"/>
                </a:cubicBezTo>
                <a:cubicBezTo>
                  <a:pt x="851218" y="58072"/>
                  <a:pt x="845164" y="56063"/>
                  <a:pt x="837378" y="56063"/>
                </a:cubicBezTo>
                <a:close/>
                <a:moveTo>
                  <a:pt x="1018520" y="123579"/>
                </a:moveTo>
                <a:cubicBezTo>
                  <a:pt x="1013898" y="123579"/>
                  <a:pt x="1009879" y="117672"/>
                  <a:pt x="1006463" y="105859"/>
                </a:cubicBezTo>
                <a:cubicBezTo>
                  <a:pt x="1005157" y="101340"/>
                  <a:pt x="1003525" y="93431"/>
                  <a:pt x="1001565" y="82135"/>
                </a:cubicBezTo>
                <a:cubicBezTo>
                  <a:pt x="996441" y="82833"/>
                  <a:pt x="989735" y="84081"/>
                  <a:pt x="981446" y="85879"/>
                </a:cubicBezTo>
                <a:lnTo>
                  <a:pt x="961402" y="89997"/>
                </a:lnTo>
                <a:cubicBezTo>
                  <a:pt x="958891" y="96589"/>
                  <a:pt x="954595" y="106225"/>
                  <a:pt x="948517" y="118905"/>
                </a:cubicBezTo>
                <a:cubicBezTo>
                  <a:pt x="946909" y="121719"/>
                  <a:pt x="944724" y="123127"/>
                  <a:pt x="941961" y="123127"/>
                </a:cubicBezTo>
                <a:cubicBezTo>
                  <a:pt x="939952" y="123127"/>
                  <a:pt x="938156" y="122398"/>
                  <a:pt x="936574" y="120942"/>
                </a:cubicBezTo>
                <a:cubicBezTo>
                  <a:pt x="934991" y="119485"/>
                  <a:pt x="934200" y="117676"/>
                  <a:pt x="934200" y="115516"/>
                </a:cubicBezTo>
                <a:cubicBezTo>
                  <a:pt x="934200" y="113103"/>
                  <a:pt x="937993" y="103934"/>
                  <a:pt x="945578" y="88008"/>
                </a:cubicBezTo>
                <a:cubicBezTo>
                  <a:pt x="944724" y="86701"/>
                  <a:pt x="944297" y="85194"/>
                  <a:pt x="944297" y="83484"/>
                </a:cubicBezTo>
                <a:cubicBezTo>
                  <a:pt x="944297" y="79415"/>
                  <a:pt x="946759" y="76803"/>
                  <a:pt x="951682" y="75647"/>
                </a:cubicBezTo>
                <a:cubicBezTo>
                  <a:pt x="957409" y="64886"/>
                  <a:pt x="964642" y="52516"/>
                  <a:pt x="973383" y="38536"/>
                </a:cubicBezTo>
                <a:cubicBezTo>
                  <a:pt x="985289" y="19476"/>
                  <a:pt x="992699" y="9947"/>
                  <a:pt x="995613" y="9947"/>
                </a:cubicBezTo>
                <a:cubicBezTo>
                  <a:pt x="999581" y="9947"/>
                  <a:pt x="1002294" y="12713"/>
                  <a:pt x="1003751" y="18245"/>
                </a:cubicBezTo>
                <a:lnTo>
                  <a:pt x="1008498" y="43580"/>
                </a:lnTo>
                <a:lnTo>
                  <a:pt x="1019726" y="95981"/>
                </a:lnTo>
                <a:lnTo>
                  <a:pt x="1024021" y="107863"/>
                </a:lnTo>
                <a:cubicBezTo>
                  <a:pt x="1025477" y="111923"/>
                  <a:pt x="1026206" y="114630"/>
                  <a:pt x="1026206" y="115985"/>
                </a:cubicBezTo>
                <a:cubicBezTo>
                  <a:pt x="1026206" y="118140"/>
                  <a:pt x="1025427" y="119945"/>
                  <a:pt x="1023870" y="121398"/>
                </a:cubicBezTo>
                <a:cubicBezTo>
                  <a:pt x="1022313" y="122852"/>
                  <a:pt x="1020529" y="123579"/>
                  <a:pt x="1018520" y="123579"/>
                </a:cubicBezTo>
                <a:moveTo>
                  <a:pt x="991920" y="37479"/>
                </a:moveTo>
                <a:lnTo>
                  <a:pt x="970369" y="72228"/>
                </a:lnTo>
                <a:cubicBezTo>
                  <a:pt x="976448" y="70671"/>
                  <a:pt x="985666" y="68787"/>
                  <a:pt x="998024" y="66577"/>
                </a:cubicBezTo>
                <a:lnTo>
                  <a:pt x="991920" y="37479"/>
                </a:lnTo>
                <a:close/>
                <a:moveTo>
                  <a:pt x="1081287" y="126141"/>
                </a:moveTo>
                <a:cubicBezTo>
                  <a:pt x="1070988" y="126141"/>
                  <a:pt x="1062398" y="123021"/>
                  <a:pt x="1055516" y="116781"/>
                </a:cubicBezTo>
                <a:cubicBezTo>
                  <a:pt x="1048282" y="110239"/>
                  <a:pt x="1044665" y="101608"/>
                  <a:pt x="1044665" y="90887"/>
                </a:cubicBezTo>
                <a:cubicBezTo>
                  <a:pt x="1044665" y="80672"/>
                  <a:pt x="1048056" y="70130"/>
                  <a:pt x="1054838" y="59260"/>
                </a:cubicBezTo>
                <a:cubicBezTo>
                  <a:pt x="1062373" y="47182"/>
                  <a:pt x="1070863" y="41143"/>
                  <a:pt x="1080307" y="41143"/>
                </a:cubicBezTo>
                <a:cubicBezTo>
                  <a:pt x="1085230" y="41143"/>
                  <a:pt x="1090731" y="42302"/>
                  <a:pt x="1096809" y="44621"/>
                </a:cubicBezTo>
                <a:cubicBezTo>
                  <a:pt x="1104495" y="47596"/>
                  <a:pt x="1108338" y="51225"/>
                  <a:pt x="1108338" y="55509"/>
                </a:cubicBezTo>
                <a:cubicBezTo>
                  <a:pt x="1108338" y="57424"/>
                  <a:pt x="1107710" y="59126"/>
                  <a:pt x="1106454" y="60614"/>
                </a:cubicBezTo>
                <a:cubicBezTo>
                  <a:pt x="1105199" y="62101"/>
                  <a:pt x="1103641" y="62844"/>
                  <a:pt x="1101783" y="62844"/>
                </a:cubicBezTo>
                <a:cubicBezTo>
                  <a:pt x="1100326" y="62844"/>
                  <a:pt x="1099057" y="62401"/>
                  <a:pt x="1097977" y="61514"/>
                </a:cubicBezTo>
                <a:cubicBezTo>
                  <a:pt x="1096897" y="60625"/>
                  <a:pt x="1095855" y="59749"/>
                  <a:pt x="1094850" y="58886"/>
                </a:cubicBezTo>
                <a:cubicBezTo>
                  <a:pt x="1091886" y="56501"/>
                  <a:pt x="1087039" y="55309"/>
                  <a:pt x="1080307" y="55309"/>
                </a:cubicBezTo>
                <a:cubicBezTo>
                  <a:pt x="1075183" y="55309"/>
                  <a:pt x="1070109" y="59893"/>
                  <a:pt x="1065086" y="69061"/>
                </a:cubicBezTo>
                <a:cubicBezTo>
                  <a:pt x="1060514" y="77472"/>
                  <a:pt x="1058229" y="84750"/>
                  <a:pt x="1058229" y="90895"/>
                </a:cubicBezTo>
                <a:cubicBezTo>
                  <a:pt x="1058229" y="97543"/>
                  <a:pt x="1060489" y="102781"/>
                  <a:pt x="1065010" y="106610"/>
                </a:cubicBezTo>
                <a:cubicBezTo>
                  <a:pt x="1069230" y="110186"/>
                  <a:pt x="1074656" y="111975"/>
                  <a:pt x="1081287" y="111975"/>
                </a:cubicBezTo>
                <a:cubicBezTo>
                  <a:pt x="1084301" y="111975"/>
                  <a:pt x="1087516" y="111171"/>
                  <a:pt x="1090932" y="109563"/>
                </a:cubicBezTo>
                <a:lnTo>
                  <a:pt x="1099673" y="104891"/>
                </a:lnTo>
                <a:cubicBezTo>
                  <a:pt x="1101180" y="104088"/>
                  <a:pt x="1102260" y="103686"/>
                  <a:pt x="1102913" y="103686"/>
                </a:cubicBezTo>
                <a:cubicBezTo>
                  <a:pt x="1104772" y="103686"/>
                  <a:pt x="1106379" y="104427"/>
                  <a:pt x="1107735" y="105909"/>
                </a:cubicBezTo>
                <a:cubicBezTo>
                  <a:pt x="1109092" y="107391"/>
                  <a:pt x="1109770" y="109086"/>
                  <a:pt x="1109770" y="110995"/>
                </a:cubicBezTo>
                <a:cubicBezTo>
                  <a:pt x="1109770" y="114662"/>
                  <a:pt x="1105902" y="118204"/>
                  <a:pt x="1098166" y="121620"/>
                </a:cubicBezTo>
                <a:cubicBezTo>
                  <a:pt x="1091384" y="124634"/>
                  <a:pt x="1085758" y="126141"/>
                  <a:pt x="1081287" y="126141"/>
                </a:cubicBezTo>
                <a:close/>
                <a:moveTo>
                  <a:pt x="1160195" y="126141"/>
                </a:moveTo>
                <a:cubicBezTo>
                  <a:pt x="1149897" y="126141"/>
                  <a:pt x="1141306" y="123021"/>
                  <a:pt x="1134424" y="116781"/>
                </a:cubicBezTo>
                <a:cubicBezTo>
                  <a:pt x="1127190" y="110239"/>
                  <a:pt x="1123573" y="101608"/>
                  <a:pt x="1123573" y="90887"/>
                </a:cubicBezTo>
                <a:cubicBezTo>
                  <a:pt x="1123573" y="80672"/>
                  <a:pt x="1126964" y="70130"/>
                  <a:pt x="1133746" y="59260"/>
                </a:cubicBezTo>
                <a:cubicBezTo>
                  <a:pt x="1141281" y="47182"/>
                  <a:pt x="1149771" y="41143"/>
                  <a:pt x="1159215" y="41143"/>
                </a:cubicBezTo>
                <a:cubicBezTo>
                  <a:pt x="1164138" y="41143"/>
                  <a:pt x="1169639" y="42302"/>
                  <a:pt x="1175717" y="44621"/>
                </a:cubicBezTo>
                <a:cubicBezTo>
                  <a:pt x="1183403" y="47596"/>
                  <a:pt x="1187246" y="51225"/>
                  <a:pt x="1187246" y="55509"/>
                </a:cubicBezTo>
                <a:cubicBezTo>
                  <a:pt x="1187246" y="57424"/>
                  <a:pt x="1186619" y="59126"/>
                  <a:pt x="1185363" y="60614"/>
                </a:cubicBezTo>
                <a:cubicBezTo>
                  <a:pt x="1184107" y="62101"/>
                  <a:pt x="1182549" y="62844"/>
                  <a:pt x="1180691" y="62844"/>
                </a:cubicBezTo>
                <a:cubicBezTo>
                  <a:pt x="1179234" y="62844"/>
                  <a:pt x="1177965" y="62401"/>
                  <a:pt x="1176885" y="61514"/>
                </a:cubicBezTo>
                <a:cubicBezTo>
                  <a:pt x="1175805" y="60625"/>
                  <a:pt x="1174763" y="59749"/>
                  <a:pt x="1173758" y="58886"/>
                </a:cubicBezTo>
                <a:cubicBezTo>
                  <a:pt x="1170794" y="56501"/>
                  <a:pt x="1165947" y="55309"/>
                  <a:pt x="1159215" y="55309"/>
                </a:cubicBezTo>
                <a:cubicBezTo>
                  <a:pt x="1154091" y="55309"/>
                  <a:pt x="1149017" y="59893"/>
                  <a:pt x="1143994" y="69061"/>
                </a:cubicBezTo>
                <a:cubicBezTo>
                  <a:pt x="1139422" y="77472"/>
                  <a:pt x="1137137" y="84750"/>
                  <a:pt x="1137137" y="90895"/>
                </a:cubicBezTo>
                <a:cubicBezTo>
                  <a:pt x="1137137" y="97543"/>
                  <a:pt x="1139397" y="102781"/>
                  <a:pt x="1143918" y="106610"/>
                </a:cubicBezTo>
                <a:cubicBezTo>
                  <a:pt x="1148138" y="110186"/>
                  <a:pt x="1153564" y="111975"/>
                  <a:pt x="1160195" y="111975"/>
                </a:cubicBezTo>
                <a:cubicBezTo>
                  <a:pt x="1163209" y="111975"/>
                  <a:pt x="1166424" y="111171"/>
                  <a:pt x="1169840" y="109563"/>
                </a:cubicBezTo>
                <a:lnTo>
                  <a:pt x="1178581" y="104891"/>
                </a:lnTo>
                <a:cubicBezTo>
                  <a:pt x="1180088" y="104088"/>
                  <a:pt x="1181168" y="103686"/>
                  <a:pt x="1181821" y="103686"/>
                </a:cubicBezTo>
                <a:cubicBezTo>
                  <a:pt x="1183680" y="103686"/>
                  <a:pt x="1185287" y="104427"/>
                  <a:pt x="1186644" y="105909"/>
                </a:cubicBezTo>
                <a:cubicBezTo>
                  <a:pt x="1188000" y="107391"/>
                  <a:pt x="1188678" y="109086"/>
                  <a:pt x="1188678" y="110995"/>
                </a:cubicBezTo>
                <a:cubicBezTo>
                  <a:pt x="1188678" y="114662"/>
                  <a:pt x="1184810" y="118204"/>
                  <a:pt x="1177074" y="121620"/>
                </a:cubicBezTo>
                <a:cubicBezTo>
                  <a:pt x="1170292" y="124634"/>
                  <a:pt x="1164666" y="126141"/>
                  <a:pt x="1160195" y="126141"/>
                </a:cubicBezTo>
                <a:close/>
                <a:moveTo>
                  <a:pt x="1266531" y="77312"/>
                </a:moveTo>
                <a:cubicBezTo>
                  <a:pt x="1266531" y="80929"/>
                  <a:pt x="1266556" y="86355"/>
                  <a:pt x="1266606" y="93588"/>
                </a:cubicBezTo>
                <a:cubicBezTo>
                  <a:pt x="1266656" y="100822"/>
                  <a:pt x="1266681" y="106248"/>
                  <a:pt x="1266681" y="109865"/>
                </a:cubicBezTo>
                <a:cubicBezTo>
                  <a:pt x="1266681" y="110970"/>
                  <a:pt x="1266769" y="112653"/>
                  <a:pt x="1266945" y="114913"/>
                </a:cubicBezTo>
                <a:cubicBezTo>
                  <a:pt x="1267121" y="117174"/>
                  <a:pt x="1267209" y="118857"/>
                  <a:pt x="1267209" y="119962"/>
                </a:cubicBezTo>
                <a:cubicBezTo>
                  <a:pt x="1267209" y="122122"/>
                  <a:pt x="1266480" y="123893"/>
                  <a:pt x="1265023" y="125274"/>
                </a:cubicBezTo>
                <a:cubicBezTo>
                  <a:pt x="1263567" y="126656"/>
                  <a:pt x="1261783" y="127347"/>
                  <a:pt x="1259673" y="127347"/>
                </a:cubicBezTo>
                <a:cubicBezTo>
                  <a:pt x="1255805" y="127347"/>
                  <a:pt x="1253344" y="124960"/>
                  <a:pt x="1252289" y="120188"/>
                </a:cubicBezTo>
                <a:cubicBezTo>
                  <a:pt x="1246009" y="123453"/>
                  <a:pt x="1238776" y="125086"/>
                  <a:pt x="1230587" y="125086"/>
                </a:cubicBezTo>
                <a:cubicBezTo>
                  <a:pt x="1224006" y="125086"/>
                  <a:pt x="1218556" y="123629"/>
                  <a:pt x="1214236" y="120715"/>
                </a:cubicBezTo>
                <a:cubicBezTo>
                  <a:pt x="1209463" y="117500"/>
                  <a:pt x="1206625" y="112803"/>
                  <a:pt x="1205721" y="106624"/>
                </a:cubicBezTo>
                <a:cubicBezTo>
                  <a:pt x="1203761" y="93312"/>
                  <a:pt x="1202782" y="81457"/>
                  <a:pt x="1202782" y="71058"/>
                </a:cubicBezTo>
                <a:cubicBezTo>
                  <a:pt x="1202782" y="64176"/>
                  <a:pt x="1203535" y="56339"/>
                  <a:pt x="1205042" y="47548"/>
                </a:cubicBezTo>
                <a:cubicBezTo>
                  <a:pt x="1205746" y="43177"/>
                  <a:pt x="1208132" y="40992"/>
                  <a:pt x="1212201" y="40992"/>
                </a:cubicBezTo>
                <a:cubicBezTo>
                  <a:pt x="1214361" y="40992"/>
                  <a:pt x="1216170" y="41682"/>
                  <a:pt x="1217626" y="43062"/>
                </a:cubicBezTo>
                <a:cubicBezTo>
                  <a:pt x="1219083" y="44442"/>
                  <a:pt x="1219812" y="46211"/>
                  <a:pt x="1219812" y="48370"/>
                </a:cubicBezTo>
                <a:cubicBezTo>
                  <a:pt x="1219812" y="50677"/>
                  <a:pt x="1219447" y="54366"/>
                  <a:pt x="1218719" y="59435"/>
                </a:cubicBezTo>
                <a:cubicBezTo>
                  <a:pt x="1217991" y="64502"/>
                  <a:pt x="1217626" y="68366"/>
                  <a:pt x="1217626" y="71025"/>
                </a:cubicBezTo>
                <a:cubicBezTo>
                  <a:pt x="1217626" y="79405"/>
                  <a:pt x="1217903" y="86581"/>
                  <a:pt x="1218455" y="92552"/>
                </a:cubicBezTo>
                <a:cubicBezTo>
                  <a:pt x="1219008" y="98524"/>
                  <a:pt x="1219837" y="103316"/>
                  <a:pt x="1220942" y="106928"/>
                </a:cubicBezTo>
                <a:cubicBezTo>
                  <a:pt x="1222600" y="107832"/>
                  <a:pt x="1224232" y="108523"/>
                  <a:pt x="1225840" y="109000"/>
                </a:cubicBezTo>
                <a:cubicBezTo>
                  <a:pt x="1227447" y="109476"/>
                  <a:pt x="1229030" y="109714"/>
                  <a:pt x="1230587" y="109714"/>
                </a:cubicBezTo>
                <a:cubicBezTo>
                  <a:pt x="1237319" y="109714"/>
                  <a:pt x="1244427" y="108635"/>
                  <a:pt x="1251912" y="106478"/>
                </a:cubicBezTo>
                <a:lnTo>
                  <a:pt x="1251837" y="91198"/>
                </a:lnTo>
                <a:lnTo>
                  <a:pt x="1251686" y="76596"/>
                </a:lnTo>
                <a:cubicBezTo>
                  <a:pt x="1251686" y="65756"/>
                  <a:pt x="1252163" y="56348"/>
                  <a:pt x="1253118" y="48370"/>
                </a:cubicBezTo>
                <a:cubicBezTo>
                  <a:pt x="1253670" y="43753"/>
                  <a:pt x="1256107" y="41444"/>
                  <a:pt x="1260427" y="41444"/>
                </a:cubicBezTo>
                <a:cubicBezTo>
                  <a:pt x="1262587" y="41444"/>
                  <a:pt x="1264396" y="42147"/>
                  <a:pt x="1265852" y="43554"/>
                </a:cubicBezTo>
                <a:cubicBezTo>
                  <a:pt x="1267309" y="44961"/>
                  <a:pt x="1267987" y="46719"/>
                  <a:pt x="1267887" y="48829"/>
                </a:cubicBezTo>
                <a:lnTo>
                  <a:pt x="1266531" y="77312"/>
                </a:lnTo>
                <a:close/>
                <a:moveTo>
                  <a:pt x="1343273" y="65482"/>
                </a:moveTo>
                <a:cubicBezTo>
                  <a:pt x="1342921" y="71761"/>
                  <a:pt x="1340409" y="74901"/>
                  <a:pt x="1335737" y="74901"/>
                </a:cubicBezTo>
                <a:cubicBezTo>
                  <a:pt x="1331417" y="74901"/>
                  <a:pt x="1329257" y="72424"/>
                  <a:pt x="1329257" y="67472"/>
                </a:cubicBezTo>
                <a:cubicBezTo>
                  <a:pt x="1329257" y="66520"/>
                  <a:pt x="1329182" y="64768"/>
                  <a:pt x="1329031" y="62216"/>
                </a:cubicBezTo>
                <a:lnTo>
                  <a:pt x="1328805" y="55912"/>
                </a:lnTo>
                <a:cubicBezTo>
                  <a:pt x="1320868" y="56868"/>
                  <a:pt x="1314513" y="59108"/>
                  <a:pt x="1309741" y="62632"/>
                </a:cubicBezTo>
                <a:cubicBezTo>
                  <a:pt x="1305270" y="65906"/>
                  <a:pt x="1301552" y="70840"/>
                  <a:pt x="1298588" y="77435"/>
                </a:cubicBezTo>
                <a:lnTo>
                  <a:pt x="1298739" y="118815"/>
                </a:lnTo>
                <a:cubicBezTo>
                  <a:pt x="1298739" y="123900"/>
                  <a:pt x="1296253" y="126442"/>
                  <a:pt x="1291279" y="126442"/>
                </a:cubicBezTo>
                <a:cubicBezTo>
                  <a:pt x="1286859" y="126442"/>
                  <a:pt x="1284648" y="123901"/>
                  <a:pt x="1284648" y="118818"/>
                </a:cubicBezTo>
                <a:lnTo>
                  <a:pt x="1284648" y="65823"/>
                </a:lnTo>
                <a:cubicBezTo>
                  <a:pt x="1284648" y="64162"/>
                  <a:pt x="1284711" y="61672"/>
                  <a:pt x="1284837" y="58351"/>
                </a:cubicBezTo>
                <a:cubicBezTo>
                  <a:pt x="1284962" y="55030"/>
                  <a:pt x="1285025" y="52538"/>
                  <a:pt x="1285025" y="50877"/>
                </a:cubicBezTo>
                <a:cubicBezTo>
                  <a:pt x="1285025" y="45794"/>
                  <a:pt x="1287235" y="43253"/>
                  <a:pt x="1291656" y="43253"/>
                </a:cubicBezTo>
                <a:cubicBezTo>
                  <a:pt x="1296579" y="43253"/>
                  <a:pt x="1299066" y="47422"/>
                  <a:pt x="1299116" y="55761"/>
                </a:cubicBezTo>
                <a:cubicBezTo>
                  <a:pt x="1308761" y="46417"/>
                  <a:pt x="1319461" y="41746"/>
                  <a:pt x="1331216" y="41746"/>
                </a:cubicBezTo>
                <a:cubicBezTo>
                  <a:pt x="1335285" y="41746"/>
                  <a:pt x="1338325" y="43278"/>
                  <a:pt x="1340334" y="46342"/>
                </a:cubicBezTo>
                <a:cubicBezTo>
                  <a:pt x="1342343" y="49406"/>
                  <a:pt x="1343348" y="54028"/>
                  <a:pt x="1343348" y="60207"/>
                </a:cubicBezTo>
                <a:cubicBezTo>
                  <a:pt x="1343348" y="62819"/>
                  <a:pt x="1343323" y="64577"/>
                  <a:pt x="1343273" y="65482"/>
                </a:cubicBezTo>
                <a:close/>
                <a:moveTo>
                  <a:pt x="1417518" y="126292"/>
                </a:moveTo>
                <a:cubicBezTo>
                  <a:pt x="1416563" y="126292"/>
                  <a:pt x="1414830" y="125177"/>
                  <a:pt x="1412318" y="122948"/>
                </a:cubicBezTo>
                <a:cubicBezTo>
                  <a:pt x="1410058" y="120871"/>
                  <a:pt x="1408375" y="119022"/>
                  <a:pt x="1407270" y="117400"/>
                </a:cubicBezTo>
                <a:cubicBezTo>
                  <a:pt x="1402447" y="120037"/>
                  <a:pt x="1398202" y="122028"/>
                  <a:pt x="1394535" y="123372"/>
                </a:cubicBezTo>
                <a:cubicBezTo>
                  <a:pt x="1390868" y="124715"/>
                  <a:pt x="1387804" y="125387"/>
                  <a:pt x="1385342" y="125387"/>
                </a:cubicBezTo>
                <a:cubicBezTo>
                  <a:pt x="1373587" y="125387"/>
                  <a:pt x="1365022" y="122072"/>
                  <a:pt x="1359647" y="115441"/>
                </a:cubicBezTo>
                <a:cubicBezTo>
                  <a:pt x="1354573" y="109212"/>
                  <a:pt x="1352036" y="99667"/>
                  <a:pt x="1352036" y="86807"/>
                </a:cubicBezTo>
                <a:cubicBezTo>
                  <a:pt x="1352036" y="74650"/>
                  <a:pt x="1356218" y="64251"/>
                  <a:pt x="1364582" y="55610"/>
                </a:cubicBezTo>
                <a:cubicBezTo>
                  <a:pt x="1372947" y="46970"/>
                  <a:pt x="1382931" y="42650"/>
                  <a:pt x="1394535" y="42650"/>
                </a:cubicBezTo>
                <a:cubicBezTo>
                  <a:pt x="1398906" y="42650"/>
                  <a:pt x="1403804" y="43780"/>
                  <a:pt x="1409229" y="46041"/>
                </a:cubicBezTo>
                <a:cubicBezTo>
                  <a:pt x="1416061" y="48854"/>
                  <a:pt x="1419477" y="52245"/>
                  <a:pt x="1419477" y="56213"/>
                </a:cubicBezTo>
                <a:cubicBezTo>
                  <a:pt x="1419477" y="57570"/>
                  <a:pt x="1418975" y="58775"/>
                  <a:pt x="1417970" y="59830"/>
                </a:cubicBezTo>
                <a:cubicBezTo>
                  <a:pt x="1417468" y="61739"/>
                  <a:pt x="1417078" y="64879"/>
                  <a:pt x="1416802" y="69249"/>
                </a:cubicBezTo>
                <a:cubicBezTo>
                  <a:pt x="1416526" y="73620"/>
                  <a:pt x="1416362" y="79221"/>
                  <a:pt x="1416312" y="86053"/>
                </a:cubicBezTo>
                <a:cubicBezTo>
                  <a:pt x="1416262" y="92282"/>
                  <a:pt x="1416689" y="97205"/>
                  <a:pt x="1417593" y="100822"/>
                </a:cubicBezTo>
                <a:cubicBezTo>
                  <a:pt x="1418095" y="103033"/>
                  <a:pt x="1419678" y="107453"/>
                  <a:pt x="1422340" y="114084"/>
                </a:cubicBezTo>
                <a:cubicBezTo>
                  <a:pt x="1422692" y="114989"/>
                  <a:pt x="1423270" y="116320"/>
                  <a:pt x="1424073" y="118078"/>
                </a:cubicBezTo>
                <a:lnTo>
                  <a:pt x="1424526" y="119359"/>
                </a:lnTo>
                <a:cubicBezTo>
                  <a:pt x="1424526" y="121369"/>
                  <a:pt x="1423822" y="123026"/>
                  <a:pt x="1422416" y="124332"/>
                </a:cubicBezTo>
                <a:cubicBezTo>
                  <a:pt x="1421009" y="125639"/>
                  <a:pt x="1419376" y="126292"/>
                  <a:pt x="1417518" y="126292"/>
                </a:cubicBezTo>
                <a:moveTo>
                  <a:pt x="1401844" y="73950"/>
                </a:moveTo>
                <a:cubicBezTo>
                  <a:pt x="1401844" y="71794"/>
                  <a:pt x="1401983" y="69452"/>
                  <a:pt x="1402259" y="66923"/>
                </a:cubicBezTo>
                <a:cubicBezTo>
                  <a:pt x="1402535" y="64392"/>
                  <a:pt x="1402950" y="61699"/>
                  <a:pt x="1403502" y="58844"/>
                </a:cubicBezTo>
                <a:cubicBezTo>
                  <a:pt x="1401643" y="57891"/>
                  <a:pt x="1400048" y="57189"/>
                  <a:pt x="1398717" y="56738"/>
                </a:cubicBezTo>
                <a:cubicBezTo>
                  <a:pt x="1397386" y="56288"/>
                  <a:pt x="1396318" y="56063"/>
                  <a:pt x="1395515" y="56063"/>
                </a:cubicBezTo>
                <a:cubicBezTo>
                  <a:pt x="1387728" y="56063"/>
                  <a:pt x="1381009" y="59231"/>
                  <a:pt x="1375358" y="65569"/>
                </a:cubicBezTo>
                <a:cubicBezTo>
                  <a:pt x="1369706" y="71906"/>
                  <a:pt x="1366881" y="79209"/>
                  <a:pt x="1366881" y="87475"/>
                </a:cubicBezTo>
                <a:cubicBezTo>
                  <a:pt x="1366881" y="95692"/>
                  <a:pt x="1368337" y="101854"/>
                  <a:pt x="1371251" y="105963"/>
                </a:cubicBezTo>
                <a:cubicBezTo>
                  <a:pt x="1374165" y="110071"/>
                  <a:pt x="1378535" y="112125"/>
                  <a:pt x="1384362" y="112125"/>
                </a:cubicBezTo>
                <a:cubicBezTo>
                  <a:pt x="1389185" y="112125"/>
                  <a:pt x="1393279" y="111248"/>
                  <a:pt x="1396645" y="109495"/>
                </a:cubicBezTo>
                <a:cubicBezTo>
                  <a:pt x="1398453" y="108544"/>
                  <a:pt x="1400990" y="106640"/>
                  <a:pt x="1404256" y="103785"/>
                </a:cubicBezTo>
                <a:cubicBezTo>
                  <a:pt x="1402648" y="90507"/>
                  <a:pt x="1401844" y="80562"/>
                  <a:pt x="1401844" y="73950"/>
                </a:cubicBezTo>
                <a:close/>
                <a:moveTo>
                  <a:pt x="1471634" y="126141"/>
                </a:moveTo>
                <a:cubicBezTo>
                  <a:pt x="1461336" y="126141"/>
                  <a:pt x="1452745" y="123021"/>
                  <a:pt x="1445863" y="116781"/>
                </a:cubicBezTo>
                <a:cubicBezTo>
                  <a:pt x="1438629" y="110239"/>
                  <a:pt x="1435012" y="101608"/>
                  <a:pt x="1435012" y="90887"/>
                </a:cubicBezTo>
                <a:cubicBezTo>
                  <a:pt x="1435012" y="80672"/>
                  <a:pt x="1438403" y="70130"/>
                  <a:pt x="1445185" y="59260"/>
                </a:cubicBezTo>
                <a:cubicBezTo>
                  <a:pt x="1452720" y="47182"/>
                  <a:pt x="1461210" y="41143"/>
                  <a:pt x="1470654" y="41143"/>
                </a:cubicBezTo>
                <a:cubicBezTo>
                  <a:pt x="1475577" y="41143"/>
                  <a:pt x="1481078" y="42302"/>
                  <a:pt x="1487157" y="44621"/>
                </a:cubicBezTo>
                <a:cubicBezTo>
                  <a:pt x="1494843" y="47596"/>
                  <a:pt x="1498686" y="51225"/>
                  <a:pt x="1498686" y="55509"/>
                </a:cubicBezTo>
                <a:cubicBezTo>
                  <a:pt x="1498686" y="57424"/>
                  <a:pt x="1498058" y="59126"/>
                  <a:pt x="1496802" y="60614"/>
                </a:cubicBezTo>
                <a:cubicBezTo>
                  <a:pt x="1495546" y="62101"/>
                  <a:pt x="1493989" y="62844"/>
                  <a:pt x="1492130" y="62844"/>
                </a:cubicBezTo>
                <a:cubicBezTo>
                  <a:pt x="1490673" y="62844"/>
                  <a:pt x="1489405" y="62401"/>
                  <a:pt x="1488325" y="61514"/>
                </a:cubicBezTo>
                <a:cubicBezTo>
                  <a:pt x="1487245" y="60625"/>
                  <a:pt x="1486202" y="59749"/>
                  <a:pt x="1485197" y="58886"/>
                </a:cubicBezTo>
                <a:cubicBezTo>
                  <a:pt x="1482234" y="56501"/>
                  <a:pt x="1477386" y="55309"/>
                  <a:pt x="1470654" y="55309"/>
                </a:cubicBezTo>
                <a:cubicBezTo>
                  <a:pt x="1465530" y="55309"/>
                  <a:pt x="1460457" y="59893"/>
                  <a:pt x="1455433" y="69061"/>
                </a:cubicBezTo>
                <a:cubicBezTo>
                  <a:pt x="1450862" y="77472"/>
                  <a:pt x="1448576" y="84750"/>
                  <a:pt x="1448576" y="90895"/>
                </a:cubicBezTo>
                <a:cubicBezTo>
                  <a:pt x="1448576" y="97543"/>
                  <a:pt x="1450837" y="102781"/>
                  <a:pt x="1455358" y="106610"/>
                </a:cubicBezTo>
                <a:cubicBezTo>
                  <a:pt x="1459577" y="110186"/>
                  <a:pt x="1465003" y="111975"/>
                  <a:pt x="1471634" y="111975"/>
                </a:cubicBezTo>
                <a:cubicBezTo>
                  <a:pt x="1474648" y="111975"/>
                  <a:pt x="1477863" y="111171"/>
                  <a:pt x="1481279" y="109563"/>
                </a:cubicBezTo>
                <a:lnTo>
                  <a:pt x="1490020" y="104891"/>
                </a:lnTo>
                <a:cubicBezTo>
                  <a:pt x="1491527" y="104088"/>
                  <a:pt x="1492607" y="103686"/>
                  <a:pt x="1493260" y="103686"/>
                </a:cubicBezTo>
                <a:cubicBezTo>
                  <a:pt x="1495119" y="103686"/>
                  <a:pt x="1496726" y="104427"/>
                  <a:pt x="1498083" y="105909"/>
                </a:cubicBezTo>
                <a:cubicBezTo>
                  <a:pt x="1499439" y="107391"/>
                  <a:pt x="1500117" y="109086"/>
                  <a:pt x="1500117" y="110995"/>
                </a:cubicBezTo>
                <a:cubicBezTo>
                  <a:pt x="1500117" y="114662"/>
                  <a:pt x="1496249" y="118204"/>
                  <a:pt x="1488513" y="121620"/>
                </a:cubicBezTo>
                <a:cubicBezTo>
                  <a:pt x="1481731" y="124634"/>
                  <a:pt x="1476105" y="126141"/>
                  <a:pt x="1471634" y="126141"/>
                </a:cubicBezTo>
                <a:close/>
                <a:moveTo>
                  <a:pt x="1582190" y="54092"/>
                </a:moveTo>
                <a:lnTo>
                  <a:pt x="1556118" y="110463"/>
                </a:lnTo>
                <a:cubicBezTo>
                  <a:pt x="1549688" y="124179"/>
                  <a:pt x="1544764" y="135658"/>
                  <a:pt x="1541348" y="144901"/>
                </a:cubicBezTo>
                <a:lnTo>
                  <a:pt x="1536375" y="159522"/>
                </a:lnTo>
                <a:cubicBezTo>
                  <a:pt x="1535069" y="163189"/>
                  <a:pt x="1532808" y="165023"/>
                  <a:pt x="1529593" y="165023"/>
                </a:cubicBezTo>
                <a:cubicBezTo>
                  <a:pt x="1527484" y="165023"/>
                  <a:pt x="1525662" y="164328"/>
                  <a:pt x="1524130" y="162939"/>
                </a:cubicBezTo>
                <a:cubicBezTo>
                  <a:pt x="1522598" y="161551"/>
                  <a:pt x="1521832" y="159822"/>
                  <a:pt x="1521832" y="157751"/>
                </a:cubicBezTo>
                <a:cubicBezTo>
                  <a:pt x="1521832" y="152703"/>
                  <a:pt x="1527257" y="138176"/>
                  <a:pt x="1538108" y="114172"/>
                </a:cubicBezTo>
                <a:lnTo>
                  <a:pt x="1511132" y="62183"/>
                </a:lnTo>
                <a:lnTo>
                  <a:pt x="1507741" y="56672"/>
                </a:lnTo>
                <a:cubicBezTo>
                  <a:pt x="1506385" y="54359"/>
                  <a:pt x="1505707" y="52422"/>
                  <a:pt x="1505707" y="50863"/>
                </a:cubicBezTo>
                <a:cubicBezTo>
                  <a:pt x="1505707" y="48804"/>
                  <a:pt x="1506498" y="46995"/>
                  <a:pt x="1508080" y="45438"/>
                </a:cubicBezTo>
                <a:cubicBezTo>
                  <a:pt x="1509663" y="43881"/>
                  <a:pt x="1511433" y="43102"/>
                  <a:pt x="1513393" y="43102"/>
                </a:cubicBezTo>
                <a:cubicBezTo>
                  <a:pt x="1515703" y="43102"/>
                  <a:pt x="1517487" y="43981"/>
                  <a:pt x="1518743" y="45739"/>
                </a:cubicBezTo>
                <a:cubicBezTo>
                  <a:pt x="1527283" y="57612"/>
                  <a:pt x="1536451" y="74515"/>
                  <a:pt x="1546246" y="96449"/>
                </a:cubicBezTo>
                <a:lnTo>
                  <a:pt x="1557399" y="70373"/>
                </a:lnTo>
                <a:cubicBezTo>
                  <a:pt x="1561417" y="61376"/>
                  <a:pt x="1565286" y="53642"/>
                  <a:pt x="1569003" y="47171"/>
                </a:cubicBezTo>
                <a:cubicBezTo>
                  <a:pt x="1570611" y="44358"/>
                  <a:pt x="1572720" y="42951"/>
                  <a:pt x="1575333" y="42951"/>
                </a:cubicBezTo>
                <a:cubicBezTo>
                  <a:pt x="1577392" y="42951"/>
                  <a:pt x="1579213" y="43679"/>
                  <a:pt x="1580796" y="45134"/>
                </a:cubicBezTo>
                <a:cubicBezTo>
                  <a:pt x="1582378" y="46589"/>
                  <a:pt x="1583169" y="48321"/>
                  <a:pt x="1583169" y="50329"/>
                </a:cubicBezTo>
                <a:cubicBezTo>
                  <a:pt x="1583169" y="51432"/>
                  <a:pt x="1582843" y="52687"/>
                  <a:pt x="1582190" y="54092"/>
                </a:cubicBezTo>
                <a:close/>
                <a:moveTo>
                  <a:pt x="1671130" y="125839"/>
                </a:moveTo>
                <a:cubicBezTo>
                  <a:pt x="1662691" y="125839"/>
                  <a:pt x="1655432" y="122719"/>
                  <a:pt x="1649353" y="116479"/>
                </a:cubicBezTo>
                <a:cubicBezTo>
                  <a:pt x="1642572" y="109534"/>
                  <a:pt x="1639005" y="100198"/>
                  <a:pt x="1638653" y="88471"/>
                </a:cubicBezTo>
                <a:cubicBezTo>
                  <a:pt x="1638352" y="77098"/>
                  <a:pt x="1641215" y="67083"/>
                  <a:pt x="1647243" y="58427"/>
                </a:cubicBezTo>
                <a:cubicBezTo>
                  <a:pt x="1654276" y="48210"/>
                  <a:pt x="1664072" y="43102"/>
                  <a:pt x="1676631" y="43102"/>
                </a:cubicBezTo>
                <a:cubicBezTo>
                  <a:pt x="1686678" y="43102"/>
                  <a:pt x="1694289" y="47707"/>
                  <a:pt x="1699463" y="56917"/>
                </a:cubicBezTo>
                <a:cubicBezTo>
                  <a:pt x="1703582" y="64365"/>
                  <a:pt x="1705567" y="73322"/>
                  <a:pt x="1705416" y="83790"/>
                </a:cubicBezTo>
                <a:cubicBezTo>
                  <a:pt x="1705265" y="94963"/>
                  <a:pt x="1702352" y="104500"/>
                  <a:pt x="1696675" y="112403"/>
                </a:cubicBezTo>
                <a:cubicBezTo>
                  <a:pt x="1690245" y="121361"/>
                  <a:pt x="1681730" y="125839"/>
                  <a:pt x="1671130" y="125839"/>
                </a:cubicBezTo>
                <a:moveTo>
                  <a:pt x="1675651" y="58474"/>
                </a:moveTo>
                <a:cubicBezTo>
                  <a:pt x="1668267" y="58424"/>
                  <a:pt x="1662515" y="61945"/>
                  <a:pt x="1658396" y="69037"/>
                </a:cubicBezTo>
                <a:cubicBezTo>
                  <a:pt x="1655130" y="74723"/>
                  <a:pt x="1653498" y="81213"/>
                  <a:pt x="1653498" y="88507"/>
                </a:cubicBezTo>
                <a:cubicBezTo>
                  <a:pt x="1653498" y="95802"/>
                  <a:pt x="1655482" y="101487"/>
                  <a:pt x="1659451" y="105562"/>
                </a:cubicBezTo>
                <a:cubicBezTo>
                  <a:pt x="1662766" y="108933"/>
                  <a:pt x="1666659" y="110618"/>
                  <a:pt x="1671130" y="110618"/>
                </a:cubicBezTo>
                <a:cubicBezTo>
                  <a:pt x="1676355" y="110618"/>
                  <a:pt x="1680851" y="108706"/>
                  <a:pt x="1684618" y="104882"/>
                </a:cubicBezTo>
                <a:cubicBezTo>
                  <a:pt x="1688888" y="100657"/>
                  <a:pt x="1691149" y="94948"/>
                  <a:pt x="1691400" y="87753"/>
                </a:cubicBezTo>
                <a:cubicBezTo>
                  <a:pt x="1692104" y="68284"/>
                  <a:pt x="1686854" y="58524"/>
                  <a:pt x="1675651" y="58474"/>
                </a:cubicBezTo>
                <a:close/>
                <a:moveTo>
                  <a:pt x="1774512" y="15372"/>
                </a:moveTo>
                <a:cubicBezTo>
                  <a:pt x="1762355" y="15372"/>
                  <a:pt x="1755548" y="23769"/>
                  <a:pt x="1754091" y="40563"/>
                </a:cubicBezTo>
                <a:lnTo>
                  <a:pt x="1753865" y="45212"/>
                </a:lnTo>
                <a:cubicBezTo>
                  <a:pt x="1762405" y="44609"/>
                  <a:pt x="1767931" y="44308"/>
                  <a:pt x="1770443" y="44308"/>
                </a:cubicBezTo>
                <a:cubicBezTo>
                  <a:pt x="1778430" y="44308"/>
                  <a:pt x="1782424" y="46831"/>
                  <a:pt x="1782424" y="51878"/>
                </a:cubicBezTo>
                <a:cubicBezTo>
                  <a:pt x="1782424" y="55564"/>
                  <a:pt x="1780465" y="57760"/>
                  <a:pt x="1776546" y="58467"/>
                </a:cubicBezTo>
                <a:cubicBezTo>
                  <a:pt x="1774838" y="58770"/>
                  <a:pt x="1772841" y="58884"/>
                  <a:pt x="1770556" y="58808"/>
                </a:cubicBezTo>
                <a:cubicBezTo>
                  <a:pt x="1768270" y="58733"/>
                  <a:pt x="1762480" y="59074"/>
                  <a:pt x="1753187" y="59830"/>
                </a:cubicBezTo>
                <a:lnTo>
                  <a:pt x="1752584" y="77027"/>
                </a:lnTo>
                <a:cubicBezTo>
                  <a:pt x="1752584" y="80147"/>
                  <a:pt x="1752684" y="84824"/>
                  <a:pt x="1752885" y="91059"/>
                </a:cubicBezTo>
                <a:cubicBezTo>
                  <a:pt x="1753086" y="97295"/>
                  <a:pt x="1753187" y="101946"/>
                  <a:pt x="1753187" y="105014"/>
                </a:cubicBezTo>
                <a:cubicBezTo>
                  <a:pt x="1753187" y="114568"/>
                  <a:pt x="1752634" y="122010"/>
                  <a:pt x="1751529" y="127339"/>
                </a:cubicBezTo>
                <a:cubicBezTo>
                  <a:pt x="1750675" y="131363"/>
                  <a:pt x="1748339" y="133375"/>
                  <a:pt x="1744521" y="133375"/>
                </a:cubicBezTo>
                <a:cubicBezTo>
                  <a:pt x="1742462" y="133375"/>
                  <a:pt x="1740703" y="132708"/>
                  <a:pt x="1739246" y="131376"/>
                </a:cubicBezTo>
                <a:cubicBezTo>
                  <a:pt x="1737790" y="130043"/>
                  <a:pt x="1737061" y="128371"/>
                  <a:pt x="1737061" y="126360"/>
                </a:cubicBezTo>
                <a:cubicBezTo>
                  <a:pt x="1737061" y="125958"/>
                  <a:pt x="1737111" y="125455"/>
                  <a:pt x="1737212" y="124850"/>
                </a:cubicBezTo>
                <a:cubicBezTo>
                  <a:pt x="1738267" y="118314"/>
                  <a:pt x="1738794" y="111198"/>
                  <a:pt x="1738794" y="103504"/>
                </a:cubicBezTo>
                <a:lnTo>
                  <a:pt x="1738568" y="82912"/>
                </a:lnTo>
                <a:lnTo>
                  <a:pt x="1738568" y="61036"/>
                </a:lnTo>
                <a:cubicBezTo>
                  <a:pt x="1732289" y="61538"/>
                  <a:pt x="1728320" y="61789"/>
                  <a:pt x="1726663" y="61789"/>
                </a:cubicBezTo>
                <a:cubicBezTo>
                  <a:pt x="1721589" y="61789"/>
                  <a:pt x="1719052" y="59353"/>
                  <a:pt x="1719052" y="54480"/>
                </a:cubicBezTo>
                <a:cubicBezTo>
                  <a:pt x="1719052" y="49507"/>
                  <a:pt x="1723447" y="46895"/>
                  <a:pt x="1732239" y="46643"/>
                </a:cubicBezTo>
                <a:lnTo>
                  <a:pt x="1739473" y="46417"/>
                </a:lnTo>
                <a:cubicBezTo>
                  <a:pt x="1739623" y="43604"/>
                  <a:pt x="1740000" y="39786"/>
                  <a:pt x="1740603" y="34964"/>
                </a:cubicBezTo>
                <a:cubicBezTo>
                  <a:pt x="1741909" y="23812"/>
                  <a:pt x="1744722" y="15598"/>
                  <a:pt x="1749042" y="10323"/>
                </a:cubicBezTo>
                <a:cubicBezTo>
                  <a:pt x="1754267" y="3943"/>
                  <a:pt x="1762430" y="754"/>
                  <a:pt x="1773532" y="754"/>
                </a:cubicBezTo>
                <a:cubicBezTo>
                  <a:pt x="1780716" y="754"/>
                  <a:pt x="1784308" y="3202"/>
                  <a:pt x="1784308" y="8100"/>
                </a:cubicBezTo>
                <a:cubicBezTo>
                  <a:pt x="1784308" y="12948"/>
                  <a:pt x="1781042" y="15372"/>
                  <a:pt x="1774512" y="15372"/>
                </a:cubicBezTo>
                <a:close/>
                <a:moveTo>
                  <a:pt x="1898582" y="57183"/>
                </a:moveTo>
                <a:cubicBezTo>
                  <a:pt x="1897527" y="57183"/>
                  <a:pt x="1896284" y="57133"/>
                  <a:pt x="1894852" y="57033"/>
                </a:cubicBezTo>
                <a:cubicBezTo>
                  <a:pt x="1893420" y="56931"/>
                  <a:pt x="1892177" y="56880"/>
                  <a:pt x="1891122" y="56880"/>
                </a:cubicBezTo>
                <a:cubicBezTo>
                  <a:pt x="1889967" y="56880"/>
                  <a:pt x="1886551" y="57260"/>
                  <a:pt x="1880874" y="58022"/>
                </a:cubicBezTo>
                <a:lnTo>
                  <a:pt x="1882306" y="102506"/>
                </a:lnTo>
                <a:lnTo>
                  <a:pt x="1882381" y="105819"/>
                </a:lnTo>
                <a:lnTo>
                  <a:pt x="1882456" y="109657"/>
                </a:lnTo>
                <a:cubicBezTo>
                  <a:pt x="1882657" y="120646"/>
                  <a:pt x="1880020" y="126141"/>
                  <a:pt x="1874544" y="126141"/>
                </a:cubicBezTo>
                <a:cubicBezTo>
                  <a:pt x="1872535" y="126141"/>
                  <a:pt x="1870789" y="125489"/>
                  <a:pt x="1869307" y="124184"/>
                </a:cubicBezTo>
                <a:cubicBezTo>
                  <a:pt x="1867825" y="122880"/>
                  <a:pt x="1867084" y="121248"/>
                  <a:pt x="1867084" y="119291"/>
                </a:cubicBezTo>
                <a:cubicBezTo>
                  <a:pt x="1867084" y="117385"/>
                  <a:pt x="1867160" y="114526"/>
                  <a:pt x="1867311" y="110712"/>
                </a:cubicBezTo>
                <a:cubicBezTo>
                  <a:pt x="1867461" y="106898"/>
                  <a:pt x="1867537" y="104037"/>
                  <a:pt x="1867537" y="102129"/>
                </a:cubicBezTo>
                <a:lnTo>
                  <a:pt x="1866030" y="58172"/>
                </a:lnTo>
                <a:cubicBezTo>
                  <a:pt x="1862362" y="58022"/>
                  <a:pt x="1856786" y="57592"/>
                  <a:pt x="1849301" y="56884"/>
                </a:cubicBezTo>
                <a:cubicBezTo>
                  <a:pt x="1844830" y="56278"/>
                  <a:pt x="1842595" y="53780"/>
                  <a:pt x="1842595" y="49389"/>
                </a:cubicBezTo>
                <a:cubicBezTo>
                  <a:pt x="1842595" y="47168"/>
                  <a:pt x="1843273" y="45326"/>
                  <a:pt x="1844629" y="43865"/>
                </a:cubicBezTo>
                <a:cubicBezTo>
                  <a:pt x="1845986" y="42402"/>
                  <a:pt x="1847719" y="41670"/>
                  <a:pt x="1849829" y="41670"/>
                </a:cubicBezTo>
                <a:lnTo>
                  <a:pt x="1865653" y="42951"/>
                </a:lnTo>
                <a:cubicBezTo>
                  <a:pt x="1865653" y="40381"/>
                  <a:pt x="1865540" y="36943"/>
                  <a:pt x="1865314" y="32637"/>
                </a:cubicBezTo>
                <a:cubicBezTo>
                  <a:pt x="1865088" y="28330"/>
                  <a:pt x="1864975" y="25219"/>
                  <a:pt x="1864975" y="23305"/>
                </a:cubicBezTo>
                <a:cubicBezTo>
                  <a:pt x="1864975" y="21189"/>
                  <a:pt x="1865703" y="19439"/>
                  <a:pt x="1867160" y="18054"/>
                </a:cubicBezTo>
                <a:cubicBezTo>
                  <a:pt x="1868617" y="16668"/>
                  <a:pt x="1870400" y="15975"/>
                  <a:pt x="1872510" y="15975"/>
                </a:cubicBezTo>
                <a:cubicBezTo>
                  <a:pt x="1877031" y="15975"/>
                  <a:pt x="1879668" y="19667"/>
                  <a:pt x="1880422" y="27052"/>
                </a:cubicBezTo>
                <a:cubicBezTo>
                  <a:pt x="1880573" y="28910"/>
                  <a:pt x="1880648" y="31146"/>
                  <a:pt x="1880648" y="33758"/>
                </a:cubicBezTo>
                <a:lnTo>
                  <a:pt x="1880497" y="38129"/>
                </a:lnTo>
                <a:lnTo>
                  <a:pt x="1880422" y="42800"/>
                </a:lnTo>
                <a:cubicBezTo>
                  <a:pt x="1886651" y="41997"/>
                  <a:pt x="1890218" y="41595"/>
                  <a:pt x="1891122" y="41595"/>
                </a:cubicBezTo>
                <a:cubicBezTo>
                  <a:pt x="1896347" y="41595"/>
                  <a:pt x="1899763" y="41846"/>
                  <a:pt x="1901370" y="42348"/>
                </a:cubicBezTo>
                <a:cubicBezTo>
                  <a:pt x="1904434" y="43359"/>
                  <a:pt x="1905967" y="45742"/>
                  <a:pt x="1905967" y="49497"/>
                </a:cubicBezTo>
                <a:cubicBezTo>
                  <a:pt x="1905967" y="51730"/>
                  <a:pt x="1905276" y="53569"/>
                  <a:pt x="1903894" y="55015"/>
                </a:cubicBezTo>
                <a:cubicBezTo>
                  <a:pt x="1902513" y="56461"/>
                  <a:pt x="1900742" y="57183"/>
                  <a:pt x="1898582" y="57183"/>
                </a:cubicBezTo>
                <a:close/>
                <a:moveTo>
                  <a:pt x="1983864" y="125990"/>
                </a:moveTo>
                <a:cubicBezTo>
                  <a:pt x="1980297" y="125990"/>
                  <a:pt x="1977961" y="124084"/>
                  <a:pt x="1976856" y="120270"/>
                </a:cubicBezTo>
                <a:cubicBezTo>
                  <a:pt x="1975701" y="116156"/>
                  <a:pt x="1974646" y="110310"/>
                  <a:pt x="1973691" y="102732"/>
                </a:cubicBezTo>
                <a:cubicBezTo>
                  <a:pt x="1972787" y="95456"/>
                  <a:pt x="1972335" y="89485"/>
                  <a:pt x="1972335" y="84819"/>
                </a:cubicBezTo>
                <a:cubicBezTo>
                  <a:pt x="1972335" y="83515"/>
                  <a:pt x="1972398" y="81533"/>
                  <a:pt x="1972523" y="78873"/>
                </a:cubicBezTo>
                <a:cubicBezTo>
                  <a:pt x="1972649" y="76212"/>
                  <a:pt x="1972712" y="74230"/>
                  <a:pt x="1972712" y="72925"/>
                </a:cubicBezTo>
                <a:cubicBezTo>
                  <a:pt x="1972712" y="63492"/>
                  <a:pt x="1970351" y="58775"/>
                  <a:pt x="1965628" y="58775"/>
                </a:cubicBezTo>
                <a:cubicBezTo>
                  <a:pt x="1959249" y="58775"/>
                  <a:pt x="1953547" y="61664"/>
                  <a:pt x="1948523" y="67441"/>
                </a:cubicBezTo>
                <a:cubicBezTo>
                  <a:pt x="1945961" y="70405"/>
                  <a:pt x="1942445" y="76056"/>
                  <a:pt x="1937974" y="84395"/>
                </a:cubicBezTo>
                <a:cubicBezTo>
                  <a:pt x="1937974" y="103497"/>
                  <a:pt x="1937170" y="114803"/>
                  <a:pt x="1935563" y="118314"/>
                </a:cubicBezTo>
                <a:cubicBezTo>
                  <a:pt x="1934156" y="121422"/>
                  <a:pt x="1931971" y="122976"/>
                  <a:pt x="1929007" y="122976"/>
                </a:cubicBezTo>
                <a:cubicBezTo>
                  <a:pt x="1926947" y="122976"/>
                  <a:pt x="1925139" y="122273"/>
                  <a:pt x="1923581" y="120866"/>
                </a:cubicBezTo>
                <a:cubicBezTo>
                  <a:pt x="1922024" y="119460"/>
                  <a:pt x="1921245" y="117752"/>
                  <a:pt x="1921245" y="115742"/>
                </a:cubicBezTo>
                <a:cubicBezTo>
                  <a:pt x="1921245" y="115039"/>
                  <a:pt x="1921472" y="113934"/>
                  <a:pt x="1921924" y="112427"/>
                </a:cubicBezTo>
                <a:cubicBezTo>
                  <a:pt x="1922326" y="111171"/>
                  <a:pt x="1922602" y="107504"/>
                  <a:pt x="1922753" y="101425"/>
                </a:cubicBezTo>
                <a:lnTo>
                  <a:pt x="1922979" y="90273"/>
                </a:lnTo>
                <a:lnTo>
                  <a:pt x="1923205" y="34888"/>
                </a:lnTo>
                <a:cubicBezTo>
                  <a:pt x="1923556" y="28659"/>
                  <a:pt x="1923732" y="24465"/>
                  <a:pt x="1923732" y="22304"/>
                </a:cubicBezTo>
                <a:cubicBezTo>
                  <a:pt x="1923732" y="19742"/>
                  <a:pt x="1923494" y="17319"/>
                  <a:pt x="1923016" y="15033"/>
                </a:cubicBezTo>
                <a:cubicBezTo>
                  <a:pt x="1922539" y="12747"/>
                  <a:pt x="1922300" y="10374"/>
                  <a:pt x="1922300" y="7912"/>
                </a:cubicBezTo>
                <a:cubicBezTo>
                  <a:pt x="1922300" y="5802"/>
                  <a:pt x="1923029" y="4057"/>
                  <a:pt x="1924486" y="2675"/>
                </a:cubicBezTo>
                <a:cubicBezTo>
                  <a:pt x="1925942" y="1294"/>
                  <a:pt x="1927726" y="603"/>
                  <a:pt x="1929836" y="603"/>
                </a:cubicBezTo>
                <a:cubicBezTo>
                  <a:pt x="1933955" y="603"/>
                  <a:pt x="1936366" y="2813"/>
                  <a:pt x="1937070" y="7234"/>
                </a:cubicBezTo>
                <a:cubicBezTo>
                  <a:pt x="1937873" y="12107"/>
                  <a:pt x="1938275" y="16502"/>
                  <a:pt x="1938275" y="20421"/>
                </a:cubicBezTo>
                <a:cubicBezTo>
                  <a:pt x="1938275" y="25695"/>
                  <a:pt x="1938099" y="31196"/>
                  <a:pt x="1937748" y="36923"/>
                </a:cubicBezTo>
                <a:cubicBezTo>
                  <a:pt x="1937446" y="42399"/>
                  <a:pt x="1937321" y="47899"/>
                  <a:pt x="1937371" y="53425"/>
                </a:cubicBezTo>
                <a:lnTo>
                  <a:pt x="1937446" y="60056"/>
                </a:lnTo>
                <a:cubicBezTo>
                  <a:pt x="1941566" y="54530"/>
                  <a:pt x="1945974" y="50399"/>
                  <a:pt x="1950671" y="47661"/>
                </a:cubicBezTo>
                <a:cubicBezTo>
                  <a:pt x="1955368" y="44923"/>
                  <a:pt x="1960354" y="43554"/>
                  <a:pt x="1965628" y="43554"/>
                </a:cubicBezTo>
                <a:cubicBezTo>
                  <a:pt x="1973967" y="43554"/>
                  <a:pt x="1979694" y="46267"/>
                  <a:pt x="1982809" y="51692"/>
                </a:cubicBezTo>
                <a:cubicBezTo>
                  <a:pt x="1985019" y="55510"/>
                  <a:pt x="1986275" y="61940"/>
                  <a:pt x="1986577" y="70982"/>
                </a:cubicBezTo>
                <a:lnTo>
                  <a:pt x="1987179" y="85375"/>
                </a:lnTo>
                <a:lnTo>
                  <a:pt x="1988686" y="101048"/>
                </a:lnTo>
                <a:cubicBezTo>
                  <a:pt x="1989390" y="106926"/>
                  <a:pt x="1990244" y="112100"/>
                  <a:pt x="1991248" y="116571"/>
                </a:cubicBezTo>
                <a:cubicBezTo>
                  <a:pt x="1991449" y="117425"/>
                  <a:pt x="1991550" y="118153"/>
                  <a:pt x="1991550" y="118756"/>
                </a:cubicBezTo>
                <a:cubicBezTo>
                  <a:pt x="1991550" y="120816"/>
                  <a:pt x="1990796" y="122536"/>
                  <a:pt x="1989289" y="123918"/>
                </a:cubicBezTo>
                <a:cubicBezTo>
                  <a:pt x="1987782" y="125299"/>
                  <a:pt x="1985974" y="125990"/>
                  <a:pt x="1983864" y="125990"/>
                </a:cubicBezTo>
                <a:close/>
                <a:moveTo>
                  <a:pt x="2044666" y="124785"/>
                </a:moveTo>
                <a:cubicBezTo>
                  <a:pt x="2033313" y="124785"/>
                  <a:pt x="2024119" y="121944"/>
                  <a:pt x="2017087" y="116263"/>
                </a:cubicBezTo>
                <a:cubicBezTo>
                  <a:pt x="2009401" y="109977"/>
                  <a:pt x="2005558" y="101177"/>
                  <a:pt x="2005558" y="89863"/>
                </a:cubicBezTo>
                <a:cubicBezTo>
                  <a:pt x="2005558" y="76791"/>
                  <a:pt x="2008722" y="65830"/>
                  <a:pt x="2015052" y="56981"/>
                </a:cubicBezTo>
                <a:cubicBezTo>
                  <a:pt x="2021934" y="47326"/>
                  <a:pt x="2031127" y="42499"/>
                  <a:pt x="2042631" y="42499"/>
                </a:cubicBezTo>
                <a:cubicBezTo>
                  <a:pt x="2050970" y="42499"/>
                  <a:pt x="2057777" y="43906"/>
                  <a:pt x="2063052" y="46719"/>
                </a:cubicBezTo>
                <a:cubicBezTo>
                  <a:pt x="2069532" y="50185"/>
                  <a:pt x="2072772" y="55510"/>
                  <a:pt x="2072772" y="62694"/>
                </a:cubicBezTo>
                <a:cubicBezTo>
                  <a:pt x="2072772" y="67717"/>
                  <a:pt x="2069934" y="72289"/>
                  <a:pt x="2064257" y="76408"/>
                </a:cubicBezTo>
                <a:cubicBezTo>
                  <a:pt x="2061746" y="78216"/>
                  <a:pt x="2056421" y="81030"/>
                  <a:pt x="2048283" y="84847"/>
                </a:cubicBezTo>
                <a:lnTo>
                  <a:pt x="2019498" y="98486"/>
                </a:lnTo>
                <a:cubicBezTo>
                  <a:pt x="2022311" y="102656"/>
                  <a:pt x="2025815" y="105796"/>
                  <a:pt x="2030010" y="107905"/>
                </a:cubicBezTo>
                <a:cubicBezTo>
                  <a:pt x="2034204" y="110015"/>
                  <a:pt x="2039090" y="111070"/>
                  <a:pt x="2044666" y="111070"/>
                </a:cubicBezTo>
                <a:cubicBezTo>
                  <a:pt x="2048132" y="111070"/>
                  <a:pt x="2052201" y="110417"/>
                  <a:pt x="2056873" y="109111"/>
                </a:cubicBezTo>
                <a:cubicBezTo>
                  <a:pt x="2062801" y="107453"/>
                  <a:pt x="2066619" y="105281"/>
                  <a:pt x="2068327" y="102593"/>
                </a:cubicBezTo>
                <a:cubicBezTo>
                  <a:pt x="2070035" y="99905"/>
                  <a:pt x="2071868" y="98562"/>
                  <a:pt x="2073827" y="98562"/>
                </a:cubicBezTo>
                <a:cubicBezTo>
                  <a:pt x="2075586" y="98562"/>
                  <a:pt x="2077155" y="99230"/>
                  <a:pt x="2078537" y="100566"/>
                </a:cubicBezTo>
                <a:cubicBezTo>
                  <a:pt x="2079918" y="101900"/>
                  <a:pt x="2080609" y="103449"/>
                  <a:pt x="2080609" y="105212"/>
                </a:cubicBezTo>
                <a:cubicBezTo>
                  <a:pt x="2080609" y="110803"/>
                  <a:pt x="2076113" y="115615"/>
                  <a:pt x="2067121" y="119646"/>
                </a:cubicBezTo>
                <a:cubicBezTo>
                  <a:pt x="2059435" y="123072"/>
                  <a:pt x="2051950" y="124785"/>
                  <a:pt x="2044666" y="124785"/>
                </a:cubicBezTo>
                <a:moveTo>
                  <a:pt x="2042631" y="56063"/>
                </a:moveTo>
                <a:cubicBezTo>
                  <a:pt x="2036502" y="56063"/>
                  <a:pt x="2031404" y="58436"/>
                  <a:pt x="2027335" y="63183"/>
                </a:cubicBezTo>
                <a:cubicBezTo>
                  <a:pt x="2023265" y="67931"/>
                  <a:pt x="2020226" y="75077"/>
                  <a:pt x="2018217" y="84621"/>
                </a:cubicBezTo>
                <a:lnTo>
                  <a:pt x="2041350" y="73620"/>
                </a:lnTo>
                <a:cubicBezTo>
                  <a:pt x="2050443" y="69199"/>
                  <a:pt x="2056923" y="65356"/>
                  <a:pt x="2060791" y="62091"/>
                </a:cubicBezTo>
                <a:cubicBezTo>
                  <a:pt x="2056471" y="58072"/>
                  <a:pt x="2050418" y="56063"/>
                  <a:pt x="2042631" y="56063"/>
                </a:cubicBezTo>
                <a:close/>
                <a:moveTo>
                  <a:pt x="2139681" y="102574"/>
                </a:moveTo>
                <a:cubicBezTo>
                  <a:pt x="2139631" y="100458"/>
                  <a:pt x="2140346" y="98733"/>
                  <a:pt x="2141828" y="97398"/>
                </a:cubicBezTo>
                <a:cubicBezTo>
                  <a:pt x="2143310" y="96064"/>
                  <a:pt x="2145131" y="95397"/>
                  <a:pt x="2147292" y="95397"/>
                </a:cubicBezTo>
                <a:cubicBezTo>
                  <a:pt x="2149753" y="95397"/>
                  <a:pt x="2151913" y="96810"/>
                  <a:pt x="2153772" y="99635"/>
                </a:cubicBezTo>
                <a:cubicBezTo>
                  <a:pt x="2156334" y="103472"/>
                  <a:pt x="2158620" y="106072"/>
                  <a:pt x="2160629" y="107434"/>
                </a:cubicBezTo>
                <a:cubicBezTo>
                  <a:pt x="2164899" y="110260"/>
                  <a:pt x="2171103" y="111673"/>
                  <a:pt x="2179241" y="111673"/>
                </a:cubicBezTo>
                <a:cubicBezTo>
                  <a:pt x="2187028" y="111673"/>
                  <a:pt x="2194262" y="109987"/>
                  <a:pt x="2200943" y="106615"/>
                </a:cubicBezTo>
                <a:cubicBezTo>
                  <a:pt x="2209483" y="102287"/>
                  <a:pt x="2213753" y="96274"/>
                  <a:pt x="2213753" y="88575"/>
                </a:cubicBezTo>
                <a:cubicBezTo>
                  <a:pt x="2213753" y="82234"/>
                  <a:pt x="2210161" y="77227"/>
                  <a:pt x="2202977" y="73554"/>
                </a:cubicBezTo>
                <a:cubicBezTo>
                  <a:pt x="2196899" y="70383"/>
                  <a:pt x="2189389" y="68672"/>
                  <a:pt x="2180447" y="68420"/>
                </a:cubicBezTo>
                <a:cubicBezTo>
                  <a:pt x="2172510" y="68119"/>
                  <a:pt x="2165753" y="66384"/>
                  <a:pt x="2160177" y="63214"/>
                </a:cubicBezTo>
                <a:cubicBezTo>
                  <a:pt x="2153043" y="59140"/>
                  <a:pt x="2149477" y="53305"/>
                  <a:pt x="2149477" y="45709"/>
                </a:cubicBezTo>
                <a:cubicBezTo>
                  <a:pt x="2149477" y="36756"/>
                  <a:pt x="2154551" y="28582"/>
                  <a:pt x="2164698" y="21188"/>
                </a:cubicBezTo>
                <a:cubicBezTo>
                  <a:pt x="2174393" y="14196"/>
                  <a:pt x="2184415" y="10700"/>
                  <a:pt x="2194764" y="10700"/>
                </a:cubicBezTo>
                <a:cubicBezTo>
                  <a:pt x="2199637" y="10700"/>
                  <a:pt x="2205137" y="11533"/>
                  <a:pt x="2211266" y="13199"/>
                </a:cubicBezTo>
                <a:cubicBezTo>
                  <a:pt x="2219404" y="15368"/>
                  <a:pt x="2223473" y="18143"/>
                  <a:pt x="2223473" y="21523"/>
                </a:cubicBezTo>
                <a:cubicBezTo>
                  <a:pt x="2223473" y="25962"/>
                  <a:pt x="2221213" y="28182"/>
                  <a:pt x="2216692" y="28182"/>
                </a:cubicBezTo>
                <a:cubicBezTo>
                  <a:pt x="2214682" y="28182"/>
                  <a:pt x="2211166" y="27642"/>
                  <a:pt x="2206142" y="26562"/>
                </a:cubicBezTo>
                <a:cubicBezTo>
                  <a:pt x="2201119" y="25482"/>
                  <a:pt x="2197225" y="24967"/>
                  <a:pt x="2194462" y="25017"/>
                </a:cubicBezTo>
                <a:cubicBezTo>
                  <a:pt x="2186626" y="25118"/>
                  <a:pt x="2179970" y="27047"/>
                  <a:pt x="2174494" y="30805"/>
                </a:cubicBezTo>
                <a:cubicBezTo>
                  <a:pt x="2168868" y="34664"/>
                  <a:pt x="2166054" y="39349"/>
                  <a:pt x="2166054" y="44861"/>
                </a:cubicBezTo>
                <a:cubicBezTo>
                  <a:pt x="2166054" y="49021"/>
                  <a:pt x="2169772" y="51953"/>
                  <a:pt x="2177207" y="53656"/>
                </a:cubicBezTo>
                <a:cubicBezTo>
                  <a:pt x="2179970" y="54308"/>
                  <a:pt x="2185320" y="54909"/>
                  <a:pt x="2193257" y="55460"/>
                </a:cubicBezTo>
                <a:cubicBezTo>
                  <a:pt x="2204761" y="56315"/>
                  <a:pt x="2213753" y="59940"/>
                  <a:pt x="2220233" y="66334"/>
                </a:cubicBezTo>
                <a:cubicBezTo>
                  <a:pt x="2226161" y="72174"/>
                  <a:pt x="2229125" y="79297"/>
                  <a:pt x="2229125" y="87704"/>
                </a:cubicBezTo>
                <a:cubicBezTo>
                  <a:pt x="2229125" y="99686"/>
                  <a:pt x="2223599" y="109252"/>
                  <a:pt x="2212547" y="116402"/>
                </a:cubicBezTo>
                <a:cubicBezTo>
                  <a:pt x="2202952" y="122593"/>
                  <a:pt x="2191825" y="125689"/>
                  <a:pt x="2179166" y="125689"/>
                </a:cubicBezTo>
                <a:cubicBezTo>
                  <a:pt x="2169973" y="125689"/>
                  <a:pt x="2161558" y="123926"/>
                  <a:pt x="2153923" y="120400"/>
                </a:cubicBezTo>
                <a:cubicBezTo>
                  <a:pt x="2144579" y="116070"/>
                  <a:pt x="2139832" y="110128"/>
                  <a:pt x="2139681" y="102574"/>
                </a:cubicBezTo>
                <a:close/>
                <a:moveTo>
                  <a:pt x="2275154" y="125839"/>
                </a:moveTo>
                <a:cubicBezTo>
                  <a:pt x="2266714" y="125839"/>
                  <a:pt x="2259455" y="122719"/>
                  <a:pt x="2253377" y="116479"/>
                </a:cubicBezTo>
                <a:cubicBezTo>
                  <a:pt x="2246595" y="109534"/>
                  <a:pt x="2243028" y="100198"/>
                  <a:pt x="2242677" y="88471"/>
                </a:cubicBezTo>
                <a:cubicBezTo>
                  <a:pt x="2242375" y="77098"/>
                  <a:pt x="2245239" y="67083"/>
                  <a:pt x="2251267" y="58427"/>
                </a:cubicBezTo>
                <a:cubicBezTo>
                  <a:pt x="2258300" y="48210"/>
                  <a:pt x="2268096" y="43102"/>
                  <a:pt x="2280655" y="43102"/>
                </a:cubicBezTo>
                <a:cubicBezTo>
                  <a:pt x="2290702" y="43102"/>
                  <a:pt x="2298312" y="47707"/>
                  <a:pt x="2303486" y="56917"/>
                </a:cubicBezTo>
                <a:cubicBezTo>
                  <a:pt x="2307606" y="64365"/>
                  <a:pt x="2309590" y="73322"/>
                  <a:pt x="2309439" y="83790"/>
                </a:cubicBezTo>
                <a:cubicBezTo>
                  <a:pt x="2309289" y="94963"/>
                  <a:pt x="2306375" y="104500"/>
                  <a:pt x="2300698" y="112403"/>
                </a:cubicBezTo>
                <a:cubicBezTo>
                  <a:pt x="2294268" y="121361"/>
                  <a:pt x="2285753" y="125839"/>
                  <a:pt x="2275154" y="125839"/>
                </a:cubicBezTo>
                <a:moveTo>
                  <a:pt x="2279675" y="58474"/>
                </a:moveTo>
                <a:cubicBezTo>
                  <a:pt x="2272290" y="58424"/>
                  <a:pt x="2266538" y="61945"/>
                  <a:pt x="2262419" y="69037"/>
                </a:cubicBezTo>
                <a:cubicBezTo>
                  <a:pt x="2259154" y="74723"/>
                  <a:pt x="2257521" y="81213"/>
                  <a:pt x="2257521" y="88507"/>
                </a:cubicBezTo>
                <a:cubicBezTo>
                  <a:pt x="2257521" y="95802"/>
                  <a:pt x="2259505" y="101487"/>
                  <a:pt x="2263474" y="105562"/>
                </a:cubicBezTo>
                <a:cubicBezTo>
                  <a:pt x="2266790" y="108933"/>
                  <a:pt x="2270683" y="110618"/>
                  <a:pt x="2275154" y="110618"/>
                </a:cubicBezTo>
                <a:cubicBezTo>
                  <a:pt x="2280378" y="110618"/>
                  <a:pt x="2284874" y="108706"/>
                  <a:pt x="2288642" y="104882"/>
                </a:cubicBezTo>
                <a:cubicBezTo>
                  <a:pt x="2292912" y="100657"/>
                  <a:pt x="2295173" y="94948"/>
                  <a:pt x="2295424" y="87753"/>
                </a:cubicBezTo>
                <a:cubicBezTo>
                  <a:pt x="2296127" y="68284"/>
                  <a:pt x="2290877" y="58524"/>
                  <a:pt x="2279675" y="58474"/>
                </a:cubicBezTo>
                <a:close/>
                <a:moveTo>
                  <a:pt x="2347038" y="62091"/>
                </a:moveTo>
                <a:lnTo>
                  <a:pt x="2345908" y="99586"/>
                </a:lnTo>
                <a:cubicBezTo>
                  <a:pt x="2345908" y="103559"/>
                  <a:pt x="2345707" y="109394"/>
                  <a:pt x="2345305" y="117089"/>
                </a:cubicBezTo>
                <a:cubicBezTo>
                  <a:pt x="2344802" y="122119"/>
                  <a:pt x="2342341" y="124634"/>
                  <a:pt x="2337920" y="124634"/>
                </a:cubicBezTo>
                <a:cubicBezTo>
                  <a:pt x="2332997" y="124634"/>
                  <a:pt x="2330536" y="122069"/>
                  <a:pt x="2330536" y="116938"/>
                </a:cubicBezTo>
                <a:cubicBezTo>
                  <a:pt x="2330536" y="110852"/>
                  <a:pt x="2330812" y="101711"/>
                  <a:pt x="2331364" y="89515"/>
                </a:cubicBezTo>
                <a:cubicBezTo>
                  <a:pt x="2331917" y="77318"/>
                  <a:pt x="2332193" y="68177"/>
                  <a:pt x="2332193" y="62091"/>
                </a:cubicBezTo>
                <a:cubicBezTo>
                  <a:pt x="2332193" y="54144"/>
                  <a:pt x="2332319" y="45053"/>
                  <a:pt x="2332570" y="34818"/>
                </a:cubicBezTo>
                <a:cubicBezTo>
                  <a:pt x="2332821" y="24582"/>
                  <a:pt x="2332947" y="15491"/>
                  <a:pt x="2332947" y="7545"/>
                </a:cubicBezTo>
                <a:cubicBezTo>
                  <a:pt x="2332947" y="2515"/>
                  <a:pt x="2335408" y="0"/>
                  <a:pt x="2340331" y="0"/>
                </a:cubicBezTo>
                <a:cubicBezTo>
                  <a:pt x="2345305" y="0"/>
                  <a:pt x="2347791" y="2515"/>
                  <a:pt x="2347791" y="7545"/>
                </a:cubicBezTo>
                <a:cubicBezTo>
                  <a:pt x="2347791" y="15491"/>
                  <a:pt x="2347666" y="24582"/>
                  <a:pt x="2347415" y="34818"/>
                </a:cubicBezTo>
                <a:cubicBezTo>
                  <a:pt x="2347163" y="45053"/>
                  <a:pt x="2347038" y="54144"/>
                  <a:pt x="2347038" y="62091"/>
                </a:cubicBezTo>
                <a:close/>
                <a:moveTo>
                  <a:pt x="2431283" y="77312"/>
                </a:moveTo>
                <a:cubicBezTo>
                  <a:pt x="2431283" y="80929"/>
                  <a:pt x="2431308" y="86355"/>
                  <a:pt x="2431359" y="93588"/>
                </a:cubicBezTo>
                <a:cubicBezTo>
                  <a:pt x="2431409" y="100822"/>
                  <a:pt x="2431434" y="106248"/>
                  <a:pt x="2431434" y="109865"/>
                </a:cubicBezTo>
                <a:cubicBezTo>
                  <a:pt x="2431434" y="110970"/>
                  <a:pt x="2431522" y="112653"/>
                  <a:pt x="2431698" y="114913"/>
                </a:cubicBezTo>
                <a:cubicBezTo>
                  <a:pt x="2431873" y="117174"/>
                  <a:pt x="2431961" y="118857"/>
                  <a:pt x="2431961" y="119962"/>
                </a:cubicBezTo>
                <a:cubicBezTo>
                  <a:pt x="2431961" y="122122"/>
                  <a:pt x="2431233" y="123893"/>
                  <a:pt x="2429776" y="125274"/>
                </a:cubicBezTo>
                <a:cubicBezTo>
                  <a:pt x="2428319" y="126656"/>
                  <a:pt x="2426536" y="127347"/>
                  <a:pt x="2424426" y="127347"/>
                </a:cubicBezTo>
                <a:cubicBezTo>
                  <a:pt x="2420558" y="127347"/>
                  <a:pt x="2418096" y="124960"/>
                  <a:pt x="2417042" y="120188"/>
                </a:cubicBezTo>
                <a:cubicBezTo>
                  <a:pt x="2410762" y="123453"/>
                  <a:pt x="2403528" y="125086"/>
                  <a:pt x="2395340" y="125086"/>
                </a:cubicBezTo>
                <a:cubicBezTo>
                  <a:pt x="2388759" y="125086"/>
                  <a:pt x="2383309" y="123629"/>
                  <a:pt x="2378988" y="120715"/>
                </a:cubicBezTo>
                <a:cubicBezTo>
                  <a:pt x="2374216" y="117500"/>
                  <a:pt x="2371378" y="112803"/>
                  <a:pt x="2370473" y="106624"/>
                </a:cubicBezTo>
                <a:cubicBezTo>
                  <a:pt x="2368514" y="93312"/>
                  <a:pt x="2367535" y="81457"/>
                  <a:pt x="2367535" y="71058"/>
                </a:cubicBezTo>
                <a:cubicBezTo>
                  <a:pt x="2367535" y="64176"/>
                  <a:pt x="2368288" y="56339"/>
                  <a:pt x="2369795" y="47548"/>
                </a:cubicBezTo>
                <a:cubicBezTo>
                  <a:pt x="2370498" y="43177"/>
                  <a:pt x="2372885" y="40992"/>
                  <a:pt x="2376954" y="40992"/>
                </a:cubicBezTo>
                <a:cubicBezTo>
                  <a:pt x="2379114" y="40992"/>
                  <a:pt x="2380922" y="41682"/>
                  <a:pt x="2382379" y="43062"/>
                </a:cubicBezTo>
                <a:cubicBezTo>
                  <a:pt x="2383836" y="44442"/>
                  <a:pt x="2384564" y="46211"/>
                  <a:pt x="2384564" y="48370"/>
                </a:cubicBezTo>
                <a:cubicBezTo>
                  <a:pt x="2384564" y="50677"/>
                  <a:pt x="2384200" y="54366"/>
                  <a:pt x="2383472" y="59435"/>
                </a:cubicBezTo>
                <a:cubicBezTo>
                  <a:pt x="2382743" y="64502"/>
                  <a:pt x="2382379" y="68366"/>
                  <a:pt x="2382379" y="71025"/>
                </a:cubicBezTo>
                <a:cubicBezTo>
                  <a:pt x="2382379" y="79405"/>
                  <a:pt x="2382655" y="86581"/>
                  <a:pt x="2383208" y="92552"/>
                </a:cubicBezTo>
                <a:cubicBezTo>
                  <a:pt x="2383761" y="98524"/>
                  <a:pt x="2384590" y="103316"/>
                  <a:pt x="2385695" y="106928"/>
                </a:cubicBezTo>
                <a:cubicBezTo>
                  <a:pt x="2387352" y="107832"/>
                  <a:pt x="2388985" y="108523"/>
                  <a:pt x="2390593" y="109000"/>
                </a:cubicBezTo>
                <a:cubicBezTo>
                  <a:pt x="2392200" y="109476"/>
                  <a:pt x="2393783" y="109714"/>
                  <a:pt x="2395340" y="109714"/>
                </a:cubicBezTo>
                <a:cubicBezTo>
                  <a:pt x="2402071" y="109714"/>
                  <a:pt x="2409180" y="108635"/>
                  <a:pt x="2416665" y="106478"/>
                </a:cubicBezTo>
                <a:lnTo>
                  <a:pt x="2416589" y="91198"/>
                </a:lnTo>
                <a:lnTo>
                  <a:pt x="2416439" y="76596"/>
                </a:lnTo>
                <a:cubicBezTo>
                  <a:pt x="2416439" y="65756"/>
                  <a:pt x="2416916" y="56348"/>
                  <a:pt x="2417870" y="48370"/>
                </a:cubicBezTo>
                <a:cubicBezTo>
                  <a:pt x="2418423" y="43753"/>
                  <a:pt x="2420859" y="41444"/>
                  <a:pt x="2425180" y="41444"/>
                </a:cubicBezTo>
                <a:cubicBezTo>
                  <a:pt x="2427340" y="41444"/>
                  <a:pt x="2429148" y="42147"/>
                  <a:pt x="2430605" y="43554"/>
                </a:cubicBezTo>
                <a:cubicBezTo>
                  <a:pt x="2432062" y="44961"/>
                  <a:pt x="2432740" y="46719"/>
                  <a:pt x="2432640" y="48829"/>
                </a:cubicBezTo>
                <a:lnTo>
                  <a:pt x="2431283" y="77312"/>
                </a:lnTo>
                <a:close/>
                <a:moveTo>
                  <a:pt x="2499813" y="57183"/>
                </a:moveTo>
                <a:cubicBezTo>
                  <a:pt x="2498758" y="57183"/>
                  <a:pt x="2497514" y="57133"/>
                  <a:pt x="2496083" y="57033"/>
                </a:cubicBezTo>
                <a:cubicBezTo>
                  <a:pt x="2494651" y="56931"/>
                  <a:pt x="2493408" y="56880"/>
                  <a:pt x="2492353" y="56880"/>
                </a:cubicBezTo>
                <a:cubicBezTo>
                  <a:pt x="2491197" y="56880"/>
                  <a:pt x="2487781" y="57260"/>
                  <a:pt x="2482105" y="58022"/>
                </a:cubicBezTo>
                <a:lnTo>
                  <a:pt x="2483536" y="102506"/>
                </a:lnTo>
                <a:lnTo>
                  <a:pt x="2483612" y="105819"/>
                </a:lnTo>
                <a:lnTo>
                  <a:pt x="2483687" y="109657"/>
                </a:lnTo>
                <a:cubicBezTo>
                  <a:pt x="2483888" y="120646"/>
                  <a:pt x="2481251" y="126141"/>
                  <a:pt x="2475775" y="126141"/>
                </a:cubicBezTo>
                <a:cubicBezTo>
                  <a:pt x="2473766" y="126141"/>
                  <a:pt x="2472020" y="125489"/>
                  <a:pt x="2470538" y="124184"/>
                </a:cubicBezTo>
                <a:cubicBezTo>
                  <a:pt x="2469056" y="122880"/>
                  <a:pt x="2468315" y="121248"/>
                  <a:pt x="2468315" y="119291"/>
                </a:cubicBezTo>
                <a:cubicBezTo>
                  <a:pt x="2468315" y="117385"/>
                  <a:pt x="2468390" y="114526"/>
                  <a:pt x="2468541" y="110712"/>
                </a:cubicBezTo>
                <a:cubicBezTo>
                  <a:pt x="2468692" y="106898"/>
                  <a:pt x="2468767" y="104037"/>
                  <a:pt x="2468767" y="102129"/>
                </a:cubicBezTo>
                <a:lnTo>
                  <a:pt x="2467260" y="58172"/>
                </a:lnTo>
                <a:cubicBezTo>
                  <a:pt x="2463593" y="58022"/>
                  <a:pt x="2458017" y="57592"/>
                  <a:pt x="2450532" y="56884"/>
                </a:cubicBezTo>
                <a:cubicBezTo>
                  <a:pt x="2446061" y="56278"/>
                  <a:pt x="2443825" y="53780"/>
                  <a:pt x="2443825" y="49389"/>
                </a:cubicBezTo>
                <a:cubicBezTo>
                  <a:pt x="2443825" y="47168"/>
                  <a:pt x="2444503" y="45326"/>
                  <a:pt x="2445860" y="43865"/>
                </a:cubicBezTo>
                <a:cubicBezTo>
                  <a:pt x="2447216" y="42402"/>
                  <a:pt x="2448949" y="41670"/>
                  <a:pt x="2451059" y="41670"/>
                </a:cubicBezTo>
                <a:lnTo>
                  <a:pt x="2466883" y="42951"/>
                </a:lnTo>
                <a:cubicBezTo>
                  <a:pt x="2466883" y="40381"/>
                  <a:pt x="2466770" y="36943"/>
                  <a:pt x="2466544" y="32637"/>
                </a:cubicBezTo>
                <a:cubicBezTo>
                  <a:pt x="2466318" y="28330"/>
                  <a:pt x="2466205" y="25219"/>
                  <a:pt x="2466205" y="23305"/>
                </a:cubicBezTo>
                <a:cubicBezTo>
                  <a:pt x="2466205" y="21189"/>
                  <a:pt x="2466934" y="19439"/>
                  <a:pt x="2468390" y="18054"/>
                </a:cubicBezTo>
                <a:cubicBezTo>
                  <a:pt x="2469847" y="16668"/>
                  <a:pt x="2471631" y="15975"/>
                  <a:pt x="2473740" y="15975"/>
                </a:cubicBezTo>
                <a:cubicBezTo>
                  <a:pt x="2478262" y="15975"/>
                  <a:pt x="2480899" y="19667"/>
                  <a:pt x="2481653" y="27052"/>
                </a:cubicBezTo>
                <a:cubicBezTo>
                  <a:pt x="2481803" y="28910"/>
                  <a:pt x="2481879" y="31146"/>
                  <a:pt x="2481879" y="33758"/>
                </a:cubicBezTo>
                <a:lnTo>
                  <a:pt x="2481728" y="38129"/>
                </a:lnTo>
                <a:lnTo>
                  <a:pt x="2481653" y="42800"/>
                </a:lnTo>
                <a:cubicBezTo>
                  <a:pt x="2487882" y="41997"/>
                  <a:pt x="2491448" y="41595"/>
                  <a:pt x="2492353" y="41595"/>
                </a:cubicBezTo>
                <a:cubicBezTo>
                  <a:pt x="2497577" y="41595"/>
                  <a:pt x="2500993" y="41846"/>
                  <a:pt x="2502601" y="42348"/>
                </a:cubicBezTo>
                <a:cubicBezTo>
                  <a:pt x="2505665" y="43359"/>
                  <a:pt x="2507197" y="45742"/>
                  <a:pt x="2507197" y="49497"/>
                </a:cubicBezTo>
                <a:cubicBezTo>
                  <a:pt x="2507197" y="51730"/>
                  <a:pt x="2506506" y="53569"/>
                  <a:pt x="2505125" y="55015"/>
                </a:cubicBezTo>
                <a:cubicBezTo>
                  <a:pt x="2503743" y="56461"/>
                  <a:pt x="2501973" y="57183"/>
                  <a:pt x="2499813" y="57183"/>
                </a:cubicBezTo>
                <a:close/>
                <a:moveTo>
                  <a:pt x="2536416" y="25921"/>
                </a:moveTo>
                <a:cubicBezTo>
                  <a:pt x="2534005" y="25921"/>
                  <a:pt x="2531920" y="25067"/>
                  <a:pt x="2530162" y="23359"/>
                </a:cubicBezTo>
                <a:cubicBezTo>
                  <a:pt x="2528404" y="21651"/>
                  <a:pt x="2527525" y="19592"/>
                  <a:pt x="2527525" y="17180"/>
                </a:cubicBezTo>
                <a:cubicBezTo>
                  <a:pt x="2527525" y="14769"/>
                  <a:pt x="2528404" y="12710"/>
                  <a:pt x="2530162" y="11002"/>
                </a:cubicBezTo>
                <a:cubicBezTo>
                  <a:pt x="2531920" y="9294"/>
                  <a:pt x="2534005" y="8440"/>
                  <a:pt x="2536416" y="8440"/>
                </a:cubicBezTo>
                <a:cubicBezTo>
                  <a:pt x="2538828" y="8440"/>
                  <a:pt x="2540900" y="9294"/>
                  <a:pt x="2542633" y="11002"/>
                </a:cubicBezTo>
                <a:cubicBezTo>
                  <a:pt x="2544366" y="12710"/>
                  <a:pt x="2545233" y="14769"/>
                  <a:pt x="2545233" y="17180"/>
                </a:cubicBezTo>
                <a:cubicBezTo>
                  <a:pt x="2545233" y="19592"/>
                  <a:pt x="2544366" y="21651"/>
                  <a:pt x="2542633" y="23359"/>
                </a:cubicBezTo>
                <a:cubicBezTo>
                  <a:pt x="2540900" y="25067"/>
                  <a:pt x="2538828" y="25921"/>
                  <a:pt x="2536416" y="25921"/>
                </a:cubicBezTo>
                <a:moveTo>
                  <a:pt x="2539807" y="87150"/>
                </a:moveTo>
                <a:cubicBezTo>
                  <a:pt x="2539807" y="90168"/>
                  <a:pt x="2539895" y="94681"/>
                  <a:pt x="2540071" y="100690"/>
                </a:cubicBezTo>
                <a:cubicBezTo>
                  <a:pt x="2540247" y="106698"/>
                  <a:pt x="2540335" y="111211"/>
                  <a:pt x="2540335" y="114228"/>
                </a:cubicBezTo>
                <a:cubicBezTo>
                  <a:pt x="2540335" y="116440"/>
                  <a:pt x="2539657" y="118250"/>
                  <a:pt x="2538300" y="119658"/>
                </a:cubicBezTo>
                <a:cubicBezTo>
                  <a:pt x="2536944" y="121066"/>
                  <a:pt x="2535160" y="121770"/>
                  <a:pt x="2532950" y="121770"/>
                </a:cubicBezTo>
                <a:cubicBezTo>
                  <a:pt x="2530790" y="121770"/>
                  <a:pt x="2529019" y="121066"/>
                  <a:pt x="2527638" y="119658"/>
                </a:cubicBezTo>
                <a:cubicBezTo>
                  <a:pt x="2526256" y="118250"/>
                  <a:pt x="2525566" y="116440"/>
                  <a:pt x="2525566" y="114228"/>
                </a:cubicBezTo>
                <a:cubicBezTo>
                  <a:pt x="2525566" y="111211"/>
                  <a:pt x="2525478" y="106698"/>
                  <a:pt x="2525302" y="100690"/>
                </a:cubicBezTo>
                <a:cubicBezTo>
                  <a:pt x="2525126" y="94681"/>
                  <a:pt x="2525038" y="90168"/>
                  <a:pt x="2525038" y="87150"/>
                </a:cubicBezTo>
                <a:cubicBezTo>
                  <a:pt x="2525038" y="82424"/>
                  <a:pt x="2525289" y="76528"/>
                  <a:pt x="2525792" y="69464"/>
                </a:cubicBezTo>
                <a:cubicBezTo>
                  <a:pt x="2526294" y="62398"/>
                  <a:pt x="2526545" y="56501"/>
                  <a:pt x="2526545" y="51775"/>
                </a:cubicBezTo>
                <a:cubicBezTo>
                  <a:pt x="2526545" y="49512"/>
                  <a:pt x="2527236" y="47677"/>
                  <a:pt x="2528617" y="46269"/>
                </a:cubicBezTo>
                <a:cubicBezTo>
                  <a:pt x="2529999" y="44861"/>
                  <a:pt x="2531770" y="44157"/>
                  <a:pt x="2533930" y="44157"/>
                </a:cubicBezTo>
                <a:cubicBezTo>
                  <a:pt x="2536090" y="44157"/>
                  <a:pt x="2537861" y="44861"/>
                  <a:pt x="2539242" y="46269"/>
                </a:cubicBezTo>
                <a:cubicBezTo>
                  <a:pt x="2540624" y="47677"/>
                  <a:pt x="2541314" y="49512"/>
                  <a:pt x="2541314" y="51775"/>
                </a:cubicBezTo>
                <a:cubicBezTo>
                  <a:pt x="2541314" y="56501"/>
                  <a:pt x="2541063" y="62398"/>
                  <a:pt x="2540561" y="69464"/>
                </a:cubicBezTo>
                <a:cubicBezTo>
                  <a:pt x="2540058" y="76528"/>
                  <a:pt x="2539807" y="82424"/>
                  <a:pt x="2539807" y="87150"/>
                </a:cubicBezTo>
                <a:close/>
                <a:moveTo>
                  <a:pt x="2593576" y="125839"/>
                </a:moveTo>
                <a:cubicBezTo>
                  <a:pt x="2585136" y="125839"/>
                  <a:pt x="2577877" y="122719"/>
                  <a:pt x="2571799" y="116479"/>
                </a:cubicBezTo>
                <a:cubicBezTo>
                  <a:pt x="2565017" y="109534"/>
                  <a:pt x="2561450" y="100198"/>
                  <a:pt x="2561098" y="88471"/>
                </a:cubicBezTo>
                <a:cubicBezTo>
                  <a:pt x="2560797" y="77098"/>
                  <a:pt x="2563660" y="67083"/>
                  <a:pt x="2569689" y="58427"/>
                </a:cubicBezTo>
                <a:cubicBezTo>
                  <a:pt x="2576722" y="48210"/>
                  <a:pt x="2586518" y="43102"/>
                  <a:pt x="2599076" y="43102"/>
                </a:cubicBezTo>
                <a:cubicBezTo>
                  <a:pt x="2609123" y="43102"/>
                  <a:pt x="2616734" y="47707"/>
                  <a:pt x="2621908" y="56917"/>
                </a:cubicBezTo>
                <a:cubicBezTo>
                  <a:pt x="2626028" y="64365"/>
                  <a:pt x="2628012" y="73322"/>
                  <a:pt x="2627861" y="83790"/>
                </a:cubicBezTo>
                <a:cubicBezTo>
                  <a:pt x="2627710" y="94963"/>
                  <a:pt x="2624797" y="104500"/>
                  <a:pt x="2619120" y="112403"/>
                </a:cubicBezTo>
                <a:cubicBezTo>
                  <a:pt x="2612690" y="121361"/>
                  <a:pt x="2604175" y="125839"/>
                  <a:pt x="2593576" y="125839"/>
                </a:cubicBezTo>
                <a:moveTo>
                  <a:pt x="2598097" y="58474"/>
                </a:moveTo>
                <a:cubicBezTo>
                  <a:pt x="2590712" y="58424"/>
                  <a:pt x="2584960" y="61945"/>
                  <a:pt x="2580841" y="69037"/>
                </a:cubicBezTo>
                <a:cubicBezTo>
                  <a:pt x="2577576" y="74723"/>
                  <a:pt x="2575943" y="81213"/>
                  <a:pt x="2575943" y="88507"/>
                </a:cubicBezTo>
                <a:cubicBezTo>
                  <a:pt x="2575943" y="95802"/>
                  <a:pt x="2577927" y="101487"/>
                  <a:pt x="2581896" y="105562"/>
                </a:cubicBezTo>
                <a:cubicBezTo>
                  <a:pt x="2585211" y="108933"/>
                  <a:pt x="2589105" y="110618"/>
                  <a:pt x="2593576" y="110618"/>
                </a:cubicBezTo>
                <a:cubicBezTo>
                  <a:pt x="2598800" y="110618"/>
                  <a:pt x="2603296" y="108706"/>
                  <a:pt x="2607064" y="104882"/>
                </a:cubicBezTo>
                <a:cubicBezTo>
                  <a:pt x="2611334" y="100657"/>
                  <a:pt x="2613594" y="94948"/>
                  <a:pt x="2613846" y="87753"/>
                </a:cubicBezTo>
                <a:cubicBezTo>
                  <a:pt x="2614549" y="68284"/>
                  <a:pt x="2609299" y="58524"/>
                  <a:pt x="2598097" y="58474"/>
                </a:cubicBezTo>
                <a:close/>
                <a:moveTo>
                  <a:pt x="2704116" y="126744"/>
                </a:moveTo>
                <a:cubicBezTo>
                  <a:pt x="2699796" y="126744"/>
                  <a:pt x="2697359" y="124378"/>
                  <a:pt x="2696807" y="119646"/>
                </a:cubicBezTo>
                <a:lnTo>
                  <a:pt x="2694697" y="103109"/>
                </a:lnTo>
                <a:cubicBezTo>
                  <a:pt x="2693994" y="97219"/>
                  <a:pt x="2693642" y="91706"/>
                  <a:pt x="2693642" y="86571"/>
                </a:cubicBezTo>
                <a:cubicBezTo>
                  <a:pt x="2693642" y="85161"/>
                  <a:pt x="2693730" y="82771"/>
                  <a:pt x="2693906" y="79398"/>
                </a:cubicBezTo>
                <a:cubicBezTo>
                  <a:pt x="2694082" y="76025"/>
                  <a:pt x="2694169" y="73633"/>
                  <a:pt x="2694169" y="72223"/>
                </a:cubicBezTo>
                <a:cubicBezTo>
                  <a:pt x="2694169" y="61349"/>
                  <a:pt x="2692160" y="55912"/>
                  <a:pt x="2688141" y="55912"/>
                </a:cubicBezTo>
                <a:cubicBezTo>
                  <a:pt x="2682515" y="55912"/>
                  <a:pt x="2677140" y="59256"/>
                  <a:pt x="2672016" y="65946"/>
                </a:cubicBezTo>
                <a:cubicBezTo>
                  <a:pt x="2667394" y="72030"/>
                  <a:pt x="2663777" y="79724"/>
                  <a:pt x="2661165" y="89027"/>
                </a:cubicBezTo>
                <a:cubicBezTo>
                  <a:pt x="2661064" y="90989"/>
                  <a:pt x="2660838" y="93454"/>
                  <a:pt x="2660487" y="96421"/>
                </a:cubicBezTo>
                <a:cubicBezTo>
                  <a:pt x="2660185" y="98936"/>
                  <a:pt x="2660035" y="101375"/>
                  <a:pt x="2660035" y="103737"/>
                </a:cubicBezTo>
                <a:cubicBezTo>
                  <a:pt x="2660035" y="105246"/>
                  <a:pt x="2660185" y="107509"/>
                  <a:pt x="2660487" y="110526"/>
                </a:cubicBezTo>
                <a:cubicBezTo>
                  <a:pt x="2660788" y="113544"/>
                  <a:pt x="2660939" y="115807"/>
                  <a:pt x="2660939" y="117315"/>
                </a:cubicBezTo>
                <a:cubicBezTo>
                  <a:pt x="2660939" y="119579"/>
                  <a:pt x="2660248" y="121415"/>
                  <a:pt x="2658867" y="122823"/>
                </a:cubicBezTo>
                <a:cubicBezTo>
                  <a:pt x="2657485" y="124231"/>
                  <a:pt x="2655714" y="124935"/>
                  <a:pt x="2653554" y="124935"/>
                </a:cubicBezTo>
                <a:cubicBezTo>
                  <a:pt x="2651344" y="124935"/>
                  <a:pt x="2649561" y="124230"/>
                  <a:pt x="2648204" y="122821"/>
                </a:cubicBezTo>
                <a:cubicBezTo>
                  <a:pt x="2646848" y="121412"/>
                  <a:pt x="2646170" y="119576"/>
                  <a:pt x="2646170" y="117310"/>
                </a:cubicBezTo>
                <a:cubicBezTo>
                  <a:pt x="2646170" y="115802"/>
                  <a:pt x="2646006" y="113538"/>
                  <a:pt x="2645680" y="110519"/>
                </a:cubicBezTo>
                <a:cubicBezTo>
                  <a:pt x="2645353" y="107499"/>
                  <a:pt x="2645190" y="105234"/>
                  <a:pt x="2645190" y="103723"/>
                </a:cubicBezTo>
                <a:cubicBezTo>
                  <a:pt x="2645190" y="98540"/>
                  <a:pt x="2645554" y="91356"/>
                  <a:pt x="2646283" y="82172"/>
                </a:cubicBezTo>
                <a:cubicBezTo>
                  <a:pt x="2647011" y="72989"/>
                  <a:pt x="2647375" y="65805"/>
                  <a:pt x="2647375" y="60621"/>
                </a:cubicBezTo>
                <a:cubicBezTo>
                  <a:pt x="2647375" y="59011"/>
                  <a:pt x="2647287" y="56621"/>
                  <a:pt x="2647112" y="53451"/>
                </a:cubicBezTo>
                <a:cubicBezTo>
                  <a:pt x="2646936" y="50280"/>
                  <a:pt x="2646848" y="47890"/>
                  <a:pt x="2646848" y="46281"/>
                </a:cubicBezTo>
                <a:cubicBezTo>
                  <a:pt x="2646848" y="44116"/>
                  <a:pt x="2647564" y="42342"/>
                  <a:pt x="2648995" y="40959"/>
                </a:cubicBezTo>
                <a:cubicBezTo>
                  <a:pt x="2650427" y="39574"/>
                  <a:pt x="2652198" y="38882"/>
                  <a:pt x="2654308" y="38882"/>
                </a:cubicBezTo>
                <a:cubicBezTo>
                  <a:pt x="2658929" y="38882"/>
                  <a:pt x="2661466" y="42161"/>
                  <a:pt x="2661918" y="48718"/>
                </a:cubicBezTo>
                <a:lnTo>
                  <a:pt x="2662144" y="57570"/>
                </a:lnTo>
                <a:cubicBezTo>
                  <a:pt x="2670584" y="46317"/>
                  <a:pt x="2679250" y="40691"/>
                  <a:pt x="2688141" y="40691"/>
                </a:cubicBezTo>
                <a:cubicBezTo>
                  <a:pt x="2696179" y="40691"/>
                  <a:pt x="2701780" y="44238"/>
                  <a:pt x="2704945" y="51334"/>
                </a:cubicBezTo>
                <a:cubicBezTo>
                  <a:pt x="2707105" y="56064"/>
                  <a:pt x="2708286" y="63059"/>
                  <a:pt x="2708487" y="72320"/>
                </a:cubicBezTo>
                <a:lnTo>
                  <a:pt x="2708487" y="79942"/>
                </a:lnTo>
                <a:lnTo>
                  <a:pt x="2708411" y="86962"/>
                </a:lnTo>
                <a:cubicBezTo>
                  <a:pt x="2708411" y="91139"/>
                  <a:pt x="2708951" y="96537"/>
                  <a:pt x="2710031" y="103156"/>
                </a:cubicBezTo>
                <a:cubicBezTo>
                  <a:pt x="2711111" y="109773"/>
                  <a:pt x="2711651" y="115144"/>
                  <a:pt x="2711651" y="119270"/>
                </a:cubicBezTo>
                <a:cubicBezTo>
                  <a:pt x="2711651" y="121485"/>
                  <a:pt x="2710936" y="123284"/>
                  <a:pt x="2709504" y="124667"/>
                </a:cubicBezTo>
                <a:cubicBezTo>
                  <a:pt x="2708072" y="126051"/>
                  <a:pt x="2706276" y="126744"/>
                  <a:pt x="2704116" y="126744"/>
                </a:cubicBezTo>
                <a:close/>
                <a:moveTo>
                  <a:pt x="2860196" y="75746"/>
                </a:moveTo>
                <a:cubicBezTo>
                  <a:pt x="2857081" y="91186"/>
                  <a:pt x="2850538" y="103520"/>
                  <a:pt x="2840566" y="112749"/>
                </a:cubicBezTo>
                <a:cubicBezTo>
                  <a:pt x="2830595" y="121978"/>
                  <a:pt x="2818827" y="126593"/>
                  <a:pt x="2805263" y="126593"/>
                </a:cubicBezTo>
                <a:cubicBezTo>
                  <a:pt x="2792906" y="126593"/>
                  <a:pt x="2783637" y="123135"/>
                  <a:pt x="2777458" y="116220"/>
                </a:cubicBezTo>
                <a:cubicBezTo>
                  <a:pt x="2771279" y="109303"/>
                  <a:pt x="2768190" y="98930"/>
                  <a:pt x="2768190" y="85099"/>
                </a:cubicBezTo>
                <a:cubicBezTo>
                  <a:pt x="2768190" y="72071"/>
                  <a:pt x="2771267" y="58654"/>
                  <a:pt x="2777421" y="44849"/>
                </a:cubicBezTo>
                <a:cubicBezTo>
                  <a:pt x="2783574" y="31042"/>
                  <a:pt x="2791474" y="19888"/>
                  <a:pt x="2801119" y="11388"/>
                </a:cubicBezTo>
                <a:cubicBezTo>
                  <a:pt x="2807549" y="5705"/>
                  <a:pt x="2814356" y="2863"/>
                  <a:pt x="2821540" y="2863"/>
                </a:cubicBezTo>
                <a:cubicBezTo>
                  <a:pt x="2826111" y="2863"/>
                  <a:pt x="2832139" y="4370"/>
                  <a:pt x="2839624" y="7385"/>
                </a:cubicBezTo>
                <a:cubicBezTo>
                  <a:pt x="2848767" y="11002"/>
                  <a:pt x="2853339" y="14995"/>
                  <a:pt x="2853339" y="19366"/>
                </a:cubicBezTo>
                <a:cubicBezTo>
                  <a:pt x="2853339" y="21425"/>
                  <a:pt x="2852585" y="23259"/>
                  <a:pt x="2851078" y="24866"/>
                </a:cubicBezTo>
                <a:cubicBezTo>
                  <a:pt x="2849571" y="26474"/>
                  <a:pt x="2847763" y="27278"/>
                  <a:pt x="2845653" y="27278"/>
                </a:cubicBezTo>
                <a:cubicBezTo>
                  <a:pt x="2844547" y="27278"/>
                  <a:pt x="2842990" y="26650"/>
                  <a:pt x="2840981" y="25394"/>
                </a:cubicBezTo>
                <a:cubicBezTo>
                  <a:pt x="2833295" y="20722"/>
                  <a:pt x="2826814" y="18386"/>
                  <a:pt x="2821540" y="18386"/>
                </a:cubicBezTo>
                <a:cubicBezTo>
                  <a:pt x="2817772" y="18386"/>
                  <a:pt x="2813829" y="20347"/>
                  <a:pt x="2809709" y="24268"/>
                </a:cubicBezTo>
                <a:cubicBezTo>
                  <a:pt x="2807650" y="26229"/>
                  <a:pt x="2804686" y="29799"/>
                  <a:pt x="2800818" y="34978"/>
                </a:cubicBezTo>
                <a:cubicBezTo>
                  <a:pt x="2789213" y="50362"/>
                  <a:pt x="2783411" y="67054"/>
                  <a:pt x="2783411" y="85052"/>
                </a:cubicBezTo>
                <a:cubicBezTo>
                  <a:pt x="2783411" y="94504"/>
                  <a:pt x="2784868" y="101116"/>
                  <a:pt x="2787782" y="104887"/>
                </a:cubicBezTo>
                <a:cubicBezTo>
                  <a:pt x="2790946" y="109009"/>
                  <a:pt x="2796774" y="111070"/>
                  <a:pt x="2805263" y="111070"/>
                </a:cubicBezTo>
                <a:cubicBezTo>
                  <a:pt x="2814256" y="111070"/>
                  <a:pt x="2822067" y="108232"/>
                  <a:pt x="2828698" y="102555"/>
                </a:cubicBezTo>
                <a:cubicBezTo>
                  <a:pt x="2835681" y="96527"/>
                  <a:pt x="2840554" y="87912"/>
                  <a:pt x="2843317" y="76709"/>
                </a:cubicBezTo>
                <a:cubicBezTo>
                  <a:pt x="2829402" y="77413"/>
                  <a:pt x="2817471" y="80100"/>
                  <a:pt x="2807524" y="84772"/>
                </a:cubicBezTo>
                <a:cubicBezTo>
                  <a:pt x="2806369" y="85325"/>
                  <a:pt x="2805238" y="85601"/>
                  <a:pt x="2804133" y="85601"/>
                </a:cubicBezTo>
                <a:cubicBezTo>
                  <a:pt x="2801923" y="85601"/>
                  <a:pt x="2800089" y="84747"/>
                  <a:pt x="2798632" y="83039"/>
                </a:cubicBezTo>
                <a:cubicBezTo>
                  <a:pt x="2797276" y="81482"/>
                  <a:pt x="2796598" y="79673"/>
                  <a:pt x="2796598" y="77614"/>
                </a:cubicBezTo>
                <a:cubicBezTo>
                  <a:pt x="2796598" y="74851"/>
                  <a:pt x="2797929" y="72640"/>
                  <a:pt x="2800592" y="70982"/>
                </a:cubicBezTo>
                <a:cubicBezTo>
                  <a:pt x="2811442" y="64351"/>
                  <a:pt x="2830155" y="61036"/>
                  <a:pt x="2856730" y="61036"/>
                </a:cubicBezTo>
                <a:cubicBezTo>
                  <a:pt x="2858890" y="61036"/>
                  <a:pt x="2860698" y="61765"/>
                  <a:pt x="2862155" y="63223"/>
                </a:cubicBezTo>
                <a:cubicBezTo>
                  <a:pt x="2863612" y="64682"/>
                  <a:pt x="2864340" y="66518"/>
                  <a:pt x="2864340" y="68731"/>
                </a:cubicBezTo>
                <a:cubicBezTo>
                  <a:pt x="2864340" y="72000"/>
                  <a:pt x="2862959" y="74338"/>
                  <a:pt x="2860196" y="75746"/>
                </a:cubicBezTo>
                <a:close/>
                <a:moveTo>
                  <a:pt x="2936080" y="65482"/>
                </a:moveTo>
                <a:cubicBezTo>
                  <a:pt x="2935728" y="71761"/>
                  <a:pt x="2933216" y="74901"/>
                  <a:pt x="2928545" y="74901"/>
                </a:cubicBezTo>
                <a:cubicBezTo>
                  <a:pt x="2924224" y="74901"/>
                  <a:pt x="2922064" y="72424"/>
                  <a:pt x="2922064" y="67472"/>
                </a:cubicBezTo>
                <a:cubicBezTo>
                  <a:pt x="2922064" y="66520"/>
                  <a:pt x="2921989" y="64768"/>
                  <a:pt x="2921838" y="62216"/>
                </a:cubicBezTo>
                <a:lnTo>
                  <a:pt x="2921612" y="55912"/>
                </a:lnTo>
                <a:cubicBezTo>
                  <a:pt x="2913675" y="56868"/>
                  <a:pt x="2907320" y="59108"/>
                  <a:pt x="2902548" y="62632"/>
                </a:cubicBezTo>
                <a:cubicBezTo>
                  <a:pt x="2898077" y="65906"/>
                  <a:pt x="2894359" y="70840"/>
                  <a:pt x="2891396" y="77435"/>
                </a:cubicBezTo>
                <a:lnTo>
                  <a:pt x="2891546" y="118815"/>
                </a:lnTo>
                <a:cubicBezTo>
                  <a:pt x="2891546" y="123900"/>
                  <a:pt x="2889060" y="126442"/>
                  <a:pt x="2884086" y="126442"/>
                </a:cubicBezTo>
                <a:cubicBezTo>
                  <a:pt x="2879666" y="126442"/>
                  <a:pt x="2877455" y="123901"/>
                  <a:pt x="2877455" y="118818"/>
                </a:cubicBezTo>
                <a:lnTo>
                  <a:pt x="2877455" y="65823"/>
                </a:lnTo>
                <a:cubicBezTo>
                  <a:pt x="2877455" y="64162"/>
                  <a:pt x="2877518" y="61672"/>
                  <a:pt x="2877644" y="58351"/>
                </a:cubicBezTo>
                <a:cubicBezTo>
                  <a:pt x="2877769" y="55030"/>
                  <a:pt x="2877832" y="52538"/>
                  <a:pt x="2877832" y="50877"/>
                </a:cubicBezTo>
                <a:cubicBezTo>
                  <a:pt x="2877832" y="45794"/>
                  <a:pt x="2880042" y="43253"/>
                  <a:pt x="2884463" y="43253"/>
                </a:cubicBezTo>
                <a:cubicBezTo>
                  <a:pt x="2889386" y="43253"/>
                  <a:pt x="2891873" y="47422"/>
                  <a:pt x="2891923" y="55761"/>
                </a:cubicBezTo>
                <a:cubicBezTo>
                  <a:pt x="2901568" y="46417"/>
                  <a:pt x="2912268" y="41746"/>
                  <a:pt x="2924023" y="41746"/>
                </a:cubicBezTo>
                <a:cubicBezTo>
                  <a:pt x="2928092" y="41746"/>
                  <a:pt x="2931132" y="43278"/>
                  <a:pt x="2933141" y="46342"/>
                </a:cubicBezTo>
                <a:cubicBezTo>
                  <a:pt x="2935150" y="49406"/>
                  <a:pt x="2936155" y="54028"/>
                  <a:pt x="2936155" y="60207"/>
                </a:cubicBezTo>
                <a:cubicBezTo>
                  <a:pt x="2936155" y="62819"/>
                  <a:pt x="2936130" y="64577"/>
                  <a:pt x="2936080" y="65482"/>
                </a:cubicBezTo>
                <a:close/>
                <a:moveTo>
                  <a:pt x="2979731" y="125839"/>
                </a:moveTo>
                <a:cubicBezTo>
                  <a:pt x="2971291" y="125839"/>
                  <a:pt x="2964032" y="122719"/>
                  <a:pt x="2957954" y="116479"/>
                </a:cubicBezTo>
                <a:cubicBezTo>
                  <a:pt x="2951172" y="109534"/>
                  <a:pt x="2947606" y="100198"/>
                  <a:pt x="2947254" y="88471"/>
                </a:cubicBezTo>
                <a:cubicBezTo>
                  <a:pt x="2946952" y="77098"/>
                  <a:pt x="2949816" y="67083"/>
                  <a:pt x="2955844" y="58427"/>
                </a:cubicBezTo>
                <a:cubicBezTo>
                  <a:pt x="2962877" y="48210"/>
                  <a:pt x="2972673" y="43102"/>
                  <a:pt x="2985232" y="43102"/>
                </a:cubicBezTo>
                <a:cubicBezTo>
                  <a:pt x="2995279" y="43102"/>
                  <a:pt x="3002889" y="47707"/>
                  <a:pt x="3008064" y="56917"/>
                </a:cubicBezTo>
                <a:cubicBezTo>
                  <a:pt x="3012183" y="64365"/>
                  <a:pt x="3014167" y="73322"/>
                  <a:pt x="3014017" y="83790"/>
                </a:cubicBezTo>
                <a:cubicBezTo>
                  <a:pt x="3013866" y="94963"/>
                  <a:pt x="3010952" y="104500"/>
                  <a:pt x="3005276" y="112403"/>
                </a:cubicBezTo>
                <a:cubicBezTo>
                  <a:pt x="2998846" y="121361"/>
                  <a:pt x="2990331" y="125839"/>
                  <a:pt x="2979731" y="125839"/>
                </a:cubicBezTo>
                <a:moveTo>
                  <a:pt x="2984252" y="58474"/>
                </a:moveTo>
                <a:cubicBezTo>
                  <a:pt x="2976868" y="58424"/>
                  <a:pt x="2971116" y="61945"/>
                  <a:pt x="2966996" y="69037"/>
                </a:cubicBezTo>
                <a:cubicBezTo>
                  <a:pt x="2963731" y="74723"/>
                  <a:pt x="2962098" y="81213"/>
                  <a:pt x="2962098" y="88507"/>
                </a:cubicBezTo>
                <a:cubicBezTo>
                  <a:pt x="2962098" y="95802"/>
                  <a:pt x="2964083" y="101487"/>
                  <a:pt x="2968051" y="105562"/>
                </a:cubicBezTo>
                <a:cubicBezTo>
                  <a:pt x="2971367" y="108933"/>
                  <a:pt x="2975260" y="110618"/>
                  <a:pt x="2979731" y="110618"/>
                </a:cubicBezTo>
                <a:cubicBezTo>
                  <a:pt x="2984955" y="110618"/>
                  <a:pt x="2989452" y="108706"/>
                  <a:pt x="2993219" y="104882"/>
                </a:cubicBezTo>
                <a:cubicBezTo>
                  <a:pt x="2997489" y="100657"/>
                  <a:pt x="2999750" y="94948"/>
                  <a:pt x="3000001" y="87753"/>
                </a:cubicBezTo>
                <a:cubicBezTo>
                  <a:pt x="3000704" y="68284"/>
                  <a:pt x="2995455" y="58524"/>
                  <a:pt x="2984252" y="58474"/>
                </a:cubicBezTo>
                <a:close/>
                <a:moveTo>
                  <a:pt x="3093964" y="77312"/>
                </a:moveTo>
                <a:cubicBezTo>
                  <a:pt x="3093964" y="80929"/>
                  <a:pt x="3093989" y="86355"/>
                  <a:pt x="3094039" y="93588"/>
                </a:cubicBezTo>
                <a:cubicBezTo>
                  <a:pt x="3094090" y="100822"/>
                  <a:pt x="3094115" y="106248"/>
                  <a:pt x="3094115" y="109865"/>
                </a:cubicBezTo>
                <a:cubicBezTo>
                  <a:pt x="3094115" y="110970"/>
                  <a:pt x="3094203" y="112653"/>
                  <a:pt x="3094378" y="114913"/>
                </a:cubicBezTo>
                <a:cubicBezTo>
                  <a:pt x="3094554" y="117174"/>
                  <a:pt x="3094642" y="118857"/>
                  <a:pt x="3094642" y="119962"/>
                </a:cubicBezTo>
                <a:cubicBezTo>
                  <a:pt x="3094642" y="122122"/>
                  <a:pt x="3093914" y="123893"/>
                  <a:pt x="3092457" y="125274"/>
                </a:cubicBezTo>
                <a:cubicBezTo>
                  <a:pt x="3091000" y="126656"/>
                  <a:pt x="3089217" y="127347"/>
                  <a:pt x="3087107" y="127347"/>
                </a:cubicBezTo>
                <a:cubicBezTo>
                  <a:pt x="3083239" y="127347"/>
                  <a:pt x="3080777" y="124960"/>
                  <a:pt x="3079722" y="120188"/>
                </a:cubicBezTo>
                <a:cubicBezTo>
                  <a:pt x="3073443" y="123453"/>
                  <a:pt x="3066209" y="125086"/>
                  <a:pt x="3058021" y="125086"/>
                </a:cubicBezTo>
                <a:cubicBezTo>
                  <a:pt x="3051440" y="125086"/>
                  <a:pt x="3045989" y="123629"/>
                  <a:pt x="3041669" y="120715"/>
                </a:cubicBezTo>
                <a:cubicBezTo>
                  <a:pt x="3036897" y="117500"/>
                  <a:pt x="3034058" y="112803"/>
                  <a:pt x="3033154" y="106624"/>
                </a:cubicBezTo>
                <a:cubicBezTo>
                  <a:pt x="3031195" y="93312"/>
                  <a:pt x="3030215" y="81457"/>
                  <a:pt x="3030215" y="71058"/>
                </a:cubicBezTo>
                <a:cubicBezTo>
                  <a:pt x="3030215" y="64176"/>
                  <a:pt x="3030969" y="56339"/>
                  <a:pt x="3032476" y="47548"/>
                </a:cubicBezTo>
                <a:cubicBezTo>
                  <a:pt x="3033179" y="43177"/>
                  <a:pt x="3035566" y="40992"/>
                  <a:pt x="3039635" y="40992"/>
                </a:cubicBezTo>
                <a:cubicBezTo>
                  <a:pt x="3041795" y="40992"/>
                  <a:pt x="3043603" y="41682"/>
                  <a:pt x="3045060" y="43062"/>
                </a:cubicBezTo>
                <a:cubicBezTo>
                  <a:pt x="3046517" y="44442"/>
                  <a:pt x="3047245" y="46211"/>
                  <a:pt x="3047245" y="48370"/>
                </a:cubicBezTo>
                <a:cubicBezTo>
                  <a:pt x="3047245" y="50677"/>
                  <a:pt x="3046881" y="54366"/>
                  <a:pt x="3046153" y="59435"/>
                </a:cubicBezTo>
                <a:cubicBezTo>
                  <a:pt x="3045424" y="64502"/>
                  <a:pt x="3045060" y="68366"/>
                  <a:pt x="3045060" y="71025"/>
                </a:cubicBezTo>
                <a:cubicBezTo>
                  <a:pt x="3045060" y="79405"/>
                  <a:pt x="3045336" y="86581"/>
                  <a:pt x="3045889" y="92552"/>
                </a:cubicBezTo>
                <a:cubicBezTo>
                  <a:pt x="3046441" y="98524"/>
                  <a:pt x="3047270" y="103316"/>
                  <a:pt x="3048376" y="106928"/>
                </a:cubicBezTo>
                <a:cubicBezTo>
                  <a:pt x="3050033" y="107832"/>
                  <a:pt x="3051666" y="108523"/>
                  <a:pt x="3053273" y="109000"/>
                </a:cubicBezTo>
                <a:cubicBezTo>
                  <a:pt x="3054881" y="109476"/>
                  <a:pt x="3056463" y="109714"/>
                  <a:pt x="3058021" y="109714"/>
                </a:cubicBezTo>
                <a:cubicBezTo>
                  <a:pt x="3064752" y="109714"/>
                  <a:pt x="3071861" y="108635"/>
                  <a:pt x="3079346" y="106478"/>
                </a:cubicBezTo>
                <a:lnTo>
                  <a:pt x="3079270" y="91198"/>
                </a:lnTo>
                <a:lnTo>
                  <a:pt x="3079120" y="76596"/>
                </a:lnTo>
                <a:cubicBezTo>
                  <a:pt x="3079120" y="65756"/>
                  <a:pt x="3079597" y="56348"/>
                  <a:pt x="3080551" y="48370"/>
                </a:cubicBezTo>
                <a:cubicBezTo>
                  <a:pt x="3081104" y="43753"/>
                  <a:pt x="3083540" y="41444"/>
                  <a:pt x="3087860" y="41444"/>
                </a:cubicBezTo>
                <a:cubicBezTo>
                  <a:pt x="3090021" y="41444"/>
                  <a:pt x="3091829" y="42147"/>
                  <a:pt x="3093286" y="43554"/>
                </a:cubicBezTo>
                <a:cubicBezTo>
                  <a:pt x="3094743" y="44961"/>
                  <a:pt x="3095421" y="46719"/>
                  <a:pt x="3095320" y="48829"/>
                </a:cubicBezTo>
                <a:lnTo>
                  <a:pt x="3093964" y="77312"/>
                </a:lnTo>
                <a:close/>
                <a:moveTo>
                  <a:pt x="3144106" y="124031"/>
                </a:moveTo>
                <a:cubicBezTo>
                  <a:pt x="3139083" y="124031"/>
                  <a:pt x="3133557" y="123227"/>
                  <a:pt x="3127528" y="121620"/>
                </a:cubicBezTo>
                <a:lnTo>
                  <a:pt x="3127378" y="157638"/>
                </a:lnTo>
                <a:cubicBezTo>
                  <a:pt x="3127378" y="159849"/>
                  <a:pt x="3126687" y="161657"/>
                  <a:pt x="3125306" y="163064"/>
                </a:cubicBezTo>
                <a:cubicBezTo>
                  <a:pt x="3123924" y="164470"/>
                  <a:pt x="3122153" y="165174"/>
                  <a:pt x="3119993" y="165174"/>
                </a:cubicBezTo>
                <a:cubicBezTo>
                  <a:pt x="3117833" y="165174"/>
                  <a:pt x="3116062" y="164470"/>
                  <a:pt x="3114681" y="163061"/>
                </a:cubicBezTo>
                <a:cubicBezTo>
                  <a:pt x="3113299" y="161653"/>
                  <a:pt x="3112609" y="159842"/>
                  <a:pt x="3112609" y="157629"/>
                </a:cubicBezTo>
                <a:lnTo>
                  <a:pt x="3112835" y="127452"/>
                </a:lnTo>
                <a:lnTo>
                  <a:pt x="3112835" y="97351"/>
                </a:lnTo>
                <a:cubicBezTo>
                  <a:pt x="3112684" y="86336"/>
                  <a:pt x="3112307" y="76302"/>
                  <a:pt x="3111704" y="67250"/>
                </a:cubicBezTo>
                <a:lnTo>
                  <a:pt x="3110574" y="51935"/>
                </a:lnTo>
                <a:cubicBezTo>
                  <a:pt x="3110574" y="48363"/>
                  <a:pt x="3111227" y="45345"/>
                  <a:pt x="3112533" y="42881"/>
                </a:cubicBezTo>
                <a:cubicBezTo>
                  <a:pt x="3114040" y="39914"/>
                  <a:pt x="3116226" y="38430"/>
                  <a:pt x="3119089" y="38430"/>
                </a:cubicBezTo>
                <a:cubicBezTo>
                  <a:pt x="3121048" y="38430"/>
                  <a:pt x="3122693" y="39131"/>
                  <a:pt x="3124025" y="40533"/>
                </a:cubicBezTo>
                <a:cubicBezTo>
                  <a:pt x="3125356" y="41935"/>
                  <a:pt x="3126021" y="43645"/>
                  <a:pt x="3126021" y="45664"/>
                </a:cubicBezTo>
                <a:cubicBezTo>
                  <a:pt x="3126021" y="46116"/>
                  <a:pt x="3125946" y="46945"/>
                  <a:pt x="3125795" y="48151"/>
                </a:cubicBezTo>
                <a:cubicBezTo>
                  <a:pt x="3125544" y="49708"/>
                  <a:pt x="3125368" y="51140"/>
                  <a:pt x="3125268" y="52446"/>
                </a:cubicBezTo>
                <a:cubicBezTo>
                  <a:pt x="3129588" y="49482"/>
                  <a:pt x="3133758" y="47259"/>
                  <a:pt x="3137776" y="45777"/>
                </a:cubicBezTo>
                <a:cubicBezTo>
                  <a:pt x="3141795" y="44295"/>
                  <a:pt x="3145638" y="43554"/>
                  <a:pt x="3149305" y="43554"/>
                </a:cubicBezTo>
                <a:cubicBezTo>
                  <a:pt x="3159604" y="43554"/>
                  <a:pt x="3167139" y="48129"/>
                  <a:pt x="3171911" y="57280"/>
                </a:cubicBezTo>
                <a:cubicBezTo>
                  <a:pt x="3175679" y="64522"/>
                  <a:pt x="3177563" y="74101"/>
                  <a:pt x="3177563" y="86018"/>
                </a:cubicBezTo>
                <a:cubicBezTo>
                  <a:pt x="3177563" y="96878"/>
                  <a:pt x="3174649" y="105829"/>
                  <a:pt x="3168822" y="112869"/>
                </a:cubicBezTo>
                <a:cubicBezTo>
                  <a:pt x="3162643" y="120310"/>
                  <a:pt x="3154404" y="124031"/>
                  <a:pt x="3144106" y="124031"/>
                </a:cubicBezTo>
                <a:moveTo>
                  <a:pt x="3149305" y="58625"/>
                </a:moveTo>
                <a:cubicBezTo>
                  <a:pt x="3144684" y="58625"/>
                  <a:pt x="3140514" y="59654"/>
                  <a:pt x="3136797" y="61714"/>
                </a:cubicBezTo>
                <a:cubicBezTo>
                  <a:pt x="3134134" y="63171"/>
                  <a:pt x="3130769" y="65833"/>
                  <a:pt x="3126700" y="69701"/>
                </a:cubicBezTo>
                <a:cubicBezTo>
                  <a:pt x="3127353" y="81105"/>
                  <a:pt x="3127679" y="93086"/>
                  <a:pt x="3127679" y="105645"/>
                </a:cubicBezTo>
                <a:cubicBezTo>
                  <a:pt x="3133155" y="107755"/>
                  <a:pt x="3138630" y="108810"/>
                  <a:pt x="3144106" y="108810"/>
                </a:cubicBezTo>
                <a:cubicBezTo>
                  <a:pt x="3150386" y="108810"/>
                  <a:pt x="3155183" y="106474"/>
                  <a:pt x="3158499" y="101802"/>
                </a:cubicBezTo>
                <a:cubicBezTo>
                  <a:pt x="3161362" y="97733"/>
                  <a:pt x="3162794" y="92458"/>
                  <a:pt x="3162794" y="85978"/>
                </a:cubicBezTo>
                <a:cubicBezTo>
                  <a:pt x="3162794" y="76835"/>
                  <a:pt x="3161676" y="69990"/>
                  <a:pt x="3159440" y="65444"/>
                </a:cubicBezTo>
                <a:cubicBezTo>
                  <a:pt x="3157205" y="60898"/>
                  <a:pt x="3153827" y="58625"/>
                  <a:pt x="3149305" y="58625"/>
                </a:cubicBezTo>
                <a:close/>
                <a:moveTo>
                  <a:pt x="3291204" y="15372"/>
                </a:moveTo>
                <a:cubicBezTo>
                  <a:pt x="3279047" y="15372"/>
                  <a:pt x="3272240" y="23769"/>
                  <a:pt x="3270783" y="40563"/>
                </a:cubicBezTo>
                <a:lnTo>
                  <a:pt x="3270557" y="45212"/>
                </a:lnTo>
                <a:cubicBezTo>
                  <a:pt x="3279097" y="44609"/>
                  <a:pt x="3284623" y="44308"/>
                  <a:pt x="3287135" y="44308"/>
                </a:cubicBezTo>
                <a:cubicBezTo>
                  <a:pt x="3295122" y="44308"/>
                  <a:pt x="3299116" y="46831"/>
                  <a:pt x="3299116" y="51878"/>
                </a:cubicBezTo>
                <a:cubicBezTo>
                  <a:pt x="3299116" y="55564"/>
                  <a:pt x="3297157" y="57760"/>
                  <a:pt x="3293239" y="58467"/>
                </a:cubicBezTo>
                <a:cubicBezTo>
                  <a:pt x="3291531" y="58770"/>
                  <a:pt x="3289534" y="58884"/>
                  <a:pt x="3287248" y="58808"/>
                </a:cubicBezTo>
                <a:cubicBezTo>
                  <a:pt x="3284962" y="58733"/>
                  <a:pt x="3279173" y="59074"/>
                  <a:pt x="3269879" y="59830"/>
                </a:cubicBezTo>
                <a:lnTo>
                  <a:pt x="3269276" y="77027"/>
                </a:lnTo>
                <a:cubicBezTo>
                  <a:pt x="3269276" y="80147"/>
                  <a:pt x="3269377" y="84824"/>
                  <a:pt x="3269578" y="91059"/>
                </a:cubicBezTo>
                <a:cubicBezTo>
                  <a:pt x="3269779" y="97295"/>
                  <a:pt x="3269879" y="101946"/>
                  <a:pt x="3269879" y="105014"/>
                </a:cubicBezTo>
                <a:cubicBezTo>
                  <a:pt x="3269879" y="114568"/>
                  <a:pt x="3269327" y="122010"/>
                  <a:pt x="3268221" y="127339"/>
                </a:cubicBezTo>
                <a:cubicBezTo>
                  <a:pt x="3267367" y="131363"/>
                  <a:pt x="3265031" y="133375"/>
                  <a:pt x="3261214" y="133375"/>
                </a:cubicBezTo>
                <a:cubicBezTo>
                  <a:pt x="3259154" y="133375"/>
                  <a:pt x="3257396" y="132708"/>
                  <a:pt x="3255939" y="131376"/>
                </a:cubicBezTo>
                <a:cubicBezTo>
                  <a:pt x="3254482" y="130043"/>
                  <a:pt x="3253754" y="128371"/>
                  <a:pt x="3253754" y="126360"/>
                </a:cubicBezTo>
                <a:cubicBezTo>
                  <a:pt x="3253754" y="125958"/>
                  <a:pt x="3253804" y="125455"/>
                  <a:pt x="3253904" y="124850"/>
                </a:cubicBezTo>
                <a:cubicBezTo>
                  <a:pt x="3254959" y="118314"/>
                  <a:pt x="3255487" y="111198"/>
                  <a:pt x="3255487" y="103504"/>
                </a:cubicBezTo>
                <a:lnTo>
                  <a:pt x="3255261" y="82912"/>
                </a:lnTo>
                <a:lnTo>
                  <a:pt x="3255261" y="61036"/>
                </a:lnTo>
                <a:cubicBezTo>
                  <a:pt x="3248981" y="61538"/>
                  <a:pt x="3245013" y="61789"/>
                  <a:pt x="3243355" y="61789"/>
                </a:cubicBezTo>
                <a:cubicBezTo>
                  <a:pt x="3238281" y="61789"/>
                  <a:pt x="3235744" y="59353"/>
                  <a:pt x="3235744" y="54480"/>
                </a:cubicBezTo>
                <a:cubicBezTo>
                  <a:pt x="3235744" y="49507"/>
                  <a:pt x="3240140" y="46895"/>
                  <a:pt x="3248931" y="46643"/>
                </a:cubicBezTo>
                <a:lnTo>
                  <a:pt x="3256165" y="46417"/>
                </a:lnTo>
                <a:cubicBezTo>
                  <a:pt x="3256316" y="43604"/>
                  <a:pt x="3256692" y="39786"/>
                  <a:pt x="3257295" y="34964"/>
                </a:cubicBezTo>
                <a:cubicBezTo>
                  <a:pt x="3258601" y="23812"/>
                  <a:pt x="3261415" y="15598"/>
                  <a:pt x="3265735" y="10323"/>
                </a:cubicBezTo>
                <a:cubicBezTo>
                  <a:pt x="3270959" y="3943"/>
                  <a:pt x="3279123" y="754"/>
                  <a:pt x="3290225" y="754"/>
                </a:cubicBezTo>
                <a:cubicBezTo>
                  <a:pt x="3297408" y="754"/>
                  <a:pt x="3301000" y="3202"/>
                  <a:pt x="3301000" y="8100"/>
                </a:cubicBezTo>
                <a:cubicBezTo>
                  <a:pt x="3301000" y="12948"/>
                  <a:pt x="3297735" y="15372"/>
                  <a:pt x="3291204" y="15372"/>
                </a:cubicBezTo>
                <a:close/>
                <a:moveTo>
                  <a:pt x="3347034" y="125839"/>
                </a:moveTo>
                <a:cubicBezTo>
                  <a:pt x="3338594" y="125839"/>
                  <a:pt x="3331335" y="122719"/>
                  <a:pt x="3325257" y="116479"/>
                </a:cubicBezTo>
                <a:cubicBezTo>
                  <a:pt x="3318475" y="109534"/>
                  <a:pt x="3314908" y="100198"/>
                  <a:pt x="3314557" y="88471"/>
                </a:cubicBezTo>
                <a:cubicBezTo>
                  <a:pt x="3314255" y="77098"/>
                  <a:pt x="3317119" y="67083"/>
                  <a:pt x="3323147" y="58427"/>
                </a:cubicBezTo>
                <a:cubicBezTo>
                  <a:pt x="3330180" y="48210"/>
                  <a:pt x="3339976" y="43102"/>
                  <a:pt x="3352535" y="43102"/>
                </a:cubicBezTo>
                <a:cubicBezTo>
                  <a:pt x="3362582" y="43102"/>
                  <a:pt x="3370192" y="47707"/>
                  <a:pt x="3375366" y="56917"/>
                </a:cubicBezTo>
                <a:cubicBezTo>
                  <a:pt x="3379486" y="64365"/>
                  <a:pt x="3381470" y="73322"/>
                  <a:pt x="3381319" y="83790"/>
                </a:cubicBezTo>
                <a:cubicBezTo>
                  <a:pt x="3381169" y="94963"/>
                  <a:pt x="3378255" y="104500"/>
                  <a:pt x="3372578" y="112403"/>
                </a:cubicBezTo>
                <a:cubicBezTo>
                  <a:pt x="3366148" y="121361"/>
                  <a:pt x="3357633" y="125839"/>
                  <a:pt x="3347034" y="125839"/>
                </a:cubicBezTo>
                <a:moveTo>
                  <a:pt x="3351555" y="58474"/>
                </a:moveTo>
                <a:cubicBezTo>
                  <a:pt x="3344170" y="58424"/>
                  <a:pt x="3338418" y="61945"/>
                  <a:pt x="3334299" y="69037"/>
                </a:cubicBezTo>
                <a:cubicBezTo>
                  <a:pt x="3331034" y="74723"/>
                  <a:pt x="3329401" y="81213"/>
                  <a:pt x="3329401" y="88507"/>
                </a:cubicBezTo>
                <a:cubicBezTo>
                  <a:pt x="3329401" y="95802"/>
                  <a:pt x="3331385" y="101487"/>
                  <a:pt x="3335354" y="105562"/>
                </a:cubicBezTo>
                <a:cubicBezTo>
                  <a:pt x="3338670" y="108933"/>
                  <a:pt x="3342563" y="110618"/>
                  <a:pt x="3347034" y="110618"/>
                </a:cubicBezTo>
                <a:cubicBezTo>
                  <a:pt x="3352258" y="110618"/>
                  <a:pt x="3356754" y="108706"/>
                  <a:pt x="3360522" y="104882"/>
                </a:cubicBezTo>
                <a:cubicBezTo>
                  <a:pt x="3364792" y="100657"/>
                  <a:pt x="3367053" y="94948"/>
                  <a:pt x="3367304" y="87753"/>
                </a:cubicBezTo>
                <a:cubicBezTo>
                  <a:pt x="3368007" y="68284"/>
                  <a:pt x="3362757" y="58524"/>
                  <a:pt x="3351555" y="58474"/>
                </a:cubicBezTo>
                <a:close/>
                <a:moveTo>
                  <a:pt x="3458403" y="65482"/>
                </a:moveTo>
                <a:cubicBezTo>
                  <a:pt x="3458051" y="71761"/>
                  <a:pt x="3455539" y="74901"/>
                  <a:pt x="3450868" y="74901"/>
                </a:cubicBezTo>
                <a:cubicBezTo>
                  <a:pt x="3446547" y="74901"/>
                  <a:pt x="3444387" y="72424"/>
                  <a:pt x="3444387" y="67472"/>
                </a:cubicBezTo>
                <a:cubicBezTo>
                  <a:pt x="3444387" y="66520"/>
                  <a:pt x="3444312" y="64768"/>
                  <a:pt x="3444161" y="62216"/>
                </a:cubicBezTo>
                <a:lnTo>
                  <a:pt x="3443935" y="55912"/>
                </a:lnTo>
                <a:cubicBezTo>
                  <a:pt x="3435998" y="56868"/>
                  <a:pt x="3429643" y="59108"/>
                  <a:pt x="3424871" y="62632"/>
                </a:cubicBezTo>
                <a:cubicBezTo>
                  <a:pt x="3420400" y="65906"/>
                  <a:pt x="3416682" y="70840"/>
                  <a:pt x="3413719" y="77435"/>
                </a:cubicBezTo>
                <a:lnTo>
                  <a:pt x="3413869" y="118815"/>
                </a:lnTo>
                <a:cubicBezTo>
                  <a:pt x="3413869" y="123900"/>
                  <a:pt x="3411383" y="126442"/>
                  <a:pt x="3406409" y="126442"/>
                </a:cubicBezTo>
                <a:cubicBezTo>
                  <a:pt x="3401989" y="126442"/>
                  <a:pt x="3399778" y="123901"/>
                  <a:pt x="3399778" y="118818"/>
                </a:cubicBezTo>
                <a:lnTo>
                  <a:pt x="3399778" y="65823"/>
                </a:lnTo>
                <a:cubicBezTo>
                  <a:pt x="3399778" y="64162"/>
                  <a:pt x="3399841" y="61672"/>
                  <a:pt x="3399967" y="58351"/>
                </a:cubicBezTo>
                <a:cubicBezTo>
                  <a:pt x="3400092" y="55030"/>
                  <a:pt x="3400155" y="52538"/>
                  <a:pt x="3400155" y="50877"/>
                </a:cubicBezTo>
                <a:cubicBezTo>
                  <a:pt x="3400155" y="45794"/>
                  <a:pt x="3402365" y="43253"/>
                  <a:pt x="3406786" y="43253"/>
                </a:cubicBezTo>
                <a:cubicBezTo>
                  <a:pt x="3411709" y="43253"/>
                  <a:pt x="3414196" y="47422"/>
                  <a:pt x="3414246" y="55761"/>
                </a:cubicBezTo>
                <a:cubicBezTo>
                  <a:pt x="3423891" y="46417"/>
                  <a:pt x="3434591" y="41746"/>
                  <a:pt x="3446346" y="41746"/>
                </a:cubicBezTo>
                <a:cubicBezTo>
                  <a:pt x="3450415" y="41746"/>
                  <a:pt x="3453455" y="43278"/>
                  <a:pt x="3455464" y="46342"/>
                </a:cubicBezTo>
                <a:cubicBezTo>
                  <a:pt x="3457473" y="49406"/>
                  <a:pt x="3458478" y="54028"/>
                  <a:pt x="3458478" y="60207"/>
                </a:cubicBezTo>
                <a:cubicBezTo>
                  <a:pt x="3458478" y="62819"/>
                  <a:pt x="3458453" y="64577"/>
                  <a:pt x="3458403" y="65482"/>
                </a:cubicBezTo>
                <a:close/>
                <a:moveTo>
                  <a:pt x="3589134" y="56590"/>
                </a:moveTo>
                <a:lnTo>
                  <a:pt x="3578132" y="66913"/>
                </a:lnTo>
                <a:lnTo>
                  <a:pt x="3564719" y="80251"/>
                </a:lnTo>
                <a:lnTo>
                  <a:pt x="3589284" y="112405"/>
                </a:lnTo>
                <a:cubicBezTo>
                  <a:pt x="3590540" y="114016"/>
                  <a:pt x="3591168" y="115602"/>
                  <a:pt x="3591168" y="117162"/>
                </a:cubicBezTo>
                <a:cubicBezTo>
                  <a:pt x="3591168" y="119124"/>
                  <a:pt x="3590415" y="120860"/>
                  <a:pt x="3588908" y="122369"/>
                </a:cubicBezTo>
                <a:cubicBezTo>
                  <a:pt x="3587401" y="123879"/>
                  <a:pt x="3585693" y="124634"/>
                  <a:pt x="3583784" y="124634"/>
                </a:cubicBezTo>
                <a:cubicBezTo>
                  <a:pt x="3581875" y="124634"/>
                  <a:pt x="3580142" y="123702"/>
                  <a:pt x="3578584" y="121839"/>
                </a:cubicBezTo>
                <a:cubicBezTo>
                  <a:pt x="3573963" y="116453"/>
                  <a:pt x="3565825" y="106081"/>
                  <a:pt x="3554170" y="90725"/>
                </a:cubicBezTo>
                <a:lnTo>
                  <a:pt x="3539476" y="105871"/>
                </a:lnTo>
                <a:cubicBezTo>
                  <a:pt x="3536512" y="108533"/>
                  <a:pt x="3532192" y="112678"/>
                  <a:pt x="3526515" y="118304"/>
                </a:cubicBezTo>
                <a:cubicBezTo>
                  <a:pt x="3524908" y="120113"/>
                  <a:pt x="3523175" y="121017"/>
                  <a:pt x="3521316" y="121017"/>
                </a:cubicBezTo>
                <a:cubicBezTo>
                  <a:pt x="3519407" y="121017"/>
                  <a:pt x="3517712" y="120263"/>
                  <a:pt x="3516230" y="118756"/>
                </a:cubicBezTo>
                <a:cubicBezTo>
                  <a:pt x="3514748" y="117249"/>
                  <a:pt x="3514007" y="115516"/>
                  <a:pt x="3514007" y="113557"/>
                </a:cubicBezTo>
                <a:cubicBezTo>
                  <a:pt x="3514007" y="112000"/>
                  <a:pt x="3514635" y="110417"/>
                  <a:pt x="3515891" y="108810"/>
                </a:cubicBezTo>
                <a:cubicBezTo>
                  <a:pt x="3517297" y="106951"/>
                  <a:pt x="3519482" y="104716"/>
                  <a:pt x="3522446" y="102103"/>
                </a:cubicBezTo>
                <a:cubicBezTo>
                  <a:pt x="3525913" y="99039"/>
                  <a:pt x="3528198" y="96929"/>
                  <a:pt x="3529303" y="95774"/>
                </a:cubicBezTo>
                <a:lnTo>
                  <a:pt x="3545354" y="78970"/>
                </a:lnTo>
                <a:lnTo>
                  <a:pt x="3535482" y="64728"/>
                </a:lnTo>
                <a:cubicBezTo>
                  <a:pt x="3531514" y="59052"/>
                  <a:pt x="3528048" y="54907"/>
                  <a:pt x="3525084" y="52295"/>
                </a:cubicBezTo>
                <a:cubicBezTo>
                  <a:pt x="3523175" y="50587"/>
                  <a:pt x="3522220" y="48728"/>
                  <a:pt x="3522220" y="46719"/>
                </a:cubicBezTo>
                <a:cubicBezTo>
                  <a:pt x="3522220" y="44709"/>
                  <a:pt x="3522936" y="42926"/>
                  <a:pt x="3524368" y="41369"/>
                </a:cubicBezTo>
                <a:cubicBezTo>
                  <a:pt x="3525800" y="39811"/>
                  <a:pt x="3527445" y="39033"/>
                  <a:pt x="3529303" y="39033"/>
                </a:cubicBezTo>
                <a:cubicBezTo>
                  <a:pt x="3532267" y="39033"/>
                  <a:pt x="3536738" y="42901"/>
                  <a:pt x="3542716" y="50637"/>
                </a:cubicBezTo>
                <a:lnTo>
                  <a:pt x="3555752" y="68647"/>
                </a:lnTo>
                <a:lnTo>
                  <a:pt x="3570522" y="55083"/>
                </a:lnTo>
                <a:cubicBezTo>
                  <a:pt x="3576650" y="49306"/>
                  <a:pt x="3580795" y="44785"/>
                  <a:pt x="3582955" y="41519"/>
                </a:cubicBezTo>
                <a:cubicBezTo>
                  <a:pt x="3584562" y="39158"/>
                  <a:pt x="3586471" y="37978"/>
                  <a:pt x="3588682" y="37978"/>
                </a:cubicBezTo>
                <a:cubicBezTo>
                  <a:pt x="3590641" y="37978"/>
                  <a:pt x="3592374" y="38706"/>
                  <a:pt x="3593881" y="40163"/>
                </a:cubicBezTo>
                <a:cubicBezTo>
                  <a:pt x="3595388" y="41620"/>
                  <a:pt x="3596142" y="43303"/>
                  <a:pt x="3596142" y="45212"/>
                </a:cubicBezTo>
                <a:cubicBezTo>
                  <a:pt x="3596142" y="47975"/>
                  <a:pt x="3593806" y="51767"/>
                  <a:pt x="3589134" y="56590"/>
                </a:cubicBezTo>
                <a:close/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913138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2026-09-05T17:31:58.5740000Z</dcterms:created>
  <dcterms:modified xsi:type="dcterms:W3CDTF">2026-09-05T17:31:58.5740000Z</dcterms:modified>
</coreProperties>
</file>