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aa6b64f04545d0" /><Relationship Type="http://schemas.openxmlformats.org/officeDocument/2006/relationships/extended-properties" Target="/docProps/app.xml" Id="R1936aca7db1b48f6" /><Relationship Type="http://schemas.openxmlformats.org/officeDocument/2006/relationships/officeDocument" Target="/ppt/presentation.xml" Id="Rf7207081c0454e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56173086ba4c62"/>
  </p:sldMasterIdLst>
  <p:notesMasterIdLst>
    <p:notesMasterId xmlns:r="http://schemas.openxmlformats.org/officeDocument/2006/relationships" r:id="Rba5d8d9d8cd141a5"/>
  </p:notesMasterIdLst>
  <p:sldIdLst>
    <p:sldId xmlns:r="http://schemas.openxmlformats.org/officeDocument/2006/relationships" id="256" r:id="Rbf36836297ec4f33"/>
  </p:sldIdLst>
  <p:sldSz cx="13944600" cy="3228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08c884e61c4ffa" /><Relationship Type="http://schemas.openxmlformats.org/officeDocument/2006/relationships/slideMaster" Target="/ppt/slideMasters/slideMaster1.xml" Id="R7d56173086ba4c62" /><Relationship Type="http://schemas.openxmlformats.org/officeDocument/2006/relationships/notesMaster" Target="/ppt/notesMasters/notesMaster1.xml" Id="Rba5d8d9d8cd141a5" /><Relationship Type="http://schemas.openxmlformats.org/officeDocument/2006/relationships/presProps" Target="/ppt/presProps.xml" Id="R5045b49443684c9c" /><Relationship Type="http://schemas.openxmlformats.org/officeDocument/2006/relationships/tableStyles" Target="/ppt/tableStyles.xml" Id="R30f7817865634b20" /><Relationship Type="http://schemas.openxmlformats.org/officeDocument/2006/relationships/slide" Target="/ppt/slides/slide1.xml" Id="Rbf36836297ec4f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d054cda31a49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e1a41c31504b83" /><Relationship Type="http://schemas.openxmlformats.org/officeDocument/2006/relationships/notesMaster" Target="/ppt/notesMasters/notesMaster1.xml" Id="Rd3349329dc92455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素材ID：AI-008</ns1:t>
            </ns1:r>
          </ns1:p>
          <ns1:p>
            <ns1:r>
              <ns1:t>论文：Genie: Generative Interactive Environments</ns1:t>
            </ns1:r>
          </ns1:p>
          <ns1:p>
            <ns1:r>
              <ns1:t>会议：ICML 2024</ns1:t>
            </ns1:r>
          </ns1:p>
          <ns1:p>
            <ns1:r>
              <ns1:t>奖项：Best Paper</ns1:t>
            </ns1:r>
          </ns1:p>
          <ns1:p>
            <ns1:r>
              <ns1:t>图号：Figure 3，PDF第3页</ns1:t>
            </ns1:r>
          </ns1:p>
          <ns1:p>
            <ns1:r>
              <ns1:t>类型：系统架构</ns1:t>
            </ns1:r>
          </ns1:p>
          <ns1:p>
            <ns1:r>
              <ns1:t>借鉴点：同一视频输入分成视觉token和潜在动作，再共同驱动动态模型；适合视频/动作联合建模。</ns1:t>
            </ns1:r>
          </ns1:p>
          <ns1:p>
            <ns1:r>
              <ns1:t>论文URL：https://proceedings.mlr.press/v235/bruce24a.html</ns1:t>
            </ns1:r>
          </ns1:p>
          <ns1:p>
            <ns1:r>
              <ns1:t>官方获奖URL：https://icml.cc/virtual/2024/awards_detail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419bf65b6749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b3ca03fc3a490b" /><Relationship Type="http://schemas.openxmlformats.org/officeDocument/2006/relationships/slideLayout" Target="/ppt/slideLayouts/slideLayout1.xml" Id="Rc6aac22bb21547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aac22bb21547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f2bf8780444fb" /><Relationship Type="http://schemas.openxmlformats.org/officeDocument/2006/relationships/image" Target="/ppt/media/image.png" Id="R79de995ff6e84dfa" /><Relationship Type="http://schemas.openxmlformats.org/officeDocument/2006/relationships/image" Target="/ppt/media/image2.png" Id="R6efbf72b53424b5c" /><Relationship Type="http://schemas.openxmlformats.org/officeDocument/2006/relationships/notesSlide" Target="/ppt/notesSlides/notesSlide1.xml" Id="R29f58ac600e241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e995ff6e84dfa"/>
          <a:stretch xmlns:a="http://schemas.openxmlformats.org/drawingml/2006/main"/>
        </p:blipFill>
        <p:spPr>
          <a:xfrm xmlns:a="http://schemas.openxmlformats.org/drawingml/2006/main">
            <a:off x="1000125" y="581025"/>
            <a:ext cx="3257550" cy="2105025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bf72b53424b5c"/>
          <a:stretch xmlns:a="http://schemas.openxmlformats.org/drawingml/2006/main"/>
        </p:blipFill>
        <p:spPr>
          <a:xfrm xmlns:a="http://schemas.openxmlformats.org/drawingml/2006/main">
            <a:off x="10263188" y="581025"/>
            <a:ext cx="3257550" cy="2105025"/>
          </a:xfrm>
          <a:prstGeom xmlns:a="http://schemas.openxmlformats.org/drawingml/2006/main" prst="rect">
            <a:avLst/>
          </a:prstGeom>
        </p:spPr>
      </p:pic>
      <p:sp>
        <p:nvSpPr>
          <p:cNvPr id="3" name="AI-008-1">
            <a:extLst xmlns:a="http://schemas.openxmlformats.org/drawingml/2006/main">
              <a:ext uri="{FF2B5EF4-FFF2-40B4-BE49-F238E27FC236}">
                <a16:creationId xmlns:a16="http://schemas.microsoft.com/office/drawing/2014/main" id="{A7E4D4C7-0DAB-4FD7-9126-19C60394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238125"/>
            <a:ext cx="1514475" cy="1133475"/>
          </a:xfrm>
          <a:prstGeom xmlns:a="http://schemas.openxmlformats.org/drawingml/2006/main" prst="roundRect">
            <a:avLst>
              <a:gd name="adj" fmla="val 15126"/>
            </a:avLst>
          </a:prstGeom>
          <a:solidFill xmlns:a="http://schemas.openxmlformats.org/drawingml/2006/main">
            <a:srgbClr val="3F6183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4" name="AI-008-2">
            <a:extLst xmlns:a="http://schemas.openxmlformats.org/drawingml/2006/main">
              <a:ext uri="{FF2B5EF4-FFF2-40B4-BE49-F238E27FC236}">
                <a16:creationId xmlns:a16="http://schemas.microsoft.com/office/drawing/2014/main" id="{E81C2FEF-BA18-4A71-BF81-A666555B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1743075"/>
            <a:ext cx="1514475" cy="1152525"/>
          </a:xfrm>
          <a:prstGeom xmlns:a="http://schemas.openxmlformats.org/drawingml/2006/main" prst="roundRect">
            <a:avLst>
              <a:gd name="adj" fmla="val 14876"/>
            </a:avLst>
          </a:prstGeom>
          <a:solidFill xmlns:a="http://schemas.openxmlformats.org/drawingml/2006/main">
            <a:srgbClr val="EFC000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5" name="AI-008-3">
            <a:extLst xmlns:a="http://schemas.openxmlformats.org/drawingml/2006/main">
              <a:ext uri="{FF2B5EF4-FFF2-40B4-BE49-F238E27FC236}">
                <a16:creationId xmlns:a16="http://schemas.microsoft.com/office/drawing/2014/main" id="{07927A72-866F-41DB-8D33-432855C5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1525" y="962025"/>
            <a:ext cx="1533525" cy="1152525"/>
          </a:xfrm>
          <a:prstGeom xmlns:a="http://schemas.openxmlformats.org/drawingml/2006/main" prst="roundRect">
            <a:avLst>
              <a:gd name="adj" fmla="val 14876"/>
            </a:avLst>
          </a:prstGeom>
          <a:solidFill xmlns:a="http://schemas.openxmlformats.org/drawingml/2006/main">
            <a:srgbClr val="EA694D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6" name="AI-008-4">
            <a:extLst xmlns:a="http://schemas.openxmlformats.org/drawingml/2006/main">
              <a:ext uri="{FF2B5EF4-FFF2-40B4-BE49-F238E27FC236}">
                <a16:creationId xmlns:a16="http://schemas.microsoft.com/office/drawing/2014/main" id="{B278D271-9847-46C2-80E8-797B111C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428625"/>
            <a:ext cx="14001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Video</a:t>
            </a:r>
          </a:p>
          <a:p xmlns:a="http://schemas.openxmlformats.org/drawingml/2006/main">
            <a:pPr algn="ctr">
              <a:defRPr sz="217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tokenizer</a:t>
            </a:r>
          </a:p>
        </p:txBody>
      </p:sp>
      <p:sp>
        <p:nvSpPr>
          <p:cNvPr id="7" name="AI-008-5">
            <a:extLst xmlns:a="http://schemas.openxmlformats.org/drawingml/2006/main">
              <a:ext uri="{FF2B5EF4-FFF2-40B4-BE49-F238E27FC236}">
                <a16:creationId xmlns:a16="http://schemas.microsoft.com/office/drawing/2014/main" id="{DED233CC-E928-4E8C-8E74-50CF9FC1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1914525"/>
            <a:ext cx="14573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Latent action</a:t>
            </a:r>
          </a:p>
          <a:p xmlns:a="http://schemas.openxmlformats.org/drawingml/2006/main">
            <a:pPr algn="ctr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</p:txBody>
      </p:sp>
      <p:sp>
        <p:nvSpPr>
          <p:cNvPr id="8" name="AI-008-6">
            <a:extLst xmlns:a="http://schemas.openxmlformats.org/drawingml/2006/main">
              <a:ext uri="{FF2B5EF4-FFF2-40B4-BE49-F238E27FC236}">
                <a16:creationId xmlns:a16="http://schemas.microsoft.com/office/drawing/2014/main" id="{EE908CDD-91A4-4BEA-BAEA-0F308641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8675" y="1133475"/>
            <a:ext cx="1419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Dynamics</a:t>
            </a:r>
          </a:p>
          <a:p xmlns:a="http://schemas.openxmlformats.org/drawingml/2006/main">
            <a:pPr algn="ctr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</p:txBody>
      </p:sp>
      <p:sp>
        <p:nvSpPr>
          <p:cNvPr id="9" name="path-7">
            <a:extLst xmlns:a="http://schemas.openxmlformats.org/drawingml/2006/main">
              <a:ext uri="{FF2B5EF4-FFF2-40B4-BE49-F238E27FC236}">
                <a16:creationId xmlns:a16="http://schemas.microsoft.com/office/drawing/2014/main" id="{C069FC24-B346-4180-8694-00406EEE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809625"/>
            <a:ext cx="238125" cy="742950"/>
          </a:xfrm>
          <a:custGeom xmlns:a="http://schemas.openxmlformats.org/drawingml/2006/main">
            <a:pathLst>
              <a:path w="238125" h="742950">
                <a:moveTo>
                  <a:pt x="0" y="742950"/>
                </a:moveTo>
                <a:lnTo>
                  <a:pt x="238125" y="742950"/>
                </a:ln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10" name="line-8">
            <a:extLst xmlns:a="http://schemas.openxmlformats.org/drawingml/2006/main">
              <a:ext uri="{FF2B5EF4-FFF2-40B4-BE49-F238E27FC236}">
                <a16:creationId xmlns:a16="http://schemas.microsoft.com/office/drawing/2014/main" id="{B516C0CA-FED8-4A87-A370-4AEB2C63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809625"/>
            <a:ext cx="285750" cy="10"/>
          </a:xfrm>
          <a:custGeom xmlns:a="http://schemas.openxmlformats.org/drawingml/2006/main">
            <a:pathLst>
              <a:path w="285750" h="10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1" name="path-9">
            <a:extLst xmlns:a="http://schemas.openxmlformats.org/drawingml/2006/main">
              <a:ext uri="{FF2B5EF4-FFF2-40B4-BE49-F238E27FC236}">
                <a16:creationId xmlns:a16="http://schemas.microsoft.com/office/drawing/2014/main" id="{26156102-F073-4A7E-94DE-5BE80F09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629" y="773889"/>
            <a:ext cx="77921" cy="71472"/>
          </a:xfrm>
          <a:custGeom xmlns:a="http://schemas.openxmlformats.org/drawingml/2006/main">
            <a:pathLst>
              <a:path w="77921" h="71472">
                <a:moveTo>
                  <a:pt x="77921" y="35736"/>
                </a:moveTo>
                <a:lnTo>
                  <a:pt x="0" y="714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2" name="line-10">
            <a:extLst xmlns:a="http://schemas.openxmlformats.org/drawingml/2006/main">
              <a:ext uri="{FF2B5EF4-FFF2-40B4-BE49-F238E27FC236}">
                <a16:creationId xmlns:a16="http://schemas.microsoft.com/office/drawing/2014/main" id="{617856F7-A9D3-4300-B2EB-7AC254D1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52575"/>
            <a:ext cx="10" cy="771525"/>
          </a:xfrm>
          <a:custGeom xmlns:a="http://schemas.openxmlformats.org/drawingml/2006/main">
            <a:pathLst>
              <a:path w="10" h="771525">
                <a:moveTo>
                  <a:pt x="0" y="0"/>
                </a:moveTo>
                <a:lnTo>
                  <a:pt x="0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3" name="line-11">
            <a:extLst xmlns:a="http://schemas.openxmlformats.org/drawingml/2006/main">
              <a:ext uri="{FF2B5EF4-FFF2-40B4-BE49-F238E27FC236}">
                <a16:creationId xmlns:a16="http://schemas.microsoft.com/office/drawing/2014/main" id="{E4A8D6AA-EDBD-493D-8441-8DF4DF64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24100"/>
            <a:ext cx="285750" cy="10"/>
          </a:xfrm>
          <a:custGeom xmlns:a="http://schemas.openxmlformats.org/drawingml/2006/main">
            <a:pathLst>
              <a:path w="285750" h="10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4" name="path-12">
            <a:extLst xmlns:a="http://schemas.openxmlformats.org/drawingml/2006/main">
              <a:ext uri="{FF2B5EF4-FFF2-40B4-BE49-F238E27FC236}">
                <a16:creationId xmlns:a16="http://schemas.microsoft.com/office/drawing/2014/main" id="{4F1FE02B-1CD4-4749-A99D-5B0F7C94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629" y="2288364"/>
            <a:ext cx="77921" cy="71472"/>
          </a:xfrm>
          <a:custGeom xmlns:a="http://schemas.openxmlformats.org/drawingml/2006/main">
            <a:pathLst>
              <a:path w="77921" h="71472">
                <a:moveTo>
                  <a:pt x="77921" y="35736"/>
                </a:moveTo>
                <a:lnTo>
                  <a:pt x="0" y="714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5" name="line-13">
            <a:extLst xmlns:a="http://schemas.openxmlformats.org/drawingml/2006/main">
              <a:ext uri="{FF2B5EF4-FFF2-40B4-BE49-F238E27FC236}">
                <a16:creationId xmlns:a16="http://schemas.microsoft.com/office/drawing/2014/main" id="{85495A05-8502-436B-87A4-73EF7BEA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809625"/>
            <a:ext cx="295275" cy="10"/>
          </a:xfrm>
          <a:custGeom xmlns:a="http://schemas.openxmlformats.org/drawingml/2006/main">
            <a:pathLst>
              <a:path w="295275" h="10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6" name="path-14">
            <a:extLst xmlns:a="http://schemas.openxmlformats.org/drawingml/2006/main">
              <a:ext uri="{FF2B5EF4-FFF2-40B4-BE49-F238E27FC236}">
                <a16:creationId xmlns:a16="http://schemas.microsoft.com/office/drawing/2014/main" id="{9F53D104-9776-42A2-8EE7-D1780C38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429" y="773889"/>
            <a:ext cx="77921" cy="71472"/>
          </a:xfrm>
          <a:custGeom xmlns:a="http://schemas.openxmlformats.org/drawingml/2006/main">
            <a:pathLst>
              <a:path w="77921" h="71472">
                <a:moveTo>
                  <a:pt x="77921" y="35736"/>
                </a:moveTo>
                <a:lnTo>
                  <a:pt x="0" y="714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7" name="line-15">
            <a:extLst xmlns:a="http://schemas.openxmlformats.org/drawingml/2006/main">
              <a:ext uri="{FF2B5EF4-FFF2-40B4-BE49-F238E27FC236}">
                <a16:creationId xmlns:a16="http://schemas.microsoft.com/office/drawing/2014/main" id="{7FC2E3AA-1E78-4253-86FD-5935285A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24100"/>
            <a:ext cx="295275" cy="10"/>
          </a:xfrm>
          <a:custGeom xmlns:a="http://schemas.openxmlformats.org/drawingml/2006/main">
            <a:pathLst>
              <a:path w="295275" h="10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8" name="path-16">
            <a:extLst xmlns:a="http://schemas.openxmlformats.org/drawingml/2006/main">
              <a:ext uri="{FF2B5EF4-FFF2-40B4-BE49-F238E27FC236}">
                <a16:creationId xmlns:a16="http://schemas.microsoft.com/office/drawing/2014/main" id="{3E0CFFF2-ED8A-479C-93D5-0A5720AF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429" y="2288364"/>
            <a:ext cx="77921" cy="71472"/>
          </a:xfrm>
          <a:custGeom xmlns:a="http://schemas.openxmlformats.org/drawingml/2006/main">
            <a:pathLst>
              <a:path w="77921" h="71472">
                <a:moveTo>
                  <a:pt x="77921" y="35736"/>
                </a:moveTo>
                <a:lnTo>
                  <a:pt x="0" y="714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19" name="AI-008-17">
            <a:extLst xmlns:a="http://schemas.openxmlformats.org/drawingml/2006/main">
              <a:ext uri="{FF2B5EF4-FFF2-40B4-BE49-F238E27FC236}">
                <a16:creationId xmlns:a16="http://schemas.microsoft.com/office/drawing/2014/main" id="{D0482C57-B07A-4025-8AE7-DC50D85D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438150"/>
            <a:ext cx="1809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183"/>
          </a:solidFill>
          <a:ln xmlns:a="http://schemas.openxmlformats.org/drawingml/2006/main" w="0">
            <a:noFill/>
          </a:ln>
        </p:spPr>
      </p:sp>
      <p:sp>
        <p:nvSpPr>
          <p:cNvPr id="20" name="AI-008-18">
            <a:extLst xmlns:a="http://schemas.openxmlformats.org/drawingml/2006/main">
              <a:ext uri="{FF2B5EF4-FFF2-40B4-BE49-F238E27FC236}">
                <a16:creationId xmlns:a16="http://schemas.microsoft.com/office/drawing/2014/main" id="{A6F181B9-DB33-4060-A8CB-4CA13EEB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1350" y="438150"/>
            <a:ext cx="1809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183"/>
          </a:solidFill>
          <a:ln xmlns:a="http://schemas.openxmlformats.org/drawingml/2006/main" w="0">
            <a:noFill/>
          </a:ln>
        </p:spPr>
      </p:sp>
      <p:sp>
        <p:nvSpPr>
          <p:cNvPr id="21" name="AI-008-19">
            <a:extLst xmlns:a="http://schemas.openxmlformats.org/drawingml/2006/main">
              <a:ext uri="{FF2B5EF4-FFF2-40B4-BE49-F238E27FC236}">
                <a16:creationId xmlns:a16="http://schemas.microsoft.com/office/drawing/2014/main" id="{8D773801-1DB7-4D6A-A855-789B8F19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575" y="438150"/>
            <a:ext cx="1809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183"/>
          </a:solidFill>
          <a:ln xmlns:a="http://schemas.openxmlformats.org/drawingml/2006/main" w="0">
            <a:noFill/>
          </a:ln>
        </p:spPr>
      </p:sp>
      <p:sp>
        <p:nvSpPr>
          <p:cNvPr id="22" name="AI-008-20">
            <a:extLst xmlns:a="http://schemas.openxmlformats.org/drawingml/2006/main">
              <a:ext uri="{FF2B5EF4-FFF2-40B4-BE49-F238E27FC236}">
                <a16:creationId xmlns:a16="http://schemas.microsoft.com/office/drawing/2014/main" id="{DF2348B0-D366-449B-8498-EB37E987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2133600"/>
            <a:ext cx="1809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C000"/>
          </a:solidFill>
          <a:ln xmlns:a="http://schemas.openxmlformats.org/drawingml/2006/main" w="0">
            <a:noFill/>
          </a:ln>
        </p:spPr>
      </p:sp>
      <p:sp>
        <p:nvSpPr>
          <p:cNvPr id="23" name="AI-008-21">
            <a:extLst xmlns:a="http://schemas.openxmlformats.org/drawingml/2006/main">
              <a:ext uri="{FF2B5EF4-FFF2-40B4-BE49-F238E27FC236}">
                <a16:creationId xmlns:a16="http://schemas.microsoft.com/office/drawing/2014/main" id="{2E37285F-EDC5-4665-B46F-7633DDA5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1350" y="2133600"/>
            <a:ext cx="1809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C000"/>
          </a:solidFill>
          <a:ln xmlns:a="http://schemas.openxmlformats.org/drawingml/2006/main" w="0">
            <a:noFill/>
          </a:ln>
        </p:spPr>
      </p:sp>
      <p:sp>
        <p:nvSpPr>
          <p:cNvPr id="24" name="AI-008-22">
            <a:extLst xmlns:a="http://schemas.openxmlformats.org/drawingml/2006/main">
              <a:ext uri="{FF2B5EF4-FFF2-40B4-BE49-F238E27FC236}">
                <a16:creationId xmlns:a16="http://schemas.microsoft.com/office/drawing/2014/main" id="{88F11AFC-98CB-49BC-ACE0-73A480CC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575" y="2133600"/>
            <a:ext cx="1809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C000"/>
          </a:solidFill>
          <a:ln xmlns:a="http://schemas.openxmlformats.org/drawingml/2006/main" w="0">
            <a:noFill/>
          </a:ln>
        </p:spPr>
      </p:sp>
      <p:sp>
        <p:nvSpPr>
          <p:cNvPr id="25" name="AI-008-23">
            <a:extLst xmlns:a="http://schemas.openxmlformats.org/drawingml/2006/main">
              <a:ext uri="{FF2B5EF4-FFF2-40B4-BE49-F238E27FC236}">
                <a16:creationId xmlns:a16="http://schemas.microsoft.com/office/drawing/2014/main" id="{0894B05D-DCDD-4783-AC2C-77647730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0425" y="428625"/>
            <a:ext cx="390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26" name="AI-008-24">
            <a:extLst xmlns:a="http://schemas.openxmlformats.org/drawingml/2006/main">
              <a:ext uri="{FF2B5EF4-FFF2-40B4-BE49-F238E27FC236}">
                <a16:creationId xmlns:a16="http://schemas.microsoft.com/office/drawing/2014/main" id="{8950E008-5777-4EE1-9FEB-C03A2BDF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0425" y="2009775"/>
            <a:ext cx="390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27" name="AI-008-25">
            <a:extLst xmlns:a="http://schemas.openxmlformats.org/drawingml/2006/main">
              <a:ext uri="{FF2B5EF4-FFF2-40B4-BE49-F238E27FC236}">
                <a16:creationId xmlns:a16="http://schemas.microsoft.com/office/drawing/2014/main" id="{87D493C8-BF9B-43AA-9AB7-24CAE1AA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Video tokens z</a:t>
            </a:r>
          </a:p>
        </p:txBody>
      </p:sp>
      <p:sp>
        <p:nvSpPr>
          <p:cNvPr id="28" name="AI-008-26">
            <a:extLst xmlns:a="http://schemas.openxmlformats.org/drawingml/2006/main">
              <a:ext uri="{FF2B5EF4-FFF2-40B4-BE49-F238E27FC236}">
                <a16:creationId xmlns:a16="http://schemas.microsoft.com/office/drawing/2014/main" id="{EC632178-F295-418B-9150-F313C18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262890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Latent actions ã</a:t>
            </a:r>
          </a:p>
        </p:txBody>
      </p:sp>
      <p:sp>
        <p:nvSpPr>
          <p:cNvPr id="29" name="path-27">
            <a:extLst xmlns:a="http://schemas.openxmlformats.org/drawingml/2006/main">
              <a:ext uri="{FF2B5EF4-FFF2-40B4-BE49-F238E27FC236}">
                <a16:creationId xmlns:a16="http://schemas.microsoft.com/office/drawing/2014/main" id="{D6F61BD1-EFBC-4A55-B0DC-06C135E5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809625"/>
            <a:ext cx="257175" cy="1514475"/>
          </a:xfrm>
          <a:custGeom xmlns:a="http://schemas.openxmlformats.org/drawingml/2006/main">
            <a:pathLst>
              <a:path w="257175" h="1514475">
                <a:moveTo>
                  <a:pt x="0" y="0"/>
                </a:moveTo>
                <a:lnTo>
                  <a:pt x="257175" y="0"/>
                </a:lnTo>
                <a:lnTo>
                  <a:pt x="257175" y="1514475"/>
                </a:lnTo>
                <a:lnTo>
                  <a:pt x="0" y="15144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30" name="line-28">
            <a:extLst xmlns:a="http://schemas.openxmlformats.org/drawingml/2006/main">
              <a:ext uri="{FF2B5EF4-FFF2-40B4-BE49-F238E27FC236}">
                <a16:creationId xmlns:a16="http://schemas.microsoft.com/office/drawing/2014/main" id="{197A4DE6-B7FD-4639-91A5-4D34FB39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52575"/>
            <a:ext cx="352425" cy="10"/>
          </a:xfrm>
          <a:custGeom xmlns:a="http://schemas.openxmlformats.org/drawingml/2006/main">
            <a:pathLst>
              <a:path w="352425" h="10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path-29">
            <a:extLst xmlns:a="http://schemas.openxmlformats.org/drawingml/2006/main">
              <a:ext uri="{FF2B5EF4-FFF2-40B4-BE49-F238E27FC236}">
                <a16:creationId xmlns:a16="http://schemas.microsoft.com/office/drawing/2014/main" id="{56BA3BE7-9588-4500-8A2B-A7581967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4554" y="1516839"/>
            <a:ext cx="77921" cy="71472"/>
          </a:xfrm>
          <a:custGeom xmlns:a="http://schemas.openxmlformats.org/drawingml/2006/main">
            <a:pathLst>
              <a:path w="77921" h="71472">
                <a:moveTo>
                  <a:pt x="77921" y="35736"/>
                </a:moveTo>
                <a:lnTo>
                  <a:pt x="0" y="714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2" name="line-30">
            <a:extLst xmlns:a="http://schemas.openxmlformats.org/drawingml/2006/main">
              <a:ext uri="{FF2B5EF4-FFF2-40B4-BE49-F238E27FC236}">
                <a16:creationId xmlns:a16="http://schemas.microsoft.com/office/drawing/2014/main" id="{0E3DD44A-C512-4C51-A38A-55895296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52575"/>
            <a:ext cx="323850" cy="10"/>
          </a:xfrm>
          <a:custGeom xmlns:a="http://schemas.openxmlformats.org/drawingml/2006/main">
            <a:pathLst>
              <a:path w="323850" h="10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3" name="path-31">
            <a:extLst xmlns:a="http://schemas.openxmlformats.org/drawingml/2006/main">
              <a:ext uri="{FF2B5EF4-FFF2-40B4-BE49-F238E27FC236}">
                <a16:creationId xmlns:a16="http://schemas.microsoft.com/office/drawing/2014/main" id="{4FE29A3D-2023-46E7-80C6-4C9475CC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0979" y="1516839"/>
            <a:ext cx="77921" cy="71472"/>
          </a:xfrm>
          <a:custGeom xmlns:a="http://schemas.openxmlformats.org/drawingml/2006/main">
            <a:pathLst>
              <a:path w="77921" h="71472">
                <a:moveTo>
                  <a:pt x="77921" y="35736"/>
                </a:moveTo>
                <a:lnTo>
                  <a:pt x="0" y="714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4" name="path-32">
            <a:extLst xmlns:a="http://schemas.openxmlformats.org/drawingml/2006/main">
              <a:ext uri="{FF2B5EF4-FFF2-40B4-BE49-F238E27FC236}">
                <a16:creationId xmlns:a16="http://schemas.microsoft.com/office/drawing/2014/main" id="{43788A9F-BEBE-44D2-9FC9-0DA25C0D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28825"/>
            <a:ext cx="809625" cy="857250"/>
          </a:xfrm>
          <a:custGeom xmlns:a="http://schemas.openxmlformats.org/drawingml/2006/main">
            <a:pathLst>
              <a:path w="809625" h="857250">
                <a:moveTo>
                  <a:pt x="57150" y="0"/>
                </a:moveTo>
                <a:lnTo>
                  <a:pt x="0" y="57150"/>
                </a:lnTo>
                <a:lnTo>
                  <a:pt x="0" y="104775"/>
                </a:lnTo>
                <a:lnTo>
                  <a:pt x="47625" y="180975"/>
                </a:lnTo>
                <a:lnTo>
                  <a:pt x="190500" y="323850"/>
                </a:lnTo>
                <a:lnTo>
                  <a:pt x="285750" y="447675"/>
                </a:lnTo>
                <a:lnTo>
                  <a:pt x="314325" y="533400"/>
                </a:lnTo>
                <a:lnTo>
                  <a:pt x="257175" y="600075"/>
                </a:lnTo>
                <a:lnTo>
                  <a:pt x="314325" y="552450"/>
                </a:lnTo>
                <a:lnTo>
                  <a:pt x="371475" y="571500"/>
                </a:lnTo>
                <a:lnTo>
                  <a:pt x="447675" y="628650"/>
                </a:lnTo>
                <a:lnTo>
                  <a:pt x="590550" y="781050"/>
                </a:lnTo>
                <a:lnTo>
                  <a:pt x="676275" y="847725"/>
                </a:lnTo>
                <a:lnTo>
                  <a:pt x="742950" y="857250"/>
                </a:lnTo>
                <a:lnTo>
                  <a:pt x="809625" y="7905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35" name="path-33">
            <a:extLst xmlns:a="http://schemas.openxmlformats.org/drawingml/2006/main">
              <a:ext uri="{FF2B5EF4-FFF2-40B4-BE49-F238E27FC236}">
                <a16:creationId xmlns:a16="http://schemas.microsoft.com/office/drawing/2014/main" id="{B57EE410-2117-4A0F-BCE0-88B0313E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028825"/>
            <a:ext cx="809625" cy="857250"/>
          </a:xfrm>
          <a:custGeom xmlns:a="http://schemas.openxmlformats.org/drawingml/2006/main">
            <a:pathLst>
              <a:path w="809625" h="857250">
                <a:moveTo>
                  <a:pt x="57150" y="0"/>
                </a:moveTo>
                <a:lnTo>
                  <a:pt x="0" y="57150"/>
                </a:lnTo>
                <a:lnTo>
                  <a:pt x="0" y="104775"/>
                </a:lnTo>
                <a:lnTo>
                  <a:pt x="47625" y="180975"/>
                </a:lnTo>
                <a:lnTo>
                  <a:pt x="190500" y="323850"/>
                </a:lnTo>
                <a:lnTo>
                  <a:pt x="285750" y="447675"/>
                </a:lnTo>
                <a:lnTo>
                  <a:pt x="314325" y="533400"/>
                </a:lnTo>
                <a:lnTo>
                  <a:pt x="257175" y="600075"/>
                </a:lnTo>
                <a:lnTo>
                  <a:pt x="314325" y="552450"/>
                </a:lnTo>
                <a:lnTo>
                  <a:pt x="371475" y="571500"/>
                </a:lnTo>
                <a:lnTo>
                  <a:pt x="447675" y="628650"/>
                </a:lnTo>
                <a:lnTo>
                  <a:pt x="590550" y="781050"/>
                </a:lnTo>
                <a:lnTo>
                  <a:pt x="676275" y="847725"/>
                </a:lnTo>
                <a:lnTo>
                  <a:pt x="742950" y="857250"/>
                </a:lnTo>
                <a:lnTo>
                  <a:pt x="809625" y="7905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36" name="AI-008-34">
            <a:extLst xmlns:a="http://schemas.openxmlformats.org/drawingml/2006/main">
              <a:ext uri="{FF2B5EF4-FFF2-40B4-BE49-F238E27FC236}">
                <a16:creationId xmlns:a16="http://schemas.microsoft.com/office/drawing/2014/main" id="{7FCAFC8D-5E4F-406E-B470-79D0B08E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880000">
            <a:off x="276225" y="2533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 frames</a:t>
            </a:r>
          </a:p>
        </p:txBody>
      </p:sp>
      <p:sp>
        <p:nvSpPr>
          <p:cNvPr id="37" name="AI-008-35">
            <a:extLst xmlns:a="http://schemas.openxmlformats.org/drawingml/2006/main">
              <a:ext uri="{FF2B5EF4-FFF2-40B4-BE49-F238E27FC236}">
                <a16:creationId xmlns:a16="http://schemas.microsoft.com/office/drawing/2014/main" id="{7DADB411-47AE-4C20-BD45-F25CFA52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880000">
            <a:off x="9534525" y="2533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 frames</a:t>
            </a:r>
          </a:p>
        </p:txBody>
      </p:sp>
      <p:sp>
        <p:nvSpPr>
          <p:cNvPr id="38" name="AI-008-36">
            <a:extLst xmlns:a="http://schemas.openxmlformats.org/drawingml/2006/main">
              <a:ext uri="{FF2B5EF4-FFF2-40B4-BE49-F238E27FC236}">
                <a16:creationId xmlns:a16="http://schemas.microsoft.com/office/drawing/2014/main" id="{E6DD3359-9AAE-445C-94C6-50FE13FA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2343150"/>
            <a:ext cx="38100" cy="381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9" name="AI-008-37">
            <a:extLst xmlns:a="http://schemas.openxmlformats.org/drawingml/2006/main">
              <a:ext uri="{FF2B5EF4-FFF2-40B4-BE49-F238E27FC236}">
                <a16:creationId xmlns:a16="http://schemas.microsoft.com/office/drawing/2014/main" id="{3009E5C1-F0DF-4451-9F3B-70AA97A9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75" y="2447925"/>
            <a:ext cx="38100" cy="381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40" name="AI-008-38">
            <a:extLst xmlns:a="http://schemas.openxmlformats.org/drawingml/2006/main">
              <a:ext uri="{FF2B5EF4-FFF2-40B4-BE49-F238E27FC236}">
                <a16:creationId xmlns:a16="http://schemas.microsoft.com/office/drawing/2014/main" id="{37E50E50-B34C-41FE-AF4B-DF4D0DE9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" y="2552700"/>
            <a:ext cx="38100" cy="381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41" name="AI-008-39">
            <a:extLst xmlns:a="http://schemas.openxmlformats.org/drawingml/2006/main">
              <a:ext uri="{FF2B5EF4-FFF2-40B4-BE49-F238E27FC236}">
                <a16:creationId xmlns:a16="http://schemas.microsoft.com/office/drawing/2014/main" id="{AA7AD27A-75CC-44EA-BFF1-C77EF03D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0" y="2343150"/>
            <a:ext cx="38100" cy="381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42" name="AI-008-40">
            <a:extLst xmlns:a="http://schemas.openxmlformats.org/drawingml/2006/main">
              <a:ext uri="{FF2B5EF4-FFF2-40B4-BE49-F238E27FC236}">
                <a16:creationId xmlns:a16="http://schemas.microsoft.com/office/drawing/2014/main" id="{C2420D38-94B6-45F9-B4AC-BD581C6C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2275" y="2447925"/>
            <a:ext cx="38100" cy="381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43" name="AI-008-41">
            <a:extLst xmlns:a="http://schemas.openxmlformats.org/drawingml/2006/main">
              <a:ext uri="{FF2B5EF4-FFF2-40B4-BE49-F238E27FC236}">
                <a16:creationId xmlns:a16="http://schemas.microsoft.com/office/drawing/2014/main" id="{59F3C54D-A552-43E2-803F-C0D71168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7525" y="2552700"/>
            <a:ext cx="38100" cy="381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67026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2026-09-05T08:33:36.7790000Z</dcterms:created>
  <dcterms:modified xsi:type="dcterms:W3CDTF">2026-09-05T08:33:36.7790000Z</dcterms:modified>
</coreProperties>
</file>